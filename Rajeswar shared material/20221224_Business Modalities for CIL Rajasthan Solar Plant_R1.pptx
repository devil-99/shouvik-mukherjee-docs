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2.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3.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2.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15.xml" ContentType="application/vnd.openxmlformats-officedocument.presentationml.tags+xml"/>
  <Override PartName="/ppt/tags/tag5.xml" ContentType="application/vnd.openxmlformats-officedocument.presentationml.tags+xml"/>
  <Override PartName="/docProps/app.xml" ContentType="application/vnd.openxmlformats-officedocument.extended-properties+xml"/>
  <Override PartName="/docProps/custom.xml" ContentType="application/vnd.openxmlformats-officedocument.custom-properties+xml"/>
  <Override PartName="/ppt/tags/tag18.xml" ContentType="application/vnd.openxmlformats-officedocument.presentationml.tags+xml"/>
  <Override PartName="/ppt/tags/tag1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ppt/tags/tag17.xml" ContentType="application/vnd.openxmlformats-officedocument.presentationml.tags+xml"/>
  <Override PartName="/ppt/tags/tag12.xml" ContentType="application/vnd.openxmlformats-officedocument.presentationml.tags+xml"/>
  <Override PartName="/ppt/tags/tag4.xml" ContentType="application/vnd.openxmlformats-officedocument.presentationml.tags+xml"/>
  <Override PartName="/ppt/tags/tag11.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1"/>
  </p:sldMasterIdLst>
  <p:notesMasterIdLst>
    <p:notesMasterId r:id="rId82"/>
  </p:notesMasterIdLst>
  <p:sldIdLst>
    <p:sldId id="424" r:id="rId2"/>
    <p:sldId id="6259" r:id="rId3"/>
    <p:sldId id="6305" r:id="rId4"/>
    <p:sldId id="6306" r:id="rId5"/>
    <p:sldId id="6292" r:id="rId6"/>
    <p:sldId id="555" r:id="rId7"/>
    <p:sldId id="3942" r:id="rId8"/>
    <p:sldId id="3929" r:id="rId9"/>
    <p:sldId id="6267" r:id="rId10"/>
    <p:sldId id="545" r:id="rId11"/>
    <p:sldId id="6294" r:id="rId12"/>
    <p:sldId id="3932" r:id="rId13"/>
    <p:sldId id="6295" r:id="rId14"/>
    <p:sldId id="6280" r:id="rId15"/>
    <p:sldId id="6281" r:id="rId16"/>
    <p:sldId id="6282" r:id="rId17"/>
    <p:sldId id="6296" r:id="rId18"/>
    <p:sldId id="6283" r:id="rId19"/>
    <p:sldId id="6284" r:id="rId20"/>
    <p:sldId id="6285" r:id="rId21"/>
    <p:sldId id="6286" r:id="rId22"/>
    <p:sldId id="6297" r:id="rId23"/>
    <p:sldId id="6287" r:id="rId24"/>
    <p:sldId id="6288" r:id="rId25"/>
    <p:sldId id="6298" r:id="rId26"/>
    <p:sldId id="6289" r:id="rId27"/>
    <p:sldId id="6300" r:id="rId28"/>
    <p:sldId id="3390" r:id="rId29"/>
    <p:sldId id="3391" r:id="rId30"/>
    <p:sldId id="6302" r:id="rId31"/>
    <p:sldId id="3373" r:id="rId32"/>
    <p:sldId id="3374" r:id="rId33"/>
    <p:sldId id="3375" r:id="rId34"/>
    <p:sldId id="3376" r:id="rId35"/>
    <p:sldId id="3377" r:id="rId36"/>
    <p:sldId id="3398" r:id="rId37"/>
    <p:sldId id="6299" r:id="rId38"/>
    <p:sldId id="3939" r:id="rId39"/>
    <p:sldId id="3940" r:id="rId40"/>
    <p:sldId id="3941" r:id="rId41"/>
    <p:sldId id="6290" r:id="rId42"/>
    <p:sldId id="6275" r:id="rId43"/>
    <p:sldId id="574" r:id="rId44"/>
    <p:sldId id="6291" r:id="rId45"/>
    <p:sldId id="563" r:id="rId46"/>
    <p:sldId id="3925" r:id="rId47"/>
    <p:sldId id="573" r:id="rId48"/>
    <p:sldId id="6303" r:id="rId49"/>
    <p:sldId id="6304" r:id="rId50"/>
    <p:sldId id="6293" r:id="rId51"/>
    <p:sldId id="3943" r:id="rId52"/>
    <p:sldId id="6307" r:id="rId53"/>
    <p:sldId id="3944" r:id="rId54"/>
    <p:sldId id="6311" r:id="rId55"/>
    <p:sldId id="6308" r:id="rId56"/>
    <p:sldId id="6313" r:id="rId57"/>
    <p:sldId id="6309" r:id="rId58"/>
    <p:sldId id="6310" r:id="rId59"/>
    <p:sldId id="6312" r:id="rId60"/>
    <p:sldId id="578" r:id="rId61"/>
    <p:sldId id="3936" r:id="rId62"/>
    <p:sldId id="3930" r:id="rId63"/>
    <p:sldId id="6266" r:id="rId64"/>
    <p:sldId id="3931" r:id="rId65"/>
    <p:sldId id="3933" r:id="rId66"/>
    <p:sldId id="3934" r:id="rId67"/>
    <p:sldId id="3935" r:id="rId68"/>
    <p:sldId id="409" r:id="rId69"/>
    <p:sldId id="570" r:id="rId70"/>
    <p:sldId id="6260" r:id="rId71"/>
    <p:sldId id="528" r:id="rId72"/>
    <p:sldId id="539" r:id="rId73"/>
    <p:sldId id="3370" r:id="rId74"/>
    <p:sldId id="6314" r:id="rId75"/>
    <p:sldId id="6315" r:id="rId76"/>
    <p:sldId id="6316" r:id="rId77"/>
    <p:sldId id="6271" r:id="rId78"/>
    <p:sldId id="6273" r:id="rId79"/>
    <p:sldId id="3938" r:id="rId80"/>
    <p:sldId id="481"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lkarni, Rajeev" initials="KR" lastIdx="38" clrIdx="0">
    <p:extLst>
      <p:ext uri="{19B8F6BF-5375-455C-9EA6-DF929625EA0E}">
        <p15:presenceInfo xmlns:p15="http://schemas.microsoft.com/office/powerpoint/2012/main" userId="S-1-5-21-776561741-1482476501-682003330-326525"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Banerjee, Sayantan" initials="BS" lastIdx="1" clrIdx="4">
    <p:extLst>
      <p:ext uri="{19B8F6BF-5375-455C-9EA6-DF929625EA0E}">
        <p15:presenceInfo xmlns:p15="http://schemas.microsoft.com/office/powerpoint/2012/main" userId="S::bsayantan@deloitte.com::29b1bc15-6d12-4f6e-8f06-28f0a453772b" providerId="AD"/>
      </p:ext>
    </p:extLst>
  </p:cmAuthor>
  <p:cmAuthor id="6" name="Banerjee, Rajeswar" initials="BR" lastIdx="6" clrIdx="5">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FBF"/>
    <a:srgbClr val="595959"/>
    <a:srgbClr val="86BC25"/>
    <a:srgbClr val="03502A"/>
    <a:srgbClr val="004F59"/>
    <a:srgbClr val="E8F6CF"/>
    <a:srgbClr val="F9E1EC"/>
    <a:srgbClr val="007CB0"/>
    <a:srgbClr val="005587"/>
    <a:srgbClr val="43B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5332" autoAdjust="0"/>
  </p:normalViewPr>
  <p:slideViewPr>
    <p:cSldViewPr snapToGrid="0">
      <p:cViewPr>
        <p:scale>
          <a:sx n="59" d="100"/>
          <a:sy n="59" d="100"/>
        </p:scale>
        <p:origin x="1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openxmlformats.org/officeDocument/2006/relationships/customXml" Target="../customXml/item2.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ustomXml" Target="../customXml/item3.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88"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rajbanerjee\AppData\Roaming\Microsoft\Excel\CIL%20ppt%20backup%20(version%201).xlsb"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rajbanerjee\AppData\Local\Microsoft\Windows\INetCache\Content.Outlook\I28QDYIP\Book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 Generation (MU)</c:v>
                </c:pt>
              </c:strCache>
            </c:strRef>
          </c:tx>
          <c:spPr>
            <a:solidFill>
              <a:schemeClr val="accent1"/>
            </a:solidFill>
            <a:ln>
              <a:noFill/>
            </a:ln>
            <a:effectLst/>
          </c:spPr>
          <c:invertIfNegative val="0"/>
          <c:cat>
            <c:strRef>
              <c:f>Sheet1!$A$2:$A$13</c:f>
              <c:strCache>
                <c:ptCount val="12"/>
                <c:pt idx="0">
                  <c:v>Apr'21</c:v>
                </c:pt>
                <c:pt idx="1">
                  <c:v>May'21</c:v>
                </c:pt>
                <c:pt idx="2">
                  <c:v>Jun'21</c:v>
                </c:pt>
                <c:pt idx="3">
                  <c:v>Jul'21</c:v>
                </c:pt>
                <c:pt idx="4">
                  <c:v>Aug'21</c:v>
                </c:pt>
                <c:pt idx="5">
                  <c:v>Sep'21</c:v>
                </c:pt>
                <c:pt idx="6">
                  <c:v>Oct'21</c:v>
                </c:pt>
                <c:pt idx="7">
                  <c:v>Nov'21</c:v>
                </c:pt>
                <c:pt idx="8">
                  <c:v>Dec'21</c:v>
                </c:pt>
                <c:pt idx="9">
                  <c:v>Jan'22</c:v>
                </c:pt>
                <c:pt idx="10">
                  <c:v>Feb'22</c:v>
                </c:pt>
                <c:pt idx="11">
                  <c:v>Mar'22</c:v>
                </c:pt>
              </c:strCache>
            </c:strRef>
          </c:cat>
          <c:val>
            <c:numRef>
              <c:f>Sheet1!$B$2:$B$13</c:f>
              <c:numCache>
                <c:formatCode>General</c:formatCode>
                <c:ptCount val="12"/>
                <c:pt idx="0">
                  <c:v>115532.35</c:v>
                </c:pt>
                <c:pt idx="1">
                  <c:v>103960.21</c:v>
                </c:pt>
                <c:pt idx="2">
                  <c:v>106405.21</c:v>
                </c:pt>
                <c:pt idx="3">
                  <c:v>115654.66</c:v>
                </c:pt>
                <c:pt idx="4">
                  <c:v>120778.01</c:v>
                </c:pt>
                <c:pt idx="5">
                  <c:v>108371.93</c:v>
                </c:pt>
                <c:pt idx="6">
                  <c:v>110803.88</c:v>
                </c:pt>
                <c:pt idx="7">
                  <c:v>96749.51</c:v>
                </c:pt>
                <c:pt idx="8">
                  <c:v>106080.38</c:v>
                </c:pt>
                <c:pt idx="9">
                  <c:v>108051.38</c:v>
                </c:pt>
                <c:pt idx="10">
                  <c:v>104230.33</c:v>
                </c:pt>
                <c:pt idx="11">
                  <c:v>123866.99</c:v>
                </c:pt>
              </c:numCache>
            </c:numRef>
          </c:val>
          <c:extLst>
            <c:ext xmlns:c16="http://schemas.microsoft.com/office/drawing/2014/chart" uri="{C3380CC4-5D6E-409C-BE32-E72D297353CC}">
              <c16:uniqueId val="{00000000-3CED-4E6F-8758-1FCE114874E5}"/>
            </c:ext>
          </c:extLst>
        </c:ser>
        <c:ser>
          <c:idx val="1"/>
          <c:order val="1"/>
          <c:tx>
            <c:strRef>
              <c:f>Sheet1!$C$1</c:f>
              <c:strCache>
                <c:ptCount val="1"/>
                <c:pt idx="0">
                  <c:v>Total Energy Traded in Exchange (MU)</c:v>
                </c:pt>
              </c:strCache>
            </c:strRef>
          </c:tx>
          <c:spPr>
            <a:solidFill>
              <a:schemeClr val="accent6">
                <a:lumMod val="75000"/>
              </a:schemeClr>
            </a:solidFill>
            <a:ln>
              <a:noFill/>
            </a:ln>
            <a:effectLst/>
          </c:spPr>
          <c:invertIfNegative val="0"/>
          <c:cat>
            <c:strRef>
              <c:f>Sheet1!$A$2:$A$13</c:f>
              <c:strCache>
                <c:ptCount val="12"/>
                <c:pt idx="0">
                  <c:v>Apr'21</c:v>
                </c:pt>
                <c:pt idx="1">
                  <c:v>May'21</c:v>
                </c:pt>
                <c:pt idx="2">
                  <c:v>Jun'21</c:v>
                </c:pt>
                <c:pt idx="3">
                  <c:v>Jul'21</c:v>
                </c:pt>
                <c:pt idx="4">
                  <c:v>Aug'21</c:v>
                </c:pt>
                <c:pt idx="5">
                  <c:v>Sep'21</c:v>
                </c:pt>
                <c:pt idx="6">
                  <c:v>Oct'21</c:v>
                </c:pt>
                <c:pt idx="7">
                  <c:v>Nov'21</c:v>
                </c:pt>
                <c:pt idx="8">
                  <c:v>Dec'21</c:v>
                </c:pt>
                <c:pt idx="9">
                  <c:v>Jan'22</c:v>
                </c:pt>
                <c:pt idx="10">
                  <c:v>Feb'22</c:v>
                </c:pt>
                <c:pt idx="11">
                  <c:v>Mar'22</c:v>
                </c:pt>
              </c:strCache>
            </c:strRef>
          </c:cat>
          <c:val>
            <c:numRef>
              <c:f>Sheet1!$C$2:$C$13</c:f>
              <c:numCache>
                <c:formatCode>General</c:formatCode>
                <c:ptCount val="12"/>
                <c:pt idx="0">
                  <c:v>7177.3099999999995</c:v>
                </c:pt>
                <c:pt idx="1">
                  <c:v>5803.48</c:v>
                </c:pt>
                <c:pt idx="2">
                  <c:v>6061.78</c:v>
                </c:pt>
                <c:pt idx="3">
                  <c:v>5837.01</c:v>
                </c:pt>
                <c:pt idx="4">
                  <c:v>8513.340000000002</c:v>
                </c:pt>
                <c:pt idx="5">
                  <c:v>8262.1200000000008</c:v>
                </c:pt>
                <c:pt idx="6">
                  <c:v>8587.26</c:v>
                </c:pt>
                <c:pt idx="7">
                  <c:v>6180.3200000000006</c:v>
                </c:pt>
                <c:pt idx="8">
                  <c:v>7093.7400000000007</c:v>
                </c:pt>
                <c:pt idx="9">
                  <c:v>7053.7300000000005</c:v>
                </c:pt>
                <c:pt idx="10">
                  <c:v>7359.8099999999995</c:v>
                </c:pt>
                <c:pt idx="11">
                  <c:v>8084.2699999999995</c:v>
                </c:pt>
              </c:numCache>
            </c:numRef>
          </c:val>
          <c:extLst>
            <c:ext xmlns:c16="http://schemas.microsoft.com/office/drawing/2014/chart" uri="{C3380CC4-5D6E-409C-BE32-E72D297353CC}">
              <c16:uniqueId val="{00000001-3CED-4E6F-8758-1FCE114874E5}"/>
            </c:ext>
          </c:extLst>
        </c:ser>
        <c:dLbls>
          <c:showLegendKey val="0"/>
          <c:showVal val="0"/>
          <c:showCatName val="0"/>
          <c:showSerName val="0"/>
          <c:showPercent val="0"/>
          <c:showBubbleSize val="0"/>
        </c:dLbls>
        <c:gapWidth val="219"/>
        <c:overlap val="-27"/>
        <c:axId val="447233488"/>
        <c:axId val="447234736"/>
      </c:barChart>
      <c:catAx>
        <c:axId val="44723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7234736"/>
        <c:crosses val="autoZero"/>
        <c:auto val="1"/>
        <c:lblAlgn val="ctr"/>
        <c:lblOffset val="100"/>
        <c:noMultiLvlLbl val="0"/>
      </c:catAx>
      <c:valAx>
        <c:axId val="447234736"/>
        <c:scaling>
          <c:orientation val="minMax"/>
        </c:scaling>
        <c:delete val="1"/>
        <c:axPos val="l"/>
        <c:numFmt formatCode="General" sourceLinked="1"/>
        <c:majorTickMark val="none"/>
        <c:minorTickMark val="none"/>
        <c:tickLblPos val="nextTo"/>
        <c:crossAx val="447233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1" u="none" strike="noStrike" kern="1200" spc="0" baseline="0">
                <a:solidFill>
                  <a:schemeClr val="tx1">
                    <a:lumMod val="65000"/>
                    <a:lumOff val="35000"/>
                  </a:schemeClr>
                </a:solidFill>
                <a:latin typeface="+mn-lt"/>
                <a:ea typeface="+mn-ea"/>
                <a:cs typeface="+mn-cs"/>
              </a:defRPr>
            </a:pPr>
            <a:r>
              <a:rPr lang="en-US" sz="1100" b="1" i="1" dirty="0"/>
              <a:t>Energy Traded in Exchanges During FY22 (in MU)</a:t>
            </a:r>
          </a:p>
        </c:rich>
      </c:tx>
      <c:overlay val="0"/>
      <c:spPr>
        <a:noFill/>
        <a:ln>
          <a:noFill/>
        </a:ln>
        <a:effectLst/>
      </c:spPr>
      <c:txPr>
        <a:bodyPr rot="0" spcFirstLastPara="1" vertOverflow="ellipsis" vert="horz" wrap="square" anchor="ctr" anchorCtr="1"/>
        <a:lstStyle/>
        <a:p>
          <a:pPr>
            <a:defRPr sz="1100" b="1" i="1"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Sheet1!$A$2</c:f>
              <c:strCache>
                <c:ptCount val="1"/>
                <c:pt idx="0">
                  <c:v>1st Qtr</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4-E71B-4EC7-B1D7-E1114ED4A3A5}"/>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E71B-4EC7-B1D7-E1114ED4A3A5}"/>
              </c:ext>
            </c:extLst>
          </c:dPt>
          <c:dLbls>
            <c:dLbl>
              <c:idx val="0"/>
              <c:layout>
                <c:manualLayout>
                  <c:x val="0.11921225881054162"/>
                  <c:y val="-0.17273147574934256"/>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71B-4EC7-B1D7-E1114ED4A3A5}"/>
                </c:ext>
              </c:extLst>
            </c:dLbl>
            <c:dLbl>
              <c:idx val="1"/>
              <c:layout>
                <c:manualLayout>
                  <c:x val="2.9347319535154119E-2"/>
                  <c:y val="1.15921625147174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71B-4EC7-B1D7-E1114ED4A3A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Sheet1!$B$1:$C$1</c:f>
              <c:strCache>
                <c:ptCount val="2"/>
                <c:pt idx="0">
                  <c:v>IEX</c:v>
                </c:pt>
                <c:pt idx="1">
                  <c:v>PXIL</c:v>
                </c:pt>
              </c:strCache>
            </c:strRef>
          </c:cat>
          <c:val>
            <c:numRef>
              <c:f>Sheet1!$B$2:$C$2</c:f>
              <c:numCache>
                <c:formatCode>General</c:formatCode>
                <c:ptCount val="2"/>
                <c:pt idx="0">
                  <c:v>85971.55</c:v>
                </c:pt>
                <c:pt idx="1">
                  <c:v>42.62</c:v>
                </c:pt>
              </c:numCache>
            </c:numRef>
          </c:val>
          <c:extLst>
            <c:ext xmlns:c16="http://schemas.microsoft.com/office/drawing/2014/chart" uri="{C3380CC4-5D6E-409C-BE32-E72D297353CC}">
              <c16:uniqueId val="{00000000-E71B-4EC7-B1D7-E1114ED4A3A5}"/>
            </c:ext>
          </c:extLst>
        </c:ser>
        <c:dLbls>
          <c:showLegendKey val="0"/>
          <c:showVal val="1"/>
          <c:showCatName val="1"/>
          <c:showSerName val="0"/>
          <c:showPercent val="0"/>
          <c:showBubbleSize val="0"/>
          <c:showLeaderLines val="1"/>
        </c:dLbls>
        <c:firstSliceAng val="25"/>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lumMod val="90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i="1" dirty="0"/>
              <a:t>Weighted MCP (Rs/kWh) </a:t>
            </a:r>
          </a:p>
        </c:rich>
      </c:tx>
      <c:layout>
        <c:manualLayout>
          <c:xMode val="edge"/>
          <c:yMode val="edge"/>
          <c:x val="0.33958134351330366"/>
          <c:y val="4.590057157208068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8781675578885638E-2"/>
          <c:y val="7.9763981473367732E-2"/>
          <c:w val="0.88359891396603074"/>
          <c:h val="0.50122027745771125"/>
        </c:manualLayout>
      </c:layout>
      <c:lineChart>
        <c:grouping val="stacked"/>
        <c:varyColors val="0"/>
        <c:ser>
          <c:idx val="0"/>
          <c:order val="0"/>
          <c:tx>
            <c:strRef>
              <c:f>'Day Ahead Market'!$S$9:$S$10</c:f>
              <c:strCache>
                <c:ptCount val="2"/>
                <c:pt idx="0">
                  <c:v>Weighted MCP (Rs/kWh) </c:v>
                </c:pt>
                <c:pt idx="1">
                  <c:v>Weighted MCP (Rs/kWh) </c:v>
                </c:pt>
              </c:strCache>
            </c:strRef>
          </c:tx>
          <c:spPr>
            <a:ln w="28575" cap="rnd">
              <a:solidFill>
                <a:schemeClr val="accent1"/>
              </a:solidFill>
              <a:round/>
            </a:ln>
            <a:effectLst/>
          </c:spPr>
          <c:marker>
            <c:symbol val="none"/>
          </c:marker>
          <c:cat>
            <c:strRef>
              <c:f>'Day Ahead Market'!$A$11:$R$227</c:f>
              <c:strCache>
                <c:ptCount val="651"/>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7299.78</c:v>
                </c:pt>
                <c:pt idx="218">
                  <c:v>9541.16</c:v>
                </c:pt>
                <c:pt idx="219">
                  <c:v>18057.38</c:v>
                </c:pt>
                <c:pt idx="220">
                  <c:v>12570.01</c:v>
                </c:pt>
                <c:pt idx="221">
                  <c:v>12594.7</c:v>
                </c:pt>
                <c:pt idx="222">
                  <c:v>12622.47</c:v>
                </c:pt>
                <c:pt idx="223">
                  <c:v>10210.53</c:v>
                </c:pt>
                <c:pt idx="224">
                  <c:v>10685.28</c:v>
                </c:pt>
                <c:pt idx="225">
                  <c:v>16681.76</c:v>
                </c:pt>
                <c:pt idx="226">
                  <c:v>15522.8</c:v>
                </c:pt>
                <c:pt idx="227">
                  <c:v>21943.93</c:v>
                </c:pt>
                <c:pt idx="228">
                  <c:v>18789.82</c:v>
                </c:pt>
                <c:pt idx="229">
                  <c:v>9419.04</c:v>
                </c:pt>
                <c:pt idx="230">
                  <c:v>12579.45</c:v>
                </c:pt>
                <c:pt idx="231">
                  <c:v>13757.29</c:v>
                </c:pt>
                <c:pt idx="232">
                  <c:v>9506.46</c:v>
                </c:pt>
                <c:pt idx="233">
                  <c:v>3943.33</c:v>
                </c:pt>
                <c:pt idx="234">
                  <c:v>11120.16</c:v>
                </c:pt>
                <c:pt idx="235">
                  <c:v>18093</c:v>
                </c:pt>
                <c:pt idx="236">
                  <c:v>4546.13</c:v>
                </c:pt>
                <c:pt idx="237">
                  <c:v>5363.1</c:v>
                </c:pt>
                <c:pt idx="238">
                  <c:v>8706.53</c:v>
                </c:pt>
                <c:pt idx="239">
                  <c:v>7886.17</c:v>
                </c:pt>
                <c:pt idx="240">
                  <c:v>2970.68</c:v>
                </c:pt>
                <c:pt idx="241">
                  <c:v>5717.87</c:v>
                </c:pt>
                <c:pt idx="242">
                  <c:v>19586.11</c:v>
                </c:pt>
                <c:pt idx="243">
                  <c:v>13678.5</c:v>
                </c:pt>
                <c:pt idx="244">
                  <c:v>12949.44</c:v>
                </c:pt>
                <c:pt idx="245">
                  <c:v>16828.83</c:v>
                </c:pt>
                <c:pt idx="246">
                  <c:v>14804.76</c:v>
                </c:pt>
                <c:pt idx="247">
                  <c:v>14182.42</c:v>
                </c:pt>
                <c:pt idx="248">
                  <c:v>18345.04</c:v>
                </c:pt>
                <c:pt idx="249">
                  <c:v>16754.48</c:v>
                </c:pt>
                <c:pt idx="250">
                  <c:v>8067.48</c:v>
                </c:pt>
                <c:pt idx="251">
                  <c:v>7307.93</c:v>
                </c:pt>
                <c:pt idx="252">
                  <c:v>18319.78</c:v>
                </c:pt>
                <c:pt idx="253">
                  <c:v>5651.38</c:v>
                </c:pt>
                <c:pt idx="254">
                  <c:v>8109</c:v>
                </c:pt>
                <c:pt idx="255">
                  <c:v>9807.32</c:v>
                </c:pt>
                <c:pt idx="256">
                  <c:v>15297.97</c:v>
                </c:pt>
                <c:pt idx="257">
                  <c:v>5970.45</c:v>
                </c:pt>
                <c:pt idx="258">
                  <c:v>15060.19</c:v>
                </c:pt>
                <c:pt idx="259">
                  <c:v>15954.38</c:v>
                </c:pt>
                <c:pt idx="260">
                  <c:v>16614.13</c:v>
                </c:pt>
                <c:pt idx="261">
                  <c:v>8539.3</c:v>
                </c:pt>
                <c:pt idx="262">
                  <c:v>12033.97</c:v>
                </c:pt>
                <c:pt idx="263">
                  <c:v>19019.58</c:v>
                </c:pt>
                <c:pt idx="264">
                  <c:v>10829.26</c:v>
                </c:pt>
                <c:pt idx="265">
                  <c:v>7702.52</c:v>
                </c:pt>
                <c:pt idx="266">
                  <c:v>3329.28</c:v>
                </c:pt>
                <c:pt idx="267">
                  <c:v>5410.88</c:v>
                </c:pt>
                <c:pt idx="268">
                  <c:v>8551.23</c:v>
                </c:pt>
                <c:pt idx="269">
                  <c:v>6415.86</c:v>
                </c:pt>
                <c:pt idx="270">
                  <c:v>16305.84</c:v>
                </c:pt>
                <c:pt idx="271">
                  <c:v>8554.31</c:v>
                </c:pt>
                <c:pt idx="272">
                  <c:v>4849.65</c:v>
                </c:pt>
                <c:pt idx="273">
                  <c:v>3698.77</c:v>
                </c:pt>
                <c:pt idx="274">
                  <c:v>4005.49</c:v>
                </c:pt>
                <c:pt idx="275">
                  <c:v>3257.58</c:v>
                </c:pt>
                <c:pt idx="276">
                  <c:v>6284.25</c:v>
                </c:pt>
                <c:pt idx="277">
                  <c:v>9164.12</c:v>
                </c:pt>
                <c:pt idx="278">
                  <c:v>2905.19</c:v>
                </c:pt>
                <c:pt idx="279">
                  <c:v>2588.17</c:v>
                </c:pt>
                <c:pt idx="280">
                  <c:v>2189.3</c:v>
                </c:pt>
                <c:pt idx="281">
                  <c:v>3871.64</c:v>
                </c:pt>
                <c:pt idx="282">
                  <c:v>3746.6</c:v>
                </c:pt>
                <c:pt idx="283">
                  <c:v>4367.46</c:v>
                </c:pt>
                <c:pt idx="284">
                  <c:v>5528.61</c:v>
                </c:pt>
                <c:pt idx="285">
                  <c:v>5137.02</c:v>
                </c:pt>
                <c:pt idx="286">
                  <c:v>2981.51</c:v>
                </c:pt>
                <c:pt idx="287">
                  <c:v>5419.36</c:v>
                </c:pt>
                <c:pt idx="288">
                  <c:v>4091.42</c:v>
                </c:pt>
                <c:pt idx="289">
                  <c:v>1881.58</c:v>
                </c:pt>
                <c:pt idx="290">
                  <c:v>2159.1</c:v>
                </c:pt>
                <c:pt idx="291">
                  <c:v>4244.53</c:v>
                </c:pt>
                <c:pt idx="292">
                  <c:v>2173.42</c:v>
                </c:pt>
                <c:pt idx="293">
                  <c:v>1967.88</c:v>
                </c:pt>
                <c:pt idx="294">
                  <c:v>1911.28</c:v>
                </c:pt>
                <c:pt idx="295">
                  <c:v>2174.48</c:v>
                </c:pt>
                <c:pt idx="296">
                  <c:v>1201.68</c:v>
                </c:pt>
                <c:pt idx="297">
                  <c:v>2463.13</c:v>
                </c:pt>
                <c:pt idx="298">
                  <c:v>7421.28</c:v>
                </c:pt>
                <c:pt idx="299">
                  <c:v>8259.97</c:v>
                </c:pt>
                <c:pt idx="300">
                  <c:v>3712.68</c:v>
                </c:pt>
                <c:pt idx="301">
                  <c:v>3274.53</c:v>
                </c:pt>
                <c:pt idx="302">
                  <c:v>3247.17</c:v>
                </c:pt>
                <c:pt idx="303">
                  <c:v>1238.43</c:v>
                </c:pt>
                <c:pt idx="304">
                  <c:v>326.13</c:v>
                </c:pt>
                <c:pt idx="305">
                  <c:v>3115.68</c:v>
                </c:pt>
                <c:pt idx="306">
                  <c:v>1370.2</c:v>
                </c:pt>
                <c:pt idx="307">
                  <c:v>2253.47</c:v>
                </c:pt>
                <c:pt idx="308">
                  <c:v>3951.83</c:v>
                </c:pt>
                <c:pt idx="309">
                  <c:v>3596.77</c:v>
                </c:pt>
                <c:pt idx="310">
                  <c:v>3779.21</c:v>
                </c:pt>
                <c:pt idx="311">
                  <c:v>3077.71</c:v>
                </c:pt>
                <c:pt idx="312">
                  <c:v>5540.59</c:v>
                </c:pt>
                <c:pt idx="313">
                  <c:v>2735.13</c:v>
                </c:pt>
                <c:pt idx="314">
                  <c:v>1059.41</c:v>
                </c:pt>
                <c:pt idx="315">
                  <c:v>755.06</c:v>
                </c:pt>
                <c:pt idx="316">
                  <c:v>340.56</c:v>
                </c:pt>
                <c:pt idx="317">
                  <c:v>325.76</c:v>
                </c:pt>
                <c:pt idx="318">
                  <c:v>2723.98</c:v>
                </c:pt>
                <c:pt idx="319">
                  <c:v>6362.15</c:v>
                </c:pt>
                <c:pt idx="320">
                  <c:v>3413.44</c:v>
                </c:pt>
                <c:pt idx="321">
                  <c:v>322.51</c:v>
                </c:pt>
                <c:pt idx="322">
                  <c:v>2096.04</c:v>
                </c:pt>
                <c:pt idx="323">
                  <c:v>1474.23</c:v>
                </c:pt>
                <c:pt idx="324">
                  <c:v>2966.58</c:v>
                </c:pt>
                <c:pt idx="325">
                  <c:v>3551.11</c:v>
                </c:pt>
                <c:pt idx="326">
                  <c:v>4550.2</c:v>
                </c:pt>
                <c:pt idx="327">
                  <c:v>2129.6</c:v>
                </c:pt>
                <c:pt idx="328">
                  <c:v>3841.4</c:v>
                </c:pt>
                <c:pt idx="329">
                  <c:v>1946.43</c:v>
                </c:pt>
                <c:pt idx="330">
                  <c:v>2575.65</c:v>
                </c:pt>
                <c:pt idx="331">
                  <c:v>2466.84</c:v>
                </c:pt>
                <c:pt idx="332">
                  <c:v>1173.59</c:v>
                </c:pt>
                <c:pt idx="333">
                  <c:v>2832.56</c:v>
                </c:pt>
                <c:pt idx="334">
                  <c:v>2081.35</c:v>
                </c:pt>
                <c:pt idx="335">
                  <c:v>2993.27</c:v>
                </c:pt>
                <c:pt idx="336">
                  <c:v>1384.66</c:v>
                </c:pt>
                <c:pt idx="337">
                  <c:v>2523.54</c:v>
                </c:pt>
                <c:pt idx="338">
                  <c:v>1098.83</c:v>
                </c:pt>
                <c:pt idx="339">
                  <c:v>1057.91</c:v>
                </c:pt>
                <c:pt idx="340">
                  <c:v>3953.48</c:v>
                </c:pt>
                <c:pt idx="341">
                  <c:v>1681.53</c:v>
                </c:pt>
                <c:pt idx="342">
                  <c:v>4163.91</c:v>
                </c:pt>
                <c:pt idx="343">
                  <c:v>6366.28</c:v>
                </c:pt>
                <c:pt idx="344">
                  <c:v>5857.02</c:v>
                </c:pt>
                <c:pt idx="345">
                  <c:v>3912.47</c:v>
                </c:pt>
                <c:pt idx="346">
                  <c:v>3385.95</c:v>
                </c:pt>
                <c:pt idx="347">
                  <c:v>2140.94</c:v>
                </c:pt>
                <c:pt idx="348">
                  <c:v>1789.4</c:v>
                </c:pt>
                <c:pt idx="349">
                  <c:v>3672.58</c:v>
                </c:pt>
                <c:pt idx="350">
                  <c:v>1910.28</c:v>
                </c:pt>
                <c:pt idx="351">
                  <c:v>919.86</c:v>
                </c:pt>
                <c:pt idx="352">
                  <c:v>893.15</c:v>
                </c:pt>
                <c:pt idx="353">
                  <c:v>3315.01</c:v>
                </c:pt>
                <c:pt idx="354">
                  <c:v>5141.41</c:v>
                </c:pt>
                <c:pt idx="355">
                  <c:v>2431.55</c:v>
                </c:pt>
                <c:pt idx="356">
                  <c:v>1893.4</c:v>
                </c:pt>
                <c:pt idx="357">
                  <c:v>1720.54</c:v>
                </c:pt>
                <c:pt idx="358">
                  <c:v>1271.59</c:v>
                </c:pt>
                <c:pt idx="359">
                  <c:v>5289.61</c:v>
                </c:pt>
                <c:pt idx="360">
                  <c:v>2421.94</c:v>
                </c:pt>
                <c:pt idx="361">
                  <c:v>7679.31</c:v>
                </c:pt>
                <c:pt idx="362">
                  <c:v>4851.36</c:v>
                </c:pt>
                <c:pt idx="363">
                  <c:v>1646.59</c:v>
                </c:pt>
                <c:pt idx="364">
                  <c:v>1799.56</c:v>
                </c:pt>
                <c:pt idx="365">
                  <c:v>510.39</c:v>
                </c:pt>
                <c:pt idx="366">
                  <c:v>469.6</c:v>
                </c:pt>
                <c:pt idx="367">
                  <c:v>3417.73</c:v>
                </c:pt>
                <c:pt idx="368">
                  <c:v>5441.01</c:v>
                </c:pt>
                <c:pt idx="369">
                  <c:v>6996.48</c:v>
                </c:pt>
                <c:pt idx="370">
                  <c:v>3752.63</c:v>
                </c:pt>
                <c:pt idx="371">
                  <c:v>4462.53</c:v>
                </c:pt>
                <c:pt idx="372">
                  <c:v>3360.65</c:v>
                </c:pt>
                <c:pt idx="373">
                  <c:v>4500.33</c:v>
                </c:pt>
                <c:pt idx="374">
                  <c:v>5380.27</c:v>
                </c:pt>
                <c:pt idx="375">
                  <c:v>4552.28</c:v>
                </c:pt>
                <c:pt idx="376">
                  <c:v>5625.55</c:v>
                </c:pt>
                <c:pt idx="377">
                  <c:v>4474.41</c:v>
                </c:pt>
                <c:pt idx="378">
                  <c:v>5231.4</c:v>
                </c:pt>
                <c:pt idx="379">
                  <c:v>3945.75</c:v>
                </c:pt>
                <c:pt idx="380">
                  <c:v>3921.66</c:v>
                </c:pt>
                <c:pt idx="381">
                  <c:v>4301.72</c:v>
                </c:pt>
                <c:pt idx="382">
                  <c:v>3939.19</c:v>
                </c:pt>
                <c:pt idx="383">
                  <c:v>1861.47</c:v>
                </c:pt>
                <c:pt idx="384">
                  <c:v>2948.67</c:v>
                </c:pt>
                <c:pt idx="385">
                  <c:v>2284.56</c:v>
                </c:pt>
                <c:pt idx="386">
                  <c:v>3470.95</c:v>
                </c:pt>
                <c:pt idx="387">
                  <c:v>3520.49</c:v>
                </c:pt>
                <c:pt idx="388">
                  <c:v>2747.39</c:v>
                </c:pt>
                <c:pt idx="389">
                  <c:v>3383.84</c:v>
                </c:pt>
                <c:pt idx="390">
                  <c:v>3559.61</c:v>
                </c:pt>
                <c:pt idx="391">
                  <c:v>4017.62</c:v>
                </c:pt>
                <c:pt idx="392">
                  <c:v>4673.54</c:v>
                </c:pt>
                <c:pt idx="393">
                  <c:v>4268.52</c:v>
                </c:pt>
                <c:pt idx="394">
                  <c:v>3163.59</c:v>
                </c:pt>
                <c:pt idx="395">
                  <c:v>3753.7</c:v>
                </c:pt>
                <c:pt idx="396">
                  <c:v>5301.25</c:v>
                </c:pt>
                <c:pt idx="397">
                  <c:v>1959.78</c:v>
                </c:pt>
                <c:pt idx="398">
                  <c:v>1498.84</c:v>
                </c:pt>
                <c:pt idx="399">
                  <c:v>3176.41</c:v>
                </c:pt>
                <c:pt idx="400">
                  <c:v>894.13</c:v>
                </c:pt>
                <c:pt idx="401">
                  <c:v>982.75</c:v>
                </c:pt>
                <c:pt idx="402">
                  <c:v>399.33</c:v>
                </c:pt>
                <c:pt idx="403">
                  <c:v>2047.22</c:v>
                </c:pt>
                <c:pt idx="404">
                  <c:v>3140.59</c:v>
                </c:pt>
                <c:pt idx="405">
                  <c:v>1189.38</c:v>
                </c:pt>
                <c:pt idx="406">
                  <c:v>5770.89</c:v>
                </c:pt>
                <c:pt idx="407">
                  <c:v>7563.44</c:v>
                </c:pt>
                <c:pt idx="408">
                  <c:v>12173.13</c:v>
                </c:pt>
                <c:pt idx="409">
                  <c:v>13629.4</c:v>
                </c:pt>
                <c:pt idx="410">
                  <c:v>22663.97</c:v>
                </c:pt>
                <c:pt idx="411">
                  <c:v>12351.76</c:v>
                </c:pt>
                <c:pt idx="412">
                  <c:v>20977.72</c:v>
                </c:pt>
                <c:pt idx="413">
                  <c:v>25645.44</c:v>
                </c:pt>
                <c:pt idx="414">
                  <c:v>29565.92</c:v>
                </c:pt>
                <c:pt idx="415">
                  <c:v>21050.6</c:v>
                </c:pt>
                <c:pt idx="416">
                  <c:v>24182.38</c:v>
                </c:pt>
                <c:pt idx="417">
                  <c:v>30418.14</c:v>
                </c:pt>
                <c:pt idx="418">
                  <c:v>22792.58</c:v>
                </c:pt>
                <c:pt idx="419">
                  <c:v>19121.79</c:v>
                </c:pt>
                <c:pt idx="420">
                  <c:v>14833.82</c:v>
                </c:pt>
                <c:pt idx="421">
                  <c:v>13346.26</c:v>
                </c:pt>
                <c:pt idx="422">
                  <c:v>21255.21</c:v>
                </c:pt>
                <c:pt idx="423">
                  <c:v>22534.84</c:v>
                </c:pt>
                <c:pt idx="424">
                  <c:v>21625.55</c:v>
                </c:pt>
                <c:pt idx="425">
                  <c:v>21355.59</c:v>
                </c:pt>
                <c:pt idx="426">
                  <c:v>13949.99</c:v>
                </c:pt>
                <c:pt idx="427">
                  <c:v>8023.44</c:v>
                </c:pt>
                <c:pt idx="428">
                  <c:v>7370.32</c:v>
                </c:pt>
                <c:pt idx="429">
                  <c:v>2086.05</c:v>
                </c:pt>
                <c:pt idx="430">
                  <c:v>5547.64</c:v>
                </c:pt>
                <c:pt idx="431">
                  <c:v>8400.33</c:v>
                </c:pt>
                <c:pt idx="432">
                  <c:v>5915.93</c:v>
                </c:pt>
                <c:pt idx="433">
                  <c:v>5800.74</c:v>
                </c:pt>
                <c:pt idx="434">
                  <c:v>3917.88</c:v>
                </c:pt>
                <c:pt idx="435">
                  <c:v>2842.93</c:v>
                </c:pt>
                <c:pt idx="436">
                  <c:v>3605.61</c:v>
                </c:pt>
                <c:pt idx="437">
                  <c:v>2385.86</c:v>
                </c:pt>
                <c:pt idx="438">
                  <c:v>4441.87</c:v>
                </c:pt>
                <c:pt idx="439">
                  <c:v>5155.25</c:v>
                </c:pt>
                <c:pt idx="440">
                  <c:v>5657.24</c:v>
                </c:pt>
                <c:pt idx="441">
                  <c:v>5474.91</c:v>
                </c:pt>
                <c:pt idx="442">
                  <c:v>2410.89</c:v>
                </c:pt>
                <c:pt idx="443">
                  <c:v>2285.51</c:v>
                </c:pt>
                <c:pt idx="444">
                  <c:v>2975.57</c:v>
                </c:pt>
                <c:pt idx="445">
                  <c:v>3913.04</c:v>
                </c:pt>
                <c:pt idx="446">
                  <c:v>5354.16</c:v>
                </c:pt>
                <c:pt idx="447">
                  <c:v>7157.42</c:v>
                </c:pt>
                <c:pt idx="448">
                  <c:v>5104.64</c:v>
                </c:pt>
                <c:pt idx="449">
                  <c:v>6088.92</c:v>
                </c:pt>
                <c:pt idx="450">
                  <c:v>3589.97</c:v>
                </c:pt>
                <c:pt idx="451">
                  <c:v>4005.69</c:v>
                </c:pt>
                <c:pt idx="452">
                  <c:v>5287.22</c:v>
                </c:pt>
                <c:pt idx="453">
                  <c:v>3103.47</c:v>
                </c:pt>
                <c:pt idx="454">
                  <c:v>2570.73</c:v>
                </c:pt>
                <c:pt idx="455">
                  <c:v>2381.56</c:v>
                </c:pt>
                <c:pt idx="456">
                  <c:v>2302.42</c:v>
                </c:pt>
                <c:pt idx="457">
                  <c:v>1058.96</c:v>
                </c:pt>
                <c:pt idx="458">
                  <c:v>1192.93</c:v>
                </c:pt>
                <c:pt idx="459">
                  <c:v>5113.52</c:v>
                </c:pt>
                <c:pt idx="460">
                  <c:v>4151.38</c:v>
                </c:pt>
                <c:pt idx="461">
                  <c:v>3702.21</c:v>
                </c:pt>
                <c:pt idx="462">
                  <c:v>4909.15</c:v>
                </c:pt>
                <c:pt idx="463">
                  <c:v>5123.6</c:v>
                </c:pt>
                <c:pt idx="464">
                  <c:v>5616.41</c:v>
                </c:pt>
                <c:pt idx="465">
                  <c:v>6513.67</c:v>
                </c:pt>
                <c:pt idx="466">
                  <c:v>6062.6</c:v>
                </c:pt>
                <c:pt idx="467">
                  <c:v>6467.38</c:v>
                </c:pt>
                <c:pt idx="468">
                  <c:v>4521.28</c:v>
                </c:pt>
                <c:pt idx="469">
                  <c:v>4366.87</c:v>
                </c:pt>
                <c:pt idx="470">
                  <c:v>4100.39</c:v>
                </c:pt>
                <c:pt idx="471">
                  <c:v>4745.95</c:v>
                </c:pt>
                <c:pt idx="472">
                  <c:v>5059.58</c:v>
                </c:pt>
                <c:pt idx="473">
                  <c:v>3877.89</c:v>
                </c:pt>
                <c:pt idx="474">
                  <c:v>3072.82</c:v>
                </c:pt>
                <c:pt idx="475">
                  <c:v>4782.52</c:v>
                </c:pt>
                <c:pt idx="476">
                  <c:v>5345.53</c:v>
                </c:pt>
                <c:pt idx="477">
                  <c:v>5547.76</c:v>
                </c:pt>
                <c:pt idx="478">
                  <c:v>4235.95</c:v>
                </c:pt>
                <c:pt idx="479">
                  <c:v>3201.52</c:v>
                </c:pt>
                <c:pt idx="480">
                  <c:v>5700.88</c:v>
                </c:pt>
                <c:pt idx="481">
                  <c:v>3942.25</c:v>
                </c:pt>
                <c:pt idx="482">
                  <c:v>2769.87</c:v>
                </c:pt>
                <c:pt idx="483">
                  <c:v>1860.22</c:v>
                </c:pt>
                <c:pt idx="484">
                  <c:v>2646.43</c:v>
                </c:pt>
                <c:pt idx="485">
                  <c:v>2864.62</c:v>
                </c:pt>
                <c:pt idx="486">
                  <c:v>2403.74</c:v>
                </c:pt>
                <c:pt idx="487">
                  <c:v>4301.8</c:v>
                </c:pt>
                <c:pt idx="488">
                  <c:v>3291.12</c:v>
                </c:pt>
                <c:pt idx="489">
                  <c:v>2698.59</c:v>
                </c:pt>
                <c:pt idx="490">
                  <c:v>2320.42</c:v>
                </c:pt>
                <c:pt idx="491">
                  <c:v>2172.35</c:v>
                </c:pt>
                <c:pt idx="492">
                  <c:v>2123.32</c:v>
                </c:pt>
                <c:pt idx="493">
                  <c:v>2637.14</c:v>
                </c:pt>
                <c:pt idx="494">
                  <c:v>3164.8</c:v>
                </c:pt>
                <c:pt idx="495">
                  <c:v>2662.83</c:v>
                </c:pt>
                <c:pt idx="496">
                  <c:v>1495.57</c:v>
                </c:pt>
                <c:pt idx="497">
                  <c:v>1785.42</c:v>
                </c:pt>
                <c:pt idx="498">
                  <c:v>2046.91</c:v>
                </c:pt>
                <c:pt idx="499">
                  <c:v>1447.51</c:v>
                </c:pt>
                <c:pt idx="500">
                  <c:v>2811.49</c:v>
                </c:pt>
                <c:pt idx="501">
                  <c:v>2816.09</c:v>
                </c:pt>
                <c:pt idx="502">
                  <c:v>3638.7</c:v>
                </c:pt>
                <c:pt idx="503">
                  <c:v>2274.72</c:v>
                </c:pt>
                <c:pt idx="504">
                  <c:v>1378.59</c:v>
                </c:pt>
                <c:pt idx="505">
                  <c:v>1011.53</c:v>
                </c:pt>
                <c:pt idx="506">
                  <c:v>922.48</c:v>
                </c:pt>
                <c:pt idx="507">
                  <c:v>922.8</c:v>
                </c:pt>
                <c:pt idx="508">
                  <c:v>1620.03</c:v>
                </c:pt>
                <c:pt idx="509">
                  <c:v>2125.87</c:v>
                </c:pt>
                <c:pt idx="510">
                  <c:v>1950.11</c:v>
                </c:pt>
                <c:pt idx="511">
                  <c:v>1904.23</c:v>
                </c:pt>
                <c:pt idx="512">
                  <c:v>1982.35</c:v>
                </c:pt>
                <c:pt idx="513">
                  <c:v>1135.86</c:v>
                </c:pt>
                <c:pt idx="514">
                  <c:v>1287.03</c:v>
                </c:pt>
                <c:pt idx="515">
                  <c:v>2063.22</c:v>
                </c:pt>
                <c:pt idx="516">
                  <c:v>2428.48</c:v>
                </c:pt>
                <c:pt idx="517">
                  <c:v>1902.99</c:v>
                </c:pt>
                <c:pt idx="518">
                  <c:v>2535.97</c:v>
                </c:pt>
                <c:pt idx="519">
                  <c:v>2617.81</c:v>
                </c:pt>
                <c:pt idx="520">
                  <c:v>835.48</c:v>
                </c:pt>
                <c:pt idx="521">
                  <c:v>326.13</c:v>
                </c:pt>
                <c:pt idx="522">
                  <c:v>1091.08</c:v>
                </c:pt>
                <c:pt idx="523">
                  <c:v>946.18</c:v>
                </c:pt>
                <c:pt idx="524">
                  <c:v>1487.03</c:v>
                </c:pt>
                <c:pt idx="525">
                  <c:v>1894.63</c:v>
                </c:pt>
                <c:pt idx="526">
                  <c:v>1621.4</c:v>
                </c:pt>
                <c:pt idx="527">
                  <c:v>2394.11</c:v>
                </c:pt>
                <c:pt idx="528">
                  <c:v>1791.79</c:v>
                </c:pt>
                <c:pt idx="529">
                  <c:v>3266.51</c:v>
                </c:pt>
                <c:pt idx="530">
                  <c:v>1644.72</c:v>
                </c:pt>
                <c:pt idx="531">
                  <c:v>1056.26</c:v>
                </c:pt>
                <c:pt idx="532">
                  <c:v>473.48</c:v>
                </c:pt>
                <c:pt idx="533">
                  <c:v>340.56</c:v>
                </c:pt>
                <c:pt idx="534">
                  <c:v>325.76</c:v>
                </c:pt>
                <c:pt idx="535">
                  <c:v>1331.96</c:v>
                </c:pt>
                <c:pt idx="536">
                  <c:v>3375.06</c:v>
                </c:pt>
                <c:pt idx="537">
                  <c:v>2625.13</c:v>
                </c:pt>
                <c:pt idx="538">
                  <c:v>322.51</c:v>
                </c:pt>
                <c:pt idx="539">
                  <c:v>1499.04</c:v>
                </c:pt>
                <c:pt idx="540">
                  <c:v>1155.37</c:v>
                </c:pt>
                <c:pt idx="541">
                  <c:v>2316.09</c:v>
                </c:pt>
                <c:pt idx="542">
                  <c:v>2080.83</c:v>
                </c:pt>
                <c:pt idx="543">
                  <c:v>2767.46</c:v>
                </c:pt>
                <c:pt idx="544">
                  <c:v>1952.56</c:v>
                </c:pt>
                <c:pt idx="545">
                  <c:v>2997.11</c:v>
                </c:pt>
                <c:pt idx="546">
                  <c:v>1874.47</c:v>
                </c:pt>
                <c:pt idx="547">
                  <c:v>2115.25</c:v>
                </c:pt>
                <c:pt idx="548">
                  <c:v>2439.63</c:v>
                </c:pt>
                <c:pt idx="549">
                  <c:v>1172.05</c:v>
                </c:pt>
                <c:pt idx="550">
                  <c:v>2700.3</c:v>
                </c:pt>
                <c:pt idx="551">
                  <c:v>1185.77</c:v>
                </c:pt>
                <c:pt idx="552">
                  <c:v>1982.15</c:v>
                </c:pt>
                <c:pt idx="553">
                  <c:v>1037.84</c:v>
                </c:pt>
                <c:pt idx="554">
                  <c:v>1372.79</c:v>
                </c:pt>
                <c:pt idx="555">
                  <c:v>766.13</c:v>
                </c:pt>
                <c:pt idx="556">
                  <c:v>613.66</c:v>
                </c:pt>
                <c:pt idx="557">
                  <c:v>3053.48</c:v>
                </c:pt>
                <c:pt idx="558">
                  <c:v>1156.53</c:v>
                </c:pt>
                <c:pt idx="559">
                  <c:v>2738.91</c:v>
                </c:pt>
                <c:pt idx="560">
                  <c:v>2762.63</c:v>
                </c:pt>
                <c:pt idx="561">
                  <c:v>2047.08</c:v>
                </c:pt>
                <c:pt idx="562">
                  <c:v>1850.75</c:v>
                </c:pt>
                <c:pt idx="563">
                  <c:v>2145.08</c:v>
                </c:pt>
                <c:pt idx="564">
                  <c:v>1422.12</c:v>
                </c:pt>
                <c:pt idx="565">
                  <c:v>882.44</c:v>
                </c:pt>
                <c:pt idx="566">
                  <c:v>2124.74</c:v>
                </c:pt>
                <c:pt idx="567">
                  <c:v>1168.35</c:v>
                </c:pt>
                <c:pt idx="568">
                  <c:v>640.49</c:v>
                </c:pt>
                <c:pt idx="569">
                  <c:v>505.7</c:v>
                </c:pt>
                <c:pt idx="570">
                  <c:v>3071.65</c:v>
                </c:pt>
                <c:pt idx="571">
                  <c:v>4770.46</c:v>
                </c:pt>
                <c:pt idx="572">
                  <c:v>1226.27</c:v>
                </c:pt>
                <c:pt idx="573">
                  <c:v>1563.59</c:v>
                </c:pt>
                <c:pt idx="574">
                  <c:v>1614.14</c:v>
                </c:pt>
                <c:pt idx="575">
                  <c:v>1271.52</c:v>
                </c:pt>
                <c:pt idx="576">
                  <c:v>3657.35</c:v>
                </c:pt>
                <c:pt idx="577">
                  <c:v>2335.98</c:v>
                </c:pt>
                <c:pt idx="578">
                  <c:v>6099.26</c:v>
                </c:pt>
                <c:pt idx="579">
                  <c:v>3666.66</c:v>
                </c:pt>
                <c:pt idx="580">
                  <c:v>1646.59</c:v>
                </c:pt>
                <c:pt idx="581">
                  <c:v>1799.56</c:v>
                </c:pt>
                <c:pt idx="582">
                  <c:v>510.39</c:v>
                </c:pt>
                <c:pt idx="583">
                  <c:v>469.6</c:v>
                </c:pt>
                <c:pt idx="584">
                  <c:v>2905.9</c:v>
                </c:pt>
                <c:pt idx="585">
                  <c:v>2841.05</c:v>
                </c:pt>
                <c:pt idx="586">
                  <c:v>3823.71</c:v>
                </c:pt>
                <c:pt idx="587">
                  <c:v>1249.98</c:v>
                </c:pt>
                <c:pt idx="588">
                  <c:v>3046.63</c:v>
                </c:pt>
                <c:pt idx="589">
                  <c:v>2009.75</c:v>
                </c:pt>
                <c:pt idx="590">
                  <c:v>3659.62</c:v>
                </c:pt>
                <c:pt idx="591">
                  <c:v>766.61</c:v>
                </c:pt>
                <c:pt idx="592">
                  <c:v>3580.79</c:v>
                </c:pt>
                <c:pt idx="593">
                  <c:v>4790.11</c:v>
                </c:pt>
                <c:pt idx="594">
                  <c:v>3540.63</c:v>
                </c:pt>
                <c:pt idx="595">
                  <c:v>4420.11</c:v>
                </c:pt>
                <c:pt idx="596">
                  <c:v>3515.59</c:v>
                </c:pt>
                <c:pt idx="597">
                  <c:v>3442.5</c:v>
                </c:pt>
                <c:pt idx="598">
                  <c:v>3460.53</c:v>
                </c:pt>
                <c:pt idx="599">
                  <c:v>2757.78</c:v>
                </c:pt>
                <c:pt idx="600">
                  <c:v>1839.79</c:v>
                </c:pt>
                <c:pt idx="601">
                  <c:v>2882.91</c:v>
                </c:pt>
                <c:pt idx="602">
                  <c:v>2166.13</c:v>
                </c:pt>
                <c:pt idx="603">
                  <c:v>3114.27</c:v>
                </c:pt>
                <c:pt idx="604">
                  <c:v>3429.09</c:v>
                </c:pt>
                <c:pt idx="605">
                  <c:v>2747.39</c:v>
                </c:pt>
                <c:pt idx="606">
                  <c:v>2672.64</c:v>
                </c:pt>
                <c:pt idx="607">
                  <c:v>3559.6</c:v>
                </c:pt>
                <c:pt idx="608">
                  <c:v>3973.94</c:v>
                </c:pt>
                <c:pt idx="609">
                  <c:v>4653.04</c:v>
                </c:pt>
                <c:pt idx="610">
                  <c:v>4268.52</c:v>
                </c:pt>
                <c:pt idx="611">
                  <c:v>3163.59</c:v>
                </c:pt>
                <c:pt idx="612">
                  <c:v>3751.43</c:v>
                </c:pt>
                <c:pt idx="613">
                  <c:v>4063.7</c:v>
                </c:pt>
                <c:pt idx="614">
                  <c:v>1959.78</c:v>
                </c:pt>
                <c:pt idx="615">
                  <c:v>1498.84</c:v>
                </c:pt>
                <c:pt idx="616">
                  <c:v>3176.41</c:v>
                </c:pt>
                <c:pt idx="617">
                  <c:v>894.13</c:v>
                </c:pt>
                <c:pt idx="618">
                  <c:v>982.75</c:v>
                </c:pt>
                <c:pt idx="619">
                  <c:v>399.33</c:v>
                </c:pt>
                <c:pt idx="620">
                  <c:v>2047.22</c:v>
                </c:pt>
                <c:pt idx="621">
                  <c:v>3140.59</c:v>
                </c:pt>
                <c:pt idx="622">
                  <c:v>1189.38</c:v>
                </c:pt>
                <c:pt idx="623">
                  <c:v>5770.89</c:v>
                </c:pt>
                <c:pt idx="624">
                  <c:v>7563.44</c:v>
                </c:pt>
                <c:pt idx="625">
                  <c:v>10813.46</c:v>
                </c:pt>
                <c:pt idx="626">
                  <c:v>4883.26</c:v>
                </c:pt>
                <c:pt idx="627">
                  <c:v>7214.1</c:v>
                </c:pt>
                <c:pt idx="628">
                  <c:v>7703.43</c:v>
                </c:pt>
                <c:pt idx="629">
                  <c:v>12582.15</c:v>
                </c:pt>
                <c:pt idx="630">
                  <c:v>16339.36</c:v>
                </c:pt>
                <c:pt idx="631">
                  <c:v>21250.63</c:v>
                </c:pt>
                <c:pt idx="632">
                  <c:v>18108.23</c:v>
                </c:pt>
                <c:pt idx="633">
                  <c:v>18957.98</c:v>
                </c:pt>
                <c:pt idx="634">
                  <c:v>12731.03</c:v>
                </c:pt>
                <c:pt idx="635">
                  <c:v>10413.06</c:v>
                </c:pt>
                <c:pt idx="636">
                  <c:v>7581.55</c:v>
                </c:pt>
                <c:pt idx="637">
                  <c:v>7502.29</c:v>
                </c:pt>
                <c:pt idx="638">
                  <c:v>8160.64</c:v>
                </c:pt>
                <c:pt idx="639">
                  <c:v>14161.11</c:v>
                </c:pt>
                <c:pt idx="640">
                  <c:v>16494.73</c:v>
                </c:pt>
                <c:pt idx="641">
                  <c:v>7690.96</c:v>
                </c:pt>
                <c:pt idx="642">
                  <c:v>10906.61</c:v>
                </c:pt>
                <c:pt idx="643">
                  <c:v>7874.61</c:v>
                </c:pt>
                <c:pt idx="644">
                  <c:v>6673.44</c:v>
                </c:pt>
                <c:pt idx="645">
                  <c:v>6148.39</c:v>
                </c:pt>
                <c:pt idx="646">
                  <c:v>2086.05</c:v>
                </c:pt>
                <c:pt idx="647">
                  <c:v>4545.24</c:v>
                </c:pt>
                <c:pt idx="648">
                  <c:v>6723.1</c:v>
                </c:pt>
                <c:pt idx="649">
                  <c:v>5402.56</c:v>
                </c:pt>
                <c:pt idx="650">
                  <c:v>3800.74</c:v>
                </c:pt>
              </c:strCache>
            </c:strRef>
          </c:cat>
          <c:val>
            <c:numRef>
              <c:f>'Day Ahead Market'!$S$11:$S$227</c:f>
              <c:numCache>
                <c:formatCode>0.00</c:formatCode>
                <c:ptCount val="217"/>
                <c:pt idx="0">
                  <c:v>4.3188900000000006</c:v>
                </c:pt>
                <c:pt idx="1">
                  <c:v>3.90821</c:v>
                </c:pt>
                <c:pt idx="2">
                  <c:v>3.7741100000000003</c:v>
                </c:pt>
                <c:pt idx="3">
                  <c:v>3.6970200000000002</c:v>
                </c:pt>
                <c:pt idx="4">
                  <c:v>3.6490999999999998</c:v>
                </c:pt>
                <c:pt idx="5">
                  <c:v>3.6803000000000003</c:v>
                </c:pt>
                <c:pt idx="6">
                  <c:v>3.6773800000000003</c:v>
                </c:pt>
                <c:pt idx="7">
                  <c:v>3.7022900000000001</c:v>
                </c:pt>
                <c:pt idx="8">
                  <c:v>3.6040399999999999</c:v>
                </c:pt>
                <c:pt idx="9">
                  <c:v>3.57857</c:v>
                </c:pt>
                <c:pt idx="10">
                  <c:v>3.2292899999999998</c:v>
                </c:pt>
                <c:pt idx="11">
                  <c:v>3.2779600000000002</c:v>
                </c:pt>
                <c:pt idx="12">
                  <c:v>3.5467199999999997</c:v>
                </c:pt>
                <c:pt idx="13">
                  <c:v>3.8056399999999999</c:v>
                </c:pt>
                <c:pt idx="14">
                  <c:v>3.7450999999999999</c:v>
                </c:pt>
                <c:pt idx="15">
                  <c:v>3.8392600000000003</c:v>
                </c:pt>
                <c:pt idx="16">
                  <c:v>4.0815400000000004</c:v>
                </c:pt>
                <c:pt idx="17">
                  <c:v>3.9182700000000001</c:v>
                </c:pt>
                <c:pt idx="18">
                  <c:v>3.3727399999999998</c:v>
                </c:pt>
                <c:pt idx="19">
                  <c:v>4.2614799999999997</c:v>
                </c:pt>
                <c:pt idx="20">
                  <c:v>4.3228999999999997</c:v>
                </c:pt>
                <c:pt idx="21">
                  <c:v>3.7709200000000003</c:v>
                </c:pt>
                <c:pt idx="22">
                  <c:v>4.2326699999999997</c:v>
                </c:pt>
                <c:pt idx="23">
                  <c:v>4.3927200000000006</c:v>
                </c:pt>
                <c:pt idx="24">
                  <c:v>4.4548500000000004</c:v>
                </c:pt>
                <c:pt idx="25">
                  <c:v>3.38761</c:v>
                </c:pt>
                <c:pt idx="26">
                  <c:v>3.8993800000000003</c:v>
                </c:pt>
                <c:pt idx="27">
                  <c:v>3.8595999999999999</c:v>
                </c:pt>
                <c:pt idx="28">
                  <c:v>3.7058899999999997</c:v>
                </c:pt>
                <c:pt idx="29">
                  <c:v>3.6741199999999998</c:v>
                </c:pt>
                <c:pt idx="30">
                  <c:v>3.6986699999999999</c:v>
                </c:pt>
                <c:pt idx="31">
                  <c:v>3.5340799999999999</c:v>
                </c:pt>
                <c:pt idx="32">
                  <c:v>3.3229799999999998</c:v>
                </c:pt>
                <c:pt idx="33">
                  <c:v>3.67062</c:v>
                </c:pt>
                <c:pt idx="34">
                  <c:v>3.8841999999999999</c:v>
                </c:pt>
                <c:pt idx="35">
                  <c:v>3.8273899999999998</c:v>
                </c:pt>
                <c:pt idx="36">
                  <c:v>3.7696700000000001</c:v>
                </c:pt>
                <c:pt idx="37">
                  <c:v>3.8902100000000002</c:v>
                </c:pt>
                <c:pt idx="38">
                  <c:v>3.8686100000000003</c:v>
                </c:pt>
                <c:pt idx="39">
                  <c:v>3.72668</c:v>
                </c:pt>
                <c:pt idx="40">
                  <c:v>4.2519300000000007</c:v>
                </c:pt>
                <c:pt idx="41">
                  <c:v>3.8697699999999999</c:v>
                </c:pt>
                <c:pt idx="42">
                  <c:v>3.8767900000000002</c:v>
                </c:pt>
                <c:pt idx="43">
                  <c:v>3.87636</c:v>
                </c:pt>
                <c:pt idx="44">
                  <c:v>4.1474599999999997</c:v>
                </c:pt>
                <c:pt idx="45">
                  <c:v>4.2412999999999998</c:v>
                </c:pt>
                <c:pt idx="46">
                  <c:v>3.6377700000000002</c:v>
                </c:pt>
                <c:pt idx="47">
                  <c:v>4.1918500000000005</c:v>
                </c:pt>
                <c:pt idx="48">
                  <c:v>4.29772</c:v>
                </c:pt>
                <c:pt idx="49">
                  <c:v>4.4283700000000001</c:v>
                </c:pt>
                <c:pt idx="50">
                  <c:v>4.3434399999999993</c:v>
                </c:pt>
                <c:pt idx="51">
                  <c:v>4.3016300000000003</c:v>
                </c:pt>
                <c:pt idx="52">
                  <c:v>4.4058900000000003</c:v>
                </c:pt>
                <c:pt idx="53">
                  <c:v>3.7980900000000002</c:v>
                </c:pt>
                <c:pt idx="54">
                  <c:v>4.1832900000000004</c:v>
                </c:pt>
                <c:pt idx="55">
                  <c:v>4.2051699999999999</c:v>
                </c:pt>
                <c:pt idx="56">
                  <c:v>4.39147</c:v>
                </c:pt>
                <c:pt idx="57">
                  <c:v>4.5253900000000007</c:v>
                </c:pt>
                <c:pt idx="58">
                  <c:v>4.4474200000000002</c:v>
                </c:pt>
                <c:pt idx="59">
                  <c:v>4.2281899999999997</c:v>
                </c:pt>
                <c:pt idx="60">
                  <c:v>4.0372700000000004</c:v>
                </c:pt>
                <c:pt idx="61">
                  <c:v>4.3446999999999996</c:v>
                </c:pt>
                <c:pt idx="62">
                  <c:v>4.4835000000000003</c:v>
                </c:pt>
                <c:pt idx="63">
                  <c:v>4.4616400000000001</c:v>
                </c:pt>
                <c:pt idx="64">
                  <c:v>4.3198299999999996</c:v>
                </c:pt>
                <c:pt idx="65">
                  <c:v>4.2677500000000004</c:v>
                </c:pt>
                <c:pt idx="66">
                  <c:v>4.1578599999999994</c:v>
                </c:pt>
                <c:pt idx="67">
                  <c:v>4.0795599999999999</c:v>
                </c:pt>
                <c:pt idx="68">
                  <c:v>4.36592</c:v>
                </c:pt>
                <c:pt idx="69">
                  <c:v>4.4089600000000004</c:v>
                </c:pt>
                <c:pt idx="70">
                  <c:v>4.4192099999999996</c:v>
                </c:pt>
                <c:pt idx="71">
                  <c:v>3.8183400000000001</c:v>
                </c:pt>
                <c:pt idx="72">
                  <c:v>4.1964600000000001</c:v>
                </c:pt>
                <c:pt idx="73">
                  <c:v>4.41479</c:v>
                </c:pt>
                <c:pt idx="74">
                  <c:v>4.19001</c:v>
                </c:pt>
                <c:pt idx="75">
                  <c:v>4.1133800000000003</c:v>
                </c:pt>
                <c:pt idx="76">
                  <c:v>4.6457100000000002</c:v>
                </c:pt>
                <c:pt idx="77">
                  <c:v>4.4465200000000005</c:v>
                </c:pt>
                <c:pt idx="78">
                  <c:v>4.6953199999999997</c:v>
                </c:pt>
                <c:pt idx="79">
                  <c:v>3.9988200000000003</c:v>
                </c:pt>
                <c:pt idx="80">
                  <c:v>4.02074</c:v>
                </c:pt>
                <c:pt idx="81">
                  <c:v>3.7436500000000001</c:v>
                </c:pt>
                <c:pt idx="82">
                  <c:v>4.0164799999999996</c:v>
                </c:pt>
                <c:pt idx="83">
                  <c:v>4.1190800000000003</c:v>
                </c:pt>
                <c:pt idx="84">
                  <c:v>4.60161</c:v>
                </c:pt>
                <c:pt idx="85">
                  <c:v>4.71868</c:v>
                </c:pt>
                <c:pt idx="86">
                  <c:v>4.5296899999999996</c:v>
                </c:pt>
                <c:pt idx="87">
                  <c:v>4.9952899999999998</c:v>
                </c:pt>
                <c:pt idx="88">
                  <c:v>3.5382600000000002</c:v>
                </c:pt>
                <c:pt idx="89">
                  <c:v>4.0899099999999997</c:v>
                </c:pt>
                <c:pt idx="90">
                  <c:v>4.3816300000000004</c:v>
                </c:pt>
                <c:pt idx="91">
                  <c:v>2.7879699999999996</c:v>
                </c:pt>
                <c:pt idx="92">
                  <c:v>4.0990200000000003</c:v>
                </c:pt>
                <c:pt idx="93">
                  <c:v>4.0815599999999996</c:v>
                </c:pt>
                <c:pt idx="94">
                  <c:v>4.2801</c:v>
                </c:pt>
                <c:pt idx="95">
                  <c:v>3.8226</c:v>
                </c:pt>
                <c:pt idx="96">
                  <c:v>4.2877799999999997</c:v>
                </c:pt>
                <c:pt idx="97">
                  <c:v>4.7892700000000001</c:v>
                </c:pt>
                <c:pt idx="98">
                  <c:v>4.9348000000000001</c:v>
                </c:pt>
                <c:pt idx="99">
                  <c:v>4.7588200000000001</c:v>
                </c:pt>
                <c:pt idx="100">
                  <c:v>5.5206599999999995</c:v>
                </c:pt>
                <c:pt idx="101">
                  <c:v>4.6409099999999999</c:v>
                </c:pt>
                <c:pt idx="102">
                  <c:v>3.61232</c:v>
                </c:pt>
                <c:pt idx="103">
                  <c:v>4.2121300000000002</c:v>
                </c:pt>
                <c:pt idx="104">
                  <c:v>4.9789399999999997</c:v>
                </c:pt>
                <c:pt idx="105">
                  <c:v>4.5127899999999999</c:v>
                </c:pt>
                <c:pt idx="106">
                  <c:v>4.6951999999999998</c:v>
                </c:pt>
                <c:pt idx="107">
                  <c:v>4.65036</c:v>
                </c:pt>
                <c:pt idx="108">
                  <c:v>4.32925</c:v>
                </c:pt>
                <c:pt idx="109">
                  <c:v>4.1364999999999998</c:v>
                </c:pt>
                <c:pt idx="110">
                  <c:v>5.0544700000000002</c:v>
                </c:pt>
                <c:pt idx="111">
                  <c:v>4.3499099999999995</c:v>
                </c:pt>
                <c:pt idx="112">
                  <c:v>4.3941499999999998</c:v>
                </c:pt>
                <c:pt idx="113">
                  <c:v>4.4106999999999994</c:v>
                </c:pt>
                <c:pt idx="114">
                  <c:v>5.17387</c:v>
                </c:pt>
                <c:pt idx="115">
                  <c:v>5.49472</c:v>
                </c:pt>
                <c:pt idx="116">
                  <c:v>4.1612099999999996</c:v>
                </c:pt>
                <c:pt idx="117">
                  <c:v>4.9345400000000001</c:v>
                </c:pt>
                <c:pt idx="118">
                  <c:v>5.0015900000000002</c:v>
                </c:pt>
                <c:pt idx="119">
                  <c:v>5.3826599999999996</c:v>
                </c:pt>
                <c:pt idx="120">
                  <c:v>5.5883799999999999</c:v>
                </c:pt>
                <c:pt idx="121">
                  <c:v>5.9397200000000003</c:v>
                </c:pt>
                <c:pt idx="122">
                  <c:v>6.5318500000000004</c:v>
                </c:pt>
                <c:pt idx="123">
                  <c:v>4.1312499999999996</c:v>
                </c:pt>
                <c:pt idx="124">
                  <c:v>5.3981700000000004</c:v>
                </c:pt>
                <c:pt idx="125">
                  <c:v>4.8009199999999996</c:v>
                </c:pt>
                <c:pt idx="126">
                  <c:v>3.9627399999999997</c:v>
                </c:pt>
                <c:pt idx="127">
                  <c:v>4.42354</c:v>
                </c:pt>
                <c:pt idx="128">
                  <c:v>4.5734399999999997</c:v>
                </c:pt>
                <c:pt idx="129">
                  <c:v>4.8367299999999993</c:v>
                </c:pt>
                <c:pt idx="130">
                  <c:v>4.4806999999999997</c:v>
                </c:pt>
                <c:pt idx="131">
                  <c:v>4.8564399999999992</c:v>
                </c:pt>
                <c:pt idx="132">
                  <c:v>5.0226600000000001</c:v>
                </c:pt>
                <c:pt idx="133">
                  <c:v>5.4703599999999994</c:v>
                </c:pt>
                <c:pt idx="134">
                  <c:v>7.0634300000000003</c:v>
                </c:pt>
                <c:pt idx="135">
                  <c:v>7.0371600000000001</c:v>
                </c:pt>
                <c:pt idx="136">
                  <c:v>5.9261699999999999</c:v>
                </c:pt>
                <c:pt idx="137">
                  <c:v>4.1944300000000005</c:v>
                </c:pt>
                <c:pt idx="138">
                  <c:v>6.3449399999999994</c:v>
                </c:pt>
                <c:pt idx="139">
                  <c:v>6.8547200000000004</c:v>
                </c:pt>
                <c:pt idx="140">
                  <c:v>6.6484700000000005</c:v>
                </c:pt>
                <c:pt idx="141">
                  <c:v>7.5499200000000002</c:v>
                </c:pt>
                <c:pt idx="142">
                  <c:v>5.3626400000000007</c:v>
                </c:pt>
                <c:pt idx="143">
                  <c:v>9.1921599999999994</c:v>
                </c:pt>
                <c:pt idx="144">
                  <c:v>4.4188499999999999</c:v>
                </c:pt>
                <c:pt idx="145">
                  <c:v>5.532</c:v>
                </c:pt>
                <c:pt idx="146">
                  <c:v>8.3377299999999988</c:v>
                </c:pt>
                <c:pt idx="147">
                  <c:v>10.209540000000001</c:v>
                </c:pt>
                <c:pt idx="148">
                  <c:v>11.878309999999999</c:v>
                </c:pt>
                <c:pt idx="149">
                  <c:v>15.896049999999999</c:v>
                </c:pt>
                <c:pt idx="150">
                  <c:v>16.462869999999999</c:v>
                </c:pt>
                <c:pt idx="151">
                  <c:v>10.1045</c:v>
                </c:pt>
                <c:pt idx="152">
                  <c:v>8.08338</c:v>
                </c:pt>
                <c:pt idx="153">
                  <c:v>12.3772</c:v>
                </c:pt>
                <c:pt idx="154">
                  <c:v>9.4736700000000003</c:v>
                </c:pt>
                <c:pt idx="155">
                  <c:v>11.8512</c:v>
                </c:pt>
                <c:pt idx="156">
                  <c:v>13.67309</c:v>
                </c:pt>
                <c:pt idx="157">
                  <c:v>6.5388100000000007</c:v>
                </c:pt>
                <c:pt idx="158">
                  <c:v>4.9368100000000004</c:v>
                </c:pt>
                <c:pt idx="159">
                  <c:v>4.39581</c:v>
                </c:pt>
                <c:pt idx="160">
                  <c:v>4.7115900000000002</c:v>
                </c:pt>
                <c:pt idx="161">
                  <c:v>5.3026499999999999</c:v>
                </c:pt>
                <c:pt idx="162">
                  <c:v>7.4385699999999995</c:v>
                </c:pt>
                <c:pt idx="163">
                  <c:v>8.3083600000000004</c:v>
                </c:pt>
                <c:pt idx="164">
                  <c:v>8.4865100000000009</c:v>
                </c:pt>
                <c:pt idx="165">
                  <c:v>7.6373199999999999</c:v>
                </c:pt>
                <c:pt idx="166">
                  <c:v>9.7713999999999999</c:v>
                </c:pt>
                <c:pt idx="167">
                  <c:v>9.2237200000000001</c:v>
                </c:pt>
                <c:pt idx="168">
                  <c:v>10.63505</c:v>
                </c:pt>
                <c:pt idx="169">
                  <c:v>9.8600899999999996</c:v>
                </c:pt>
                <c:pt idx="170">
                  <c:v>8.651860000000001</c:v>
                </c:pt>
                <c:pt idx="171">
                  <c:v>11.49061</c:v>
                </c:pt>
                <c:pt idx="172">
                  <c:v>8.4012199999999986</c:v>
                </c:pt>
                <c:pt idx="173">
                  <c:v>10.54086</c:v>
                </c:pt>
                <c:pt idx="174">
                  <c:v>9.7137799999999999</c:v>
                </c:pt>
                <c:pt idx="175">
                  <c:v>10.463629999999998</c:v>
                </c:pt>
                <c:pt idx="176">
                  <c:v>12</c:v>
                </c:pt>
                <c:pt idx="177">
                  <c:v>12</c:v>
                </c:pt>
                <c:pt idx="178">
                  <c:v>11.958959999999999</c:v>
                </c:pt>
                <c:pt idx="179">
                  <c:v>8.6959</c:v>
                </c:pt>
                <c:pt idx="180">
                  <c:v>12</c:v>
                </c:pt>
                <c:pt idx="181">
                  <c:v>12</c:v>
                </c:pt>
                <c:pt idx="182">
                  <c:v>12</c:v>
                </c:pt>
                <c:pt idx="183">
                  <c:v>12</c:v>
                </c:pt>
                <c:pt idx="184">
                  <c:v>12</c:v>
                </c:pt>
                <c:pt idx="185">
                  <c:v>12</c:v>
                </c:pt>
                <c:pt idx="186">
                  <c:v>12</c:v>
                </c:pt>
                <c:pt idx="187">
                  <c:v>12</c:v>
                </c:pt>
                <c:pt idx="188">
                  <c:v>12</c:v>
                </c:pt>
                <c:pt idx="189">
                  <c:v>12</c:v>
                </c:pt>
                <c:pt idx="190">
                  <c:v>12</c:v>
                </c:pt>
                <c:pt idx="191">
                  <c:v>11.99916</c:v>
                </c:pt>
                <c:pt idx="192">
                  <c:v>9.5848099999999992</c:v>
                </c:pt>
                <c:pt idx="193">
                  <c:v>7.1055600000000005</c:v>
                </c:pt>
                <c:pt idx="194">
                  <c:v>7.1175699999999997</c:v>
                </c:pt>
                <c:pt idx="195">
                  <c:v>5.1466000000000003</c:v>
                </c:pt>
                <c:pt idx="196">
                  <c:v>4.6133500000000005</c:v>
                </c:pt>
                <c:pt idx="197">
                  <c:v>4.1772200000000002</c:v>
                </c:pt>
                <c:pt idx="198">
                  <c:v>6.6471499999999999</c:v>
                </c:pt>
                <c:pt idx="199">
                  <c:v>5.8591800000000003</c:v>
                </c:pt>
                <c:pt idx="200">
                  <c:v>4.1961499999999994</c:v>
                </c:pt>
                <c:pt idx="201">
                  <c:v>4.51729</c:v>
                </c:pt>
                <c:pt idx="202">
                  <c:v>4.70669</c:v>
                </c:pt>
                <c:pt idx="203">
                  <c:v>5.1841099999999996</c:v>
                </c:pt>
                <c:pt idx="204">
                  <c:v>6.6845100000000004</c:v>
                </c:pt>
                <c:pt idx="205">
                  <c:v>4.7615299999999996</c:v>
                </c:pt>
                <c:pt idx="206">
                  <c:v>5.2616400000000008</c:v>
                </c:pt>
                <c:pt idx="207">
                  <c:v>3.9755799999999999</c:v>
                </c:pt>
                <c:pt idx="208">
                  <c:v>3.7576900000000002</c:v>
                </c:pt>
                <c:pt idx="209">
                  <c:v>3.6284099999999997</c:v>
                </c:pt>
                <c:pt idx="210">
                  <c:v>3.9414000000000002</c:v>
                </c:pt>
                <c:pt idx="211">
                  <c:v>4.5034399999999994</c:v>
                </c:pt>
                <c:pt idx="212">
                  <c:v>7.35867</c:v>
                </c:pt>
                <c:pt idx="213">
                  <c:v>5.9569700000000001</c:v>
                </c:pt>
                <c:pt idx="214">
                  <c:v>3.96902</c:v>
                </c:pt>
                <c:pt idx="215">
                  <c:v>5.2646300000000004</c:v>
                </c:pt>
                <c:pt idx="216">
                  <c:v>4.7457399999999996</c:v>
                </c:pt>
              </c:numCache>
            </c:numRef>
          </c:val>
          <c:smooth val="0"/>
          <c:extLst>
            <c:ext xmlns:c16="http://schemas.microsoft.com/office/drawing/2014/chart" uri="{C3380CC4-5D6E-409C-BE32-E72D297353CC}">
              <c16:uniqueId val="{00000000-3CAB-4B06-BFB4-A9B5C8B0B97A}"/>
            </c:ext>
          </c:extLst>
        </c:ser>
        <c:dLbls>
          <c:showLegendKey val="0"/>
          <c:showVal val="0"/>
          <c:showCatName val="0"/>
          <c:showSerName val="0"/>
          <c:showPercent val="0"/>
          <c:showBubbleSize val="0"/>
        </c:dLbls>
        <c:smooth val="0"/>
        <c:axId val="104617663"/>
        <c:axId val="104614751"/>
      </c:lineChart>
      <c:catAx>
        <c:axId val="104617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614751"/>
        <c:crosses val="autoZero"/>
        <c:auto val="1"/>
        <c:lblAlgn val="ctr"/>
        <c:lblOffset val="100"/>
        <c:noMultiLvlLbl val="0"/>
      </c:catAx>
      <c:valAx>
        <c:axId val="104614751"/>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617663"/>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1" i="1" u="none" strike="noStrike" kern="1200" spc="0" baseline="0">
                <a:solidFill>
                  <a:prstClr val="black">
                    <a:lumMod val="65000"/>
                    <a:lumOff val="35000"/>
                  </a:prstClr>
                </a:solidFill>
                <a:latin typeface="+mn-lt"/>
                <a:ea typeface="+mn-ea"/>
                <a:cs typeface="+mn-cs"/>
              </a:defRPr>
            </a:pPr>
            <a:r>
              <a:rPr lang="en-US" sz="1200" b="1" i="1" u="none" strike="noStrike" kern="1200" spc="0" baseline="0">
                <a:solidFill>
                  <a:prstClr val="black">
                    <a:lumMod val="65000"/>
                    <a:lumOff val="35000"/>
                  </a:prstClr>
                </a:solidFill>
                <a:latin typeface="+mn-lt"/>
                <a:ea typeface="+mn-ea"/>
                <a:cs typeface="+mn-cs"/>
              </a:rPr>
              <a:t>Sell Bid and Final Settled Volume (MWh)</a:t>
            </a:r>
          </a:p>
        </c:rich>
      </c:tx>
      <c:overlay val="0"/>
      <c:spPr>
        <a:noFill/>
        <a:ln>
          <a:noFill/>
        </a:ln>
        <a:effectLst/>
      </c:spPr>
      <c:txPr>
        <a:bodyPr rot="0" spcFirstLastPara="1" vertOverflow="ellipsis" vert="horz" wrap="square" anchor="ctr" anchorCtr="1"/>
        <a:lstStyle/>
        <a:p>
          <a:pPr>
            <a:defRPr lang="en-US" sz="1200" b="1" i="1" u="none" strike="noStrike" kern="1200" spc="0" baseline="0">
              <a:solidFill>
                <a:prstClr val="black">
                  <a:lumMod val="65000"/>
                  <a:lumOff val="35000"/>
                </a:prstClr>
              </a:solidFill>
              <a:latin typeface="+mn-lt"/>
              <a:ea typeface="+mn-ea"/>
              <a:cs typeface="+mn-cs"/>
            </a:defRPr>
          </a:pPr>
          <a:endParaRPr lang="en-US"/>
        </a:p>
      </c:txPr>
    </c:title>
    <c:autoTitleDeleted val="0"/>
    <c:plotArea>
      <c:layout/>
      <c:lineChart>
        <c:grouping val="standard"/>
        <c:varyColors val="0"/>
        <c:ser>
          <c:idx val="0"/>
          <c:order val="0"/>
          <c:tx>
            <c:strRef>
              <c:f>'Day Ahead Market'!$D$9:$D$10</c:f>
              <c:strCache>
                <c:ptCount val="2"/>
                <c:pt idx="0">
                  <c:v>Sell Bid (MWh)</c:v>
                </c:pt>
                <c:pt idx="1">
                  <c:v>Sell Bid-Solar (MWh)</c:v>
                </c:pt>
              </c:strCache>
            </c:strRef>
          </c:tx>
          <c:spPr>
            <a:ln w="28575" cap="rnd">
              <a:solidFill>
                <a:schemeClr val="accent1"/>
              </a:solidFill>
              <a:round/>
            </a:ln>
            <a:effectLst/>
          </c:spPr>
          <c:marker>
            <c:symbol val="none"/>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Market'!$D$11:$D$227</c:f>
              <c:numCache>
                <c:formatCode>General</c:formatCode>
                <c:ptCount val="217"/>
                <c:pt idx="0">
                  <c:v>7299.78</c:v>
                </c:pt>
                <c:pt idx="1">
                  <c:v>9541.16</c:v>
                </c:pt>
                <c:pt idx="2">
                  <c:v>18057.38</c:v>
                </c:pt>
                <c:pt idx="3">
                  <c:v>12570.01</c:v>
                </c:pt>
                <c:pt idx="4">
                  <c:v>12594.7</c:v>
                </c:pt>
                <c:pt idx="5">
                  <c:v>12622.47</c:v>
                </c:pt>
                <c:pt idx="6">
                  <c:v>10210.530000000001</c:v>
                </c:pt>
                <c:pt idx="7">
                  <c:v>10685.28</c:v>
                </c:pt>
                <c:pt idx="8">
                  <c:v>16681.759999999998</c:v>
                </c:pt>
                <c:pt idx="9">
                  <c:v>15522.8</c:v>
                </c:pt>
                <c:pt idx="10">
                  <c:v>21943.93</c:v>
                </c:pt>
                <c:pt idx="11">
                  <c:v>18789.82</c:v>
                </c:pt>
                <c:pt idx="12">
                  <c:v>9419.0400000000009</c:v>
                </c:pt>
                <c:pt idx="13">
                  <c:v>12579.45</c:v>
                </c:pt>
                <c:pt idx="14">
                  <c:v>13757.29</c:v>
                </c:pt>
                <c:pt idx="15">
                  <c:v>9506.4599999999991</c:v>
                </c:pt>
                <c:pt idx="16">
                  <c:v>3943.33</c:v>
                </c:pt>
                <c:pt idx="17">
                  <c:v>11120.16</c:v>
                </c:pt>
                <c:pt idx="18">
                  <c:v>18093</c:v>
                </c:pt>
                <c:pt idx="19">
                  <c:v>4546.13</c:v>
                </c:pt>
                <c:pt idx="20">
                  <c:v>5363.1</c:v>
                </c:pt>
                <c:pt idx="21">
                  <c:v>8706.5300000000007</c:v>
                </c:pt>
                <c:pt idx="22">
                  <c:v>7886.17</c:v>
                </c:pt>
                <c:pt idx="23">
                  <c:v>2970.68</c:v>
                </c:pt>
                <c:pt idx="24">
                  <c:v>5717.87</c:v>
                </c:pt>
                <c:pt idx="25">
                  <c:v>19586.11</c:v>
                </c:pt>
                <c:pt idx="26">
                  <c:v>13678.5</c:v>
                </c:pt>
                <c:pt idx="27">
                  <c:v>12949.44</c:v>
                </c:pt>
                <c:pt idx="28">
                  <c:v>16828.830000000002</c:v>
                </c:pt>
                <c:pt idx="29">
                  <c:v>14804.76</c:v>
                </c:pt>
                <c:pt idx="30">
                  <c:v>14182.42</c:v>
                </c:pt>
                <c:pt idx="31">
                  <c:v>18345.04</c:v>
                </c:pt>
                <c:pt idx="32">
                  <c:v>16754.48</c:v>
                </c:pt>
                <c:pt idx="33">
                  <c:v>8067.48</c:v>
                </c:pt>
                <c:pt idx="34">
                  <c:v>7307.93</c:v>
                </c:pt>
                <c:pt idx="35">
                  <c:v>18319.78</c:v>
                </c:pt>
                <c:pt idx="36">
                  <c:v>5651.38</c:v>
                </c:pt>
                <c:pt idx="37">
                  <c:v>8109</c:v>
                </c:pt>
                <c:pt idx="38">
                  <c:v>9807.32</c:v>
                </c:pt>
                <c:pt idx="39">
                  <c:v>15297.97</c:v>
                </c:pt>
                <c:pt idx="40">
                  <c:v>5970.45</c:v>
                </c:pt>
                <c:pt idx="41">
                  <c:v>15060.19</c:v>
                </c:pt>
                <c:pt idx="42">
                  <c:v>15954.38</c:v>
                </c:pt>
                <c:pt idx="43">
                  <c:v>16614.13</c:v>
                </c:pt>
                <c:pt idx="44">
                  <c:v>8539.2999999999993</c:v>
                </c:pt>
                <c:pt idx="45">
                  <c:v>12033.97</c:v>
                </c:pt>
                <c:pt idx="46">
                  <c:v>19019.580000000002</c:v>
                </c:pt>
                <c:pt idx="47">
                  <c:v>10829.26</c:v>
                </c:pt>
                <c:pt idx="48">
                  <c:v>7702.52</c:v>
                </c:pt>
                <c:pt idx="49">
                  <c:v>3329.28</c:v>
                </c:pt>
                <c:pt idx="50">
                  <c:v>5410.88</c:v>
                </c:pt>
                <c:pt idx="51">
                  <c:v>8551.23</c:v>
                </c:pt>
                <c:pt idx="52">
                  <c:v>6415.86</c:v>
                </c:pt>
                <c:pt idx="53">
                  <c:v>16305.84</c:v>
                </c:pt>
                <c:pt idx="54">
                  <c:v>8554.31</c:v>
                </c:pt>
                <c:pt idx="55">
                  <c:v>4849.6499999999996</c:v>
                </c:pt>
                <c:pt idx="56">
                  <c:v>3698.77</c:v>
                </c:pt>
                <c:pt idx="57">
                  <c:v>4005.49</c:v>
                </c:pt>
                <c:pt idx="58">
                  <c:v>3257.58</c:v>
                </c:pt>
                <c:pt idx="59">
                  <c:v>6284.25</c:v>
                </c:pt>
                <c:pt idx="60">
                  <c:v>9164.1200000000008</c:v>
                </c:pt>
                <c:pt idx="61">
                  <c:v>2905.19</c:v>
                </c:pt>
                <c:pt idx="62">
                  <c:v>2588.17</c:v>
                </c:pt>
                <c:pt idx="63">
                  <c:v>2189.3000000000002</c:v>
                </c:pt>
                <c:pt idx="64">
                  <c:v>3871.64</c:v>
                </c:pt>
                <c:pt idx="65">
                  <c:v>3746.6</c:v>
                </c:pt>
                <c:pt idx="66">
                  <c:v>4367.46</c:v>
                </c:pt>
                <c:pt idx="67">
                  <c:v>5528.61</c:v>
                </c:pt>
                <c:pt idx="68">
                  <c:v>5137.0200000000004</c:v>
                </c:pt>
                <c:pt idx="69">
                  <c:v>2981.51</c:v>
                </c:pt>
                <c:pt idx="70">
                  <c:v>5419.36</c:v>
                </c:pt>
                <c:pt idx="71">
                  <c:v>4091.42</c:v>
                </c:pt>
                <c:pt idx="72">
                  <c:v>1881.58</c:v>
                </c:pt>
                <c:pt idx="73">
                  <c:v>2159.1</c:v>
                </c:pt>
                <c:pt idx="74">
                  <c:v>4244.53</c:v>
                </c:pt>
                <c:pt idx="75">
                  <c:v>2173.42</c:v>
                </c:pt>
                <c:pt idx="76">
                  <c:v>1967.88</c:v>
                </c:pt>
                <c:pt idx="77">
                  <c:v>1911.28</c:v>
                </c:pt>
                <c:pt idx="78">
                  <c:v>2174.48</c:v>
                </c:pt>
                <c:pt idx="79">
                  <c:v>1201.68</c:v>
                </c:pt>
                <c:pt idx="80">
                  <c:v>2463.13</c:v>
                </c:pt>
                <c:pt idx="81">
                  <c:v>7421.28</c:v>
                </c:pt>
                <c:pt idx="82">
                  <c:v>8259.9699999999993</c:v>
                </c:pt>
                <c:pt idx="83">
                  <c:v>3712.68</c:v>
                </c:pt>
                <c:pt idx="84">
                  <c:v>3274.53</c:v>
                </c:pt>
                <c:pt idx="85">
                  <c:v>3247.17</c:v>
                </c:pt>
                <c:pt idx="86">
                  <c:v>1238.43</c:v>
                </c:pt>
                <c:pt idx="87">
                  <c:v>326.13</c:v>
                </c:pt>
                <c:pt idx="88">
                  <c:v>3115.68</c:v>
                </c:pt>
                <c:pt idx="89">
                  <c:v>1370.2</c:v>
                </c:pt>
                <c:pt idx="90">
                  <c:v>2253.4699999999998</c:v>
                </c:pt>
                <c:pt idx="91">
                  <c:v>3951.83</c:v>
                </c:pt>
                <c:pt idx="92">
                  <c:v>3596.77</c:v>
                </c:pt>
                <c:pt idx="93">
                  <c:v>3779.21</c:v>
                </c:pt>
                <c:pt idx="94">
                  <c:v>3077.71</c:v>
                </c:pt>
                <c:pt idx="95">
                  <c:v>5540.59</c:v>
                </c:pt>
                <c:pt idx="96">
                  <c:v>2735.13</c:v>
                </c:pt>
                <c:pt idx="97">
                  <c:v>1059.4100000000001</c:v>
                </c:pt>
                <c:pt idx="98">
                  <c:v>755.06</c:v>
                </c:pt>
                <c:pt idx="99">
                  <c:v>340.56</c:v>
                </c:pt>
                <c:pt idx="100">
                  <c:v>325.76</c:v>
                </c:pt>
                <c:pt idx="101">
                  <c:v>2723.98</c:v>
                </c:pt>
                <c:pt idx="102">
                  <c:v>6362.15</c:v>
                </c:pt>
                <c:pt idx="103">
                  <c:v>3413.44</c:v>
                </c:pt>
                <c:pt idx="104">
                  <c:v>322.51</c:v>
                </c:pt>
                <c:pt idx="105">
                  <c:v>2096.04</c:v>
                </c:pt>
                <c:pt idx="106">
                  <c:v>1474.23</c:v>
                </c:pt>
                <c:pt idx="107">
                  <c:v>2966.58</c:v>
                </c:pt>
                <c:pt idx="108">
                  <c:v>3551.11</c:v>
                </c:pt>
                <c:pt idx="109">
                  <c:v>4550.2</c:v>
                </c:pt>
                <c:pt idx="110">
                  <c:v>2129.6</c:v>
                </c:pt>
                <c:pt idx="111">
                  <c:v>3841.4</c:v>
                </c:pt>
                <c:pt idx="112">
                  <c:v>1946.43</c:v>
                </c:pt>
                <c:pt idx="113">
                  <c:v>2575.65</c:v>
                </c:pt>
                <c:pt idx="114">
                  <c:v>2466.84</c:v>
                </c:pt>
                <c:pt idx="115">
                  <c:v>1173.5899999999999</c:v>
                </c:pt>
                <c:pt idx="116">
                  <c:v>2832.56</c:v>
                </c:pt>
                <c:pt idx="117">
                  <c:v>2081.35</c:v>
                </c:pt>
                <c:pt idx="118">
                  <c:v>2993.27</c:v>
                </c:pt>
                <c:pt idx="119">
                  <c:v>1384.66</c:v>
                </c:pt>
                <c:pt idx="120">
                  <c:v>2523.54</c:v>
                </c:pt>
                <c:pt idx="121">
                  <c:v>1098.83</c:v>
                </c:pt>
                <c:pt idx="122">
                  <c:v>1057.9100000000001</c:v>
                </c:pt>
                <c:pt idx="123">
                  <c:v>3953.48</c:v>
                </c:pt>
                <c:pt idx="124">
                  <c:v>1681.53</c:v>
                </c:pt>
                <c:pt idx="125">
                  <c:v>4163.91</c:v>
                </c:pt>
                <c:pt idx="126">
                  <c:v>6366.28</c:v>
                </c:pt>
                <c:pt idx="127">
                  <c:v>5857.02</c:v>
                </c:pt>
                <c:pt idx="128">
                  <c:v>3912.47</c:v>
                </c:pt>
                <c:pt idx="129">
                  <c:v>3385.95</c:v>
                </c:pt>
                <c:pt idx="130">
                  <c:v>2140.94</c:v>
                </c:pt>
                <c:pt idx="131">
                  <c:v>1789.4</c:v>
                </c:pt>
                <c:pt idx="132">
                  <c:v>3672.58</c:v>
                </c:pt>
                <c:pt idx="133">
                  <c:v>1910.28</c:v>
                </c:pt>
                <c:pt idx="134">
                  <c:v>919.86</c:v>
                </c:pt>
                <c:pt idx="135">
                  <c:v>893.15</c:v>
                </c:pt>
                <c:pt idx="136">
                  <c:v>3315.01</c:v>
                </c:pt>
                <c:pt idx="137">
                  <c:v>5141.41</c:v>
                </c:pt>
                <c:pt idx="138">
                  <c:v>2431.5500000000002</c:v>
                </c:pt>
                <c:pt idx="139">
                  <c:v>1893.4</c:v>
                </c:pt>
                <c:pt idx="140">
                  <c:v>1720.54</c:v>
                </c:pt>
                <c:pt idx="141">
                  <c:v>1271.5899999999999</c:v>
                </c:pt>
                <c:pt idx="142">
                  <c:v>5289.61</c:v>
                </c:pt>
                <c:pt idx="143">
                  <c:v>2421.94</c:v>
                </c:pt>
                <c:pt idx="144">
                  <c:v>7679.31</c:v>
                </c:pt>
                <c:pt idx="145">
                  <c:v>4851.3599999999997</c:v>
                </c:pt>
                <c:pt idx="146">
                  <c:v>1646.59</c:v>
                </c:pt>
                <c:pt idx="147">
                  <c:v>1799.56</c:v>
                </c:pt>
                <c:pt idx="148">
                  <c:v>510.39</c:v>
                </c:pt>
                <c:pt idx="149">
                  <c:v>469.6</c:v>
                </c:pt>
                <c:pt idx="150">
                  <c:v>3417.73</c:v>
                </c:pt>
                <c:pt idx="151">
                  <c:v>5441.01</c:v>
                </c:pt>
                <c:pt idx="152">
                  <c:v>6996.48</c:v>
                </c:pt>
                <c:pt idx="153">
                  <c:v>3752.63</c:v>
                </c:pt>
                <c:pt idx="154">
                  <c:v>4462.53</c:v>
                </c:pt>
                <c:pt idx="155">
                  <c:v>3360.65</c:v>
                </c:pt>
                <c:pt idx="156">
                  <c:v>4500.33</c:v>
                </c:pt>
                <c:pt idx="157">
                  <c:v>5380.27</c:v>
                </c:pt>
                <c:pt idx="158">
                  <c:v>4552.28</c:v>
                </c:pt>
                <c:pt idx="159">
                  <c:v>5625.55</c:v>
                </c:pt>
                <c:pt idx="160">
                  <c:v>4474.41</c:v>
                </c:pt>
                <c:pt idx="161">
                  <c:v>5231.3999999999996</c:v>
                </c:pt>
                <c:pt idx="162">
                  <c:v>3945.75</c:v>
                </c:pt>
                <c:pt idx="163">
                  <c:v>3921.66</c:v>
                </c:pt>
                <c:pt idx="164">
                  <c:v>4301.72</c:v>
                </c:pt>
                <c:pt idx="165">
                  <c:v>3939.19</c:v>
                </c:pt>
                <c:pt idx="166">
                  <c:v>1861.47</c:v>
                </c:pt>
                <c:pt idx="167">
                  <c:v>2948.67</c:v>
                </c:pt>
                <c:pt idx="168">
                  <c:v>2284.56</c:v>
                </c:pt>
                <c:pt idx="169">
                  <c:v>3470.95</c:v>
                </c:pt>
                <c:pt idx="170">
                  <c:v>3520.49</c:v>
                </c:pt>
                <c:pt idx="171">
                  <c:v>2747.39</c:v>
                </c:pt>
                <c:pt idx="172">
                  <c:v>3383.84</c:v>
                </c:pt>
                <c:pt idx="173">
                  <c:v>3559.61</c:v>
                </c:pt>
                <c:pt idx="174">
                  <c:v>4017.62</c:v>
                </c:pt>
                <c:pt idx="175">
                  <c:v>4673.54</c:v>
                </c:pt>
                <c:pt idx="176">
                  <c:v>4268.5200000000004</c:v>
                </c:pt>
                <c:pt idx="177">
                  <c:v>3163.59</c:v>
                </c:pt>
                <c:pt idx="178">
                  <c:v>3753.7</c:v>
                </c:pt>
                <c:pt idx="179">
                  <c:v>5301.25</c:v>
                </c:pt>
                <c:pt idx="180">
                  <c:v>1959.78</c:v>
                </c:pt>
                <c:pt idx="181">
                  <c:v>1498.84</c:v>
                </c:pt>
                <c:pt idx="182">
                  <c:v>3176.41</c:v>
                </c:pt>
                <c:pt idx="183">
                  <c:v>894.13</c:v>
                </c:pt>
                <c:pt idx="184">
                  <c:v>982.75</c:v>
                </c:pt>
                <c:pt idx="185">
                  <c:v>399.33</c:v>
                </c:pt>
                <c:pt idx="186">
                  <c:v>2047.22</c:v>
                </c:pt>
                <c:pt idx="187">
                  <c:v>3140.59</c:v>
                </c:pt>
                <c:pt idx="188">
                  <c:v>1189.3800000000001</c:v>
                </c:pt>
                <c:pt idx="189">
                  <c:v>5770.89</c:v>
                </c:pt>
                <c:pt idx="190">
                  <c:v>7563.44</c:v>
                </c:pt>
                <c:pt idx="191">
                  <c:v>12173.13</c:v>
                </c:pt>
                <c:pt idx="192">
                  <c:v>13629.4</c:v>
                </c:pt>
                <c:pt idx="193">
                  <c:v>22663.97</c:v>
                </c:pt>
                <c:pt idx="194">
                  <c:v>12351.76</c:v>
                </c:pt>
                <c:pt idx="195">
                  <c:v>20977.72</c:v>
                </c:pt>
                <c:pt idx="196">
                  <c:v>25645.439999999999</c:v>
                </c:pt>
                <c:pt idx="197">
                  <c:v>29565.919999999998</c:v>
                </c:pt>
                <c:pt idx="198">
                  <c:v>21050.6</c:v>
                </c:pt>
                <c:pt idx="199">
                  <c:v>24182.38</c:v>
                </c:pt>
                <c:pt idx="200">
                  <c:v>30418.14</c:v>
                </c:pt>
                <c:pt idx="201">
                  <c:v>22792.58</c:v>
                </c:pt>
                <c:pt idx="202">
                  <c:v>19121.79</c:v>
                </c:pt>
                <c:pt idx="203">
                  <c:v>14833.82</c:v>
                </c:pt>
                <c:pt idx="204">
                  <c:v>13346.26</c:v>
                </c:pt>
                <c:pt idx="205">
                  <c:v>21255.21</c:v>
                </c:pt>
                <c:pt idx="206">
                  <c:v>22534.84</c:v>
                </c:pt>
                <c:pt idx="207">
                  <c:v>21625.55</c:v>
                </c:pt>
                <c:pt idx="208">
                  <c:v>21355.59</c:v>
                </c:pt>
                <c:pt idx="209">
                  <c:v>13949.99</c:v>
                </c:pt>
                <c:pt idx="210">
                  <c:v>8023.44</c:v>
                </c:pt>
                <c:pt idx="211">
                  <c:v>7370.32</c:v>
                </c:pt>
                <c:pt idx="212">
                  <c:v>2086.0500000000002</c:v>
                </c:pt>
                <c:pt idx="213">
                  <c:v>5547.64</c:v>
                </c:pt>
                <c:pt idx="214">
                  <c:v>8400.33</c:v>
                </c:pt>
                <c:pt idx="215">
                  <c:v>5915.93</c:v>
                </c:pt>
                <c:pt idx="216">
                  <c:v>5800.74</c:v>
                </c:pt>
              </c:numCache>
            </c:numRef>
          </c:val>
          <c:smooth val="0"/>
          <c:extLst>
            <c:ext xmlns:c16="http://schemas.microsoft.com/office/drawing/2014/chart" uri="{C3380CC4-5D6E-409C-BE32-E72D297353CC}">
              <c16:uniqueId val="{00000000-F23A-45CF-AE75-65B79EA5F320}"/>
            </c:ext>
          </c:extLst>
        </c:ser>
        <c:ser>
          <c:idx val="1"/>
          <c:order val="1"/>
          <c:tx>
            <c:strRef>
              <c:f>'Day Ahead Market'!$E$9:$E$10</c:f>
              <c:strCache>
                <c:ptCount val="2"/>
                <c:pt idx="0">
                  <c:v>Sell Bid (MWh)</c:v>
                </c:pt>
                <c:pt idx="1">
                  <c:v>Non-Solar (MWh)</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Market'!$E$11:$E$227</c:f>
            </c:numRef>
          </c:val>
          <c:smooth val="0"/>
          <c:extLst>
            <c:ext xmlns:c16="http://schemas.microsoft.com/office/drawing/2014/chart" uri="{C3380CC4-5D6E-409C-BE32-E72D297353CC}">
              <c16:uniqueId val="{00000001-F23A-45CF-AE75-65B79EA5F320}"/>
            </c:ext>
          </c:extLst>
        </c:ser>
        <c:ser>
          <c:idx val="2"/>
          <c:order val="2"/>
          <c:tx>
            <c:strRef>
              <c:f>'Day Ahead Market'!$F$9:$F$10</c:f>
              <c:strCache>
                <c:ptCount val="2"/>
                <c:pt idx="0">
                  <c:v>Sell Bid (MWh)</c:v>
                </c:pt>
                <c:pt idx="1">
                  <c:v>Hydro (MWh)</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Market'!$F$11:$F$227</c:f>
            </c:numRef>
          </c:val>
          <c:smooth val="0"/>
          <c:extLst>
            <c:ext xmlns:c16="http://schemas.microsoft.com/office/drawing/2014/chart" uri="{C3380CC4-5D6E-409C-BE32-E72D297353CC}">
              <c16:uniqueId val="{00000002-F23A-45CF-AE75-65B79EA5F320}"/>
            </c:ext>
          </c:extLst>
        </c:ser>
        <c:ser>
          <c:idx val="3"/>
          <c:order val="3"/>
          <c:tx>
            <c:strRef>
              <c:f>'Day Ahead Market'!$G$9:$G$10</c:f>
              <c:strCache>
                <c:ptCount val="2"/>
                <c:pt idx="0">
                  <c:v>Sell Bid (MWh)</c:v>
                </c:pt>
                <c:pt idx="1">
                  <c:v>Hydro (MWh)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Market'!$G$11:$G$227</c:f>
            </c:numRef>
          </c:val>
          <c:smooth val="0"/>
          <c:extLst>
            <c:ext xmlns:c16="http://schemas.microsoft.com/office/drawing/2014/chart" uri="{C3380CC4-5D6E-409C-BE32-E72D297353CC}">
              <c16:uniqueId val="{00000003-F23A-45CF-AE75-65B79EA5F320}"/>
            </c:ext>
          </c:extLst>
        </c:ser>
        <c:ser>
          <c:idx val="4"/>
          <c:order val="4"/>
          <c:tx>
            <c:strRef>
              <c:f>'Day Ahead Market'!$H$9:$H$10</c:f>
              <c:strCache>
                <c:ptCount val="2"/>
                <c:pt idx="0">
                  <c:v>MCV (MWh)</c:v>
                </c:pt>
                <c:pt idx="1">
                  <c:v>Total (MWh)</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Market'!$H$11:$H$227</c:f>
            </c:numRef>
          </c:val>
          <c:smooth val="0"/>
          <c:extLst>
            <c:ext xmlns:c16="http://schemas.microsoft.com/office/drawing/2014/chart" uri="{C3380CC4-5D6E-409C-BE32-E72D297353CC}">
              <c16:uniqueId val="{00000004-F23A-45CF-AE75-65B79EA5F320}"/>
            </c:ext>
          </c:extLst>
        </c:ser>
        <c:ser>
          <c:idx val="5"/>
          <c:order val="5"/>
          <c:tx>
            <c:strRef>
              <c:f>'Day Ahead Market'!$I$9:$I$10</c:f>
              <c:strCache>
                <c:ptCount val="2"/>
                <c:pt idx="0">
                  <c:v>MCV (MWh)</c:v>
                </c:pt>
                <c:pt idx="1">
                  <c:v>Total (MWh)</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Market'!$I$11:$I$227</c:f>
            </c:numRef>
          </c:val>
          <c:smooth val="0"/>
          <c:extLst>
            <c:ext xmlns:c16="http://schemas.microsoft.com/office/drawing/2014/chart" uri="{C3380CC4-5D6E-409C-BE32-E72D297353CC}">
              <c16:uniqueId val="{00000005-F23A-45CF-AE75-65B79EA5F320}"/>
            </c:ext>
          </c:extLst>
        </c:ser>
        <c:ser>
          <c:idx val="6"/>
          <c:order val="6"/>
          <c:tx>
            <c:strRef>
              <c:f>'Day Ahead Market'!$J$9:$J$10</c:f>
              <c:strCache>
                <c:ptCount val="2"/>
                <c:pt idx="0">
                  <c:v>MCV (MWh)</c:v>
                </c:pt>
                <c:pt idx="1">
                  <c:v>Solar (MWh)</c:v>
                </c:pt>
              </c:strCache>
            </c:strRef>
          </c:tx>
          <c:spPr>
            <a:ln w="28575"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Market'!$J$11:$J$227</c:f>
            </c:numRef>
          </c:val>
          <c:smooth val="0"/>
          <c:extLst>
            <c:ext xmlns:c16="http://schemas.microsoft.com/office/drawing/2014/chart" uri="{C3380CC4-5D6E-409C-BE32-E72D297353CC}">
              <c16:uniqueId val="{00000006-F23A-45CF-AE75-65B79EA5F320}"/>
            </c:ext>
          </c:extLst>
        </c:ser>
        <c:ser>
          <c:idx val="7"/>
          <c:order val="7"/>
          <c:tx>
            <c:strRef>
              <c:f>'Day Ahead Market'!$K$9:$K$10</c:f>
              <c:strCache>
                <c:ptCount val="2"/>
                <c:pt idx="0">
                  <c:v>MCV (MWh)</c:v>
                </c:pt>
                <c:pt idx="1">
                  <c:v>Non-Solar (MWh)</c:v>
                </c:pt>
              </c:strCache>
            </c:strRef>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Market'!$K$11:$K$227</c:f>
            </c:numRef>
          </c:val>
          <c:smooth val="0"/>
          <c:extLst>
            <c:ext xmlns:c16="http://schemas.microsoft.com/office/drawing/2014/chart" uri="{C3380CC4-5D6E-409C-BE32-E72D297353CC}">
              <c16:uniqueId val="{00000007-F23A-45CF-AE75-65B79EA5F320}"/>
            </c:ext>
          </c:extLst>
        </c:ser>
        <c:ser>
          <c:idx val="8"/>
          <c:order val="8"/>
          <c:tx>
            <c:strRef>
              <c:f>'Day Ahead Market'!$L$9:$L$10</c:f>
              <c:strCache>
                <c:ptCount val="2"/>
                <c:pt idx="0">
                  <c:v>MCV (MWh)</c:v>
                </c:pt>
                <c:pt idx="1">
                  <c:v>Hydro (MWh)</c:v>
                </c:pt>
              </c:strCache>
            </c:strRef>
          </c:tx>
          <c:spPr>
            <a:ln w="28575"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Market'!$L$11:$L$227</c:f>
            </c:numRef>
          </c:val>
          <c:smooth val="0"/>
          <c:extLst>
            <c:ext xmlns:c16="http://schemas.microsoft.com/office/drawing/2014/chart" uri="{C3380CC4-5D6E-409C-BE32-E72D297353CC}">
              <c16:uniqueId val="{00000008-F23A-45CF-AE75-65B79EA5F320}"/>
            </c:ext>
          </c:extLst>
        </c:ser>
        <c:ser>
          <c:idx val="9"/>
          <c:order val="9"/>
          <c:tx>
            <c:strRef>
              <c:f>'Day Ahead Market'!$M$9:$M$10</c:f>
              <c:strCache>
                <c:ptCount val="2"/>
                <c:pt idx="0">
                  <c:v>Final Scheduled Volume (MWh)</c:v>
                </c:pt>
                <c:pt idx="1">
                  <c:v>Total (MWh)</c:v>
                </c:pt>
              </c:strCache>
            </c:strRef>
          </c:tx>
          <c:spPr>
            <a:ln w="28575" cap="rnd">
              <a:solidFill>
                <a:schemeClr val="accent4">
                  <a:lumMod val="60000"/>
                </a:schemeClr>
              </a:solidFill>
              <a:round/>
            </a:ln>
            <a:effectLst/>
          </c:spPr>
          <c:marker>
            <c:symbol val="circle"/>
            <c:size val="5"/>
            <c:spPr>
              <a:solidFill>
                <a:schemeClr val="accent4">
                  <a:lumMod val="60000"/>
                </a:schemeClr>
              </a:solidFill>
              <a:ln w="9525">
                <a:solidFill>
                  <a:schemeClr val="accent4">
                    <a:lumMod val="6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Market'!$M$11:$M$227</c:f>
            </c:numRef>
          </c:val>
          <c:smooth val="0"/>
          <c:extLst>
            <c:ext xmlns:c16="http://schemas.microsoft.com/office/drawing/2014/chart" uri="{C3380CC4-5D6E-409C-BE32-E72D297353CC}">
              <c16:uniqueId val="{00000009-F23A-45CF-AE75-65B79EA5F320}"/>
            </c:ext>
          </c:extLst>
        </c:ser>
        <c:ser>
          <c:idx val="10"/>
          <c:order val="10"/>
          <c:tx>
            <c:strRef>
              <c:f>'Day Ahead Market'!$N$9:$N$10</c:f>
              <c:strCache>
                <c:ptCount val="2"/>
                <c:pt idx="0">
                  <c:v>Final Scheduled Volume (MWh)</c:v>
                </c:pt>
                <c:pt idx="1">
                  <c:v>Final Scheduled Volume- Solar (MWh)</c:v>
                </c:pt>
              </c:strCache>
            </c:strRef>
          </c:tx>
          <c:spPr>
            <a:ln w="28575" cap="rnd">
              <a:solidFill>
                <a:schemeClr val="accent5">
                  <a:lumMod val="60000"/>
                </a:schemeClr>
              </a:solidFill>
              <a:round/>
            </a:ln>
            <a:effectLst/>
          </c:spPr>
          <c:marker>
            <c:symbol val="none"/>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Market'!$N$11:$N$227</c:f>
              <c:numCache>
                <c:formatCode>General</c:formatCode>
                <c:ptCount val="217"/>
                <c:pt idx="0">
                  <c:v>3917.88</c:v>
                </c:pt>
                <c:pt idx="1">
                  <c:v>2842.93</c:v>
                </c:pt>
                <c:pt idx="2">
                  <c:v>3605.61</c:v>
                </c:pt>
                <c:pt idx="3">
                  <c:v>2385.86</c:v>
                </c:pt>
                <c:pt idx="4">
                  <c:v>4441.87</c:v>
                </c:pt>
                <c:pt idx="5">
                  <c:v>5155.25</c:v>
                </c:pt>
                <c:pt idx="6">
                  <c:v>5657.24</c:v>
                </c:pt>
                <c:pt idx="7">
                  <c:v>5474.91</c:v>
                </c:pt>
                <c:pt idx="8">
                  <c:v>2410.89</c:v>
                </c:pt>
                <c:pt idx="9">
                  <c:v>2285.5100000000002</c:v>
                </c:pt>
                <c:pt idx="10">
                  <c:v>2975.57</c:v>
                </c:pt>
                <c:pt idx="11">
                  <c:v>3913.04</c:v>
                </c:pt>
                <c:pt idx="12">
                  <c:v>5354.16</c:v>
                </c:pt>
                <c:pt idx="13">
                  <c:v>7157.42</c:v>
                </c:pt>
                <c:pt idx="14">
                  <c:v>5104.6400000000003</c:v>
                </c:pt>
                <c:pt idx="15">
                  <c:v>6088.92</c:v>
                </c:pt>
                <c:pt idx="16">
                  <c:v>3589.97</c:v>
                </c:pt>
                <c:pt idx="17">
                  <c:v>4005.69</c:v>
                </c:pt>
                <c:pt idx="18">
                  <c:v>5287.22</c:v>
                </c:pt>
                <c:pt idx="19">
                  <c:v>3103.47</c:v>
                </c:pt>
                <c:pt idx="20">
                  <c:v>2570.73</c:v>
                </c:pt>
                <c:pt idx="21">
                  <c:v>2381.56</c:v>
                </c:pt>
                <c:pt idx="22">
                  <c:v>2302.42</c:v>
                </c:pt>
                <c:pt idx="23">
                  <c:v>1058.96</c:v>
                </c:pt>
                <c:pt idx="24">
                  <c:v>1192.93</c:v>
                </c:pt>
                <c:pt idx="25">
                  <c:v>5113.5200000000004</c:v>
                </c:pt>
                <c:pt idx="26">
                  <c:v>4151.38</c:v>
                </c:pt>
                <c:pt idx="27">
                  <c:v>3702.21</c:v>
                </c:pt>
                <c:pt idx="28">
                  <c:v>4909.1499999999996</c:v>
                </c:pt>
                <c:pt idx="29">
                  <c:v>5123.6000000000004</c:v>
                </c:pt>
                <c:pt idx="30">
                  <c:v>5616.41</c:v>
                </c:pt>
                <c:pt idx="31">
                  <c:v>6513.67</c:v>
                </c:pt>
                <c:pt idx="32">
                  <c:v>6062.6</c:v>
                </c:pt>
                <c:pt idx="33">
                  <c:v>6467.38</c:v>
                </c:pt>
                <c:pt idx="34">
                  <c:v>4521.28</c:v>
                </c:pt>
                <c:pt idx="35">
                  <c:v>4366.87</c:v>
                </c:pt>
                <c:pt idx="36">
                  <c:v>4100.3900000000003</c:v>
                </c:pt>
                <c:pt idx="37">
                  <c:v>4745.95</c:v>
                </c:pt>
                <c:pt idx="38">
                  <c:v>5059.58</c:v>
                </c:pt>
                <c:pt idx="39">
                  <c:v>3877.89</c:v>
                </c:pt>
                <c:pt idx="40">
                  <c:v>3072.82</c:v>
                </c:pt>
                <c:pt idx="41">
                  <c:v>4782.5200000000004</c:v>
                </c:pt>
                <c:pt idx="42">
                  <c:v>5345.53</c:v>
                </c:pt>
                <c:pt idx="43">
                  <c:v>5547.76</c:v>
                </c:pt>
                <c:pt idx="44">
                  <c:v>4235.95</c:v>
                </c:pt>
                <c:pt idx="45">
                  <c:v>3201.52</c:v>
                </c:pt>
                <c:pt idx="46">
                  <c:v>5700.88</c:v>
                </c:pt>
                <c:pt idx="47">
                  <c:v>3942.25</c:v>
                </c:pt>
                <c:pt idx="48">
                  <c:v>2769.87</c:v>
                </c:pt>
                <c:pt idx="49">
                  <c:v>1860.22</c:v>
                </c:pt>
                <c:pt idx="50">
                  <c:v>2646.43</c:v>
                </c:pt>
                <c:pt idx="51">
                  <c:v>2864.62</c:v>
                </c:pt>
                <c:pt idx="52">
                  <c:v>2403.7399999999998</c:v>
                </c:pt>
                <c:pt idx="53">
                  <c:v>4301.8</c:v>
                </c:pt>
                <c:pt idx="54">
                  <c:v>3291.12</c:v>
                </c:pt>
                <c:pt idx="55">
                  <c:v>2698.59</c:v>
                </c:pt>
                <c:pt idx="56">
                  <c:v>2320.42</c:v>
                </c:pt>
                <c:pt idx="57">
                  <c:v>2172.35</c:v>
                </c:pt>
                <c:pt idx="58">
                  <c:v>2123.3200000000002</c:v>
                </c:pt>
                <c:pt idx="59">
                  <c:v>2637.14</c:v>
                </c:pt>
                <c:pt idx="60">
                  <c:v>3164.8</c:v>
                </c:pt>
                <c:pt idx="61">
                  <c:v>2662.83</c:v>
                </c:pt>
                <c:pt idx="62">
                  <c:v>1495.57</c:v>
                </c:pt>
                <c:pt idx="63">
                  <c:v>1785.42</c:v>
                </c:pt>
                <c:pt idx="64">
                  <c:v>2046.91</c:v>
                </c:pt>
                <c:pt idx="65">
                  <c:v>1447.51</c:v>
                </c:pt>
                <c:pt idx="66">
                  <c:v>2811.49</c:v>
                </c:pt>
                <c:pt idx="67">
                  <c:v>2816.09</c:v>
                </c:pt>
                <c:pt idx="68">
                  <c:v>3638.7</c:v>
                </c:pt>
                <c:pt idx="69">
                  <c:v>2274.7199999999998</c:v>
                </c:pt>
                <c:pt idx="70">
                  <c:v>1378.59</c:v>
                </c:pt>
                <c:pt idx="71">
                  <c:v>1011.53</c:v>
                </c:pt>
                <c:pt idx="72">
                  <c:v>922.48</c:v>
                </c:pt>
                <c:pt idx="73">
                  <c:v>922.8</c:v>
                </c:pt>
                <c:pt idx="74">
                  <c:v>1620.03</c:v>
                </c:pt>
                <c:pt idx="75">
                  <c:v>2125.87</c:v>
                </c:pt>
                <c:pt idx="76">
                  <c:v>1950.11</c:v>
                </c:pt>
                <c:pt idx="77">
                  <c:v>1904.23</c:v>
                </c:pt>
                <c:pt idx="78">
                  <c:v>1982.35</c:v>
                </c:pt>
                <c:pt idx="79">
                  <c:v>1135.8599999999999</c:v>
                </c:pt>
                <c:pt idx="80">
                  <c:v>1287.03</c:v>
                </c:pt>
                <c:pt idx="81">
                  <c:v>2063.2199999999998</c:v>
                </c:pt>
                <c:pt idx="82">
                  <c:v>2428.48</c:v>
                </c:pt>
                <c:pt idx="83">
                  <c:v>1902.99</c:v>
                </c:pt>
                <c:pt idx="84">
                  <c:v>2535.9699999999998</c:v>
                </c:pt>
                <c:pt idx="85">
                  <c:v>2617.81</c:v>
                </c:pt>
                <c:pt idx="86">
                  <c:v>835.48</c:v>
                </c:pt>
                <c:pt idx="87">
                  <c:v>326.13</c:v>
                </c:pt>
                <c:pt idx="88">
                  <c:v>1091.08</c:v>
                </c:pt>
                <c:pt idx="89">
                  <c:v>946.18</c:v>
                </c:pt>
                <c:pt idx="90">
                  <c:v>1487.03</c:v>
                </c:pt>
                <c:pt idx="91">
                  <c:v>1894.63</c:v>
                </c:pt>
                <c:pt idx="92">
                  <c:v>1621.4</c:v>
                </c:pt>
                <c:pt idx="93">
                  <c:v>2394.11</c:v>
                </c:pt>
                <c:pt idx="94">
                  <c:v>1791.79</c:v>
                </c:pt>
                <c:pt idx="95">
                  <c:v>3266.51</c:v>
                </c:pt>
                <c:pt idx="96">
                  <c:v>1644.72</c:v>
                </c:pt>
                <c:pt idx="97">
                  <c:v>1056.26</c:v>
                </c:pt>
                <c:pt idx="98">
                  <c:v>473.48</c:v>
                </c:pt>
                <c:pt idx="99">
                  <c:v>340.56</c:v>
                </c:pt>
                <c:pt idx="100">
                  <c:v>325.76</c:v>
                </c:pt>
                <c:pt idx="101">
                  <c:v>1331.96</c:v>
                </c:pt>
                <c:pt idx="102">
                  <c:v>3375.06</c:v>
                </c:pt>
                <c:pt idx="103">
                  <c:v>2625.13</c:v>
                </c:pt>
                <c:pt idx="104">
                  <c:v>322.51</c:v>
                </c:pt>
                <c:pt idx="105">
                  <c:v>1499.04</c:v>
                </c:pt>
                <c:pt idx="106">
                  <c:v>1155.3699999999999</c:v>
                </c:pt>
                <c:pt idx="107">
                  <c:v>2316.09</c:v>
                </c:pt>
                <c:pt idx="108">
                  <c:v>2080.83</c:v>
                </c:pt>
                <c:pt idx="109">
                  <c:v>2767.46</c:v>
                </c:pt>
                <c:pt idx="110">
                  <c:v>1952.56</c:v>
                </c:pt>
                <c:pt idx="111">
                  <c:v>2997.11</c:v>
                </c:pt>
                <c:pt idx="112">
                  <c:v>1874.47</c:v>
                </c:pt>
                <c:pt idx="113">
                  <c:v>2115.25</c:v>
                </c:pt>
                <c:pt idx="114">
                  <c:v>2439.63</c:v>
                </c:pt>
                <c:pt idx="115">
                  <c:v>1172.05</c:v>
                </c:pt>
                <c:pt idx="116">
                  <c:v>2700.3</c:v>
                </c:pt>
                <c:pt idx="117">
                  <c:v>1185.77</c:v>
                </c:pt>
                <c:pt idx="118">
                  <c:v>1982.15</c:v>
                </c:pt>
                <c:pt idx="119">
                  <c:v>1037.8399999999999</c:v>
                </c:pt>
                <c:pt idx="120">
                  <c:v>1372.79</c:v>
                </c:pt>
                <c:pt idx="121">
                  <c:v>766.13</c:v>
                </c:pt>
                <c:pt idx="122">
                  <c:v>613.66</c:v>
                </c:pt>
                <c:pt idx="123">
                  <c:v>3053.48</c:v>
                </c:pt>
                <c:pt idx="124">
                  <c:v>1156.53</c:v>
                </c:pt>
                <c:pt idx="125">
                  <c:v>2738.91</c:v>
                </c:pt>
                <c:pt idx="126">
                  <c:v>2762.63</c:v>
                </c:pt>
                <c:pt idx="127">
                  <c:v>2047.08</c:v>
                </c:pt>
                <c:pt idx="128">
                  <c:v>1850.75</c:v>
                </c:pt>
                <c:pt idx="129">
                  <c:v>2145.08</c:v>
                </c:pt>
                <c:pt idx="130">
                  <c:v>1422.12</c:v>
                </c:pt>
                <c:pt idx="131">
                  <c:v>882.44</c:v>
                </c:pt>
                <c:pt idx="132">
                  <c:v>2124.7399999999998</c:v>
                </c:pt>
                <c:pt idx="133">
                  <c:v>1168.3499999999999</c:v>
                </c:pt>
                <c:pt idx="134">
                  <c:v>640.49</c:v>
                </c:pt>
                <c:pt idx="135">
                  <c:v>505.7</c:v>
                </c:pt>
                <c:pt idx="136">
                  <c:v>3071.65</c:v>
                </c:pt>
                <c:pt idx="137">
                  <c:v>4770.46</c:v>
                </c:pt>
                <c:pt idx="138">
                  <c:v>1226.27</c:v>
                </c:pt>
                <c:pt idx="139">
                  <c:v>1563.59</c:v>
                </c:pt>
                <c:pt idx="140">
                  <c:v>1614.14</c:v>
                </c:pt>
                <c:pt idx="141">
                  <c:v>1271.52</c:v>
                </c:pt>
                <c:pt idx="142">
                  <c:v>3657.35</c:v>
                </c:pt>
                <c:pt idx="143">
                  <c:v>2335.98</c:v>
                </c:pt>
                <c:pt idx="144">
                  <c:v>6099.26</c:v>
                </c:pt>
                <c:pt idx="145">
                  <c:v>3666.66</c:v>
                </c:pt>
                <c:pt idx="146">
                  <c:v>1646.59</c:v>
                </c:pt>
                <c:pt idx="147">
                  <c:v>1799.56</c:v>
                </c:pt>
                <c:pt idx="148">
                  <c:v>510.39</c:v>
                </c:pt>
                <c:pt idx="149">
                  <c:v>469.6</c:v>
                </c:pt>
                <c:pt idx="150">
                  <c:v>2905.9</c:v>
                </c:pt>
                <c:pt idx="151">
                  <c:v>2841.05</c:v>
                </c:pt>
                <c:pt idx="152">
                  <c:v>3823.71</c:v>
                </c:pt>
                <c:pt idx="153">
                  <c:v>1249.98</c:v>
                </c:pt>
                <c:pt idx="154">
                  <c:v>3046.63</c:v>
                </c:pt>
                <c:pt idx="155">
                  <c:v>2009.75</c:v>
                </c:pt>
                <c:pt idx="156">
                  <c:v>3659.62</c:v>
                </c:pt>
                <c:pt idx="157">
                  <c:v>766.61</c:v>
                </c:pt>
                <c:pt idx="158">
                  <c:v>3580.79</c:v>
                </c:pt>
                <c:pt idx="159">
                  <c:v>4790.1099999999997</c:v>
                </c:pt>
                <c:pt idx="160">
                  <c:v>3540.63</c:v>
                </c:pt>
                <c:pt idx="161">
                  <c:v>4420.1099999999997</c:v>
                </c:pt>
                <c:pt idx="162">
                  <c:v>3515.59</c:v>
                </c:pt>
                <c:pt idx="163">
                  <c:v>3442.5</c:v>
                </c:pt>
                <c:pt idx="164">
                  <c:v>3460.53</c:v>
                </c:pt>
                <c:pt idx="165">
                  <c:v>2757.78</c:v>
                </c:pt>
                <c:pt idx="166">
                  <c:v>1839.79</c:v>
                </c:pt>
                <c:pt idx="167">
                  <c:v>2882.91</c:v>
                </c:pt>
                <c:pt idx="168">
                  <c:v>2166.13</c:v>
                </c:pt>
                <c:pt idx="169">
                  <c:v>3114.27</c:v>
                </c:pt>
                <c:pt idx="170">
                  <c:v>3429.09</c:v>
                </c:pt>
                <c:pt idx="171">
                  <c:v>2747.39</c:v>
                </c:pt>
                <c:pt idx="172">
                  <c:v>2672.64</c:v>
                </c:pt>
                <c:pt idx="173">
                  <c:v>3559.6</c:v>
                </c:pt>
                <c:pt idx="174">
                  <c:v>3973.94</c:v>
                </c:pt>
                <c:pt idx="175">
                  <c:v>4653.04</c:v>
                </c:pt>
                <c:pt idx="176">
                  <c:v>4268.5200000000004</c:v>
                </c:pt>
                <c:pt idx="177">
                  <c:v>3163.59</c:v>
                </c:pt>
                <c:pt idx="178">
                  <c:v>3751.43</c:v>
                </c:pt>
                <c:pt idx="179">
                  <c:v>4063.7</c:v>
                </c:pt>
                <c:pt idx="180">
                  <c:v>1959.78</c:v>
                </c:pt>
                <c:pt idx="181">
                  <c:v>1498.84</c:v>
                </c:pt>
                <c:pt idx="182">
                  <c:v>3176.41</c:v>
                </c:pt>
                <c:pt idx="183">
                  <c:v>894.13</c:v>
                </c:pt>
                <c:pt idx="184">
                  <c:v>982.75</c:v>
                </c:pt>
                <c:pt idx="185">
                  <c:v>399.33</c:v>
                </c:pt>
                <c:pt idx="186">
                  <c:v>2047.22</c:v>
                </c:pt>
                <c:pt idx="187">
                  <c:v>3140.59</c:v>
                </c:pt>
                <c:pt idx="188">
                  <c:v>1189.3800000000001</c:v>
                </c:pt>
                <c:pt idx="189">
                  <c:v>5770.89</c:v>
                </c:pt>
                <c:pt idx="190">
                  <c:v>7563.44</c:v>
                </c:pt>
                <c:pt idx="191">
                  <c:v>10813.46</c:v>
                </c:pt>
                <c:pt idx="192">
                  <c:v>4883.26</c:v>
                </c:pt>
                <c:pt idx="193">
                  <c:v>7214.1</c:v>
                </c:pt>
                <c:pt idx="194">
                  <c:v>7703.43</c:v>
                </c:pt>
                <c:pt idx="195">
                  <c:v>12582.15</c:v>
                </c:pt>
                <c:pt idx="196">
                  <c:v>16339.36</c:v>
                </c:pt>
                <c:pt idx="197">
                  <c:v>21250.63</c:v>
                </c:pt>
                <c:pt idx="198">
                  <c:v>18108.23</c:v>
                </c:pt>
                <c:pt idx="199">
                  <c:v>18957.98</c:v>
                </c:pt>
                <c:pt idx="200">
                  <c:v>12731.03</c:v>
                </c:pt>
                <c:pt idx="201">
                  <c:v>10413.06</c:v>
                </c:pt>
                <c:pt idx="202">
                  <c:v>7581.55</c:v>
                </c:pt>
                <c:pt idx="203">
                  <c:v>7502.29</c:v>
                </c:pt>
                <c:pt idx="204">
                  <c:v>8160.64</c:v>
                </c:pt>
                <c:pt idx="205">
                  <c:v>14161.11</c:v>
                </c:pt>
                <c:pt idx="206">
                  <c:v>16494.73</c:v>
                </c:pt>
                <c:pt idx="207">
                  <c:v>7690.96</c:v>
                </c:pt>
                <c:pt idx="208">
                  <c:v>10906.61</c:v>
                </c:pt>
                <c:pt idx="209">
                  <c:v>7874.61</c:v>
                </c:pt>
                <c:pt idx="210">
                  <c:v>6673.44</c:v>
                </c:pt>
                <c:pt idx="211">
                  <c:v>6148.39</c:v>
                </c:pt>
                <c:pt idx="212">
                  <c:v>2086.0500000000002</c:v>
                </c:pt>
                <c:pt idx="213">
                  <c:v>4545.24</c:v>
                </c:pt>
                <c:pt idx="214">
                  <c:v>6723.1</c:v>
                </c:pt>
                <c:pt idx="215">
                  <c:v>5402.56</c:v>
                </c:pt>
                <c:pt idx="216">
                  <c:v>3800.74</c:v>
                </c:pt>
              </c:numCache>
            </c:numRef>
          </c:val>
          <c:smooth val="0"/>
          <c:extLst>
            <c:ext xmlns:c16="http://schemas.microsoft.com/office/drawing/2014/chart" uri="{C3380CC4-5D6E-409C-BE32-E72D297353CC}">
              <c16:uniqueId val="{0000000A-F23A-45CF-AE75-65B79EA5F320}"/>
            </c:ext>
          </c:extLst>
        </c:ser>
        <c:ser>
          <c:idx val="11"/>
          <c:order val="11"/>
          <c:tx>
            <c:strRef>
              <c:f>'Day Ahead Market'!$O$9:$O$10</c:f>
              <c:strCache>
                <c:ptCount val="2"/>
                <c:pt idx="0">
                  <c:v>Final Scheduled Volume (MWh)</c:v>
                </c:pt>
                <c:pt idx="1">
                  <c:v>Non-Solar (MWh)</c:v>
                </c:pt>
              </c:strCache>
            </c:strRef>
          </c:tx>
          <c:spPr>
            <a:ln w="28575" cap="rnd">
              <a:solidFill>
                <a:schemeClr val="accent6">
                  <a:lumMod val="60000"/>
                </a:schemeClr>
              </a:solidFill>
              <a:round/>
            </a:ln>
            <a:effectLst/>
          </c:spPr>
          <c:marker>
            <c:symbol val="circle"/>
            <c:size val="5"/>
            <c:spPr>
              <a:solidFill>
                <a:schemeClr val="accent6">
                  <a:lumMod val="60000"/>
                </a:schemeClr>
              </a:solidFill>
              <a:ln w="9525">
                <a:solidFill>
                  <a:schemeClr val="accent6">
                    <a:lumMod val="6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Market'!$O$11:$O$227</c:f>
            </c:numRef>
          </c:val>
          <c:smooth val="0"/>
          <c:extLst>
            <c:ext xmlns:c16="http://schemas.microsoft.com/office/drawing/2014/chart" uri="{C3380CC4-5D6E-409C-BE32-E72D297353CC}">
              <c16:uniqueId val="{0000000B-F23A-45CF-AE75-65B79EA5F320}"/>
            </c:ext>
          </c:extLst>
        </c:ser>
        <c:ser>
          <c:idx val="12"/>
          <c:order val="12"/>
          <c:tx>
            <c:strRef>
              <c:f>'Day Ahead Market'!$P$9:$P$10</c:f>
              <c:strCache>
                <c:ptCount val="2"/>
                <c:pt idx="0">
                  <c:v>Final Scheduled Volume (MWh)</c:v>
                </c:pt>
                <c:pt idx="1">
                  <c:v>Hydro (MWh)</c:v>
                </c:pt>
              </c:strCache>
            </c:strRef>
          </c:tx>
          <c:spPr>
            <a:ln w="28575" cap="rnd">
              <a:solidFill>
                <a:schemeClr val="accent1">
                  <a:lumMod val="80000"/>
                  <a:lumOff val="20000"/>
                </a:schemeClr>
              </a:solidFill>
              <a:round/>
            </a:ln>
            <a:effectLst/>
          </c:spPr>
          <c:marker>
            <c:symbol val="circle"/>
            <c:size val="5"/>
            <c:spPr>
              <a:solidFill>
                <a:schemeClr val="accent1">
                  <a:lumMod val="80000"/>
                  <a:lumOff val="20000"/>
                </a:schemeClr>
              </a:solidFill>
              <a:ln w="9525">
                <a:solidFill>
                  <a:schemeClr val="accent1">
                    <a:lumMod val="80000"/>
                    <a:lumOff val="20000"/>
                  </a:schemeClr>
                </a:solidFill>
              </a:ln>
              <a:effectLst/>
            </c:spPr>
          </c:marker>
          <c:cat>
            <c:strRef>
              <c:f>'Day Ahead Market'!$A$11:$C$227</c:f>
              <c:strCache>
                <c:ptCount val="217"/>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strCache>
            </c:strRef>
          </c:cat>
          <c:val>
            <c:numRef>
              <c:f>'Day Ahead Market'!$P$11:$P$227</c:f>
            </c:numRef>
          </c:val>
          <c:smooth val="0"/>
          <c:extLst>
            <c:ext xmlns:c16="http://schemas.microsoft.com/office/drawing/2014/chart" uri="{C3380CC4-5D6E-409C-BE32-E72D297353CC}">
              <c16:uniqueId val="{0000000C-F23A-45CF-AE75-65B79EA5F320}"/>
            </c:ext>
          </c:extLst>
        </c:ser>
        <c:dLbls>
          <c:showLegendKey val="0"/>
          <c:showVal val="0"/>
          <c:showCatName val="0"/>
          <c:showSerName val="0"/>
          <c:showPercent val="0"/>
          <c:showBubbleSize val="0"/>
        </c:dLbls>
        <c:smooth val="0"/>
        <c:axId val="743684703"/>
        <c:axId val="743685119"/>
      </c:lineChart>
      <c:catAx>
        <c:axId val="743684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685119"/>
        <c:crosses val="autoZero"/>
        <c:auto val="1"/>
        <c:lblAlgn val="ctr"/>
        <c:lblOffset val="100"/>
        <c:noMultiLvlLbl val="0"/>
      </c:catAx>
      <c:valAx>
        <c:axId val="7436851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36847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lgn="ctr" rtl="0">
            <a:defRPr lang="en-US" sz="1200" b="1" i="1"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2.7647856163067332E-2"/>
          <c:y val="0.14186426745190378"/>
          <c:w val="0.88918454261203561"/>
          <c:h val="0.54618796567941041"/>
        </c:manualLayout>
      </c:layout>
      <c:lineChart>
        <c:grouping val="standard"/>
        <c:varyColors val="0"/>
        <c:ser>
          <c:idx val="0"/>
          <c:order val="0"/>
          <c:tx>
            <c:strRef>
              <c:f>ContractWiseTrade!$I$4</c:f>
              <c:strCache>
                <c:ptCount val="1"/>
                <c:pt idx="0">
                  <c:v>Total Traded Volume (MWh)</c:v>
                </c:pt>
              </c:strCache>
            </c:strRef>
          </c:tx>
          <c:spPr>
            <a:ln w="28575" cap="rnd">
              <a:solidFill>
                <a:schemeClr val="accent1"/>
              </a:solidFill>
              <a:round/>
            </a:ln>
            <a:effectLst/>
          </c:spPr>
          <c:marker>
            <c:symbol val="none"/>
          </c:marker>
          <c:cat>
            <c:strRef>
              <c:f>ContractWiseTrade!$B$5:$G$14200</c:f>
              <c:strCache>
                <c:ptCount val="14196"/>
                <c:pt idx="0">
                  <c:v>1/7/2021</c:v>
                </c:pt>
                <c:pt idx="1">
                  <c:v>1/7/2021</c:v>
                </c:pt>
                <c:pt idx="2">
                  <c:v>1/7/2021</c:v>
                </c:pt>
                <c:pt idx="3">
                  <c:v>1/7/2021</c:v>
                </c:pt>
                <c:pt idx="4">
                  <c:v>1/7/2021</c:v>
                </c:pt>
                <c:pt idx="5">
                  <c:v>1/7/2021</c:v>
                </c:pt>
                <c:pt idx="6">
                  <c:v>1/7/2021</c:v>
                </c:pt>
                <c:pt idx="7">
                  <c:v>1/7/2021</c:v>
                </c:pt>
                <c:pt idx="8">
                  <c:v>1/7/2021</c:v>
                </c:pt>
                <c:pt idx="9">
                  <c:v>1/7/2021</c:v>
                </c:pt>
                <c:pt idx="10">
                  <c:v>1/7/2021</c:v>
                </c:pt>
                <c:pt idx="11">
                  <c:v>1/7/2021</c:v>
                </c:pt>
                <c:pt idx="12">
                  <c:v>1/7/2021</c:v>
                </c:pt>
                <c:pt idx="13">
                  <c:v>1/7/2021</c:v>
                </c:pt>
                <c:pt idx="14">
                  <c:v>1/7/2021</c:v>
                </c:pt>
                <c:pt idx="15">
                  <c:v>1/7/2021</c:v>
                </c:pt>
                <c:pt idx="16">
                  <c:v>1/7/2021</c:v>
                </c:pt>
                <c:pt idx="17">
                  <c:v>1/7/2021</c:v>
                </c:pt>
                <c:pt idx="18">
                  <c:v>1/7/2021</c:v>
                </c:pt>
                <c:pt idx="19">
                  <c:v>1/7/2021</c:v>
                </c:pt>
                <c:pt idx="20">
                  <c:v>1/7/2021</c:v>
                </c:pt>
                <c:pt idx="21">
                  <c:v>1/7/2021</c:v>
                </c:pt>
                <c:pt idx="22">
                  <c:v>1/7/2021</c:v>
                </c:pt>
                <c:pt idx="23">
                  <c:v>1/7/2021</c:v>
                </c:pt>
                <c:pt idx="24">
                  <c:v>1/7/2021</c:v>
                </c:pt>
                <c:pt idx="25">
                  <c:v>1/7/2021</c:v>
                </c:pt>
                <c:pt idx="26">
                  <c:v>1/7/2021</c:v>
                </c:pt>
                <c:pt idx="27">
                  <c:v>1/7/2021</c:v>
                </c:pt>
                <c:pt idx="28">
                  <c:v>1/7/2021</c:v>
                </c:pt>
                <c:pt idx="29">
                  <c:v>1/7/2021</c:v>
                </c:pt>
                <c:pt idx="30">
                  <c:v>1/7/2021</c:v>
                </c:pt>
                <c:pt idx="31">
                  <c:v>1/7/2021</c:v>
                </c:pt>
                <c:pt idx="32">
                  <c:v>1/7/2021</c:v>
                </c:pt>
                <c:pt idx="33">
                  <c:v>1/7/2021</c:v>
                </c:pt>
                <c:pt idx="34">
                  <c:v>1/7/2021</c:v>
                </c:pt>
                <c:pt idx="35">
                  <c:v>1/7/2021</c:v>
                </c:pt>
                <c:pt idx="36">
                  <c:v>1/7/2021</c:v>
                </c:pt>
                <c:pt idx="37">
                  <c:v>1/7/2021</c:v>
                </c:pt>
                <c:pt idx="38">
                  <c:v>1/7/2021</c:v>
                </c:pt>
                <c:pt idx="39">
                  <c:v>1/7/2021</c:v>
                </c:pt>
                <c:pt idx="40">
                  <c:v>02-07-2021</c:v>
                </c:pt>
                <c:pt idx="41">
                  <c:v>02-07-2021</c:v>
                </c:pt>
                <c:pt idx="42">
                  <c:v>02-07-2021</c:v>
                </c:pt>
                <c:pt idx="43">
                  <c:v>02-07-2021</c:v>
                </c:pt>
                <c:pt idx="44">
                  <c:v>02-07-2021</c:v>
                </c:pt>
                <c:pt idx="45">
                  <c:v>02-07-2021</c:v>
                </c:pt>
                <c:pt idx="46">
                  <c:v>02-07-2021</c:v>
                </c:pt>
                <c:pt idx="47">
                  <c:v>02-07-2021</c:v>
                </c:pt>
                <c:pt idx="48">
                  <c:v>02-07-2021</c:v>
                </c:pt>
                <c:pt idx="49">
                  <c:v>02-07-2021</c:v>
                </c:pt>
                <c:pt idx="50">
                  <c:v>02-07-2021</c:v>
                </c:pt>
                <c:pt idx="51">
                  <c:v>02-07-2021</c:v>
                </c:pt>
                <c:pt idx="52">
                  <c:v>02-07-2021</c:v>
                </c:pt>
                <c:pt idx="53">
                  <c:v>02-07-2021</c:v>
                </c:pt>
                <c:pt idx="54">
                  <c:v>02-07-2021</c:v>
                </c:pt>
                <c:pt idx="55">
                  <c:v>02-07-2021</c:v>
                </c:pt>
                <c:pt idx="56">
                  <c:v>02-07-2021</c:v>
                </c:pt>
                <c:pt idx="57">
                  <c:v>02-07-2021</c:v>
                </c:pt>
                <c:pt idx="58">
                  <c:v>02-07-2021</c:v>
                </c:pt>
                <c:pt idx="59">
                  <c:v>02-07-2021</c:v>
                </c:pt>
                <c:pt idx="60">
                  <c:v>02-07-2021</c:v>
                </c:pt>
                <c:pt idx="61">
                  <c:v>02-07-2021</c:v>
                </c:pt>
                <c:pt idx="62">
                  <c:v>02-07-2021</c:v>
                </c:pt>
                <c:pt idx="63">
                  <c:v>02-07-2021</c:v>
                </c:pt>
                <c:pt idx="64">
                  <c:v>02-07-2021</c:v>
                </c:pt>
                <c:pt idx="65">
                  <c:v>02-07-2021</c:v>
                </c:pt>
                <c:pt idx="66">
                  <c:v>02-07-2021</c:v>
                </c:pt>
                <c:pt idx="67">
                  <c:v>02-07-2021</c:v>
                </c:pt>
                <c:pt idx="68">
                  <c:v>02-07-2021</c:v>
                </c:pt>
                <c:pt idx="69">
                  <c:v>02-07-2021</c:v>
                </c:pt>
                <c:pt idx="70">
                  <c:v>02-07-2021</c:v>
                </c:pt>
                <c:pt idx="71">
                  <c:v>02-07-2021</c:v>
                </c:pt>
                <c:pt idx="72">
                  <c:v>02-07-2021</c:v>
                </c:pt>
                <c:pt idx="73">
                  <c:v>02-07-2021</c:v>
                </c:pt>
                <c:pt idx="74">
                  <c:v>02-07-2021</c:v>
                </c:pt>
                <c:pt idx="75">
                  <c:v>02-07-2021</c:v>
                </c:pt>
                <c:pt idx="76">
                  <c:v>02-07-2021</c:v>
                </c:pt>
                <c:pt idx="77">
                  <c:v>02-07-2021</c:v>
                </c:pt>
                <c:pt idx="78">
                  <c:v>02-07-2021</c:v>
                </c:pt>
                <c:pt idx="79">
                  <c:v>02-07-2021</c:v>
                </c:pt>
                <c:pt idx="80">
                  <c:v>02-07-2021</c:v>
                </c:pt>
                <c:pt idx="81">
                  <c:v>02-07-2021</c:v>
                </c:pt>
                <c:pt idx="82">
                  <c:v>02-07-2021</c:v>
                </c:pt>
                <c:pt idx="83">
                  <c:v>03-07-2021</c:v>
                </c:pt>
                <c:pt idx="84">
                  <c:v>03-07-2021</c:v>
                </c:pt>
                <c:pt idx="85">
                  <c:v>03-07-2021</c:v>
                </c:pt>
                <c:pt idx="86">
                  <c:v>03-07-2021</c:v>
                </c:pt>
                <c:pt idx="87">
                  <c:v>03-07-2021</c:v>
                </c:pt>
                <c:pt idx="88">
                  <c:v>03-07-2021</c:v>
                </c:pt>
                <c:pt idx="89">
                  <c:v>03-07-2021</c:v>
                </c:pt>
                <c:pt idx="90">
                  <c:v>03-07-2021</c:v>
                </c:pt>
                <c:pt idx="91">
                  <c:v>03-07-2021</c:v>
                </c:pt>
                <c:pt idx="92">
                  <c:v>03-07-2021</c:v>
                </c:pt>
                <c:pt idx="93">
                  <c:v>03-07-2021</c:v>
                </c:pt>
                <c:pt idx="94">
                  <c:v>03-07-2021</c:v>
                </c:pt>
                <c:pt idx="95">
                  <c:v>03-07-2021</c:v>
                </c:pt>
                <c:pt idx="96">
                  <c:v>03-07-2021</c:v>
                </c:pt>
                <c:pt idx="97">
                  <c:v>03-07-2021</c:v>
                </c:pt>
                <c:pt idx="98">
                  <c:v>03-07-2021</c:v>
                </c:pt>
                <c:pt idx="99">
                  <c:v>03-07-2021</c:v>
                </c:pt>
                <c:pt idx="100">
                  <c:v>03-07-2021</c:v>
                </c:pt>
                <c:pt idx="101">
                  <c:v>03-07-2021</c:v>
                </c:pt>
                <c:pt idx="102">
                  <c:v>03-07-2021</c:v>
                </c:pt>
                <c:pt idx="103">
                  <c:v>03-07-2021</c:v>
                </c:pt>
                <c:pt idx="104">
                  <c:v>03-07-2021</c:v>
                </c:pt>
                <c:pt idx="105">
                  <c:v>03-07-2021</c:v>
                </c:pt>
                <c:pt idx="106">
                  <c:v>03-07-2021</c:v>
                </c:pt>
                <c:pt idx="107">
                  <c:v>03-07-2021</c:v>
                </c:pt>
                <c:pt idx="108">
                  <c:v>03-07-2021</c:v>
                </c:pt>
                <c:pt idx="109">
                  <c:v>03-07-2021</c:v>
                </c:pt>
                <c:pt idx="110">
                  <c:v>03-07-2021</c:v>
                </c:pt>
                <c:pt idx="111">
                  <c:v>03-07-2021</c:v>
                </c:pt>
                <c:pt idx="112">
                  <c:v>03-07-2021</c:v>
                </c:pt>
                <c:pt idx="113">
                  <c:v>03-07-2021</c:v>
                </c:pt>
                <c:pt idx="114">
                  <c:v>03-07-2021</c:v>
                </c:pt>
                <c:pt idx="115">
                  <c:v>03-07-2021</c:v>
                </c:pt>
                <c:pt idx="116">
                  <c:v>03-07-2021</c:v>
                </c:pt>
                <c:pt idx="117">
                  <c:v>03-07-2021</c:v>
                </c:pt>
                <c:pt idx="118">
                  <c:v>03-07-2021</c:v>
                </c:pt>
                <c:pt idx="119">
                  <c:v>03-07-2021</c:v>
                </c:pt>
                <c:pt idx="120">
                  <c:v>03-07-2021</c:v>
                </c:pt>
                <c:pt idx="121">
                  <c:v>03-07-2021</c:v>
                </c:pt>
                <c:pt idx="122">
                  <c:v>03-07-2021</c:v>
                </c:pt>
                <c:pt idx="123">
                  <c:v>03-07-2021</c:v>
                </c:pt>
                <c:pt idx="124">
                  <c:v>03-07-2021</c:v>
                </c:pt>
                <c:pt idx="125">
                  <c:v>03-07-2021</c:v>
                </c:pt>
                <c:pt idx="126">
                  <c:v>03-07-2021</c:v>
                </c:pt>
                <c:pt idx="127">
                  <c:v>03-07-2021</c:v>
                </c:pt>
                <c:pt idx="128">
                  <c:v>03-07-2021</c:v>
                </c:pt>
                <c:pt idx="129">
                  <c:v>03-07-2021</c:v>
                </c:pt>
                <c:pt idx="130">
                  <c:v>03-07-2021</c:v>
                </c:pt>
                <c:pt idx="131">
                  <c:v>03-07-2021</c:v>
                </c:pt>
                <c:pt idx="132">
                  <c:v>03-07-2021</c:v>
                </c:pt>
                <c:pt idx="133">
                  <c:v>03-07-2021</c:v>
                </c:pt>
                <c:pt idx="134">
                  <c:v>03-07-2021</c:v>
                </c:pt>
                <c:pt idx="135">
                  <c:v>04-07-2021</c:v>
                </c:pt>
                <c:pt idx="136">
                  <c:v>04-07-2021</c:v>
                </c:pt>
                <c:pt idx="137">
                  <c:v>04-07-2021</c:v>
                </c:pt>
                <c:pt idx="138">
                  <c:v>04-07-2021</c:v>
                </c:pt>
                <c:pt idx="139">
                  <c:v>04-07-2021</c:v>
                </c:pt>
                <c:pt idx="140">
                  <c:v>04-07-2021</c:v>
                </c:pt>
                <c:pt idx="141">
                  <c:v>04-07-2021</c:v>
                </c:pt>
                <c:pt idx="142">
                  <c:v>04-07-2021</c:v>
                </c:pt>
                <c:pt idx="143">
                  <c:v>04-07-2021</c:v>
                </c:pt>
                <c:pt idx="144">
                  <c:v>04-07-2021</c:v>
                </c:pt>
                <c:pt idx="145">
                  <c:v>04-07-2021</c:v>
                </c:pt>
                <c:pt idx="146">
                  <c:v>04-07-2021</c:v>
                </c:pt>
                <c:pt idx="147">
                  <c:v>04-07-2021</c:v>
                </c:pt>
                <c:pt idx="148">
                  <c:v>04-07-2021</c:v>
                </c:pt>
                <c:pt idx="149">
                  <c:v>04-07-2021</c:v>
                </c:pt>
                <c:pt idx="150">
                  <c:v>04-07-2021</c:v>
                </c:pt>
                <c:pt idx="151">
                  <c:v>04-07-2021</c:v>
                </c:pt>
                <c:pt idx="152">
                  <c:v>04-07-2021</c:v>
                </c:pt>
                <c:pt idx="153">
                  <c:v>04-07-2021</c:v>
                </c:pt>
                <c:pt idx="154">
                  <c:v>04-07-2021</c:v>
                </c:pt>
                <c:pt idx="155">
                  <c:v>04-07-2021</c:v>
                </c:pt>
                <c:pt idx="156">
                  <c:v>04-07-2021</c:v>
                </c:pt>
                <c:pt idx="157">
                  <c:v>04-07-2021</c:v>
                </c:pt>
                <c:pt idx="158">
                  <c:v>04-07-2021</c:v>
                </c:pt>
                <c:pt idx="159">
                  <c:v>04-07-2021</c:v>
                </c:pt>
                <c:pt idx="160">
                  <c:v>04-07-2021</c:v>
                </c:pt>
                <c:pt idx="161">
                  <c:v>04-07-2021</c:v>
                </c:pt>
                <c:pt idx="162">
                  <c:v>04-07-2021</c:v>
                </c:pt>
                <c:pt idx="163">
                  <c:v>04-07-2021</c:v>
                </c:pt>
                <c:pt idx="164">
                  <c:v>04-07-2021</c:v>
                </c:pt>
                <c:pt idx="165">
                  <c:v>04-07-2021</c:v>
                </c:pt>
                <c:pt idx="166">
                  <c:v>04-07-2021</c:v>
                </c:pt>
                <c:pt idx="167">
                  <c:v>04-07-2021</c:v>
                </c:pt>
                <c:pt idx="168">
                  <c:v>04-07-2021</c:v>
                </c:pt>
                <c:pt idx="169">
                  <c:v>04-07-2021</c:v>
                </c:pt>
                <c:pt idx="170">
                  <c:v>04-07-2021</c:v>
                </c:pt>
                <c:pt idx="171">
                  <c:v>04-07-2021</c:v>
                </c:pt>
                <c:pt idx="172">
                  <c:v>04-07-2021</c:v>
                </c:pt>
                <c:pt idx="173">
                  <c:v>04-07-2021</c:v>
                </c:pt>
                <c:pt idx="174">
                  <c:v>04-07-2021</c:v>
                </c:pt>
                <c:pt idx="175">
                  <c:v>04-07-2021</c:v>
                </c:pt>
                <c:pt idx="176">
                  <c:v>04-07-2021</c:v>
                </c:pt>
                <c:pt idx="177">
                  <c:v>04-07-2021</c:v>
                </c:pt>
                <c:pt idx="178">
                  <c:v>04-07-2021</c:v>
                </c:pt>
                <c:pt idx="179">
                  <c:v>04-07-2021</c:v>
                </c:pt>
                <c:pt idx="180">
                  <c:v>04-07-2021</c:v>
                </c:pt>
                <c:pt idx="181">
                  <c:v>04-07-2021</c:v>
                </c:pt>
                <c:pt idx="182">
                  <c:v>04-07-2021</c:v>
                </c:pt>
                <c:pt idx="183">
                  <c:v>04-07-2021</c:v>
                </c:pt>
                <c:pt idx="184">
                  <c:v>04-07-2021</c:v>
                </c:pt>
                <c:pt idx="185">
                  <c:v>04-07-2021</c:v>
                </c:pt>
                <c:pt idx="186">
                  <c:v>04-07-2021</c:v>
                </c:pt>
                <c:pt idx="187">
                  <c:v>04-07-2021</c:v>
                </c:pt>
                <c:pt idx="188">
                  <c:v>05-07-2021</c:v>
                </c:pt>
                <c:pt idx="189">
                  <c:v>05-07-2021</c:v>
                </c:pt>
                <c:pt idx="190">
                  <c:v>05-07-2021</c:v>
                </c:pt>
                <c:pt idx="191">
                  <c:v>05-07-2021</c:v>
                </c:pt>
                <c:pt idx="192">
                  <c:v>05-07-2021</c:v>
                </c:pt>
                <c:pt idx="193">
                  <c:v>05-07-2021</c:v>
                </c:pt>
                <c:pt idx="194">
                  <c:v>05-07-2021</c:v>
                </c:pt>
                <c:pt idx="195">
                  <c:v>05-07-2021</c:v>
                </c:pt>
                <c:pt idx="196">
                  <c:v>05-07-2021</c:v>
                </c:pt>
                <c:pt idx="197">
                  <c:v>05-07-2021</c:v>
                </c:pt>
                <c:pt idx="198">
                  <c:v>05-07-2021</c:v>
                </c:pt>
                <c:pt idx="199">
                  <c:v>05-07-2021</c:v>
                </c:pt>
                <c:pt idx="200">
                  <c:v>05-07-2021</c:v>
                </c:pt>
                <c:pt idx="201">
                  <c:v>05-07-2021</c:v>
                </c:pt>
                <c:pt idx="202">
                  <c:v>05-07-2021</c:v>
                </c:pt>
                <c:pt idx="203">
                  <c:v>05-07-2021</c:v>
                </c:pt>
                <c:pt idx="204">
                  <c:v>05-07-2021</c:v>
                </c:pt>
                <c:pt idx="205">
                  <c:v>05-07-2021</c:v>
                </c:pt>
                <c:pt idx="206">
                  <c:v>05-07-2021</c:v>
                </c:pt>
                <c:pt idx="207">
                  <c:v>05-07-2021</c:v>
                </c:pt>
                <c:pt idx="208">
                  <c:v>05-07-2021</c:v>
                </c:pt>
                <c:pt idx="209">
                  <c:v>05-07-2021</c:v>
                </c:pt>
                <c:pt idx="210">
                  <c:v>05-07-2021</c:v>
                </c:pt>
                <c:pt idx="211">
                  <c:v>05-07-2021</c:v>
                </c:pt>
                <c:pt idx="212">
                  <c:v>05-07-2021</c:v>
                </c:pt>
                <c:pt idx="213">
                  <c:v>05-07-2021</c:v>
                </c:pt>
                <c:pt idx="214">
                  <c:v>05-07-2021</c:v>
                </c:pt>
                <c:pt idx="215">
                  <c:v>05-07-2021</c:v>
                </c:pt>
                <c:pt idx="216">
                  <c:v>05-07-2021</c:v>
                </c:pt>
                <c:pt idx="217">
                  <c:v>05-07-2021</c:v>
                </c:pt>
                <c:pt idx="218">
                  <c:v>05-07-2021</c:v>
                </c:pt>
                <c:pt idx="219">
                  <c:v>05-07-2021</c:v>
                </c:pt>
                <c:pt idx="220">
                  <c:v>05-07-2021</c:v>
                </c:pt>
                <c:pt idx="221">
                  <c:v>05-07-2021</c:v>
                </c:pt>
                <c:pt idx="222">
                  <c:v>05-07-2021</c:v>
                </c:pt>
                <c:pt idx="223">
                  <c:v>05-07-2021</c:v>
                </c:pt>
                <c:pt idx="224">
                  <c:v>05-07-2021</c:v>
                </c:pt>
                <c:pt idx="225">
                  <c:v>05-07-2021</c:v>
                </c:pt>
                <c:pt idx="226">
                  <c:v>05-07-2021</c:v>
                </c:pt>
                <c:pt idx="227">
                  <c:v>05-07-2021</c:v>
                </c:pt>
                <c:pt idx="228">
                  <c:v>05-07-2021</c:v>
                </c:pt>
                <c:pt idx="229">
                  <c:v>05-07-2021</c:v>
                </c:pt>
                <c:pt idx="230">
                  <c:v>05-07-2021</c:v>
                </c:pt>
                <c:pt idx="231">
                  <c:v>05-07-2021</c:v>
                </c:pt>
                <c:pt idx="232">
                  <c:v>05-07-2021</c:v>
                </c:pt>
                <c:pt idx="233">
                  <c:v>05-07-2021</c:v>
                </c:pt>
                <c:pt idx="234">
                  <c:v>05-07-2021</c:v>
                </c:pt>
                <c:pt idx="235">
                  <c:v>05-07-2021</c:v>
                </c:pt>
                <c:pt idx="236">
                  <c:v>05-07-2021</c:v>
                </c:pt>
                <c:pt idx="237">
                  <c:v>05-07-2021</c:v>
                </c:pt>
                <c:pt idx="238">
                  <c:v>05-07-2021</c:v>
                </c:pt>
                <c:pt idx="239">
                  <c:v>05-07-2021</c:v>
                </c:pt>
                <c:pt idx="240">
                  <c:v>06-07-2021</c:v>
                </c:pt>
                <c:pt idx="241">
                  <c:v>06-07-2021</c:v>
                </c:pt>
                <c:pt idx="242">
                  <c:v>06-07-2021</c:v>
                </c:pt>
                <c:pt idx="243">
                  <c:v>06-07-2021</c:v>
                </c:pt>
                <c:pt idx="244">
                  <c:v>06-07-2021</c:v>
                </c:pt>
                <c:pt idx="245">
                  <c:v>06-07-2021</c:v>
                </c:pt>
                <c:pt idx="246">
                  <c:v>06-07-2021</c:v>
                </c:pt>
                <c:pt idx="247">
                  <c:v>06-07-2021</c:v>
                </c:pt>
                <c:pt idx="248">
                  <c:v>06-07-2021</c:v>
                </c:pt>
                <c:pt idx="249">
                  <c:v>06-07-2021</c:v>
                </c:pt>
                <c:pt idx="250">
                  <c:v>06-07-2021</c:v>
                </c:pt>
                <c:pt idx="251">
                  <c:v>06-07-2021</c:v>
                </c:pt>
                <c:pt idx="252">
                  <c:v>06-07-2021</c:v>
                </c:pt>
                <c:pt idx="253">
                  <c:v>06-07-2021</c:v>
                </c:pt>
                <c:pt idx="254">
                  <c:v>06-07-2021</c:v>
                </c:pt>
                <c:pt idx="255">
                  <c:v>06-07-2021</c:v>
                </c:pt>
                <c:pt idx="256">
                  <c:v>06-07-2021</c:v>
                </c:pt>
                <c:pt idx="257">
                  <c:v>06-07-2021</c:v>
                </c:pt>
                <c:pt idx="258">
                  <c:v>06-07-2021</c:v>
                </c:pt>
                <c:pt idx="259">
                  <c:v>06-07-2021</c:v>
                </c:pt>
                <c:pt idx="260">
                  <c:v>06-07-2021</c:v>
                </c:pt>
                <c:pt idx="261">
                  <c:v>06-07-2021</c:v>
                </c:pt>
                <c:pt idx="262">
                  <c:v>06-07-2021</c:v>
                </c:pt>
                <c:pt idx="263">
                  <c:v>06-07-2021</c:v>
                </c:pt>
                <c:pt idx="264">
                  <c:v>06-07-2021</c:v>
                </c:pt>
                <c:pt idx="265">
                  <c:v>06-07-2021</c:v>
                </c:pt>
                <c:pt idx="266">
                  <c:v>06-07-2021</c:v>
                </c:pt>
                <c:pt idx="267">
                  <c:v>06-07-2021</c:v>
                </c:pt>
                <c:pt idx="268">
                  <c:v>06-07-2021</c:v>
                </c:pt>
                <c:pt idx="269">
                  <c:v>06-07-2021</c:v>
                </c:pt>
                <c:pt idx="270">
                  <c:v>06-07-2021</c:v>
                </c:pt>
                <c:pt idx="271">
                  <c:v>06-07-2021</c:v>
                </c:pt>
                <c:pt idx="272">
                  <c:v>06-07-2021</c:v>
                </c:pt>
                <c:pt idx="273">
                  <c:v>06-07-2021</c:v>
                </c:pt>
                <c:pt idx="274">
                  <c:v>06-07-2021</c:v>
                </c:pt>
                <c:pt idx="275">
                  <c:v>06-07-2021</c:v>
                </c:pt>
                <c:pt idx="276">
                  <c:v>06-07-2021</c:v>
                </c:pt>
                <c:pt idx="277">
                  <c:v>06-07-2021</c:v>
                </c:pt>
                <c:pt idx="278">
                  <c:v>06-07-2021</c:v>
                </c:pt>
                <c:pt idx="279">
                  <c:v>06-07-2021</c:v>
                </c:pt>
                <c:pt idx="280">
                  <c:v>06-07-2021</c:v>
                </c:pt>
                <c:pt idx="281">
                  <c:v>06-07-2021</c:v>
                </c:pt>
                <c:pt idx="282">
                  <c:v>06-07-2021</c:v>
                </c:pt>
                <c:pt idx="283">
                  <c:v>06-07-2021</c:v>
                </c:pt>
                <c:pt idx="284">
                  <c:v>06-07-2021</c:v>
                </c:pt>
                <c:pt idx="285">
                  <c:v>06-07-2021</c:v>
                </c:pt>
                <c:pt idx="286">
                  <c:v>06-07-2021</c:v>
                </c:pt>
                <c:pt idx="287">
                  <c:v>06-07-2021</c:v>
                </c:pt>
                <c:pt idx="288">
                  <c:v>06-07-2021</c:v>
                </c:pt>
                <c:pt idx="289">
                  <c:v>06-07-2021</c:v>
                </c:pt>
                <c:pt idx="290">
                  <c:v>06-07-2021</c:v>
                </c:pt>
                <c:pt idx="291">
                  <c:v>06-07-2021</c:v>
                </c:pt>
                <c:pt idx="292">
                  <c:v>07-07-2021</c:v>
                </c:pt>
                <c:pt idx="293">
                  <c:v>07-07-2021</c:v>
                </c:pt>
                <c:pt idx="294">
                  <c:v>07-07-2021</c:v>
                </c:pt>
                <c:pt idx="295">
                  <c:v>07-07-2021</c:v>
                </c:pt>
                <c:pt idx="296">
                  <c:v>07-07-2021</c:v>
                </c:pt>
                <c:pt idx="297">
                  <c:v>07-07-2021</c:v>
                </c:pt>
                <c:pt idx="298">
                  <c:v>07-07-2021</c:v>
                </c:pt>
                <c:pt idx="299">
                  <c:v>07-07-2021</c:v>
                </c:pt>
                <c:pt idx="300">
                  <c:v>07-07-2021</c:v>
                </c:pt>
                <c:pt idx="301">
                  <c:v>07-07-2021</c:v>
                </c:pt>
                <c:pt idx="302">
                  <c:v>07-07-2021</c:v>
                </c:pt>
                <c:pt idx="303">
                  <c:v>07-07-2021</c:v>
                </c:pt>
                <c:pt idx="304">
                  <c:v>07-07-2021</c:v>
                </c:pt>
                <c:pt idx="305">
                  <c:v>07-07-2021</c:v>
                </c:pt>
                <c:pt idx="306">
                  <c:v>07-07-2021</c:v>
                </c:pt>
                <c:pt idx="307">
                  <c:v>07-07-2021</c:v>
                </c:pt>
                <c:pt idx="308">
                  <c:v>07-07-2021</c:v>
                </c:pt>
                <c:pt idx="309">
                  <c:v>07-07-2021</c:v>
                </c:pt>
                <c:pt idx="310">
                  <c:v>07-07-2021</c:v>
                </c:pt>
                <c:pt idx="311">
                  <c:v>07-07-2021</c:v>
                </c:pt>
                <c:pt idx="312">
                  <c:v>07-07-2021</c:v>
                </c:pt>
                <c:pt idx="313">
                  <c:v>07-07-2021</c:v>
                </c:pt>
                <c:pt idx="314">
                  <c:v>07-07-2021</c:v>
                </c:pt>
                <c:pt idx="315">
                  <c:v>07-07-2021</c:v>
                </c:pt>
                <c:pt idx="316">
                  <c:v>07-07-2021</c:v>
                </c:pt>
                <c:pt idx="317">
                  <c:v>07-07-2021</c:v>
                </c:pt>
                <c:pt idx="318">
                  <c:v>07-07-2021</c:v>
                </c:pt>
                <c:pt idx="319">
                  <c:v>07-07-2021</c:v>
                </c:pt>
                <c:pt idx="320">
                  <c:v>07-07-2021</c:v>
                </c:pt>
                <c:pt idx="321">
                  <c:v>07-07-2021</c:v>
                </c:pt>
                <c:pt idx="322">
                  <c:v>07-07-2021</c:v>
                </c:pt>
                <c:pt idx="323">
                  <c:v>07-07-2021</c:v>
                </c:pt>
                <c:pt idx="324">
                  <c:v>07-07-2021</c:v>
                </c:pt>
                <c:pt idx="325">
                  <c:v>07-07-2021</c:v>
                </c:pt>
                <c:pt idx="326">
                  <c:v>07-07-2021</c:v>
                </c:pt>
                <c:pt idx="327">
                  <c:v>07-07-2021</c:v>
                </c:pt>
                <c:pt idx="328">
                  <c:v>07-07-2021</c:v>
                </c:pt>
                <c:pt idx="329">
                  <c:v>07-07-2021</c:v>
                </c:pt>
                <c:pt idx="330">
                  <c:v>07-07-2021</c:v>
                </c:pt>
                <c:pt idx="331">
                  <c:v>07-07-2021</c:v>
                </c:pt>
                <c:pt idx="332">
                  <c:v>07-07-2021</c:v>
                </c:pt>
                <c:pt idx="333">
                  <c:v>07-07-2021</c:v>
                </c:pt>
                <c:pt idx="334">
                  <c:v>07-07-2021</c:v>
                </c:pt>
                <c:pt idx="335">
                  <c:v>07-07-2021</c:v>
                </c:pt>
                <c:pt idx="336">
                  <c:v>07-07-2021</c:v>
                </c:pt>
                <c:pt idx="337">
                  <c:v>07-07-2021</c:v>
                </c:pt>
                <c:pt idx="338">
                  <c:v>07-07-2021</c:v>
                </c:pt>
                <c:pt idx="339">
                  <c:v>07-07-2021</c:v>
                </c:pt>
                <c:pt idx="340">
                  <c:v>07-07-2021</c:v>
                </c:pt>
                <c:pt idx="341">
                  <c:v>07-07-2021</c:v>
                </c:pt>
                <c:pt idx="342">
                  <c:v>07-07-2021</c:v>
                </c:pt>
                <c:pt idx="343">
                  <c:v>07-07-2021</c:v>
                </c:pt>
                <c:pt idx="344">
                  <c:v>08-07-2021</c:v>
                </c:pt>
                <c:pt idx="345">
                  <c:v>08-07-2021</c:v>
                </c:pt>
                <c:pt idx="346">
                  <c:v>08-07-2021</c:v>
                </c:pt>
                <c:pt idx="347">
                  <c:v>08-07-2021</c:v>
                </c:pt>
                <c:pt idx="348">
                  <c:v>08-07-2021</c:v>
                </c:pt>
                <c:pt idx="349">
                  <c:v>08-07-2021</c:v>
                </c:pt>
                <c:pt idx="350">
                  <c:v>08-07-2021</c:v>
                </c:pt>
                <c:pt idx="351">
                  <c:v>08-07-2021</c:v>
                </c:pt>
                <c:pt idx="352">
                  <c:v>08-07-2021</c:v>
                </c:pt>
                <c:pt idx="353">
                  <c:v>08-07-2021</c:v>
                </c:pt>
                <c:pt idx="354">
                  <c:v>08-07-2021</c:v>
                </c:pt>
                <c:pt idx="355">
                  <c:v>08-07-2021</c:v>
                </c:pt>
                <c:pt idx="356">
                  <c:v>08-07-2021</c:v>
                </c:pt>
                <c:pt idx="357">
                  <c:v>08-07-2021</c:v>
                </c:pt>
                <c:pt idx="358">
                  <c:v>08-07-2021</c:v>
                </c:pt>
                <c:pt idx="359">
                  <c:v>08-07-2021</c:v>
                </c:pt>
                <c:pt idx="360">
                  <c:v>08-07-2021</c:v>
                </c:pt>
                <c:pt idx="361">
                  <c:v>08-07-2021</c:v>
                </c:pt>
                <c:pt idx="362">
                  <c:v>08-07-2021</c:v>
                </c:pt>
                <c:pt idx="363">
                  <c:v>08-07-2021</c:v>
                </c:pt>
                <c:pt idx="364">
                  <c:v>08-07-2021</c:v>
                </c:pt>
                <c:pt idx="365">
                  <c:v>08-07-2021</c:v>
                </c:pt>
                <c:pt idx="366">
                  <c:v>08-07-2021</c:v>
                </c:pt>
                <c:pt idx="367">
                  <c:v>08-07-2021</c:v>
                </c:pt>
                <c:pt idx="368">
                  <c:v>08-07-2021</c:v>
                </c:pt>
                <c:pt idx="369">
                  <c:v>08-07-2021</c:v>
                </c:pt>
                <c:pt idx="370">
                  <c:v>08-07-2021</c:v>
                </c:pt>
                <c:pt idx="371">
                  <c:v>08-07-2021</c:v>
                </c:pt>
                <c:pt idx="372">
                  <c:v>08-07-2021</c:v>
                </c:pt>
                <c:pt idx="373">
                  <c:v>08-07-2021</c:v>
                </c:pt>
                <c:pt idx="374">
                  <c:v>08-07-2021</c:v>
                </c:pt>
                <c:pt idx="375">
                  <c:v>08-07-2021</c:v>
                </c:pt>
                <c:pt idx="376">
                  <c:v>08-07-2021</c:v>
                </c:pt>
                <c:pt idx="377">
                  <c:v>08-07-2021</c:v>
                </c:pt>
                <c:pt idx="378">
                  <c:v>08-07-2021</c:v>
                </c:pt>
                <c:pt idx="379">
                  <c:v>08-07-2021</c:v>
                </c:pt>
                <c:pt idx="380">
                  <c:v>08-07-2021</c:v>
                </c:pt>
                <c:pt idx="381">
                  <c:v>08-07-2021</c:v>
                </c:pt>
                <c:pt idx="382">
                  <c:v>08-07-2021</c:v>
                </c:pt>
                <c:pt idx="383">
                  <c:v>08-07-2021</c:v>
                </c:pt>
                <c:pt idx="384">
                  <c:v>08-07-2021</c:v>
                </c:pt>
                <c:pt idx="385">
                  <c:v>08-07-2021</c:v>
                </c:pt>
                <c:pt idx="386">
                  <c:v>08-07-2021</c:v>
                </c:pt>
                <c:pt idx="387">
                  <c:v>08-07-2021</c:v>
                </c:pt>
                <c:pt idx="388">
                  <c:v>08-07-2021</c:v>
                </c:pt>
                <c:pt idx="389">
                  <c:v>08-07-2021</c:v>
                </c:pt>
                <c:pt idx="390">
                  <c:v>08-07-2021</c:v>
                </c:pt>
                <c:pt idx="391">
                  <c:v>08-07-2021</c:v>
                </c:pt>
                <c:pt idx="392">
                  <c:v>08-07-2021</c:v>
                </c:pt>
                <c:pt idx="393">
                  <c:v>08-07-2021</c:v>
                </c:pt>
                <c:pt idx="394">
                  <c:v>08-07-2021</c:v>
                </c:pt>
                <c:pt idx="395">
                  <c:v>08-07-2021</c:v>
                </c:pt>
                <c:pt idx="396">
                  <c:v>09-07-2021</c:v>
                </c:pt>
                <c:pt idx="397">
                  <c:v>09-07-2021</c:v>
                </c:pt>
                <c:pt idx="398">
                  <c:v>09-07-2021</c:v>
                </c:pt>
                <c:pt idx="399">
                  <c:v>09-07-2021</c:v>
                </c:pt>
                <c:pt idx="400">
                  <c:v>09-07-2021</c:v>
                </c:pt>
                <c:pt idx="401">
                  <c:v>09-07-2021</c:v>
                </c:pt>
                <c:pt idx="402">
                  <c:v>09-07-2021</c:v>
                </c:pt>
                <c:pt idx="403">
                  <c:v>09-07-2021</c:v>
                </c:pt>
                <c:pt idx="404">
                  <c:v>09-07-2021</c:v>
                </c:pt>
                <c:pt idx="405">
                  <c:v>09-07-2021</c:v>
                </c:pt>
                <c:pt idx="406">
                  <c:v>09-07-2021</c:v>
                </c:pt>
                <c:pt idx="407">
                  <c:v>09-07-2021</c:v>
                </c:pt>
                <c:pt idx="408">
                  <c:v>09-07-2021</c:v>
                </c:pt>
                <c:pt idx="409">
                  <c:v>09-07-2021</c:v>
                </c:pt>
                <c:pt idx="410">
                  <c:v>09-07-2021</c:v>
                </c:pt>
                <c:pt idx="411">
                  <c:v>09-07-2021</c:v>
                </c:pt>
                <c:pt idx="412">
                  <c:v>09-07-2021</c:v>
                </c:pt>
                <c:pt idx="413">
                  <c:v>09-07-2021</c:v>
                </c:pt>
                <c:pt idx="414">
                  <c:v>09-07-2021</c:v>
                </c:pt>
                <c:pt idx="415">
                  <c:v>09-07-2021</c:v>
                </c:pt>
                <c:pt idx="416">
                  <c:v>09-07-2021</c:v>
                </c:pt>
                <c:pt idx="417">
                  <c:v>09-07-2021</c:v>
                </c:pt>
                <c:pt idx="418">
                  <c:v>09-07-2021</c:v>
                </c:pt>
                <c:pt idx="419">
                  <c:v>09-07-2021</c:v>
                </c:pt>
                <c:pt idx="420">
                  <c:v>09-07-2021</c:v>
                </c:pt>
                <c:pt idx="421">
                  <c:v>09-07-2021</c:v>
                </c:pt>
                <c:pt idx="422">
                  <c:v>09-07-2021</c:v>
                </c:pt>
                <c:pt idx="423">
                  <c:v>09-07-2021</c:v>
                </c:pt>
                <c:pt idx="424">
                  <c:v>09-07-2021</c:v>
                </c:pt>
                <c:pt idx="425">
                  <c:v>09-07-2021</c:v>
                </c:pt>
                <c:pt idx="426">
                  <c:v>09-07-2021</c:v>
                </c:pt>
                <c:pt idx="427">
                  <c:v>09-07-2021</c:v>
                </c:pt>
                <c:pt idx="428">
                  <c:v>09-07-2021</c:v>
                </c:pt>
                <c:pt idx="429">
                  <c:v>09-07-2021</c:v>
                </c:pt>
                <c:pt idx="430">
                  <c:v>09-07-2021</c:v>
                </c:pt>
                <c:pt idx="431">
                  <c:v>09-07-2021</c:v>
                </c:pt>
                <c:pt idx="432">
                  <c:v>09-07-2021</c:v>
                </c:pt>
                <c:pt idx="433">
                  <c:v>09-07-2021</c:v>
                </c:pt>
                <c:pt idx="434">
                  <c:v>09-07-2021</c:v>
                </c:pt>
                <c:pt idx="435">
                  <c:v>09-07-2021</c:v>
                </c:pt>
                <c:pt idx="436">
                  <c:v>09-07-2021</c:v>
                </c:pt>
                <c:pt idx="437">
                  <c:v>09-07-2021</c:v>
                </c:pt>
                <c:pt idx="438">
                  <c:v>09-07-2021</c:v>
                </c:pt>
                <c:pt idx="439">
                  <c:v>09-07-2021</c:v>
                </c:pt>
                <c:pt idx="440">
                  <c:v>09-07-2021</c:v>
                </c:pt>
                <c:pt idx="441">
                  <c:v>09-07-2021</c:v>
                </c:pt>
                <c:pt idx="442">
                  <c:v>09-07-2021</c:v>
                </c:pt>
                <c:pt idx="443">
                  <c:v>09-07-2021</c:v>
                </c:pt>
                <c:pt idx="444">
                  <c:v>09-07-2021</c:v>
                </c:pt>
                <c:pt idx="445">
                  <c:v>09-07-2021</c:v>
                </c:pt>
                <c:pt idx="446">
                  <c:v>09-07-2021</c:v>
                </c:pt>
                <c:pt idx="447">
                  <c:v>09-07-2021</c:v>
                </c:pt>
                <c:pt idx="448">
                  <c:v>10-07-2021</c:v>
                </c:pt>
                <c:pt idx="449">
                  <c:v>10-07-2021</c:v>
                </c:pt>
                <c:pt idx="450">
                  <c:v>10-07-2021</c:v>
                </c:pt>
                <c:pt idx="451">
                  <c:v>10-07-2021</c:v>
                </c:pt>
                <c:pt idx="452">
                  <c:v>10-07-2021</c:v>
                </c:pt>
                <c:pt idx="453">
                  <c:v>10-07-2021</c:v>
                </c:pt>
                <c:pt idx="454">
                  <c:v>10-07-2021</c:v>
                </c:pt>
                <c:pt idx="455">
                  <c:v>10-07-2021</c:v>
                </c:pt>
                <c:pt idx="456">
                  <c:v>10-07-2021</c:v>
                </c:pt>
                <c:pt idx="457">
                  <c:v>10-07-2021</c:v>
                </c:pt>
                <c:pt idx="458">
                  <c:v>10-07-2021</c:v>
                </c:pt>
                <c:pt idx="459">
                  <c:v>10-07-2021</c:v>
                </c:pt>
                <c:pt idx="460">
                  <c:v>10-07-2021</c:v>
                </c:pt>
                <c:pt idx="461">
                  <c:v>10-07-2021</c:v>
                </c:pt>
                <c:pt idx="462">
                  <c:v>10-07-2021</c:v>
                </c:pt>
                <c:pt idx="463">
                  <c:v>10-07-2021</c:v>
                </c:pt>
                <c:pt idx="464">
                  <c:v>10-07-2021</c:v>
                </c:pt>
                <c:pt idx="465">
                  <c:v>10-07-2021</c:v>
                </c:pt>
                <c:pt idx="466">
                  <c:v>10-07-2021</c:v>
                </c:pt>
                <c:pt idx="467">
                  <c:v>10-07-2021</c:v>
                </c:pt>
                <c:pt idx="468">
                  <c:v>10-07-2021</c:v>
                </c:pt>
                <c:pt idx="469">
                  <c:v>10-07-2021</c:v>
                </c:pt>
                <c:pt idx="470">
                  <c:v>10-07-2021</c:v>
                </c:pt>
                <c:pt idx="471">
                  <c:v>10-07-2021</c:v>
                </c:pt>
                <c:pt idx="472">
                  <c:v>10-07-2021</c:v>
                </c:pt>
                <c:pt idx="473">
                  <c:v>10-07-2021</c:v>
                </c:pt>
                <c:pt idx="474">
                  <c:v>10-07-2021</c:v>
                </c:pt>
                <c:pt idx="475">
                  <c:v>10-07-2021</c:v>
                </c:pt>
                <c:pt idx="476">
                  <c:v>10-07-2021</c:v>
                </c:pt>
                <c:pt idx="477">
                  <c:v>10-07-2021</c:v>
                </c:pt>
                <c:pt idx="478">
                  <c:v>10-07-2021</c:v>
                </c:pt>
                <c:pt idx="479">
                  <c:v>10-07-2021</c:v>
                </c:pt>
                <c:pt idx="480">
                  <c:v>10-07-2021</c:v>
                </c:pt>
                <c:pt idx="481">
                  <c:v>10-07-2021</c:v>
                </c:pt>
                <c:pt idx="482">
                  <c:v>10-07-2021</c:v>
                </c:pt>
                <c:pt idx="483">
                  <c:v>10-07-2021</c:v>
                </c:pt>
                <c:pt idx="484">
                  <c:v>10-07-2021</c:v>
                </c:pt>
                <c:pt idx="485">
                  <c:v>10-07-2021</c:v>
                </c:pt>
                <c:pt idx="486">
                  <c:v>10-07-2021</c:v>
                </c:pt>
                <c:pt idx="487">
                  <c:v>10-07-2021</c:v>
                </c:pt>
                <c:pt idx="488">
                  <c:v>10-07-2021</c:v>
                </c:pt>
                <c:pt idx="489">
                  <c:v>10-07-2021</c:v>
                </c:pt>
                <c:pt idx="490">
                  <c:v>10-07-2021</c:v>
                </c:pt>
                <c:pt idx="491">
                  <c:v>10-07-2021</c:v>
                </c:pt>
                <c:pt idx="492">
                  <c:v>10-07-2021</c:v>
                </c:pt>
                <c:pt idx="493">
                  <c:v>10-07-2021</c:v>
                </c:pt>
                <c:pt idx="494">
                  <c:v>10-07-2021</c:v>
                </c:pt>
                <c:pt idx="495">
                  <c:v>10-07-2021</c:v>
                </c:pt>
                <c:pt idx="496">
                  <c:v>10-07-2021</c:v>
                </c:pt>
                <c:pt idx="497">
                  <c:v>10-07-2021</c:v>
                </c:pt>
                <c:pt idx="498">
                  <c:v>10-07-2021</c:v>
                </c:pt>
                <c:pt idx="499">
                  <c:v>10-07-2021</c:v>
                </c:pt>
                <c:pt idx="500">
                  <c:v>11-07-2021</c:v>
                </c:pt>
                <c:pt idx="501">
                  <c:v>11-07-2021</c:v>
                </c:pt>
                <c:pt idx="502">
                  <c:v>11-07-2021</c:v>
                </c:pt>
                <c:pt idx="503">
                  <c:v>11-07-2021</c:v>
                </c:pt>
                <c:pt idx="504">
                  <c:v>11-07-2021</c:v>
                </c:pt>
                <c:pt idx="505">
                  <c:v>11-07-2021</c:v>
                </c:pt>
                <c:pt idx="506">
                  <c:v>11-07-2021</c:v>
                </c:pt>
                <c:pt idx="507">
                  <c:v>11-07-2021</c:v>
                </c:pt>
                <c:pt idx="508">
                  <c:v>11-07-2021</c:v>
                </c:pt>
                <c:pt idx="509">
                  <c:v>11-07-2021</c:v>
                </c:pt>
                <c:pt idx="510">
                  <c:v>11-07-2021</c:v>
                </c:pt>
                <c:pt idx="511">
                  <c:v>11-07-2021</c:v>
                </c:pt>
                <c:pt idx="512">
                  <c:v>11-07-2021</c:v>
                </c:pt>
                <c:pt idx="513">
                  <c:v>11-07-2021</c:v>
                </c:pt>
                <c:pt idx="514">
                  <c:v>11-07-2021</c:v>
                </c:pt>
                <c:pt idx="515">
                  <c:v>11-07-2021</c:v>
                </c:pt>
                <c:pt idx="516">
                  <c:v>11-07-2021</c:v>
                </c:pt>
                <c:pt idx="517">
                  <c:v>11-07-2021</c:v>
                </c:pt>
                <c:pt idx="518">
                  <c:v>11-07-2021</c:v>
                </c:pt>
                <c:pt idx="519">
                  <c:v>11-07-2021</c:v>
                </c:pt>
                <c:pt idx="520">
                  <c:v>11-07-2021</c:v>
                </c:pt>
                <c:pt idx="521">
                  <c:v>11-07-2021</c:v>
                </c:pt>
                <c:pt idx="522">
                  <c:v>11-07-2021</c:v>
                </c:pt>
                <c:pt idx="523">
                  <c:v>11-07-2021</c:v>
                </c:pt>
                <c:pt idx="524">
                  <c:v>11-07-2021</c:v>
                </c:pt>
                <c:pt idx="525">
                  <c:v>11-07-2021</c:v>
                </c:pt>
                <c:pt idx="526">
                  <c:v>11-07-2021</c:v>
                </c:pt>
                <c:pt idx="527">
                  <c:v>11-07-2021</c:v>
                </c:pt>
                <c:pt idx="528">
                  <c:v>11-07-2021</c:v>
                </c:pt>
                <c:pt idx="529">
                  <c:v>11-07-2021</c:v>
                </c:pt>
                <c:pt idx="530">
                  <c:v>11-07-2021</c:v>
                </c:pt>
                <c:pt idx="531">
                  <c:v>11-07-2021</c:v>
                </c:pt>
                <c:pt idx="532">
                  <c:v>11-07-2021</c:v>
                </c:pt>
                <c:pt idx="533">
                  <c:v>11-07-2021</c:v>
                </c:pt>
                <c:pt idx="534">
                  <c:v>11-07-2021</c:v>
                </c:pt>
                <c:pt idx="535">
                  <c:v>11-07-2021</c:v>
                </c:pt>
                <c:pt idx="536">
                  <c:v>11-07-2021</c:v>
                </c:pt>
                <c:pt idx="537">
                  <c:v>11-07-2021</c:v>
                </c:pt>
                <c:pt idx="538">
                  <c:v>11-07-2021</c:v>
                </c:pt>
                <c:pt idx="539">
                  <c:v>11-07-2021</c:v>
                </c:pt>
                <c:pt idx="540">
                  <c:v>11-07-2021</c:v>
                </c:pt>
                <c:pt idx="541">
                  <c:v>11-07-2021</c:v>
                </c:pt>
                <c:pt idx="542">
                  <c:v>11-07-2021</c:v>
                </c:pt>
                <c:pt idx="543">
                  <c:v>11-07-2021</c:v>
                </c:pt>
                <c:pt idx="544">
                  <c:v>11-07-2021</c:v>
                </c:pt>
                <c:pt idx="545">
                  <c:v>11-07-2021</c:v>
                </c:pt>
                <c:pt idx="546">
                  <c:v>11-07-2021</c:v>
                </c:pt>
                <c:pt idx="547">
                  <c:v>11-07-2021</c:v>
                </c:pt>
                <c:pt idx="548">
                  <c:v>11-07-2021</c:v>
                </c:pt>
                <c:pt idx="549">
                  <c:v>11-07-2021</c:v>
                </c:pt>
                <c:pt idx="550">
                  <c:v>11-07-2021</c:v>
                </c:pt>
                <c:pt idx="551">
                  <c:v>11-07-2021</c:v>
                </c:pt>
                <c:pt idx="552">
                  <c:v>12-07-2021</c:v>
                </c:pt>
                <c:pt idx="553">
                  <c:v>12-07-2021</c:v>
                </c:pt>
                <c:pt idx="554">
                  <c:v>12-07-2021</c:v>
                </c:pt>
                <c:pt idx="555">
                  <c:v>12-07-2021</c:v>
                </c:pt>
                <c:pt idx="556">
                  <c:v>12-07-2021</c:v>
                </c:pt>
                <c:pt idx="557">
                  <c:v>12-07-2021</c:v>
                </c:pt>
                <c:pt idx="558">
                  <c:v>12-07-2021</c:v>
                </c:pt>
                <c:pt idx="559">
                  <c:v>12-07-2021</c:v>
                </c:pt>
                <c:pt idx="560">
                  <c:v>12-07-2021</c:v>
                </c:pt>
                <c:pt idx="561">
                  <c:v>12-07-2021</c:v>
                </c:pt>
                <c:pt idx="562">
                  <c:v>12-07-2021</c:v>
                </c:pt>
                <c:pt idx="563">
                  <c:v>12-07-2021</c:v>
                </c:pt>
                <c:pt idx="564">
                  <c:v>12-07-2021</c:v>
                </c:pt>
                <c:pt idx="565">
                  <c:v>12-07-2021</c:v>
                </c:pt>
                <c:pt idx="566">
                  <c:v>12-07-2021</c:v>
                </c:pt>
                <c:pt idx="567">
                  <c:v>12-07-2021</c:v>
                </c:pt>
                <c:pt idx="568">
                  <c:v>12-07-2021</c:v>
                </c:pt>
                <c:pt idx="569">
                  <c:v>12-07-2021</c:v>
                </c:pt>
                <c:pt idx="570">
                  <c:v>12-07-2021</c:v>
                </c:pt>
                <c:pt idx="571">
                  <c:v>12-07-2021</c:v>
                </c:pt>
                <c:pt idx="572">
                  <c:v>12-07-2021</c:v>
                </c:pt>
                <c:pt idx="573">
                  <c:v>12-07-2021</c:v>
                </c:pt>
                <c:pt idx="574">
                  <c:v>12-07-2021</c:v>
                </c:pt>
                <c:pt idx="575">
                  <c:v>12-07-2021</c:v>
                </c:pt>
                <c:pt idx="576">
                  <c:v>12-07-2021</c:v>
                </c:pt>
                <c:pt idx="577">
                  <c:v>12-07-2021</c:v>
                </c:pt>
                <c:pt idx="578">
                  <c:v>12-07-2021</c:v>
                </c:pt>
                <c:pt idx="579">
                  <c:v>12-07-2021</c:v>
                </c:pt>
                <c:pt idx="580">
                  <c:v>12-07-2021</c:v>
                </c:pt>
                <c:pt idx="581">
                  <c:v>12-07-2021</c:v>
                </c:pt>
                <c:pt idx="582">
                  <c:v>12-07-2021</c:v>
                </c:pt>
                <c:pt idx="583">
                  <c:v>12-07-2021</c:v>
                </c:pt>
                <c:pt idx="584">
                  <c:v>12-07-2021</c:v>
                </c:pt>
                <c:pt idx="585">
                  <c:v>12-07-2021</c:v>
                </c:pt>
                <c:pt idx="586">
                  <c:v>12-07-2021</c:v>
                </c:pt>
                <c:pt idx="587">
                  <c:v>12-07-2021</c:v>
                </c:pt>
                <c:pt idx="588">
                  <c:v>12-07-2021</c:v>
                </c:pt>
                <c:pt idx="589">
                  <c:v>12-07-2021</c:v>
                </c:pt>
                <c:pt idx="590">
                  <c:v>12-07-2021</c:v>
                </c:pt>
                <c:pt idx="591">
                  <c:v>12-07-2021</c:v>
                </c:pt>
                <c:pt idx="592">
                  <c:v>12-07-2021</c:v>
                </c:pt>
                <c:pt idx="593">
                  <c:v>12-07-2021</c:v>
                </c:pt>
                <c:pt idx="594">
                  <c:v>12-07-2021</c:v>
                </c:pt>
                <c:pt idx="595">
                  <c:v>12-07-2021</c:v>
                </c:pt>
                <c:pt idx="596">
                  <c:v>12-07-2021</c:v>
                </c:pt>
                <c:pt idx="597">
                  <c:v>12-07-2021</c:v>
                </c:pt>
                <c:pt idx="598">
                  <c:v>12-07-2021</c:v>
                </c:pt>
                <c:pt idx="599">
                  <c:v>12-07-2021</c:v>
                </c:pt>
                <c:pt idx="600">
                  <c:v>12-07-2021</c:v>
                </c:pt>
                <c:pt idx="601">
                  <c:v>12-07-2021</c:v>
                </c:pt>
                <c:pt idx="602">
                  <c:v>12-07-2021</c:v>
                </c:pt>
                <c:pt idx="603">
                  <c:v>12-07-2021</c:v>
                </c:pt>
                <c:pt idx="604">
                  <c:v>12-07-2021</c:v>
                </c:pt>
                <c:pt idx="605">
                  <c:v>12-07-2021</c:v>
                </c:pt>
                <c:pt idx="606">
                  <c:v>12-07-2021</c:v>
                </c:pt>
                <c:pt idx="607">
                  <c:v>12-07-2021</c:v>
                </c:pt>
                <c:pt idx="608">
                  <c:v>13-07-2021</c:v>
                </c:pt>
                <c:pt idx="609">
                  <c:v>13-07-2021</c:v>
                </c:pt>
                <c:pt idx="610">
                  <c:v>13-07-2021</c:v>
                </c:pt>
                <c:pt idx="611">
                  <c:v>13-07-2021</c:v>
                </c:pt>
                <c:pt idx="612">
                  <c:v>13-07-2021</c:v>
                </c:pt>
                <c:pt idx="613">
                  <c:v>13-07-2021</c:v>
                </c:pt>
                <c:pt idx="614">
                  <c:v>13-07-2021</c:v>
                </c:pt>
                <c:pt idx="615">
                  <c:v>13-07-2021</c:v>
                </c:pt>
                <c:pt idx="616">
                  <c:v>13-07-2021</c:v>
                </c:pt>
                <c:pt idx="617">
                  <c:v>13-07-2021</c:v>
                </c:pt>
                <c:pt idx="618">
                  <c:v>13-07-2021</c:v>
                </c:pt>
                <c:pt idx="619">
                  <c:v>13-07-2021</c:v>
                </c:pt>
                <c:pt idx="620">
                  <c:v>13-07-2021</c:v>
                </c:pt>
                <c:pt idx="621">
                  <c:v>13-07-2021</c:v>
                </c:pt>
                <c:pt idx="622">
                  <c:v>13-07-2021</c:v>
                </c:pt>
                <c:pt idx="623">
                  <c:v>13-07-2021</c:v>
                </c:pt>
                <c:pt idx="624">
                  <c:v>13-07-2021</c:v>
                </c:pt>
                <c:pt idx="625">
                  <c:v>13-07-2021</c:v>
                </c:pt>
                <c:pt idx="626">
                  <c:v>13-07-2021</c:v>
                </c:pt>
                <c:pt idx="627">
                  <c:v>13-07-2021</c:v>
                </c:pt>
                <c:pt idx="628">
                  <c:v>13-07-2021</c:v>
                </c:pt>
                <c:pt idx="629">
                  <c:v>13-07-2021</c:v>
                </c:pt>
                <c:pt idx="630">
                  <c:v>13-07-2021</c:v>
                </c:pt>
                <c:pt idx="631">
                  <c:v>13-07-2021</c:v>
                </c:pt>
                <c:pt idx="632">
                  <c:v>13-07-2021</c:v>
                </c:pt>
                <c:pt idx="633">
                  <c:v>13-07-2021</c:v>
                </c:pt>
                <c:pt idx="634">
                  <c:v>13-07-2021</c:v>
                </c:pt>
                <c:pt idx="635">
                  <c:v>13-07-2021</c:v>
                </c:pt>
                <c:pt idx="636">
                  <c:v>13-07-2021</c:v>
                </c:pt>
                <c:pt idx="637">
                  <c:v>13-07-2021</c:v>
                </c:pt>
                <c:pt idx="638">
                  <c:v>13-07-2021</c:v>
                </c:pt>
                <c:pt idx="639">
                  <c:v>13-07-2021</c:v>
                </c:pt>
                <c:pt idx="640">
                  <c:v>13-07-2021</c:v>
                </c:pt>
                <c:pt idx="641">
                  <c:v>13-07-2021</c:v>
                </c:pt>
                <c:pt idx="642">
                  <c:v>13-07-2021</c:v>
                </c:pt>
                <c:pt idx="643">
                  <c:v>13-07-2021</c:v>
                </c:pt>
                <c:pt idx="644">
                  <c:v>13-07-2021</c:v>
                </c:pt>
                <c:pt idx="645">
                  <c:v>13-07-2021</c:v>
                </c:pt>
                <c:pt idx="646">
                  <c:v>13-07-2021</c:v>
                </c:pt>
                <c:pt idx="647">
                  <c:v>13-07-2021</c:v>
                </c:pt>
                <c:pt idx="648">
                  <c:v>13-07-2021</c:v>
                </c:pt>
                <c:pt idx="649">
                  <c:v>13-07-2021</c:v>
                </c:pt>
                <c:pt idx="650">
                  <c:v>13-07-2021</c:v>
                </c:pt>
                <c:pt idx="651">
                  <c:v>13-07-2021</c:v>
                </c:pt>
                <c:pt idx="652">
                  <c:v>13-07-2021</c:v>
                </c:pt>
                <c:pt idx="653">
                  <c:v>13-07-2021</c:v>
                </c:pt>
                <c:pt idx="654">
                  <c:v>13-07-2021</c:v>
                </c:pt>
                <c:pt idx="655">
                  <c:v>13-07-2021</c:v>
                </c:pt>
                <c:pt idx="656">
                  <c:v>13-07-2021</c:v>
                </c:pt>
                <c:pt idx="657">
                  <c:v>13-07-2021</c:v>
                </c:pt>
                <c:pt idx="658">
                  <c:v>13-07-2021</c:v>
                </c:pt>
                <c:pt idx="659">
                  <c:v>13-07-2021</c:v>
                </c:pt>
                <c:pt idx="660">
                  <c:v>13-07-2021</c:v>
                </c:pt>
                <c:pt idx="661">
                  <c:v>14-07-2021</c:v>
                </c:pt>
                <c:pt idx="662">
                  <c:v>14-07-2021</c:v>
                </c:pt>
                <c:pt idx="663">
                  <c:v>14-07-2021</c:v>
                </c:pt>
                <c:pt idx="664">
                  <c:v>14-07-2021</c:v>
                </c:pt>
                <c:pt idx="665">
                  <c:v>14-07-2021</c:v>
                </c:pt>
                <c:pt idx="666">
                  <c:v>14-07-2021</c:v>
                </c:pt>
                <c:pt idx="667">
                  <c:v>14-07-2021</c:v>
                </c:pt>
                <c:pt idx="668">
                  <c:v>14-07-2021</c:v>
                </c:pt>
                <c:pt idx="669">
                  <c:v>14-07-2021</c:v>
                </c:pt>
                <c:pt idx="670">
                  <c:v>14-07-2021</c:v>
                </c:pt>
                <c:pt idx="671">
                  <c:v>14-07-2021</c:v>
                </c:pt>
                <c:pt idx="672">
                  <c:v>14-07-2021</c:v>
                </c:pt>
                <c:pt idx="673">
                  <c:v>14-07-2021</c:v>
                </c:pt>
                <c:pt idx="674">
                  <c:v>14-07-2021</c:v>
                </c:pt>
                <c:pt idx="675">
                  <c:v>14-07-2021</c:v>
                </c:pt>
                <c:pt idx="676">
                  <c:v>14-07-2021</c:v>
                </c:pt>
                <c:pt idx="677">
                  <c:v>14-07-2021</c:v>
                </c:pt>
                <c:pt idx="678">
                  <c:v>14-07-2021</c:v>
                </c:pt>
                <c:pt idx="679">
                  <c:v>14-07-2021</c:v>
                </c:pt>
                <c:pt idx="680">
                  <c:v>14-07-2021</c:v>
                </c:pt>
                <c:pt idx="681">
                  <c:v>14-07-2021</c:v>
                </c:pt>
                <c:pt idx="682">
                  <c:v>14-07-2021</c:v>
                </c:pt>
                <c:pt idx="683">
                  <c:v>14-07-2021</c:v>
                </c:pt>
                <c:pt idx="684">
                  <c:v>14-07-2021</c:v>
                </c:pt>
                <c:pt idx="685">
                  <c:v>14-07-2021</c:v>
                </c:pt>
                <c:pt idx="686">
                  <c:v>14-07-2021</c:v>
                </c:pt>
                <c:pt idx="687">
                  <c:v>14-07-2021</c:v>
                </c:pt>
                <c:pt idx="688">
                  <c:v>14-07-2021</c:v>
                </c:pt>
                <c:pt idx="689">
                  <c:v>14-07-2021</c:v>
                </c:pt>
                <c:pt idx="690">
                  <c:v>14-07-2021</c:v>
                </c:pt>
                <c:pt idx="691">
                  <c:v>14-07-2021</c:v>
                </c:pt>
                <c:pt idx="692">
                  <c:v>14-07-2021</c:v>
                </c:pt>
                <c:pt idx="693">
                  <c:v>14-07-2021</c:v>
                </c:pt>
                <c:pt idx="694">
                  <c:v>14-07-2021</c:v>
                </c:pt>
                <c:pt idx="695">
                  <c:v>14-07-2021</c:v>
                </c:pt>
                <c:pt idx="696">
                  <c:v>14-07-2021</c:v>
                </c:pt>
                <c:pt idx="697">
                  <c:v>14-07-2021</c:v>
                </c:pt>
                <c:pt idx="698">
                  <c:v>14-07-2021</c:v>
                </c:pt>
                <c:pt idx="699">
                  <c:v>14-07-2021</c:v>
                </c:pt>
                <c:pt idx="700">
                  <c:v>14-07-2021</c:v>
                </c:pt>
                <c:pt idx="701">
                  <c:v>14-07-2021</c:v>
                </c:pt>
                <c:pt idx="702">
                  <c:v>14-07-2021</c:v>
                </c:pt>
                <c:pt idx="703">
                  <c:v>14-07-2021</c:v>
                </c:pt>
                <c:pt idx="704">
                  <c:v>14-07-2021</c:v>
                </c:pt>
                <c:pt idx="705">
                  <c:v>14-07-2021</c:v>
                </c:pt>
                <c:pt idx="706">
                  <c:v>14-07-2021</c:v>
                </c:pt>
                <c:pt idx="707">
                  <c:v>14-07-2021</c:v>
                </c:pt>
                <c:pt idx="708">
                  <c:v>14-07-2021</c:v>
                </c:pt>
                <c:pt idx="709">
                  <c:v>14-07-2021</c:v>
                </c:pt>
                <c:pt idx="710">
                  <c:v>14-07-2021</c:v>
                </c:pt>
                <c:pt idx="711">
                  <c:v>14-07-2021</c:v>
                </c:pt>
                <c:pt idx="712">
                  <c:v>14-07-2021</c:v>
                </c:pt>
                <c:pt idx="713">
                  <c:v>15-07-2021</c:v>
                </c:pt>
                <c:pt idx="714">
                  <c:v>15-07-2021</c:v>
                </c:pt>
                <c:pt idx="715">
                  <c:v>15-07-2021</c:v>
                </c:pt>
                <c:pt idx="716">
                  <c:v>15-07-2021</c:v>
                </c:pt>
                <c:pt idx="717">
                  <c:v>15-07-2021</c:v>
                </c:pt>
                <c:pt idx="718">
                  <c:v>15-07-2021</c:v>
                </c:pt>
                <c:pt idx="719">
                  <c:v>15-07-2021</c:v>
                </c:pt>
                <c:pt idx="720">
                  <c:v>15-07-2021</c:v>
                </c:pt>
                <c:pt idx="721">
                  <c:v>15-07-2021</c:v>
                </c:pt>
                <c:pt idx="722">
                  <c:v>15-07-2021</c:v>
                </c:pt>
                <c:pt idx="723">
                  <c:v>15-07-2021</c:v>
                </c:pt>
                <c:pt idx="724">
                  <c:v>15-07-2021</c:v>
                </c:pt>
                <c:pt idx="725">
                  <c:v>15-07-2021</c:v>
                </c:pt>
                <c:pt idx="726">
                  <c:v>15-07-2021</c:v>
                </c:pt>
                <c:pt idx="727">
                  <c:v>15-07-2021</c:v>
                </c:pt>
                <c:pt idx="728">
                  <c:v>15-07-2021</c:v>
                </c:pt>
                <c:pt idx="729">
                  <c:v>15-07-2021</c:v>
                </c:pt>
                <c:pt idx="730">
                  <c:v>15-07-2021</c:v>
                </c:pt>
                <c:pt idx="731">
                  <c:v>15-07-2021</c:v>
                </c:pt>
                <c:pt idx="732">
                  <c:v>15-07-2021</c:v>
                </c:pt>
                <c:pt idx="733">
                  <c:v>15-07-2021</c:v>
                </c:pt>
                <c:pt idx="734">
                  <c:v>15-07-2021</c:v>
                </c:pt>
                <c:pt idx="735">
                  <c:v>15-07-2021</c:v>
                </c:pt>
                <c:pt idx="736">
                  <c:v>15-07-2021</c:v>
                </c:pt>
                <c:pt idx="737">
                  <c:v>15-07-2021</c:v>
                </c:pt>
                <c:pt idx="738">
                  <c:v>15-07-2021</c:v>
                </c:pt>
                <c:pt idx="739">
                  <c:v>15-07-2021</c:v>
                </c:pt>
                <c:pt idx="740">
                  <c:v>15-07-2021</c:v>
                </c:pt>
                <c:pt idx="741">
                  <c:v>15-07-2021</c:v>
                </c:pt>
                <c:pt idx="742">
                  <c:v>15-07-2021</c:v>
                </c:pt>
                <c:pt idx="743">
                  <c:v>15-07-2021</c:v>
                </c:pt>
                <c:pt idx="744">
                  <c:v>15-07-2021</c:v>
                </c:pt>
                <c:pt idx="745">
                  <c:v>15-07-2021</c:v>
                </c:pt>
                <c:pt idx="746">
                  <c:v>15-07-2021</c:v>
                </c:pt>
                <c:pt idx="747">
                  <c:v>15-07-2021</c:v>
                </c:pt>
                <c:pt idx="748">
                  <c:v>15-07-2021</c:v>
                </c:pt>
                <c:pt idx="749">
                  <c:v>15-07-2021</c:v>
                </c:pt>
                <c:pt idx="750">
                  <c:v>15-07-2021</c:v>
                </c:pt>
                <c:pt idx="751">
                  <c:v>15-07-2021</c:v>
                </c:pt>
                <c:pt idx="752">
                  <c:v>15-07-2021</c:v>
                </c:pt>
                <c:pt idx="753">
                  <c:v>15-07-2021</c:v>
                </c:pt>
                <c:pt idx="754">
                  <c:v>15-07-2021</c:v>
                </c:pt>
                <c:pt idx="755">
                  <c:v>15-07-2021</c:v>
                </c:pt>
                <c:pt idx="756">
                  <c:v>15-07-2021</c:v>
                </c:pt>
                <c:pt idx="757">
                  <c:v>15-07-2021</c:v>
                </c:pt>
                <c:pt idx="758">
                  <c:v>15-07-2021</c:v>
                </c:pt>
                <c:pt idx="759">
                  <c:v>15-07-2021</c:v>
                </c:pt>
                <c:pt idx="760">
                  <c:v>15-07-2021</c:v>
                </c:pt>
                <c:pt idx="761">
                  <c:v>15-07-2021</c:v>
                </c:pt>
                <c:pt idx="762">
                  <c:v>15-07-2021</c:v>
                </c:pt>
                <c:pt idx="763">
                  <c:v>15-07-2021</c:v>
                </c:pt>
                <c:pt idx="764">
                  <c:v>15-07-2021</c:v>
                </c:pt>
                <c:pt idx="765">
                  <c:v>16-07-2021</c:v>
                </c:pt>
                <c:pt idx="766">
                  <c:v>16-07-2021</c:v>
                </c:pt>
                <c:pt idx="767">
                  <c:v>16-07-2021</c:v>
                </c:pt>
                <c:pt idx="768">
                  <c:v>16-07-2021</c:v>
                </c:pt>
                <c:pt idx="769">
                  <c:v>16-07-2021</c:v>
                </c:pt>
                <c:pt idx="770">
                  <c:v>16-07-2021</c:v>
                </c:pt>
                <c:pt idx="771">
                  <c:v>16-07-2021</c:v>
                </c:pt>
                <c:pt idx="772">
                  <c:v>16-07-2021</c:v>
                </c:pt>
                <c:pt idx="773">
                  <c:v>16-07-2021</c:v>
                </c:pt>
                <c:pt idx="774">
                  <c:v>16-07-2021</c:v>
                </c:pt>
                <c:pt idx="775">
                  <c:v>16-07-2021</c:v>
                </c:pt>
                <c:pt idx="776">
                  <c:v>16-07-2021</c:v>
                </c:pt>
                <c:pt idx="777">
                  <c:v>16-07-2021</c:v>
                </c:pt>
                <c:pt idx="778">
                  <c:v>16-07-2021</c:v>
                </c:pt>
                <c:pt idx="779">
                  <c:v>16-07-2021</c:v>
                </c:pt>
                <c:pt idx="780">
                  <c:v>16-07-2021</c:v>
                </c:pt>
                <c:pt idx="781">
                  <c:v>16-07-2021</c:v>
                </c:pt>
                <c:pt idx="782">
                  <c:v>16-07-2021</c:v>
                </c:pt>
                <c:pt idx="783">
                  <c:v>16-07-2021</c:v>
                </c:pt>
                <c:pt idx="784">
                  <c:v>16-07-2021</c:v>
                </c:pt>
                <c:pt idx="785">
                  <c:v>16-07-2021</c:v>
                </c:pt>
                <c:pt idx="786">
                  <c:v>16-07-2021</c:v>
                </c:pt>
                <c:pt idx="787">
                  <c:v>16-07-2021</c:v>
                </c:pt>
                <c:pt idx="788">
                  <c:v>16-07-2021</c:v>
                </c:pt>
                <c:pt idx="789">
                  <c:v>16-07-2021</c:v>
                </c:pt>
                <c:pt idx="790">
                  <c:v>16-07-2021</c:v>
                </c:pt>
                <c:pt idx="791">
                  <c:v>16-07-2021</c:v>
                </c:pt>
                <c:pt idx="792">
                  <c:v>16-07-2021</c:v>
                </c:pt>
                <c:pt idx="793">
                  <c:v>16-07-2021</c:v>
                </c:pt>
                <c:pt idx="794">
                  <c:v>16-07-2021</c:v>
                </c:pt>
                <c:pt idx="795">
                  <c:v>16-07-2021</c:v>
                </c:pt>
                <c:pt idx="796">
                  <c:v>16-07-2021</c:v>
                </c:pt>
                <c:pt idx="797">
                  <c:v>16-07-2021</c:v>
                </c:pt>
                <c:pt idx="798">
                  <c:v>16-07-2021</c:v>
                </c:pt>
                <c:pt idx="799">
                  <c:v>16-07-2021</c:v>
                </c:pt>
                <c:pt idx="800">
                  <c:v>16-07-2021</c:v>
                </c:pt>
                <c:pt idx="801">
                  <c:v>16-07-2021</c:v>
                </c:pt>
                <c:pt idx="802">
                  <c:v>16-07-2021</c:v>
                </c:pt>
                <c:pt idx="803">
                  <c:v>16-07-2021</c:v>
                </c:pt>
                <c:pt idx="804">
                  <c:v>16-07-2021</c:v>
                </c:pt>
                <c:pt idx="805">
                  <c:v>16-07-2021</c:v>
                </c:pt>
                <c:pt idx="806">
                  <c:v>16-07-2021</c:v>
                </c:pt>
                <c:pt idx="807">
                  <c:v>16-07-2021</c:v>
                </c:pt>
                <c:pt idx="808">
                  <c:v>16-07-2021</c:v>
                </c:pt>
                <c:pt idx="809">
                  <c:v>16-07-2021</c:v>
                </c:pt>
                <c:pt idx="810">
                  <c:v>16-07-2021</c:v>
                </c:pt>
                <c:pt idx="811">
                  <c:v>16-07-2021</c:v>
                </c:pt>
                <c:pt idx="812">
                  <c:v>16-07-2021</c:v>
                </c:pt>
                <c:pt idx="813">
                  <c:v>16-07-2021</c:v>
                </c:pt>
                <c:pt idx="814">
                  <c:v>16-07-2021</c:v>
                </c:pt>
                <c:pt idx="815">
                  <c:v>16-07-2021</c:v>
                </c:pt>
                <c:pt idx="816">
                  <c:v>16-07-2021</c:v>
                </c:pt>
                <c:pt idx="817">
                  <c:v>17-07-2021</c:v>
                </c:pt>
                <c:pt idx="818">
                  <c:v>17-07-2021</c:v>
                </c:pt>
                <c:pt idx="819">
                  <c:v>17-07-2021</c:v>
                </c:pt>
                <c:pt idx="820">
                  <c:v>17-07-2021</c:v>
                </c:pt>
                <c:pt idx="821">
                  <c:v>17-07-2021</c:v>
                </c:pt>
                <c:pt idx="822">
                  <c:v>17-07-2021</c:v>
                </c:pt>
                <c:pt idx="823">
                  <c:v>17-07-2021</c:v>
                </c:pt>
                <c:pt idx="824">
                  <c:v>17-07-2021</c:v>
                </c:pt>
                <c:pt idx="825">
                  <c:v>17-07-2021</c:v>
                </c:pt>
                <c:pt idx="826">
                  <c:v>17-07-2021</c:v>
                </c:pt>
                <c:pt idx="827">
                  <c:v>17-07-2021</c:v>
                </c:pt>
                <c:pt idx="828">
                  <c:v>17-07-2021</c:v>
                </c:pt>
                <c:pt idx="829">
                  <c:v>17-07-2021</c:v>
                </c:pt>
                <c:pt idx="830">
                  <c:v>17-07-2021</c:v>
                </c:pt>
                <c:pt idx="831">
                  <c:v>17-07-2021</c:v>
                </c:pt>
                <c:pt idx="832">
                  <c:v>17-07-2021</c:v>
                </c:pt>
                <c:pt idx="833">
                  <c:v>17-07-2021</c:v>
                </c:pt>
                <c:pt idx="834">
                  <c:v>17-07-2021</c:v>
                </c:pt>
                <c:pt idx="835">
                  <c:v>17-07-2021</c:v>
                </c:pt>
                <c:pt idx="836">
                  <c:v>17-07-2021</c:v>
                </c:pt>
                <c:pt idx="837">
                  <c:v>17-07-2021</c:v>
                </c:pt>
                <c:pt idx="838">
                  <c:v>17-07-2021</c:v>
                </c:pt>
                <c:pt idx="839">
                  <c:v>17-07-2021</c:v>
                </c:pt>
                <c:pt idx="840">
                  <c:v>17-07-2021</c:v>
                </c:pt>
                <c:pt idx="841">
                  <c:v>17-07-2021</c:v>
                </c:pt>
                <c:pt idx="842">
                  <c:v>17-07-2021</c:v>
                </c:pt>
                <c:pt idx="843">
                  <c:v>17-07-2021</c:v>
                </c:pt>
                <c:pt idx="844">
                  <c:v>17-07-2021</c:v>
                </c:pt>
                <c:pt idx="845">
                  <c:v>17-07-2021</c:v>
                </c:pt>
                <c:pt idx="846">
                  <c:v>17-07-2021</c:v>
                </c:pt>
                <c:pt idx="847">
                  <c:v>17-07-2021</c:v>
                </c:pt>
                <c:pt idx="848">
                  <c:v>17-07-2021</c:v>
                </c:pt>
                <c:pt idx="849">
                  <c:v>17-07-2021</c:v>
                </c:pt>
                <c:pt idx="850">
                  <c:v>17-07-2021</c:v>
                </c:pt>
                <c:pt idx="851">
                  <c:v>17-07-2021</c:v>
                </c:pt>
                <c:pt idx="852">
                  <c:v>17-07-2021</c:v>
                </c:pt>
                <c:pt idx="853">
                  <c:v>17-07-2021</c:v>
                </c:pt>
                <c:pt idx="854">
                  <c:v>17-07-2021</c:v>
                </c:pt>
                <c:pt idx="855">
                  <c:v>17-07-2021</c:v>
                </c:pt>
                <c:pt idx="856">
                  <c:v>17-07-2021</c:v>
                </c:pt>
                <c:pt idx="857">
                  <c:v>17-07-2021</c:v>
                </c:pt>
                <c:pt idx="858">
                  <c:v>17-07-2021</c:v>
                </c:pt>
                <c:pt idx="859">
                  <c:v>17-07-2021</c:v>
                </c:pt>
                <c:pt idx="860">
                  <c:v>17-07-2021</c:v>
                </c:pt>
                <c:pt idx="861">
                  <c:v>17-07-2021</c:v>
                </c:pt>
                <c:pt idx="862">
                  <c:v>17-07-2021</c:v>
                </c:pt>
                <c:pt idx="863">
                  <c:v>17-07-2021</c:v>
                </c:pt>
                <c:pt idx="864">
                  <c:v>17-07-2021</c:v>
                </c:pt>
                <c:pt idx="865">
                  <c:v>17-07-2021</c:v>
                </c:pt>
                <c:pt idx="866">
                  <c:v>17-07-2021</c:v>
                </c:pt>
                <c:pt idx="867">
                  <c:v>17-07-2021</c:v>
                </c:pt>
                <c:pt idx="868">
                  <c:v>17-07-2021</c:v>
                </c:pt>
                <c:pt idx="869">
                  <c:v>18-07-2021</c:v>
                </c:pt>
                <c:pt idx="870">
                  <c:v>18-07-2021</c:v>
                </c:pt>
                <c:pt idx="871">
                  <c:v>18-07-2021</c:v>
                </c:pt>
                <c:pt idx="872">
                  <c:v>18-07-2021</c:v>
                </c:pt>
                <c:pt idx="873">
                  <c:v>18-07-2021</c:v>
                </c:pt>
                <c:pt idx="874">
                  <c:v>18-07-2021</c:v>
                </c:pt>
                <c:pt idx="875">
                  <c:v>18-07-2021</c:v>
                </c:pt>
                <c:pt idx="876">
                  <c:v>18-07-2021</c:v>
                </c:pt>
                <c:pt idx="877">
                  <c:v>18-07-2021</c:v>
                </c:pt>
                <c:pt idx="878">
                  <c:v>18-07-2021</c:v>
                </c:pt>
                <c:pt idx="879">
                  <c:v>18-07-2021</c:v>
                </c:pt>
                <c:pt idx="880">
                  <c:v>18-07-2021</c:v>
                </c:pt>
                <c:pt idx="881">
                  <c:v>18-07-2021</c:v>
                </c:pt>
                <c:pt idx="882">
                  <c:v>18-07-2021</c:v>
                </c:pt>
                <c:pt idx="883">
                  <c:v>18-07-2021</c:v>
                </c:pt>
                <c:pt idx="884">
                  <c:v>18-07-2021</c:v>
                </c:pt>
                <c:pt idx="885">
                  <c:v>18-07-2021</c:v>
                </c:pt>
                <c:pt idx="886">
                  <c:v>18-07-2021</c:v>
                </c:pt>
                <c:pt idx="887">
                  <c:v>18-07-2021</c:v>
                </c:pt>
                <c:pt idx="888">
                  <c:v>18-07-2021</c:v>
                </c:pt>
                <c:pt idx="889">
                  <c:v>18-07-2021</c:v>
                </c:pt>
                <c:pt idx="890">
                  <c:v>18-07-2021</c:v>
                </c:pt>
                <c:pt idx="891">
                  <c:v>18-07-2021</c:v>
                </c:pt>
                <c:pt idx="892">
                  <c:v>18-07-2021</c:v>
                </c:pt>
                <c:pt idx="893">
                  <c:v>18-07-2021</c:v>
                </c:pt>
                <c:pt idx="894">
                  <c:v>18-07-2021</c:v>
                </c:pt>
                <c:pt idx="895">
                  <c:v>18-07-2021</c:v>
                </c:pt>
                <c:pt idx="896">
                  <c:v>18-07-2021</c:v>
                </c:pt>
                <c:pt idx="897">
                  <c:v>18-07-2021</c:v>
                </c:pt>
                <c:pt idx="898">
                  <c:v>18-07-2021</c:v>
                </c:pt>
                <c:pt idx="899">
                  <c:v>18-07-2021</c:v>
                </c:pt>
                <c:pt idx="900">
                  <c:v>18-07-2021</c:v>
                </c:pt>
                <c:pt idx="901">
                  <c:v>18-07-2021</c:v>
                </c:pt>
                <c:pt idx="902">
                  <c:v>18-07-2021</c:v>
                </c:pt>
                <c:pt idx="903">
                  <c:v>18-07-2021</c:v>
                </c:pt>
                <c:pt idx="904">
                  <c:v>18-07-2021</c:v>
                </c:pt>
                <c:pt idx="905">
                  <c:v>18-07-2021</c:v>
                </c:pt>
                <c:pt idx="906">
                  <c:v>18-07-2021</c:v>
                </c:pt>
                <c:pt idx="907">
                  <c:v>18-07-2021</c:v>
                </c:pt>
                <c:pt idx="908">
                  <c:v>18-07-2021</c:v>
                </c:pt>
                <c:pt idx="909">
                  <c:v>19-07-2021</c:v>
                </c:pt>
                <c:pt idx="910">
                  <c:v>19-07-2021</c:v>
                </c:pt>
                <c:pt idx="911">
                  <c:v>19-07-2021</c:v>
                </c:pt>
                <c:pt idx="912">
                  <c:v>19-07-2021</c:v>
                </c:pt>
                <c:pt idx="913">
                  <c:v>19-07-2021</c:v>
                </c:pt>
                <c:pt idx="914">
                  <c:v>19-07-2021</c:v>
                </c:pt>
                <c:pt idx="915">
                  <c:v>19-07-2021</c:v>
                </c:pt>
                <c:pt idx="916">
                  <c:v>19-07-2021</c:v>
                </c:pt>
                <c:pt idx="917">
                  <c:v>19-07-2021</c:v>
                </c:pt>
                <c:pt idx="918">
                  <c:v>19-07-2021</c:v>
                </c:pt>
                <c:pt idx="919">
                  <c:v>19-07-2021</c:v>
                </c:pt>
                <c:pt idx="920">
                  <c:v>19-07-2021</c:v>
                </c:pt>
                <c:pt idx="921">
                  <c:v>19-07-2021</c:v>
                </c:pt>
                <c:pt idx="922">
                  <c:v>19-07-2021</c:v>
                </c:pt>
                <c:pt idx="923">
                  <c:v>19-07-2021</c:v>
                </c:pt>
                <c:pt idx="924">
                  <c:v>19-07-2021</c:v>
                </c:pt>
                <c:pt idx="925">
                  <c:v>19-07-2021</c:v>
                </c:pt>
                <c:pt idx="926">
                  <c:v>19-07-2021</c:v>
                </c:pt>
                <c:pt idx="927">
                  <c:v>19-07-2021</c:v>
                </c:pt>
                <c:pt idx="928">
                  <c:v>19-07-2021</c:v>
                </c:pt>
                <c:pt idx="929">
                  <c:v>19-07-2021</c:v>
                </c:pt>
                <c:pt idx="930">
                  <c:v>19-07-2021</c:v>
                </c:pt>
                <c:pt idx="931">
                  <c:v>19-07-2021</c:v>
                </c:pt>
                <c:pt idx="932">
                  <c:v>19-07-2021</c:v>
                </c:pt>
                <c:pt idx="933">
                  <c:v>19-07-2021</c:v>
                </c:pt>
                <c:pt idx="934">
                  <c:v>19-07-2021</c:v>
                </c:pt>
                <c:pt idx="935">
                  <c:v>19-07-2021</c:v>
                </c:pt>
                <c:pt idx="936">
                  <c:v>19-07-2021</c:v>
                </c:pt>
                <c:pt idx="937">
                  <c:v>19-07-2021</c:v>
                </c:pt>
                <c:pt idx="938">
                  <c:v>19-07-2021</c:v>
                </c:pt>
                <c:pt idx="939">
                  <c:v>19-07-2021</c:v>
                </c:pt>
                <c:pt idx="940">
                  <c:v>19-07-2021</c:v>
                </c:pt>
                <c:pt idx="941">
                  <c:v>19-07-2021</c:v>
                </c:pt>
                <c:pt idx="942">
                  <c:v>19-07-2021</c:v>
                </c:pt>
                <c:pt idx="943">
                  <c:v>19-07-2021</c:v>
                </c:pt>
                <c:pt idx="944">
                  <c:v>19-07-2021</c:v>
                </c:pt>
                <c:pt idx="945">
                  <c:v>19-07-2021</c:v>
                </c:pt>
                <c:pt idx="946">
                  <c:v>19-07-2021</c:v>
                </c:pt>
                <c:pt idx="947">
                  <c:v>19-07-2021</c:v>
                </c:pt>
                <c:pt idx="948">
                  <c:v>19-07-2021</c:v>
                </c:pt>
                <c:pt idx="949">
                  <c:v>19-07-2021</c:v>
                </c:pt>
                <c:pt idx="950">
                  <c:v>19-07-2021</c:v>
                </c:pt>
                <c:pt idx="951">
                  <c:v>19-07-2021</c:v>
                </c:pt>
                <c:pt idx="952">
                  <c:v>19-07-2021</c:v>
                </c:pt>
                <c:pt idx="953">
                  <c:v>19-07-2021</c:v>
                </c:pt>
                <c:pt idx="954">
                  <c:v>19-07-2021</c:v>
                </c:pt>
                <c:pt idx="955">
                  <c:v>19-07-2021</c:v>
                </c:pt>
                <c:pt idx="956">
                  <c:v>19-07-2021</c:v>
                </c:pt>
                <c:pt idx="957">
                  <c:v>19-07-2021</c:v>
                </c:pt>
                <c:pt idx="958">
                  <c:v>19-07-2021</c:v>
                </c:pt>
                <c:pt idx="959">
                  <c:v>19-07-2021</c:v>
                </c:pt>
                <c:pt idx="960">
                  <c:v>19-07-2021</c:v>
                </c:pt>
                <c:pt idx="961">
                  <c:v>20-07-2021</c:v>
                </c:pt>
                <c:pt idx="962">
                  <c:v>20-07-2021</c:v>
                </c:pt>
                <c:pt idx="963">
                  <c:v>20-07-2021</c:v>
                </c:pt>
                <c:pt idx="964">
                  <c:v>20-07-2021</c:v>
                </c:pt>
                <c:pt idx="965">
                  <c:v>20-07-2021</c:v>
                </c:pt>
                <c:pt idx="966">
                  <c:v>20-07-2021</c:v>
                </c:pt>
                <c:pt idx="967">
                  <c:v>20-07-2021</c:v>
                </c:pt>
                <c:pt idx="968">
                  <c:v>20-07-2021</c:v>
                </c:pt>
                <c:pt idx="969">
                  <c:v>20-07-2021</c:v>
                </c:pt>
                <c:pt idx="970">
                  <c:v>20-07-2021</c:v>
                </c:pt>
                <c:pt idx="971">
                  <c:v>20-07-2021</c:v>
                </c:pt>
                <c:pt idx="972">
                  <c:v>20-07-2021</c:v>
                </c:pt>
                <c:pt idx="973">
                  <c:v>20-07-2021</c:v>
                </c:pt>
                <c:pt idx="974">
                  <c:v>20-07-2021</c:v>
                </c:pt>
                <c:pt idx="975">
                  <c:v>20-07-2021</c:v>
                </c:pt>
                <c:pt idx="976">
                  <c:v>20-07-2021</c:v>
                </c:pt>
                <c:pt idx="977">
                  <c:v>20-07-2021</c:v>
                </c:pt>
                <c:pt idx="978">
                  <c:v>20-07-2021</c:v>
                </c:pt>
                <c:pt idx="979">
                  <c:v>20-07-2021</c:v>
                </c:pt>
                <c:pt idx="980">
                  <c:v>20-07-2021</c:v>
                </c:pt>
                <c:pt idx="981">
                  <c:v>20-07-2021</c:v>
                </c:pt>
                <c:pt idx="982">
                  <c:v>20-07-2021</c:v>
                </c:pt>
                <c:pt idx="983">
                  <c:v>20-07-2021</c:v>
                </c:pt>
                <c:pt idx="984">
                  <c:v>20-07-2021</c:v>
                </c:pt>
                <c:pt idx="985">
                  <c:v>20-07-2021</c:v>
                </c:pt>
                <c:pt idx="986">
                  <c:v>20-07-2021</c:v>
                </c:pt>
                <c:pt idx="987">
                  <c:v>20-07-2021</c:v>
                </c:pt>
                <c:pt idx="988">
                  <c:v>20-07-2021</c:v>
                </c:pt>
                <c:pt idx="989">
                  <c:v>20-07-2021</c:v>
                </c:pt>
                <c:pt idx="990">
                  <c:v>20-07-2021</c:v>
                </c:pt>
                <c:pt idx="991">
                  <c:v>20-07-2021</c:v>
                </c:pt>
                <c:pt idx="992">
                  <c:v>20-07-2021</c:v>
                </c:pt>
                <c:pt idx="993">
                  <c:v>20-07-2021</c:v>
                </c:pt>
                <c:pt idx="994">
                  <c:v>20-07-2021</c:v>
                </c:pt>
                <c:pt idx="995">
                  <c:v>20-07-2021</c:v>
                </c:pt>
                <c:pt idx="996">
                  <c:v>20-07-2021</c:v>
                </c:pt>
                <c:pt idx="997">
                  <c:v>20-07-2021</c:v>
                </c:pt>
                <c:pt idx="998">
                  <c:v>20-07-2021</c:v>
                </c:pt>
                <c:pt idx="999">
                  <c:v>20-07-2021</c:v>
                </c:pt>
                <c:pt idx="1000">
                  <c:v>20-07-2021</c:v>
                </c:pt>
                <c:pt idx="1001">
                  <c:v>20-07-2021</c:v>
                </c:pt>
                <c:pt idx="1002">
                  <c:v>20-07-2021</c:v>
                </c:pt>
                <c:pt idx="1003">
                  <c:v>20-07-2021</c:v>
                </c:pt>
                <c:pt idx="1004">
                  <c:v>20-07-2021</c:v>
                </c:pt>
                <c:pt idx="1005">
                  <c:v>20-07-2021</c:v>
                </c:pt>
                <c:pt idx="1006">
                  <c:v>20-07-2021</c:v>
                </c:pt>
                <c:pt idx="1007">
                  <c:v>20-07-2021</c:v>
                </c:pt>
                <c:pt idx="1008">
                  <c:v>20-07-2021</c:v>
                </c:pt>
                <c:pt idx="1009">
                  <c:v>20-07-2021</c:v>
                </c:pt>
                <c:pt idx="1010">
                  <c:v>21-07-2021</c:v>
                </c:pt>
                <c:pt idx="1011">
                  <c:v>21-07-2021</c:v>
                </c:pt>
                <c:pt idx="1012">
                  <c:v>21-07-2021</c:v>
                </c:pt>
                <c:pt idx="1013">
                  <c:v>21-07-2021</c:v>
                </c:pt>
                <c:pt idx="1014">
                  <c:v>21-07-2021</c:v>
                </c:pt>
                <c:pt idx="1015">
                  <c:v>21-07-2021</c:v>
                </c:pt>
                <c:pt idx="1016">
                  <c:v>21-07-2021</c:v>
                </c:pt>
                <c:pt idx="1017">
                  <c:v>21-07-2021</c:v>
                </c:pt>
                <c:pt idx="1018">
                  <c:v>21-07-2021</c:v>
                </c:pt>
                <c:pt idx="1019">
                  <c:v>21-07-2021</c:v>
                </c:pt>
                <c:pt idx="1020">
                  <c:v>21-07-2021</c:v>
                </c:pt>
                <c:pt idx="1021">
                  <c:v>21-07-2021</c:v>
                </c:pt>
                <c:pt idx="1022">
                  <c:v>21-07-2021</c:v>
                </c:pt>
                <c:pt idx="1023">
                  <c:v>21-07-2021</c:v>
                </c:pt>
                <c:pt idx="1024">
                  <c:v>21-07-2021</c:v>
                </c:pt>
                <c:pt idx="1025">
                  <c:v>21-07-2021</c:v>
                </c:pt>
                <c:pt idx="1026">
                  <c:v>21-07-2021</c:v>
                </c:pt>
                <c:pt idx="1027">
                  <c:v>21-07-2021</c:v>
                </c:pt>
                <c:pt idx="1028">
                  <c:v>21-07-2021</c:v>
                </c:pt>
                <c:pt idx="1029">
                  <c:v>21-07-2021</c:v>
                </c:pt>
                <c:pt idx="1030">
                  <c:v>21-07-2021</c:v>
                </c:pt>
                <c:pt idx="1031">
                  <c:v>21-07-2021</c:v>
                </c:pt>
                <c:pt idx="1032">
                  <c:v>21-07-2021</c:v>
                </c:pt>
                <c:pt idx="1033">
                  <c:v>21-07-2021</c:v>
                </c:pt>
                <c:pt idx="1034">
                  <c:v>21-07-2021</c:v>
                </c:pt>
                <c:pt idx="1035">
                  <c:v>21-07-2021</c:v>
                </c:pt>
                <c:pt idx="1036">
                  <c:v>21-07-2021</c:v>
                </c:pt>
                <c:pt idx="1037">
                  <c:v>21-07-2021</c:v>
                </c:pt>
                <c:pt idx="1038">
                  <c:v>21-07-2021</c:v>
                </c:pt>
                <c:pt idx="1039">
                  <c:v>21-07-2021</c:v>
                </c:pt>
                <c:pt idx="1040">
                  <c:v>21-07-2021</c:v>
                </c:pt>
                <c:pt idx="1041">
                  <c:v>21-07-2021</c:v>
                </c:pt>
                <c:pt idx="1042">
                  <c:v>21-07-2021</c:v>
                </c:pt>
                <c:pt idx="1043">
                  <c:v>21-07-2021</c:v>
                </c:pt>
                <c:pt idx="1044">
                  <c:v>21-07-2021</c:v>
                </c:pt>
                <c:pt idx="1045">
                  <c:v>21-07-2021</c:v>
                </c:pt>
                <c:pt idx="1046">
                  <c:v>21-07-2021</c:v>
                </c:pt>
                <c:pt idx="1047">
                  <c:v>21-07-2021</c:v>
                </c:pt>
                <c:pt idx="1048">
                  <c:v>21-07-2021</c:v>
                </c:pt>
                <c:pt idx="1049">
                  <c:v>21-07-2021</c:v>
                </c:pt>
                <c:pt idx="1050">
                  <c:v>21-07-2021</c:v>
                </c:pt>
                <c:pt idx="1051">
                  <c:v>21-07-2021</c:v>
                </c:pt>
                <c:pt idx="1052">
                  <c:v>21-07-2021</c:v>
                </c:pt>
                <c:pt idx="1053">
                  <c:v>21-07-2021</c:v>
                </c:pt>
                <c:pt idx="1054">
                  <c:v>21-07-2021</c:v>
                </c:pt>
                <c:pt idx="1055">
                  <c:v>21-07-2021</c:v>
                </c:pt>
                <c:pt idx="1056">
                  <c:v>21-07-2021</c:v>
                </c:pt>
                <c:pt idx="1057">
                  <c:v>21-07-2021</c:v>
                </c:pt>
                <c:pt idx="1058">
                  <c:v>21-07-2021</c:v>
                </c:pt>
                <c:pt idx="1059">
                  <c:v>21-07-2021</c:v>
                </c:pt>
                <c:pt idx="1060">
                  <c:v>21-07-2021</c:v>
                </c:pt>
                <c:pt idx="1061">
                  <c:v>21-07-2021</c:v>
                </c:pt>
                <c:pt idx="1062">
                  <c:v>21-07-2021</c:v>
                </c:pt>
                <c:pt idx="1063">
                  <c:v>21-07-2021</c:v>
                </c:pt>
                <c:pt idx="1064">
                  <c:v>21-07-2021</c:v>
                </c:pt>
                <c:pt idx="1065">
                  <c:v>22-07-2021</c:v>
                </c:pt>
                <c:pt idx="1066">
                  <c:v>22-07-2021</c:v>
                </c:pt>
                <c:pt idx="1067">
                  <c:v>22-07-2021</c:v>
                </c:pt>
                <c:pt idx="1068">
                  <c:v>22-07-2021</c:v>
                </c:pt>
                <c:pt idx="1069">
                  <c:v>22-07-2021</c:v>
                </c:pt>
                <c:pt idx="1070">
                  <c:v>22-07-2021</c:v>
                </c:pt>
                <c:pt idx="1071">
                  <c:v>22-07-2021</c:v>
                </c:pt>
                <c:pt idx="1072">
                  <c:v>22-07-2021</c:v>
                </c:pt>
                <c:pt idx="1073">
                  <c:v>22-07-2021</c:v>
                </c:pt>
                <c:pt idx="1074">
                  <c:v>22-07-2021</c:v>
                </c:pt>
                <c:pt idx="1075">
                  <c:v>22-07-2021</c:v>
                </c:pt>
                <c:pt idx="1076">
                  <c:v>22-07-2021</c:v>
                </c:pt>
                <c:pt idx="1077">
                  <c:v>22-07-2021</c:v>
                </c:pt>
                <c:pt idx="1078">
                  <c:v>22-07-2021</c:v>
                </c:pt>
                <c:pt idx="1079">
                  <c:v>22-07-2021</c:v>
                </c:pt>
                <c:pt idx="1080">
                  <c:v>22-07-2021</c:v>
                </c:pt>
                <c:pt idx="1081">
                  <c:v>22-07-2021</c:v>
                </c:pt>
                <c:pt idx="1082">
                  <c:v>22-07-2021</c:v>
                </c:pt>
                <c:pt idx="1083">
                  <c:v>22-07-2021</c:v>
                </c:pt>
                <c:pt idx="1084">
                  <c:v>22-07-2021</c:v>
                </c:pt>
                <c:pt idx="1085">
                  <c:v>22-07-2021</c:v>
                </c:pt>
                <c:pt idx="1086">
                  <c:v>22-07-2021</c:v>
                </c:pt>
                <c:pt idx="1087">
                  <c:v>22-07-2021</c:v>
                </c:pt>
                <c:pt idx="1088">
                  <c:v>22-07-2021</c:v>
                </c:pt>
                <c:pt idx="1089">
                  <c:v>22-07-2021</c:v>
                </c:pt>
                <c:pt idx="1090">
                  <c:v>22-07-2021</c:v>
                </c:pt>
                <c:pt idx="1091">
                  <c:v>22-07-2021</c:v>
                </c:pt>
                <c:pt idx="1092">
                  <c:v>22-07-2021</c:v>
                </c:pt>
                <c:pt idx="1093">
                  <c:v>22-07-2021</c:v>
                </c:pt>
                <c:pt idx="1094">
                  <c:v>22-07-2021</c:v>
                </c:pt>
                <c:pt idx="1095">
                  <c:v>22-07-2021</c:v>
                </c:pt>
                <c:pt idx="1096">
                  <c:v>22-07-2021</c:v>
                </c:pt>
                <c:pt idx="1097">
                  <c:v>22-07-2021</c:v>
                </c:pt>
                <c:pt idx="1098">
                  <c:v>22-07-2021</c:v>
                </c:pt>
                <c:pt idx="1099">
                  <c:v>22-07-2021</c:v>
                </c:pt>
                <c:pt idx="1100">
                  <c:v>22-07-2021</c:v>
                </c:pt>
                <c:pt idx="1101">
                  <c:v>22-07-2021</c:v>
                </c:pt>
                <c:pt idx="1102">
                  <c:v>22-07-2021</c:v>
                </c:pt>
                <c:pt idx="1103">
                  <c:v>22-07-2021</c:v>
                </c:pt>
                <c:pt idx="1104">
                  <c:v>22-07-2021</c:v>
                </c:pt>
                <c:pt idx="1105">
                  <c:v>22-07-2021</c:v>
                </c:pt>
                <c:pt idx="1106">
                  <c:v>22-07-2021</c:v>
                </c:pt>
                <c:pt idx="1107">
                  <c:v>22-07-2021</c:v>
                </c:pt>
                <c:pt idx="1108">
                  <c:v>22-07-2021</c:v>
                </c:pt>
                <c:pt idx="1109">
                  <c:v>22-07-2021</c:v>
                </c:pt>
                <c:pt idx="1110">
                  <c:v>22-07-2021</c:v>
                </c:pt>
                <c:pt idx="1111">
                  <c:v>22-07-2021</c:v>
                </c:pt>
                <c:pt idx="1112">
                  <c:v>22-07-2021</c:v>
                </c:pt>
                <c:pt idx="1113">
                  <c:v>22-07-2021</c:v>
                </c:pt>
                <c:pt idx="1114">
                  <c:v>22-07-2021</c:v>
                </c:pt>
                <c:pt idx="1115">
                  <c:v>22-07-2021</c:v>
                </c:pt>
                <c:pt idx="1116">
                  <c:v>22-07-2021</c:v>
                </c:pt>
                <c:pt idx="1117">
                  <c:v>23-07-2021</c:v>
                </c:pt>
                <c:pt idx="1118">
                  <c:v>23-07-2021</c:v>
                </c:pt>
                <c:pt idx="1119">
                  <c:v>23-07-2021</c:v>
                </c:pt>
                <c:pt idx="1120">
                  <c:v>23-07-2021</c:v>
                </c:pt>
                <c:pt idx="1121">
                  <c:v>23-07-2021</c:v>
                </c:pt>
                <c:pt idx="1122">
                  <c:v>23-07-2021</c:v>
                </c:pt>
                <c:pt idx="1123">
                  <c:v>23-07-2021</c:v>
                </c:pt>
                <c:pt idx="1124">
                  <c:v>23-07-2021</c:v>
                </c:pt>
                <c:pt idx="1125">
                  <c:v>23-07-2021</c:v>
                </c:pt>
                <c:pt idx="1126">
                  <c:v>23-07-2021</c:v>
                </c:pt>
                <c:pt idx="1127">
                  <c:v>23-07-2021</c:v>
                </c:pt>
                <c:pt idx="1128">
                  <c:v>23-07-2021</c:v>
                </c:pt>
                <c:pt idx="1129">
                  <c:v>23-07-2021</c:v>
                </c:pt>
                <c:pt idx="1130">
                  <c:v>23-07-2021</c:v>
                </c:pt>
                <c:pt idx="1131">
                  <c:v>23-07-2021</c:v>
                </c:pt>
                <c:pt idx="1132">
                  <c:v>23-07-2021</c:v>
                </c:pt>
                <c:pt idx="1133">
                  <c:v>23-07-2021</c:v>
                </c:pt>
                <c:pt idx="1134">
                  <c:v>23-07-2021</c:v>
                </c:pt>
                <c:pt idx="1135">
                  <c:v>23-07-2021</c:v>
                </c:pt>
                <c:pt idx="1136">
                  <c:v>23-07-2021</c:v>
                </c:pt>
                <c:pt idx="1137">
                  <c:v>23-07-2021</c:v>
                </c:pt>
                <c:pt idx="1138">
                  <c:v>23-07-2021</c:v>
                </c:pt>
                <c:pt idx="1139">
                  <c:v>23-07-2021</c:v>
                </c:pt>
                <c:pt idx="1140">
                  <c:v>23-07-2021</c:v>
                </c:pt>
                <c:pt idx="1141">
                  <c:v>23-07-2021</c:v>
                </c:pt>
                <c:pt idx="1142">
                  <c:v>23-07-2021</c:v>
                </c:pt>
                <c:pt idx="1143">
                  <c:v>23-07-2021</c:v>
                </c:pt>
                <c:pt idx="1144">
                  <c:v>23-07-2021</c:v>
                </c:pt>
                <c:pt idx="1145">
                  <c:v>23-07-2021</c:v>
                </c:pt>
                <c:pt idx="1146">
                  <c:v>23-07-2021</c:v>
                </c:pt>
                <c:pt idx="1147">
                  <c:v>23-07-2021</c:v>
                </c:pt>
                <c:pt idx="1148">
                  <c:v>23-07-2021</c:v>
                </c:pt>
                <c:pt idx="1149">
                  <c:v>23-07-2021</c:v>
                </c:pt>
                <c:pt idx="1150">
                  <c:v>23-07-2021</c:v>
                </c:pt>
                <c:pt idx="1151">
                  <c:v>23-07-2021</c:v>
                </c:pt>
                <c:pt idx="1152">
                  <c:v>23-07-2021</c:v>
                </c:pt>
                <c:pt idx="1153">
                  <c:v>23-07-2021</c:v>
                </c:pt>
                <c:pt idx="1154">
                  <c:v>23-07-2021</c:v>
                </c:pt>
                <c:pt idx="1155">
                  <c:v>23-07-2021</c:v>
                </c:pt>
                <c:pt idx="1156">
                  <c:v>23-07-2021</c:v>
                </c:pt>
                <c:pt idx="1157">
                  <c:v>23-07-2021</c:v>
                </c:pt>
                <c:pt idx="1158">
                  <c:v>23-07-2021</c:v>
                </c:pt>
                <c:pt idx="1159">
                  <c:v>23-07-2021</c:v>
                </c:pt>
                <c:pt idx="1160">
                  <c:v>23-07-2021</c:v>
                </c:pt>
                <c:pt idx="1161">
                  <c:v>23-07-2021</c:v>
                </c:pt>
                <c:pt idx="1162">
                  <c:v>23-07-2021</c:v>
                </c:pt>
                <c:pt idx="1163">
                  <c:v>23-07-2021</c:v>
                </c:pt>
                <c:pt idx="1164">
                  <c:v>23-07-2021</c:v>
                </c:pt>
                <c:pt idx="1165">
                  <c:v>23-07-2021</c:v>
                </c:pt>
                <c:pt idx="1166">
                  <c:v>23-07-2021</c:v>
                </c:pt>
                <c:pt idx="1167">
                  <c:v>23-07-2021</c:v>
                </c:pt>
                <c:pt idx="1168">
                  <c:v>23-07-2021</c:v>
                </c:pt>
                <c:pt idx="1169">
                  <c:v>24-07-2021</c:v>
                </c:pt>
                <c:pt idx="1170">
                  <c:v>24-07-2021</c:v>
                </c:pt>
                <c:pt idx="1171">
                  <c:v>24-07-2021</c:v>
                </c:pt>
                <c:pt idx="1172">
                  <c:v>24-07-2021</c:v>
                </c:pt>
                <c:pt idx="1173">
                  <c:v>24-07-2021</c:v>
                </c:pt>
                <c:pt idx="1174">
                  <c:v>24-07-2021</c:v>
                </c:pt>
                <c:pt idx="1175">
                  <c:v>24-07-2021</c:v>
                </c:pt>
                <c:pt idx="1176">
                  <c:v>24-07-2021</c:v>
                </c:pt>
                <c:pt idx="1177">
                  <c:v>24-07-2021</c:v>
                </c:pt>
                <c:pt idx="1178">
                  <c:v>24-07-2021</c:v>
                </c:pt>
                <c:pt idx="1179">
                  <c:v>24-07-2021</c:v>
                </c:pt>
                <c:pt idx="1180">
                  <c:v>24-07-2021</c:v>
                </c:pt>
                <c:pt idx="1181">
                  <c:v>24-07-2021</c:v>
                </c:pt>
                <c:pt idx="1182">
                  <c:v>24-07-2021</c:v>
                </c:pt>
                <c:pt idx="1183">
                  <c:v>24-07-2021</c:v>
                </c:pt>
                <c:pt idx="1184">
                  <c:v>24-07-2021</c:v>
                </c:pt>
                <c:pt idx="1185">
                  <c:v>24-07-2021</c:v>
                </c:pt>
                <c:pt idx="1186">
                  <c:v>24-07-2021</c:v>
                </c:pt>
                <c:pt idx="1187">
                  <c:v>24-07-2021</c:v>
                </c:pt>
                <c:pt idx="1188">
                  <c:v>24-07-2021</c:v>
                </c:pt>
                <c:pt idx="1189">
                  <c:v>24-07-2021</c:v>
                </c:pt>
                <c:pt idx="1190">
                  <c:v>24-07-2021</c:v>
                </c:pt>
                <c:pt idx="1191">
                  <c:v>24-07-2021</c:v>
                </c:pt>
                <c:pt idx="1192">
                  <c:v>24-07-2021</c:v>
                </c:pt>
                <c:pt idx="1193">
                  <c:v>24-07-2021</c:v>
                </c:pt>
                <c:pt idx="1194">
                  <c:v>24-07-2021</c:v>
                </c:pt>
                <c:pt idx="1195">
                  <c:v>24-07-2021</c:v>
                </c:pt>
                <c:pt idx="1196">
                  <c:v>24-07-2021</c:v>
                </c:pt>
                <c:pt idx="1197">
                  <c:v>24-07-2021</c:v>
                </c:pt>
                <c:pt idx="1198">
                  <c:v>24-07-2021</c:v>
                </c:pt>
                <c:pt idx="1199">
                  <c:v>24-07-2021</c:v>
                </c:pt>
                <c:pt idx="1200">
                  <c:v>24-07-2021</c:v>
                </c:pt>
                <c:pt idx="1201">
                  <c:v>24-07-2021</c:v>
                </c:pt>
                <c:pt idx="1202">
                  <c:v>24-07-2021</c:v>
                </c:pt>
                <c:pt idx="1203">
                  <c:v>24-07-2021</c:v>
                </c:pt>
                <c:pt idx="1204">
                  <c:v>24-07-2021</c:v>
                </c:pt>
                <c:pt idx="1205">
                  <c:v>24-07-2021</c:v>
                </c:pt>
                <c:pt idx="1206">
                  <c:v>24-07-2021</c:v>
                </c:pt>
                <c:pt idx="1207">
                  <c:v>24-07-2021</c:v>
                </c:pt>
                <c:pt idx="1208">
                  <c:v>24-07-2021</c:v>
                </c:pt>
                <c:pt idx="1209">
                  <c:v>24-07-2021</c:v>
                </c:pt>
                <c:pt idx="1210">
                  <c:v>24-07-2021</c:v>
                </c:pt>
                <c:pt idx="1211">
                  <c:v>24-07-2021</c:v>
                </c:pt>
                <c:pt idx="1212">
                  <c:v>24-07-2021</c:v>
                </c:pt>
                <c:pt idx="1213">
                  <c:v>24-07-2021</c:v>
                </c:pt>
                <c:pt idx="1214">
                  <c:v>24-07-2021</c:v>
                </c:pt>
                <c:pt idx="1215">
                  <c:v>24-07-2021</c:v>
                </c:pt>
                <c:pt idx="1216">
                  <c:v>24-07-2021</c:v>
                </c:pt>
                <c:pt idx="1217">
                  <c:v>24-07-2021</c:v>
                </c:pt>
                <c:pt idx="1218">
                  <c:v>24-07-2021</c:v>
                </c:pt>
                <c:pt idx="1219">
                  <c:v>24-07-2021</c:v>
                </c:pt>
                <c:pt idx="1220">
                  <c:v>24-07-2021</c:v>
                </c:pt>
                <c:pt idx="1221">
                  <c:v>25-07-2021</c:v>
                </c:pt>
                <c:pt idx="1222">
                  <c:v>25-07-2021</c:v>
                </c:pt>
                <c:pt idx="1223">
                  <c:v>25-07-2021</c:v>
                </c:pt>
                <c:pt idx="1224">
                  <c:v>25-07-2021</c:v>
                </c:pt>
                <c:pt idx="1225">
                  <c:v>25-07-2021</c:v>
                </c:pt>
                <c:pt idx="1226">
                  <c:v>25-07-2021</c:v>
                </c:pt>
                <c:pt idx="1227">
                  <c:v>25-07-2021</c:v>
                </c:pt>
                <c:pt idx="1228">
                  <c:v>25-07-2021</c:v>
                </c:pt>
                <c:pt idx="1229">
                  <c:v>25-07-2021</c:v>
                </c:pt>
                <c:pt idx="1230">
                  <c:v>25-07-2021</c:v>
                </c:pt>
                <c:pt idx="1231">
                  <c:v>25-07-2021</c:v>
                </c:pt>
                <c:pt idx="1232">
                  <c:v>25-07-2021</c:v>
                </c:pt>
                <c:pt idx="1233">
                  <c:v>25-07-2021</c:v>
                </c:pt>
                <c:pt idx="1234">
                  <c:v>25-07-2021</c:v>
                </c:pt>
                <c:pt idx="1235">
                  <c:v>25-07-2021</c:v>
                </c:pt>
                <c:pt idx="1236">
                  <c:v>25-07-2021</c:v>
                </c:pt>
                <c:pt idx="1237">
                  <c:v>25-07-2021</c:v>
                </c:pt>
                <c:pt idx="1238">
                  <c:v>25-07-2021</c:v>
                </c:pt>
                <c:pt idx="1239">
                  <c:v>25-07-2021</c:v>
                </c:pt>
                <c:pt idx="1240">
                  <c:v>25-07-2021</c:v>
                </c:pt>
                <c:pt idx="1241">
                  <c:v>25-07-2021</c:v>
                </c:pt>
                <c:pt idx="1242">
                  <c:v>25-07-2021</c:v>
                </c:pt>
                <c:pt idx="1243">
                  <c:v>25-07-2021</c:v>
                </c:pt>
                <c:pt idx="1244">
                  <c:v>25-07-2021</c:v>
                </c:pt>
                <c:pt idx="1245">
                  <c:v>25-07-2021</c:v>
                </c:pt>
                <c:pt idx="1246">
                  <c:v>25-07-2021</c:v>
                </c:pt>
                <c:pt idx="1247">
                  <c:v>25-07-2021</c:v>
                </c:pt>
                <c:pt idx="1248">
                  <c:v>25-07-2021</c:v>
                </c:pt>
                <c:pt idx="1249">
                  <c:v>25-07-2021</c:v>
                </c:pt>
                <c:pt idx="1250">
                  <c:v>25-07-2021</c:v>
                </c:pt>
                <c:pt idx="1251">
                  <c:v>25-07-2021</c:v>
                </c:pt>
                <c:pt idx="1252">
                  <c:v>25-07-2021</c:v>
                </c:pt>
                <c:pt idx="1253">
                  <c:v>25-07-2021</c:v>
                </c:pt>
                <c:pt idx="1254">
                  <c:v>25-07-2021</c:v>
                </c:pt>
                <c:pt idx="1255">
                  <c:v>25-07-2021</c:v>
                </c:pt>
                <c:pt idx="1256">
                  <c:v>25-07-2021</c:v>
                </c:pt>
                <c:pt idx="1257">
                  <c:v>25-07-2021</c:v>
                </c:pt>
                <c:pt idx="1258">
                  <c:v>25-07-2021</c:v>
                </c:pt>
                <c:pt idx="1259">
                  <c:v>25-07-2021</c:v>
                </c:pt>
                <c:pt idx="1260">
                  <c:v>25-07-2021</c:v>
                </c:pt>
                <c:pt idx="1261">
                  <c:v>25-07-2021</c:v>
                </c:pt>
                <c:pt idx="1262">
                  <c:v>25-07-2021</c:v>
                </c:pt>
                <c:pt idx="1263">
                  <c:v>25-07-2021</c:v>
                </c:pt>
                <c:pt idx="1264">
                  <c:v>25-07-2021</c:v>
                </c:pt>
                <c:pt idx="1265">
                  <c:v>25-07-2021</c:v>
                </c:pt>
                <c:pt idx="1266">
                  <c:v>25-07-2021</c:v>
                </c:pt>
                <c:pt idx="1267">
                  <c:v>25-07-2021</c:v>
                </c:pt>
                <c:pt idx="1268">
                  <c:v>25-07-2021</c:v>
                </c:pt>
                <c:pt idx="1269">
                  <c:v>25-07-2021</c:v>
                </c:pt>
                <c:pt idx="1270">
                  <c:v>25-07-2021</c:v>
                </c:pt>
                <c:pt idx="1271">
                  <c:v>25-07-2021</c:v>
                </c:pt>
                <c:pt idx="1272">
                  <c:v>25-07-2021</c:v>
                </c:pt>
                <c:pt idx="1273">
                  <c:v>26-07-2021</c:v>
                </c:pt>
                <c:pt idx="1274">
                  <c:v>26-07-2021</c:v>
                </c:pt>
                <c:pt idx="1275">
                  <c:v>26-07-2021</c:v>
                </c:pt>
                <c:pt idx="1276">
                  <c:v>26-07-2021</c:v>
                </c:pt>
                <c:pt idx="1277">
                  <c:v>26-07-2021</c:v>
                </c:pt>
                <c:pt idx="1278">
                  <c:v>26-07-2021</c:v>
                </c:pt>
                <c:pt idx="1279">
                  <c:v>26-07-2021</c:v>
                </c:pt>
                <c:pt idx="1280">
                  <c:v>26-07-2021</c:v>
                </c:pt>
                <c:pt idx="1281">
                  <c:v>26-07-2021</c:v>
                </c:pt>
                <c:pt idx="1282">
                  <c:v>26-07-2021</c:v>
                </c:pt>
                <c:pt idx="1283">
                  <c:v>26-07-2021</c:v>
                </c:pt>
                <c:pt idx="1284">
                  <c:v>26-07-2021</c:v>
                </c:pt>
                <c:pt idx="1285">
                  <c:v>26-07-2021</c:v>
                </c:pt>
                <c:pt idx="1286">
                  <c:v>26-07-2021</c:v>
                </c:pt>
                <c:pt idx="1287">
                  <c:v>26-07-2021</c:v>
                </c:pt>
                <c:pt idx="1288">
                  <c:v>26-07-2021</c:v>
                </c:pt>
                <c:pt idx="1289">
                  <c:v>26-07-2021</c:v>
                </c:pt>
                <c:pt idx="1290">
                  <c:v>26-07-2021</c:v>
                </c:pt>
                <c:pt idx="1291">
                  <c:v>26-07-2021</c:v>
                </c:pt>
                <c:pt idx="1292">
                  <c:v>26-07-2021</c:v>
                </c:pt>
                <c:pt idx="1293">
                  <c:v>26-07-2021</c:v>
                </c:pt>
                <c:pt idx="1294">
                  <c:v>26-07-2021</c:v>
                </c:pt>
                <c:pt idx="1295">
                  <c:v>26-07-2021</c:v>
                </c:pt>
                <c:pt idx="1296">
                  <c:v>26-07-2021</c:v>
                </c:pt>
                <c:pt idx="1297">
                  <c:v>26-07-2021</c:v>
                </c:pt>
                <c:pt idx="1298">
                  <c:v>26-07-2021</c:v>
                </c:pt>
                <c:pt idx="1299">
                  <c:v>26-07-2021</c:v>
                </c:pt>
                <c:pt idx="1300">
                  <c:v>26-07-2021</c:v>
                </c:pt>
                <c:pt idx="1301">
                  <c:v>26-07-2021</c:v>
                </c:pt>
                <c:pt idx="1302">
                  <c:v>26-07-2021</c:v>
                </c:pt>
                <c:pt idx="1303">
                  <c:v>26-07-2021</c:v>
                </c:pt>
                <c:pt idx="1304">
                  <c:v>26-07-2021</c:v>
                </c:pt>
                <c:pt idx="1305">
                  <c:v>26-07-2021</c:v>
                </c:pt>
                <c:pt idx="1306">
                  <c:v>26-07-2021</c:v>
                </c:pt>
                <c:pt idx="1307">
                  <c:v>26-07-2021</c:v>
                </c:pt>
                <c:pt idx="1308">
                  <c:v>26-07-2021</c:v>
                </c:pt>
                <c:pt idx="1309">
                  <c:v>26-07-2021</c:v>
                </c:pt>
                <c:pt idx="1310">
                  <c:v>26-07-2021</c:v>
                </c:pt>
                <c:pt idx="1311">
                  <c:v>26-07-2021</c:v>
                </c:pt>
                <c:pt idx="1312">
                  <c:v>26-07-2021</c:v>
                </c:pt>
                <c:pt idx="1313">
                  <c:v>26-07-2021</c:v>
                </c:pt>
                <c:pt idx="1314">
                  <c:v>26-07-2021</c:v>
                </c:pt>
                <c:pt idx="1315">
                  <c:v>26-07-2021</c:v>
                </c:pt>
                <c:pt idx="1316">
                  <c:v>26-07-2021</c:v>
                </c:pt>
                <c:pt idx="1317">
                  <c:v>26-07-2021</c:v>
                </c:pt>
                <c:pt idx="1318">
                  <c:v>26-07-2021</c:v>
                </c:pt>
                <c:pt idx="1319">
                  <c:v>26-07-2021</c:v>
                </c:pt>
                <c:pt idx="1320">
                  <c:v>26-07-2021</c:v>
                </c:pt>
                <c:pt idx="1321">
                  <c:v>26-07-2021</c:v>
                </c:pt>
                <c:pt idx="1322">
                  <c:v>26-07-2021</c:v>
                </c:pt>
                <c:pt idx="1323">
                  <c:v>26-07-2021</c:v>
                </c:pt>
                <c:pt idx="1324">
                  <c:v>26-07-2021</c:v>
                </c:pt>
                <c:pt idx="1325">
                  <c:v>26-07-2021</c:v>
                </c:pt>
                <c:pt idx="1326">
                  <c:v>26-07-2021</c:v>
                </c:pt>
                <c:pt idx="1327">
                  <c:v>26-07-2021</c:v>
                </c:pt>
                <c:pt idx="1328">
                  <c:v>26-07-2021</c:v>
                </c:pt>
                <c:pt idx="1329">
                  <c:v>27-07-2021</c:v>
                </c:pt>
                <c:pt idx="1330">
                  <c:v>27-07-2021</c:v>
                </c:pt>
                <c:pt idx="1331">
                  <c:v>27-07-2021</c:v>
                </c:pt>
                <c:pt idx="1332">
                  <c:v>27-07-2021</c:v>
                </c:pt>
                <c:pt idx="1333">
                  <c:v>27-07-2021</c:v>
                </c:pt>
                <c:pt idx="1334">
                  <c:v>27-07-2021</c:v>
                </c:pt>
                <c:pt idx="1335">
                  <c:v>27-07-2021</c:v>
                </c:pt>
                <c:pt idx="1336">
                  <c:v>27-07-2021</c:v>
                </c:pt>
                <c:pt idx="1337">
                  <c:v>27-07-2021</c:v>
                </c:pt>
                <c:pt idx="1338">
                  <c:v>27-07-2021</c:v>
                </c:pt>
                <c:pt idx="1339">
                  <c:v>27-07-2021</c:v>
                </c:pt>
                <c:pt idx="1340">
                  <c:v>27-07-2021</c:v>
                </c:pt>
                <c:pt idx="1341">
                  <c:v>27-07-2021</c:v>
                </c:pt>
                <c:pt idx="1342">
                  <c:v>27-07-2021</c:v>
                </c:pt>
                <c:pt idx="1343">
                  <c:v>27-07-2021</c:v>
                </c:pt>
                <c:pt idx="1344">
                  <c:v>27-07-2021</c:v>
                </c:pt>
                <c:pt idx="1345">
                  <c:v>27-07-2021</c:v>
                </c:pt>
                <c:pt idx="1346">
                  <c:v>27-07-2021</c:v>
                </c:pt>
                <c:pt idx="1347">
                  <c:v>27-07-2021</c:v>
                </c:pt>
                <c:pt idx="1348">
                  <c:v>27-07-2021</c:v>
                </c:pt>
                <c:pt idx="1349">
                  <c:v>27-07-2021</c:v>
                </c:pt>
                <c:pt idx="1350">
                  <c:v>27-07-2021</c:v>
                </c:pt>
                <c:pt idx="1351">
                  <c:v>27-07-2021</c:v>
                </c:pt>
                <c:pt idx="1352">
                  <c:v>27-07-2021</c:v>
                </c:pt>
                <c:pt idx="1353">
                  <c:v>27-07-2021</c:v>
                </c:pt>
                <c:pt idx="1354">
                  <c:v>27-07-2021</c:v>
                </c:pt>
                <c:pt idx="1355">
                  <c:v>27-07-2021</c:v>
                </c:pt>
                <c:pt idx="1356">
                  <c:v>27-07-2021</c:v>
                </c:pt>
                <c:pt idx="1357">
                  <c:v>27-07-2021</c:v>
                </c:pt>
                <c:pt idx="1358">
                  <c:v>27-07-2021</c:v>
                </c:pt>
                <c:pt idx="1359">
                  <c:v>27-07-2021</c:v>
                </c:pt>
                <c:pt idx="1360">
                  <c:v>27-07-2021</c:v>
                </c:pt>
                <c:pt idx="1361">
                  <c:v>27-07-2021</c:v>
                </c:pt>
                <c:pt idx="1362">
                  <c:v>27-07-2021</c:v>
                </c:pt>
                <c:pt idx="1363">
                  <c:v>27-07-2021</c:v>
                </c:pt>
                <c:pt idx="1364">
                  <c:v>27-07-2021</c:v>
                </c:pt>
                <c:pt idx="1365">
                  <c:v>27-07-2021</c:v>
                </c:pt>
                <c:pt idx="1366">
                  <c:v>27-07-2021</c:v>
                </c:pt>
                <c:pt idx="1367">
                  <c:v>27-07-2021</c:v>
                </c:pt>
                <c:pt idx="1368">
                  <c:v>27-07-2021</c:v>
                </c:pt>
                <c:pt idx="1369">
                  <c:v>27-07-2021</c:v>
                </c:pt>
                <c:pt idx="1370">
                  <c:v>27-07-2021</c:v>
                </c:pt>
                <c:pt idx="1371">
                  <c:v>27-07-2021</c:v>
                </c:pt>
                <c:pt idx="1372">
                  <c:v>27-07-2021</c:v>
                </c:pt>
                <c:pt idx="1373">
                  <c:v>27-07-2021</c:v>
                </c:pt>
                <c:pt idx="1374">
                  <c:v>27-07-2021</c:v>
                </c:pt>
                <c:pt idx="1375">
                  <c:v>27-07-2021</c:v>
                </c:pt>
                <c:pt idx="1376">
                  <c:v>27-07-2021</c:v>
                </c:pt>
                <c:pt idx="1377">
                  <c:v>27-07-2021</c:v>
                </c:pt>
                <c:pt idx="1378">
                  <c:v>27-07-2021</c:v>
                </c:pt>
                <c:pt idx="1379">
                  <c:v>27-07-2021</c:v>
                </c:pt>
                <c:pt idx="1380">
                  <c:v>27-07-2021</c:v>
                </c:pt>
                <c:pt idx="1381">
                  <c:v>28-07-2021</c:v>
                </c:pt>
                <c:pt idx="1382">
                  <c:v>28-07-2021</c:v>
                </c:pt>
                <c:pt idx="1383">
                  <c:v>28-07-2021</c:v>
                </c:pt>
                <c:pt idx="1384">
                  <c:v>28-07-2021</c:v>
                </c:pt>
                <c:pt idx="1385">
                  <c:v>28-07-2021</c:v>
                </c:pt>
                <c:pt idx="1386">
                  <c:v>28-07-2021</c:v>
                </c:pt>
                <c:pt idx="1387">
                  <c:v>28-07-2021</c:v>
                </c:pt>
                <c:pt idx="1388">
                  <c:v>28-07-2021</c:v>
                </c:pt>
                <c:pt idx="1389">
                  <c:v>28-07-2021</c:v>
                </c:pt>
                <c:pt idx="1390">
                  <c:v>28-07-2021</c:v>
                </c:pt>
                <c:pt idx="1391">
                  <c:v>28-07-2021</c:v>
                </c:pt>
                <c:pt idx="1392">
                  <c:v>28-07-2021</c:v>
                </c:pt>
                <c:pt idx="1393">
                  <c:v>28-07-2021</c:v>
                </c:pt>
                <c:pt idx="1394">
                  <c:v>28-07-2021</c:v>
                </c:pt>
                <c:pt idx="1395">
                  <c:v>28-07-2021</c:v>
                </c:pt>
                <c:pt idx="1396">
                  <c:v>28-07-2021</c:v>
                </c:pt>
                <c:pt idx="1397">
                  <c:v>28-07-2021</c:v>
                </c:pt>
                <c:pt idx="1398">
                  <c:v>28-07-2021</c:v>
                </c:pt>
                <c:pt idx="1399">
                  <c:v>28-07-2021</c:v>
                </c:pt>
                <c:pt idx="1400">
                  <c:v>28-07-2021</c:v>
                </c:pt>
                <c:pt idx="1401">
                  <c:v>28-07-2021</c:v>
                </c:pt>
                <c:pt idx="1402">
                  <c:v>28-07-2021</c:v>
                </c:pt>
                <c:pt idx="1403">
                  <c:v>28-07-2021</c:v>
                </c:pt>
                <c:pt idx="1404">
                  <c:v>28-07-2021</c:v>
                </c:pt>
                <c:pt idx="1405">
                  <c:v>28-07-2021</c:v>
                </c:pt>
                <c:pt idx="1406">
                  <c:v>28-07-2021</c:v>
                </c:pt>
                <c:pt idx="1407">
                  <c:v>28-07-2021</c:v>
                </c:pt>
                <c:pt idx="1408">
                  <c:v>28-07-2021</c:v>
                </c:pt>
                <c:pt idx="1409">
                  <c:v>28-07-2021</c:v>
                </c:pt>
                <c:pt idx="1410">
                  <c:v>28-07-2021</c:v>
                </c:pt>
                <c:pt idx="1411">
                  <c:v>28-07-2021</c:v>
                </c:pt>
                <c:pt idx="1412">
                  <c:v>28-07-2021</c:v>
                </c:pt>
                <c:pt idx="1413">
                  <c:v>28-07-2021</c:v>
                </c:pt>
                <c:pt idx="1414">
                  <c:v>28-07-2021</c:v>
                </c:pt>
                <c:pt idx="1415">
                  <c:v>28-07-2021</c:v>
                </c:pt>
                <c:pt idx="1416">
                  <c:v>28-07-2021</c:v>
                </c:pt>
                <c:pt idx="1417">
                  <c:v>28-07-2021</c:v>
                </c:pt>
                <c:pt idx="1418">
                  <c:v>28-07-2021</c:v>
                </c:pt>
                <c:pt idx="1419">
                  <c:v>28-07-2021</c:v>
                </c:pt>
                <c:pt idx="1420">
                  <c:v>28-07-2021</c:v>
                </c:pt>
                <c:pt idx="1421">
                  <c:v>28-07-2021</c:v>
                </c:pt>
                <c:pt idx="1422">
                  <c:v>28-07-2021</c:v>
                </c:pt>
                <c:pt idx="1423">
                  <c:v>28-07-2021</c:v>
                </c:pt>
                <c:pt idx="1424">
                  <c:v>28-07-2021</c:v>
                </c:pt>
                <c:pt idx="1425">
                  <c:v>28-07-2021</c:v>
                </c:pt>
                <c:pt idx="1426">
                  <c:v>28-07-2021</c:v>
                </c:pt>
                <c:pt idx="1427">
                  <c:v>28-07-2021</c:v>
                </c:pt>
                <c:pt idx="1428">
                  <c:v>28-07-2021</c:v>
                </c:pt>
                <c:pt idx="1429">
                  <c:v>28-07-2021</c:v>
                </c:pt>
                <c:pt idx="1430">
                  <c:v>28-07-2021</c:v>
                </c:pt>
                <c:pt idx="1431">
                  <c:v>28-07-2021</c:v>
                </c:pt>
                <c:pt idx="1432">
                  <c:v>28-07-2021</c:v>
                </c:pt>
                <c:pt idx="1433">
                  <c:v>28-07-2021</c:v>
                </c:pt>
                <c:pt idx="1434">
                  <c:v>28-07-2021</c:v>
                </c:pt>
                <c:pt idx="1435">
                  <c:v>28-07-2021</c:v>
                </c:pt>
                <c:pt idx="1436">
                  <c:v>28-07-2021</c:v>
                </c:pt>
                <c:pt idx="1437">
                  <c:v>29-07-2021</c:v>
                </c:pt>
                <c:pt idx="1438">
                  <c:v>29-07-2021</c:v>
                </c:pt>
                <c:pt idx="1439">
                  <c:v>29-07-2021</c:v>
                </c:pt>
                <c:pt idx="1440">
                  <c:v>29-07-2021</c:v>
                </c:pt>
                <c:pt idx="1441">
                  <c:v>29-07-2021</c:v>
                </c:pt>
                <c:pt idx="1442">
                  <c:v>29-07-2021</c:v>
                </c:pt>
                <c:pt idx="1443">
                  <c:v>29-07-2021</c:v>
                </c:pt>
                <c:pt idx="1444">
                  <c:v>29-07-2021</c:v>
                </c:pt>
                <c:pt idx="1445">
                  <c:v>29-07-2021</c:v>
                </c:pt>
                <c:pt idx="1446">
                  <c:v>29-07-2021</c:v>
                </c:pt>
                <c:pt idx="1447">
                  <c:v>29-07-2021</c:v>
                </c:pt>
                <c:pt idx="1448">
                  <c:v>29-07-2021</c:v>
                </c:pt>
                <c:pt idx="1449">
                  <c:v>29-07-2021</c:v>
                </c:pt>
                <c:pt idx="1450">
                  <c:v>29-07-2021</c:v>
                </c:pt>
                <c:pt idx="1451">
                  <c:v>29-07-2021</c:v>
                </c:pt>
                <c:pt idx="1452">
                  <c:v>29-07-2021</c:v>
                </c:pt>
                <c:pt idx="1453">
                  <c:v>29-07-2021</c:v>
                </c:pt>
                <c:pt idx="1454">
                  <c:v>29-07-2021</c:v>
                </c:pt>
                <c:pt idx="1455">
                  <c:v>29-07-2021</c:v>
                </c:pt>
                <c:pt idx="1456">
                  <c:v>29-07-2021</c:v>
                </c:pt>
                <c:pt idx="1457">
                  <c:v>29-07-2021</c:v>
                </c:pt>
                <c:pt idx="1458">
                  <c:v>29-07-2021</c:v>
                </c:pt>
                <c:pt idx="1459">
                  <c:v>29-07-2021</c:v>
                </c:pt>
                <c:pt idx="1460">
                  <c:v>29-07-2021</c:v>
                </c:pt>
                <c:pt idx="1461">
                  <c:v>29-07-2021</c:v>
                </c:pt>
                <c:pt idx="1462">
                  <c:v>29-07-2021</c:v>
                </c:pt>
                <c:pt idx="1463">
                  <c:v>29-07-2021</c:v>
                </c:pt>
                <c:pt idx="1464">
                  <c:v>29-07-2021</c:v>
                </c:pt>
                <c:pt idx="1465">
                  <c:v>29-07-2021</c:v>
                </c:pt>
                <c:pt idx="1466">
                  <c:v>29-07-2021</c:v>
                </c:pt>
                <c:pt idx="1467">
                  <c:v>29-07-2021</c:v>
                </c:pt>
                <c:pt idx="1468">
                  <c:v>29-07-2021</c:v>
                </c:pt>
                <c:pt idx="1469">
                  <c:v>29-07-2021</c:v>
                </c:pt>
                <c:pt idx="1470">
                  <c:v>29-07-2021</c:v>
                </c:pt>
                <c:pt idx="1471">
                  <c:v>29-07-2021</c:v>
                </c:pt>
                <c:pt idx="1472">
                  <c:v>29-07-2021</c:v>
                </c:pt>
                <c:pt idx="1473">
                  <c:v>29-07-2021</c:v>
                </c:pt>
                <c:pt idx="1474">
                  <c:v>29-07-2021</c:v>
                </c:pt>
                <c:pt idx="1475">
                  <c:v>29-07-2021</c:v>
                </c:pt>
                <c:pt idx="1476">
                  <c:v>29-07-2021</c:v>
                </c:pt>
                <c:pt idx="1477">
                  <c:v>29-07-2021</c:v>
                </c:pt>
                <c:pt idx="1478">
                  <c:v>29-07-2021</c:v>
                </c:pt>
                <c:pt idx="1479">
                  <c:v>29-07-2021</c:v>
                </c:pt>
                <c:pt idx="1480">
                  <c:v>29-07-2021</c:v>
                </c:pt>
                <c:pt idx="1481">
                  <c:v>29-07-2021</c:v>
                </c:pt>
                <c:pt idx="1482">
                  <c:v>29-07-2021</c:v>
                </c:pt>
                <c:pt idx="1483">
                  <c:v>29-07-2021</c:v>
                </c:pt>
                <c:pt idx="1484">
                  <c:v>29-07-2021</c:v>
                </c:pt>
                <c:pt idx="1485">
                  <c:v>29-07-2021</c:v>
                </c:pt>
                <c:pt idx="1486">
                  <c:v>29-07-2021</c:v>
                </c:pt>
                <c:pt idx="1487">
                  <c:v>29-07-2021</c:v>
                </c:pt>
                <c:pt idx="1488">
                  <c:v>29-07-2021</c:v>
                </c:pt>
                <c:pt idx="1489">
                  <c:v>29-07-2021</c:v>
                </c:pt>
                <c:pt idx="1490">
                  <c:v>30-07-2021</c:v>
                </c:pt>
                <c:pt idx="1491">
                  <c:v>30-07-2021</c:v>
                </c:pt>
                <c:pt idx="1492">
                  <c:v>30-07-2021</c:v>
                </c:pt>
                <c:pt idx="1493">
                  <c:v>30-07-2021</c:v>
                </c:pt>
                <c:pt idx="1494">
                  <c:v>30-07-2021</c:v>
                </c:pt>
                <c:pt idx="1495">
                  <c:v>30-07-2021</c:v>
                </c:pt>
                <c:pt idx="1496">
                  <c:v>30-07-2021</c:v>
                </c:pt>
                <c:pt idx="1497">
                  <c:v>30-07-2021</c:v>
                </c:pt>
                <c:pt idx="1498">
                  <c:v>30-07-2021</c:v>
                </c:pt>
                <c:pt idx="1499">
                  <c:v>30-07-2021</c:v>
                </c:pt>
                <c:pt idx="1500">
                  <c:v>30-07-2021</c:v>
                </c:pt>
                <c:pt idx="1501">
                  <c:v>30-07-2021</c:v>
                </c:pt>
                <c:pt idx="1502">
                  <c:v>30-07-2021</c:v>
                </c:pt>
                <c:pt idx="1503">
                  <c:v>30-07-2021</c:v>
                </c:pt>
                <c:pt idx="1504">
                  <c:v>30-07-2021</c:v>
                </c:pt>
                <c:pt idx="1505">
                  <c:v>30-07-2021</c:v>
                </c:pt>
                <c:pt idx="1506">
                  <c:v>30-07-2021</c:v>
                </c:pt>
                <c:pt idx="1507">
                  <c:v>30-07-2021</c:v>
                </c:pt>
                <c:pt idx="1508">
                  <c:v>30-07-2021</c:v>
                </c:pt>
                <c:pt idx="1509">
                  <c:v>30-07-2021</c:v>
                </c:pt>
                <c:pt idx="1510">
                  <c:v>30-07-2021</c:v>
                </c:pt>
                <c:pt idx="1511">
                  <c:v>30-07-2021</c:v>
                </c:pt>
                <c:pt idx="1512">
                  <c:v>30-07-2021</c:v>
                </c:pt>
                <c:pt idx="1513">
                  <c:v>30-07-2021</c:v>
                </c:pt>
                <c:pt idx="1514">
                  <c:v>30-07-2021</c:v>
                </c:pt>
                <c:pt idx="1515">
                  <c:v>30-07-2021</c:v>
                </c:pt>
                <c:pt idx="1516">
                  <c:v>30-07-2021</c:v>
                </c:pt>
                <c:pt idx="1517">
                  <c:v>30-07-2021</c:v>
                </c:pt>
                <c:pt idx="1518">
                  <c:v>30-07-2021</c:v>
                </c:pt>
                <c:pt idx="1519">
                  <c:v>30-07-2021</c:v>
                </c:pt>
                <c:pt idx="1520">
                  <c:v>30-07-2021</c:v>
                </c:pt>
                <c:pt idx="1521">
                  <c:v>30-07-2021</c:v>
                </c:pt>
                <c:pt idx="1522">
                  <c:v>30-07-2021</c:v>
                </c:pt>
                <c:pt idx="1523">
                  <c:v>30-07-2021</c:v>
                </c:pt>
                <c:pt idx="1524">
                  <c:v>30-07-2021</c:v>
                </c:pt>
                <c:pt idx="1525">
                  <c:v>30-07-2021</c:v>
                </c:pt>
                <c:pt idx="1526">
                  <c:v>30-07-2021</c:v>
                </c:pt>
                <c:pt idx="1527">
                  <c:v>30-07-2021</c:v>
                </c:pt>
                <c:pt idx="1528">
                  <c:v>30-07-2021</c:v>
                </c:pt>
                <c:pt idx="1529">
                  <c:v>30-07-2021</c:v>
                </c:pt>
                <c:pt idx="1530">
                  <c:v>30-07-2021</c:v>
                </c:pt>
                <c:pt idx="1531">
                  <c:v>30-07-2021</c:v>
                </c:pt>
                <c:pt idx="1532">
                  <c:v>30-07-2021</c:v>
                </c:pt>
                <c:pt idx="1533">
                  <c:v>30-07-2021</c:v>
                </c:pt>
                <c:pt idx="1534">
                  <c:v>30-07-2021</c:v>
                </c:pt>
                <c:pt idx="1535">
                  <c:v>30-07-2021</c:v>
                </c:pt>
                <c:pt idx="1536">
                  <c:v>30-07-2021</c:v>
                </c:pt>
                <c:pt idx="1537">
                  <c:v>30-07-2021</c:v>
                </c:pt>
                <c:pt idx="1538">
                  <c:v>30-07-2021</c:v>
                </c:pt>
                <c:pt idx="1539">
                  <c:v>30-07-2021</c:v>
                </c:pt>
                <c:pt idx="1540">
                  <c:v>30-07-2021</c:v>
                </c:pt>
                <c:pt idx="1541">
                  <c:v>30-07-2021</c:v>
                </c:pt>
                <c:pt idx="1542">
                  <c:v>30-07-2021</c:v>
                </c:pt>
                <c:pt idx="1543">
                  <c:v>30-07-2021</c:v>
                </c:pt>
                <c:pt idx="1544">
                  <c:v>30-07-2021</c:v>
                </c:pt>
                <c:pt idx="1545">
                  <c:v>30-07-2021</c:v>
                </c:pt>
                <c:pt idx="1546">
                  <c:v>30-07-2021</c:v>
                </c:pt>
                <c:pt idx="1547">
                  <c:v>30-07-2021</c:v>
                </c:pt>
                <c:pt idx="1548">
                  <c:v>30-07-2021</c:v>
                </c:pt>
                <c:pt idx="1549">
                  <c:v>30-07-2021</c:v>
                </c:pt>
                <c:pt idx="1550">
                  <c:v>30-07-2021</c:v>
                </c:pt>
                <c:pt idx="1551">
                  <c:v>30-07-2021</c:v>
                </c:pt>
                <c:pt idx="1552">
                  <c:v>30-07-2021</c:v>
                </c:pt>
                <c:pt idx="1553">
                  <c:v>30-07-2021</c:v>
                </c:pt>
                <c:pt idx="1554">
                  <c:v>30-07-2021</c:v>
                </c:pt>
                <c:pt idx="1555">
                  <c:v>30-07-2021</c:v>
                </c:pt>
                <c:pt idx="1556">
                  <c:v>30-07-2021</c:v>
                </c:pt>
                <c:pt idx="1557">
                  <c:v>30-07-2021</c:v>
                </c:pt>
                <c:pt idx="1558">
                  <c:v>30-07-2021</c:v>
                </c:pt>
                <c:pt idx="1559">
                  <c:v>30-07-2021</c:v>
                </c:pt>
                <c:pt idx="1560">
                  <c:v>30-07-2021</c:v>
                </c:pt>
                <c:pt idx="1561">
                  <c:v>30-07-2021</c:v>
                </c:pt>
                <c:pt idx="1562">
                  <c:v>30-07-2021</c:v>
                </c:pt>
                <c:pt idx="1563">
                  <c:v>30-07-2021</c:v>
                </c:pt>
                <c:pt idx="1564">
                  <c:v>30-07-2021</c:v>
                </c:pt>
                <c:pt idx="1565">
                  <c:v>30-07-2021</c:v>
                </c:pt>
                <c:pt idx="1566">
                  <c:v>30-07-2021</c:v>
                </c:pt>
                <c:pt idx="1567">
                  <c:v>30-07-2021</c:v>
                </c:pt>
                <c:pt idx="1568">
                  <c:v>30-07-2021</c:v>
                </c:pt>
                <c:pt idx="1569">
                  <c:v>30-07-2021</c:v>
                </c:pt>
                <c:pt idx="1570">
                  <c:v>30-07-2021</c:v>
                </c:pt>
                <c:pt idx="1571">
                  <c:v>30-07-2021</c:v>
                </c:pt>
                <c:pt idx="1572">
                  <c:v>30-07-2021</c:v>
                </c:pt>
                <c:pt idx="1573">
                  <c:v>30-07-2021</c:v>
                </c:pt>
                <c:pt idx="1574">
                  <c:v>03-09-2021</c:v>
                </c:pt>
                <c:pt idx="1575">
                  <c:v>03-09-2021</c:v>
                </c:pt>
                <c:pt idx="1576">
                  <c:v>03-09-2021</c:v>
                </c:pt>
                <c:pt idx="1577">
                  <c:v>03-09-2021</c:v>
                </c:pt>
                <c:pt idx="1578">
                  <c:v>03-09-2021</c:v>
                </c:pt>
                <c:pt idx="1579">
                  <c:v>03-09-2021</c:v>
                </c:pt>
                <c:pt idx="1580">
                  <c:v>03-09-2021</c:v>
                </c:pt>
                <c:pt idx="1581">
                  <c:v>03-09-2021</c:v>
                </c:pt>
                <c:pt idx="1582">
                  <c:v>03-09-2021</c:v>
                </c:pt>
                <c:pt idx="1583">
                  <c:v>03-09-2021</c:v>
                </c:pt>
                <c:pt idx="1584">
                  <c:v>03-09-2021</c:v>
                </c:pt>
                <c:pt idx="1585">
                  <c:v>03-09-2021</c:v>
                </c:pt>
                <c:pt idx="1586">
                  <c:v>03-09-2021</c:v>
                </c:pt>
                <c:pt idx="1587">
                  <c:v>03-09-2021</c:v>
                </c:pt>
                <c:pt idx="1588">
                  <c:v>03-09-2021</c:v>
                </c:pt>
                <c:pt idx="1589">
                  <c:v>03-09-2021</c:v>
                </c:pt>
                <c:pt idx="1590">
                  <c:v>03-09-2021</c:v>
                </c:pt>
                <c:pt idx="1591">
                  <c:v>03-09-2021</c:v>
                </c:pt>
                <c:pt idx="1592">
                  <c:v>03-09-2021</c:v>
                </c:pt>
                <c:pt idx="1593">
                  <c:v>03-09-2021</c:v>
                </c:pt>
                <c:pt idx="1594">
                  <c:v>03-09-2021</c:v>
                </c:pt>
                <c:pt idx="1595">
                  <c:v>03-09-2021</c:v>
                </c:pt>
                <c:pt idx="1596">
                  <c:v>03-09-2021</c:v>
                </c:pt>
                <c:pt idx="1597">
                  <c:v>03-09-2021</c:v>
                </c:pt>
                <c:pt idx="1598">
                  <c:v>03-09-2021</c:v>
                </c:pt>
                <c:pt idx="1599">
                  <c:v>03-09-2021</c:v>
                </c:pt>
                <c:pt idx="1600">
                  <c:v>03-09-2021</c:v>
                </c:pt>
                <c:pt idx="1601">
                  <c:v>03-09-2021</c:v>
                </c:pt>
                <c:pt idx="1602">
                  <c:v>03-09-2021</c:v>
                </c:pt>
                <c:pt idx="1603">
                  <c:v>03-09-2021</c:v>
                </c:pt>
                <c:pt idx="1604">
                  <c:v>03-09-2021</c:v>
                </c:pt>
                <c:pt idx="1605">
                  <c:v>03-09-2021</c:v>
                </c:pt>
                <c:pt idx="1606">
                  <c:v>03-09-2021</c:v>
                </c:pt>
                <c:pt idx="1607">
                  <c:v>03-09-2021</c:v>
                </c:pt>
                <c:pt idx="1608">
                  <c:v>03-09-2021</c:v>
                </c:pt>
                <c:pt idx="1609">
                  <c:v>03-09-2021</c:v>
                </c:pt>
                <c:pt idx="1610">
                  <c:v>03-09-2021</c:v>
                </c:pt>
                <c:pt idx="1611">
                  <c:v>03-09-2021</c:v>
                </c:pt>
                <c:pt idx="1612">
                  <c:v>03-09-2021</c:v>
                </c:pt>
                <c:pt idx="1613">
                  <c:v>03-09-2021</c:v>
                </c:pt>
                <c:pt idx="1614">
                  <c:v>03-09-2021</c:v>
                </c:pt>
                <c:pt idx="1615">
                  <c:v>03-09-2021</c:v>
                </c:pt>
                <c:pt idx="1616">
                  <c:v>03-09-2021</c:v>
                </c:pt>
                <c:pt idx="1617">
                  <c:v>03-09-2021</c:v>
                </c:pt>
                <c:pt idx="1618">
                  <c:v>03-09-2021</c:v>
                </c:pt>
                <c:pt idx="1619">
                  <c:v>03-09-2021</c:v>
                </c:pt>
                <c:pt idx="1620">
                  <c:v>03-09-2021</c:v>
                </c:pt>
                <c:pt idx="1621">
                  <c:v>03-09-2021</c:v>
                </c:pt>
                <c:pt idx="1622">
                  <c:v>03-09-2021</c:v>
                </c:pt>
                <c:pt idx="1623">
                  <c:v>03-09-2021</c:v>
                </c:pt>
                <c:pt idx="1624">
                  <c:v>03-09-2021</c:v>
                </c:pt>
                <c:pt idx="1625">
                  <c:v>03-09-2021</c:v>
                </c:pt>
                <c:pt idx="1626">
                  <c:v>04-09-2021</c:v>
                </c:pt>
                <c:pt idx="1627">
                  <c:v>04-09-2021</c:v>
                </c:pt>
                <c:pt idx="1628">
                  <c:v>04-09-2021</c:v>
                </c:pt>
                <c:pt idx="1629">
                  <c:v>04-09-2021</c:v>
                </c:pt>
                <c:pt idx="1630">
                  <c:v>04-09-2021</c:v>
                </c:pt>
                <c:pt idx="1631">
                  <c:v>04-09-2021</c:v>
                </c:pt>
                <c:pt idx="1632">
                  <c:v>04-09-2021</c:v>
                </c:pt>
                <c:pt idx="1633">
                  <c:v>04-09-2021</c:v>
                </c:pt>
                <c:pt idx="1634">
                  <c:v>04-09-2021</c:v>
                </c:pt>
                <c:pt idx="1635">
                  <c:v>04-09-2021</c:v>
                </c:pt>
                <c:pt idx="1636">
                  <c:v>04-09-2021</c:v>
                </c:pt>
                <c:pt idx="1637">
                  <c:v>04-09-2021</c:v>
                </c:pt>
                <c:pt idx="1638">
                  <c:v>04-09-2021</c:v>
                </c:pt>
                <c:pt idx="1639">
                  <c:v>04-09-2021</c:v>
                </c:pt>
                <c:pt idx="1640">
                  <c:v>04-09-2021</c:v>
                </c:pt>
                <c:pt idx="1641">
                  <c:v>04-09-2021</c:v>
                </c:pt>
                <c:pt idx="1642">
                  <c:v>04-09-2021</c:v>
                </c:pt>
                <c:pt idx="1643">
                  <c:v>04-09-2021</c:v>
                </c:pt>
                <c:pt idx="1644">
                  <c:v>04-09-2021</c:v>
                </c:pt>
                <c:pt idx="1645">
                  <c:v>04-09-2021</c:v>
                </c:pt>
                <c:pt idx="1646">
                  <c:v>04-09-2021</c:v>
                </c:pt>
                <c:pt idx="1647">
                  <c:v>04-09-2021</c:v>
                </c:pt>
                <c:pt idx="1648">
                  <c:v>04-09-2021</c:v>
                </c:pt>
                <c:pt idx="1649">
                  <c:v>04-09-2021</c:v>
                </c:pt>
                <c:pt idx="1650">
                  <c:v>04-09-2021</c:v>
                </c:pt>
                <c:pt idx="1651">
                  <c:v>04-09-2021</c:v>
                </c:pt>
                <c:pt idx="1652">
                  <c:v>04-09-2021</c:v>
                </c:pt>
                <c:pt idx="1653">
                  <c:v>04-09-2021</c:v>
                </c:pt>
                <c:pt idx="1654">
                  <c:v>04-09-2021</c:v>
                </c:pt>
                <c:pt idx="1655">
                  <c:v>04-09-2021</c:v>
                </c:pt>
                <c:pt idx="1656">
                  <c:v>04-09-2021</c:v>
                </c:pt>
                <c:pt idx="1657">
                  <c:v>04-09-2021</c:v>
                </c:pt>
                <c:pt idx="1658">
                  <c:v>04-09-2021</c:v>
                </c:pt>
                <c:pt idx="1659">
                  <c:v>04-09-2021</c:v>
                </c:pt>
                <c:pt idx="1660">
                  <c:v>04-09-2021</c:v>
                </c:pt>
                <c:pt idx="1661">
                  <c:v>04-09-2021</c:v>
                </c:pt>
                <c:pt idx="1662">
                  <c:v>04-09-2021</c:v>
                </c:pt>
                <c:pt idx="1663">
                  <c:v>04-09-2021</c:v>
                </c:pt>
                <c:pt idx="1664">
                  <c:v>04-09-2021</c:v>
                </c:pt>
                <c:pt idx="1665">
                  <c:v>04-09-2021</c:v>
                </c:pt>
                <c:pt idx="1666">
                  <c:v>04-09-2021</c:v>
                </c:pt>
                <c:pt idx="1667">
                  <c:v>04-09-2021</c:v>
                </c:pt>
                <c:pt idx="1668">
                  <c:v>04-09-2021</c:v>
                </c:pt>
                <c:pt idx="1669">
                  <c:v>04-09-2021</c:v>
                </c:pt>
                <c:pt idx="1670">
                  <c:v>04-09-2021</c:v>
                </c:pt>
                <c:pt idx="1671">
                  <c:v>05-09-2021</c:v>
                </c:pt>
                <c:pt idx="1672">
                  <c:v>05-09-2021</c:v>
                </c:pt>
                <c:pt idx="1673">
                  <c:v>05-09-2021</c:v>
                </c:pt>
                <c:pt idx="1674">
                  <c:v>05-09-2021</c:v>
                </c:pt>
                <c:pt idx="1675">
                  <c:v>05-09-2021</c:v>
                </c:pt>
                <c:pt idx="1676">
                  <c:v>05-09-2021</c:v>
                </c:pt>
                <c:pt idx="1677">
                  <c:v>05-09-2021</c:v>
                </c:pt>
                <c:pt idx="1678">
                  <c:v>05-09-2021</c:v>
                </c:pt>
                <c:pt idx="1679">
                  <c:v>05-09-2021</c:v>
                </c:pt>
                <c:pt idx="1680">
                  <c:v>05-09-2021</c:v>
                </c:pt>
                <c:pt idx="1681">
                  <c:v>05-09-2021</c:v>
                </c:pt>
                <c:pt idx="1682">
                  <c:v>05-09-2021</c:v>
                </c:pt>
                <c:pt idx="1683">
                  <c:v>05-09-2021</c:v>
                </c:pt>
                <c:pt idx="1684">
                  <c:v>05-09-2021</c:v>
                </c:pt>
                <c:pt idx="1685">
                  <c:v>05-09-2021</c:v>
                </c:pt>
                <c:pt idx="1686">
                  <c:v>05-09-2021</c:v>
                </c:pt>
                <c:pt idx="1687">
                  <c:v>05-09-2021</c:v>
                </c:pt>
                <c:pt idx="1688">
                  <c:v>05-09-2021</c:v>
                </c:pt>
                <c:pt idx="1689">
                  <c:v>05-09-2021</c:v>
                </c:pt>
                <c:pt idx="1690">
                  <c:v>05-09-2021</c:v>
                </c:pt>
                <c:pt idx="1691">
                  <c:v>05-09-2021</c:v>
                </c:pt>
                <c:pt idx="1692">
                  <c:v>05-09-2021</c:v>
                </c:pt>
                <c:pt idx="1693">
                  <c:v>05-09-2021</c:v>
                </c:pt>
                <c:pt idx="1694">
                  <c:v>05-09-2021</c:v>
                </c:pt>
                <c:pt idx="1695">
                  <c:v>05-09-2021</c:v>
                </c:pt>
                <c:pt idx="1696">
                  <c:v>05-09-2021</c:v>
                </c:pt>
                <c:pt idx="1697">
                  <c:v>05-09-2021</c:v>
                </c:pt>
                <c:pt idx="1698">
                  <c:v>05-09-2021</c:v>
                </c:pt>
                <c:pt idx="1699">
                  <c:v>05-09-2021</c:v>
                </c:pt>
                <c:pt idx="1700">
                  <c:v>05-09-2021</c:v>
                </c:pt>
                <c:pt idx="1701">
                  <c:v>05-09-2021</c:v>
                </c:pt>
                <c:pt idx="1702">
                  <c:v>05-09-2021</c:v>
                </c:pt>
                <c:pt idx="1703">
                  <c:v>05-09-2021</c:v>
                </c:pt>
                <c:pt idx="1704">
                  <c:v>05-09-2021</c:v>
                </c:pt>
                <c:pt idx="1705">
                  <c:v>05-09-2021</c:v>
                </c:pt>
                <c:pt idx="1706">
                  <c:v>05-09-2021</c:v>
                </c:pt>
                <c:pt idx="1707">
                  <c:v>05-09-2021</c:v>
                </c:pt>
                <c:pt idx="1708">
                  <c:v>05-09-2021</c:v>
                </c:pt>
                <c:pt idx="1709">
                  <c:v>05-09-2021</c:v>
                </c:pt>
                <c:pt idx="1710">
                  <c:v>05-09-2021</c:v>
                </c:pt>
                <c:pt idx="1711">
                  <c:v>05-09-2021</c:v>
                </c:pt>
                <c:pt idx="1712">
                  <c:v>05-09-2021</c:v>
                </c:pt>
                <c:pt idx="1713">
                  <c:v>05-09-2021</c:v>
                </c:pt>
                <c:pt idx="1714">
                  <c:v>05-09-2021</c:v>
                </c:pt>
                <c:pt idx="1715">
                  <c:v>05-09-2021</c:v>
                </c:pt>
                <c:pt idx="1716">
                  <c:v>05-09-2021</c:v>
                </c:pt>
                <c:pt idx="1717">
                  <c:v>05-09-2021</c:v>
                </c:pt>
                <c:pt idx="1718">
                  <c:v>05-09-2021</c:v>
                </c:pt>
                <c:pt idx="1719">
                  <c:v>05-09-2021</c:v>
                </c:pt>
                <c:pt idx="1720">
                  <c:v>05-09-2021</c:v>
                </c:pt>
                <c:pt idx="1721">
                  <c:v>05-09-2021</c:v>
                </c:pt>
                <c:pt idx="1722">
                  <c:v>05-09-2021</c:v>
                </c:pt>
                <c:pt idx="1723">
                  <c:v>06-09-2021</c:v>
                </c:pt>
                <c:pt idx="1724">
                  <c:v>06-09-2021</c:v>
                </c:pt>
                <c:pt idx="1725">
                  <c:v>06-09-2021</c:v>
                </c:pt>
                <c:pt idx="1726">
                  <c:v>06-09-2021</c:v>
                </c:pt>
                <c:pt idx="1727">
                  <c:v>06-09-2021</c:v>
                </c:pt>
                <c:pt idx="1728">
                  <c:v>06-09-2021</c:v>
                </c:pt>
                <c:pt idx="1729">
                  <c:v>06-09-2021</c:v>
                </c:pt>
                <c:pt idx="1730">
                  <c:v>06-09-2021</c:v>
                </c:pt>
                <c:pt idx="1731">
                  <c:v>06-09-2021</c:v>
                </c:pt>
                <c:pt idx="1732">
                  <c:v>06-09-2021</c:v>
                </c:pt>
                <c:pt idx="1733">
                  <c:v>06-09-2021</c:v>
                </c:pt>
                <c:pt idx="1734">
                  <c:v>06-09-2021</c:v>
                </c:pt>
                <c:pt idx="1735">
                  <c:v>06-09-2021</c:v>
                </c:pt>
                <c:pt idx="1736">
                  <c:v>06-09-2021</c:v>
                </c:pt>
                <c:pt idx="1737">
                  <c:v>06-09-2021</c:v>
                </c:pt>
                <c:pt idx="1738">
                  <c:v>06-09-2021</c:v>
                </c:pt>
                <c:pt idx="1739">
                  <c:v>06-09-2021</c:v>
                </c:pt>
                <c:pt idx="1740">
                  <c:v>06-09-2021</c:v>
                </c:pt>
                <c:pt idx="1741">
                  <c:v>06-09-2021</c:v>
                </c:pt>
                <c:pt idx="1742">
                  <c:v>06-09-2021</c:v>
                </c:pt>
                <c:pt idx="1743">
                  <c:v>06-09-2021</c:v>
                </c:pt>
                <c:pt idx="1744">
                  <c:v>06-09-2021</c:v>
                </c:pt>
                <c:pt idx="1745">
                  <c:v>06-09-2021</c:v>
                </c:pt>
                <c:pt idx="1746">
                  <c:v>06-09-2021</c:v>
                </c:pt>
                <c:pt idx="1747">
                  <c:v>06-09-2021</c:v>
                </c:pt>
                <c:pt idx="1748">
                  <c:v>06-09-2021</c:v>
                </c:pt>
                <c:pt idx="1749">
                  <c:v>06-09-2021</c:v>
                </c:pt>
                <c:pt idx="1750">
                  <c:v>06-09-2021</c:v>
                </c:pt>
                <c:pt idx="1751">
                  <c:v>06-09-2021</c:v>
                </c:pt>
                <c:pt idx="1752">
                  <c:v>06-09-2021</c:v>
                </c:pt>
                <c:pt idx="1753">
                  <c:v>06-09-2021</c:v>
                </c:pt>
                <c:pt idx="1754">
                  <c:v>06-09-2021</c:v>
                </c:pt>
                <c:pt idx="1755">
                  <c:v>06-09-2021</c:v>
                </c:pt>
                <c:pt idx="1756">
                  <c:v>06-09-2021</c:v>
                </c:pt>
                <c:pt idx="1757">
                  <c:v>06-09-2021</c:v>
                </c:pt>
                <c:pt idx="1758">
                  <c:v>06-09-2021</c:v>
                </c:pt>
                <c:pt idx="1759">
                  <c:v>06-09-2021</c:v>
                </c:pt>
                <c:pt idx="1760">
                  <c:v>06-09-2021</c:v>
                </c:pt>
                <c:pt idx="1761">
                  <c:v>06-09-2021</c:v>
                </c:pt>
                <c:pt idx="1762">
                  <c:v>06-09-2021</c:v>
                </c:pt>
                <c:pt idx="1763">
                  <c:v>06-09-2021</c:v>
                </c:pt>
                <c:pt idx="1764">
                  <c:v>06-09-2021</c:v>
                </c:pt>
                <c:pt idx="1765">
                  <c:v>06-09-2021</c:v>
                </c:pt>
                <c:pt idx="1766">
                  <c:v>06-09-2021</c:v>
                </c:pt>
                <c:pt idx="1767">
                  <c:v>07-09-2021</c:v>
                </c:pt>
                <c:pt idx="1768">
                  <c:v>07-09-2021</c:v>
                </c:pt>
                <c:pt idx="1769">
                  <c:v>07-09-2021</c:v>
                </c:pt>
                <c:pt idx="1770">
                  <c:v>07-09-2021</c:v>
                </c:pt>
                <c:pt idx="1771">
                  <c:v>07-09-2021</c:v>
                </c:pt>
                <c:pt idx="1772">
                  <c:v>07-09-2021</c:v>
                </c:pt>
                <c:pt idx="1773">
                  <c:v>07-09-2021</c:v>
                </c:pt>
                <c:pt idx="1774">
                  <c:v>07-09-2021</c:v>
                </c:pt>
                <c:pt idx="1775">
                  <c:v>07-09-2021</c:v>
                </c:pt>
                <c:pt idx="1776">
                  <c:v>07-09-2021</c:v>
                </c:pt>
                <c:pt idx="1777">
                  <c:v>07-09-2021</c:v>
                </c:pt>
                <c:pt idx="1778">
                  <c:v>07-09-2021</c:v>
                </c:pt>
                <c:pt idx="1779">
                  <c:v>07-09-2021</c:v>
                </c:pt>
                <c:pt idx="1780">
                  <c:v>07-09-2021</c:v>
                </c:pt>
                <c:pt idx="1781">
                  <c:v>07-09-2021</c:v>
                </c:pt>
                <c:pt idx="1782">
                  <c:v>07-09-2021</c:v>
                </c:pt>
                <c:pt idx="1783">
                  <c:v>07-09-2021</c:v>
                </c:pt>
                <c:pt idx="1784">
                  <c:v>07-09-2021</c:v>
                </c:pt>
                <c:pt idx="1785">
                  <c:v>07-09-2021</c:v>
                </c:pt>
                <c:pt idx="1786">
                  <c:v>07-09-2021</c:v>
                </c:pt>
                <c:pt idx="1787">
                  <c:v>07-09-2021</c:v>
                </c:pt>
                <c:pt idx="1788">
                  <c:v>07-09-2021</c:v>
                </c:pt>
                <c:pt idx="1789">
                  <c:v>07-09-2021</c:v>
                </c:pt>
                <c:pt idx="1790">
                  <c:v>07-09-2021</c:v>
                </c:pt>
                <c:pt idx="1791">
                  <c:v>07-09-2021</c:v>
                </c:pt>
                <c:pt idx="1792">
                  <c:v>07-09-2021</c:v>
                </c:pt>
                <c:pt idx="1793">
                  <c:v>07-09-2021</c:v>
                </c:pt>
                <c:pt idx="1794">
                  <c:v>07-09-2021</c:v>
                </c:pt>
                <c:pt idx="1795">
                  <c:v>07-09-2021</c:v>
                </c:pt>
                <c:pt idx="1796">
                  <c:v>07-09-2021</c:v>
                </c:pt>
                <c:pt idx="1797">
                  <c:v>07-09-2021</c:v>
                </c:pt>
                <c:pt idx="1798">
                  <c:v>07-09-2021</c:v>
                </c:pt>
                <c:pt idx="1799">
                  <c:v>07-09-2021</c:v>
                </c:pt>
                <c:pt idx="1800">
                  <c:v>07-09-2021</c:v>
                </c:pt>
                <c:pt idx="1801">
                  <c:v>07-09-2021</c:v>
                </c:pt>
                <c:pt idx="1802">
                  <c:v>07-09-2021</c:v>
                </c:pt>
                <c:pt idx="1803">
                  <c:v>07-09-2021</c:v>
                </c:pt>
                <c:pt idx="1804">
                  <c:v>07-09-2021</c:v>
                </c:pt>
                <c:pt idx="1805">
                  <c:v>07-09-2021</c:v>
                </c:pt>
                <c:pt idx="1806">
                  <c:v>07-09-2021</c:v>
                </c:pt>
                <c:pt idx="1807">
                  <c:v>07-09-2021</c:v>
                </c:pt>
                <c:pt idx="1808">
                  <c:v>07-09-2021</c:v>
                </c:pt>
                <c:pt idx="1809">
                  <c:v>07-09-2021</c:v>
                </c:pt>
                <c:pt idx="1810">
                  <c:v>07-09-2021</c:v>
                </c:pt>
                <c:pt idx="1811">
                  <c:v>07-09-2021</c:v>
                </c:pt>
                <c:pt idx="1812">
                  <c:v>07-09-2021</c:v>
                </c:pt>
                <c:pt idx="1813">
                  <c:v>07-09-2021</c:v>
                </c:pt>
                <c:pt idx="1814">
                  <c:v>07-09-2021</c:v>
                </c:pt>
                <c:pt idx="1815">
                  <c:v>07-09-2021</c:v>
                </c:pt>
                <c:pt idx="1816">
                  <c:v>07-09-2021</c:v>
                </c:pt>
                <c:pt idx="1817">
                  <c:v>08-09-2021</c:v>
                </c:pt>
                <c:pt idx="1818">
                  <c:v>08-09-2021</c:v>
                </c:pt>
                <c:pt idx="1819">
                  <c:v>08-09-2021</c:v>
                </c:pt>
                <c:pt idx="1820">
                  <c:v>08-09-2021</c:v>
                </c:pt>
                <c:pt idx="1821">
                  <c:v>08-09-2021</c:v>
                </c:pt>
                <c:pt idx="1822">
                  <c:v>08-09-2021</c:v>
                </c:pt>
                <c:pt idx="1823">
                  <c:v>08-09-2021</c:v>
                </c:pt>
                <c:pt idx="1824">
                  <c:v>08-09-2021</c:v>
                </c:pt>
                <c:pt idx="1825">
                  <c:v>08-09-2021</c:v>
                </c:pt>
                <c:pt idx="1826">
                  <c:v>08-09-2021</c:v>
                </c:pt>
                <c:pt idx="1827">
                  <c:v>08-09-2021</c:v>
                </c:pt>
                <c:pt idx="1828">
                  <c:v>08-09-2021</c:v>
                </c:pt>
                <c:pt idx="1829">
                  <c:v>08-09-2021</c:v>
                </c:pt>
                <c:pt idx="1830">
                  <c:v>08-09-2021</c:v>
                </c:pt>
                <c:pt idx="1831">
                  <c:v>08-09-2021</c:v>
                </c:pt>
                <c:pt idx="1832">
                  <c:v>08-09-2021</c:v>
                </c:pt>
                <c:pt idx="1833">
                  <c:v>08-09-2021</c:v>
                </c:pt>
                <c:pt idx="1834">
                  <c:v>08-09-2021</c:v>
                </c:pt>
                <c:pt idx="1835">
                  <c:v>08-09-2021</c:v>
                </c:pt>
                <c:pt idx="1836">
                  <c:v>08-09-2021</c:v>
                </c:pt>
                <c:pt idx="1837">
                  <c:v>08-09-2021</c:v>
                </c:pt>
                <c:pt idx="1838">
                  <c:v>08-09-2021</c:v>
                </c:pt>
                <c:pt idx="1839">
                  <c:v>08-09-2021</c:v>
                </c:pt>
                <c:pt idx="1840">
                  <c:v>08-09-2021</c:v>
                </c:pt>
                <c:pt idx="1841">
                  <c:v>08-09-2021</c:v>
                </c:pt>
                <c:pt idx="1842">
                  <c:v>08-09-2021</c:v>
                </c:pt>
                <c:pt idx="1843">
                  <c:v>08-09-2021</c:v>
                </c:pt>
                <c:pt idx="1844">
                  <c:v>08-09-2021</c:v>
                </c:pt>
                <c:pt idx="1845">
                  <c:v>08-09-2021</c:v>
                </c:pt>
                <c:pt idx="1846">
                  <c:v>08-09-2021</c:v>
                </c:pt>
                <c:pt idx="1847">
                  <c:v>08-09-2021</c:v>
                </c:pt>
                <c:pt idx="1848">
                  <c:v>08-09-2021</c:v>
                </c:pt>
                <c:pt idx="1849">
                  <c:v>08-09-2021</c:v>
                </c:pt>
                <c:pt idx="1850">
                  <c:v>08-09-2021</c:v>
                </c:pt>
                <c:pt idx="1851">
                  <c:v>08-09-2021</c:v>
                </c:pt>
                <c:pt idx="1852">
                  <c:v>08-09-2021</c:v>
                </c:pt>
                <c:pt idx="1853">
                  <c:v>08-09-2021</c:v>
                </c:pt>
                <c:pt idx="1854">
                  <c:v>08-09-2021</c:v>
                </c:pt>
                <c:pt idx="1855">
                  <c:v>08-09-2021</c:v>
                </c:pt>
                <c:pt idx="1856">
                  <c:v>08-09-2021</c:v>
                </c:pt>
                <c:pt idx="1857">
                  <c:v>08-09-2021</c:v>
                </c:pt>
                <c:pt idx="1858">
                  <c:v>08-09-2021</c:v>
                </c:pt>
                <c:pt idx="1859">
                  <c:v>08-09-2021</c:v>
                </c:pt>
                <c:pt idx="1860">
                  <c:v>08-09-2021</c:v>
                </c:pt>
                <c:pt idx="1861">
                  <c:v>08-09-2021</c:v>
                </c:pt>
                <c:pt idx="1862">
                  <c:v>08-09-2021</c:v>
                </c:pt>
                <c:pt idx="1863">
                  <c:v>08-09-2021</c:v>
                </c:pt>
                <c:pt idx="1864">
                  <c:v>08-09-2021</c:v>
                </c:pt>
                <c:pt idx="1865">
                  <c:v>08-09-2021</c:v>
                </c:pt>
                <c:pt idx="1866">
                  <c:v>08-09-2021</c:v>
                </c:pt>
                <c:pt idx="1867">
                  <c:v>08-09-2021</c:v>
                </c:pt>
                <c:pt idx="1868">
                  <c:v>08-09-2021</c:v>
                </c:pt>
                <c:pt idx="1869">
                  <c:v>08-09-2021</c:v>
                </c:pt>
                <c:pt idx="1870">
                  <c:v>08-09-2021</c:v>
                </c:pt>
                <c:pt idx="1871">
                  <c:v>08-09-2021</c:v>
                </c:pt>
                <c:pt idx="1872">
                  <c:v>08-09-2021</c:v>
                </c:pt>
                <c:pt idx="1873">
                  <c:v>09-09-2021</c:v>
                </c:pt>
                <c:pt idx="1874">
                  <c:v>09-09-2021</c:v>
                </c:pt>
                <c:pt idx="1875">
                  <c:v>09-09-2021</c:v>
                </c:pt>
                <c:pt idx="1876">
                  <c:v>09-09-2021</c:v>
                </c:pt>
                <c:pt idx="1877">
                  <c:v>09-09-2021</c:v>
                </c:pt>
                <c:pt idx="1878">
                  <c:v>09-09-2021</c:v>
                </c:pt>
                <c:pt idx="1879">
                  <c:v>09-09-2021</c:v>
                </c:pt>
                <c:pt idx="1880">
                  <c:v>09-09-2021</c:v>
                </c:pt>
                <c:pt idx="1881">
                  <c:v>09-09-2021</c:v>
                </c:pt>
                <c:pt idx="1882">
                  <c:v>09-09-2021</c:v>
                </c:pt>
                <c:pt idx="1883">
                  <c:v>09-09-2021</c:v>
                </c:pt>
                <c:pt idx="1884">
                  <c:v>09-09-2021</c:v>
                </c:pt>
                <c:pt idx="1885">
                  <c:v>09-09-2021</c:v>
                </c:pt>
                <c:pt idx="1886">
                  <c:v>09-09-2021</c:v>
                </c:pt>
                <c:pt idx="1887">
                  <c:v>09-09-2021</c:v>
                </c:pt>
                <c:pt idx="1888">
                  <c:v>09-09-2021</c:v>
                </c:pt>
                <c:pt idx="1889">
                  <c:v>09-09-2021</c:v>
                </c:pt>
                <c:pt idx="1890">
                  <c:v>09-09-2021</c:v>
                </c:pt>
                <c:pt idx="1891">
                  <c:v>09-09-2021</c:v>
                </c:pt>
                <c:pt idx="1892">
                  <c:v>09-09-2021</c:v>
                </c:pt>
                <c:pt idx="1893">
                  <c:v>09-09-2021</c:v>
                </c:pt>
                <c:pt idx="1894">
                  <c:v>09-09-2021</c:v>
                </c:pt>
                <c:pt idx="1895">
                  <c:v>09-09-2021</c:v>
                </c:pt>
                <c:pt idx="1896">
                  <c:v>09-09-2021</c:v>
                </c:pt>
                <c:pt idx="1897">
                  <c:v>09-09-2021</c:v>
                </c:pt>
                <c:pt idx="1898">
                  <c:v>09-09-2021</c:v>
                </c:pt>
                <c:pt idx="1899">
                  <c:v>09-09-2021</c:v>
                </c:pt>
                <c:pt idx="1900">
                  <c:v>09-09-2021</c:v>
                </c:pt>
                <c:pt idx="1901">
                  <c:v>09-09-2021</c:v>
                </c:pt>
                <c:pt idx="1902">
                  <c:v>09-09-2021</c:v>
                </c:pt>
                <c:pt idx="1903">
                  <c:v>09-09-2021</c:v>
                </c:pt>
                <c:pt idx="1904">
                  <c:v>09-09-2021</c:v>
                </c:pt>
                <c:pt idx="1905">
                  <c:v>09-09-2021</c:v>
                </c:pt>
                <c:pt idx="1906">
                  <c:v>09-09-2021</c:v>
                </c:pt>
                <c:pt idx="1907">
                  <c:v>09-09-2021</c:v>
                </c:pt>
                <c:pt idx="1908">
                  <c:v>09-09-2021</c:v>
                </c:pt>
                <c:pt idx="1909">
                  <c:v>09-09-2021</c:v>
                </c:pt>
                <c:pt idx="1910">
                  <c:v>09-09-2021</c:v>
                </c:pt>
                <c:pt idx="1911">
                  <c:v>09-09-2021</c:v>
                </c:pt>
                <c:pt idx="1912">
                  <c:v>09-09-2021</c:v>
                </c:pt>
                <c:pt idx="1913">
                  <c:v>09-09-2021</c:v>
                </c:pt>
                <c:pt idx="1914">
                  <c:v>09-09-2021</c:v>
                </c:pt>
                <c:pt idx="1915">
                  <c:v>09-09-2021</c:v>
                </c:pt>
                <c:pt idx="1916">
                  <c:v>09-09-2021</c:v>
                </c:pt>
                <c:pt idx="1917">
                  <c:v>09-09-2021</c:v>
                </c:pt>
                <c:pt idx="1918">
                  <c:v>09-09-2021</c:v>
                </c:pt>
                <c:pt idx="1919">
                  <c:v>09-09-2021</c:v>
                </c:pt>
                <c:pt idx="1920">
                  <c:v>09-09-2021</c:v>
                </c:pt>
                <c:pt idx="1921">
                  <c:v>09-09-2021</c:v>
                </c:pt>
                <c:pt idx="1922">
                  <c:v>09-09-2021</c:v>
                </c:pt>
                <c:pt idx="1923">
                  <c:v>09-09-2021</c:v>
                </c:pt>
                <c:pt idx="1924">
                  <c:v>09-09-2021</c:v>
                </c:pt>
                <c:pt idx="1925">
                  <c:v>09-09-2021</c:v>
                </c:pt>
                <c:pt idx="1926">
                  <c:v>09-09-2021</c:v>
                </c:pt>
                <c:pt idx="1927">
                  <c:v>09-09-2021</c:v>
                </c:pt>
                <c:pt idx="1928">
                  <c:v>09-09-2021</c:v>
                </c:pt>
                <c:pt idx="1929">
                  <c:v>09-09-2021</c:v>
                </c:pt>
                <c:pt idx="1930">
                  <c:v>09-09-2021</c:v>
                </c:pt>
                <c:pt idx="1931">
                  <c:v>10-09-2021</c:v>
                </c:pt>
                <c:pt idx="1932">
                  <c:v>10-09-2021</c:v>
                </c:pt>
                <c:pt idx="1933">
                  <c:v>10-09-2021</c:v>
                </c:pt>
                <c:pt idx="1934">
                  <c:v>10-09-2021</c:v>
                </c:pt>
                <c:pt idx="1935">
                  <c:v>10-09-2021</c:v>
                </c:pt>
                <c:pt idx="1936">
                  <c:v>10-09-2021</c:v>
                </c:pt>
                <c:pt idx="1937">
                  <c:v>10-09-2021</c:v>
                </c:pt>
                <c:pt idx="1938">
                  <c:v>10-09-2021</c:v>
                </c:pt>
                <c:pt idx="1939">
                  <c:v>10-09-2021</c:v>
                </c:pt>
                <c:pt idx="1940">
                  <c:v>10-09-2021</c:v>
                </c:pt>
                <c:pt idx="1941">
                  <c:v>10-09-2021</c:v>
                </c:pt>
                <c:pt idx="1942">
                  <c:v>10-09-2021</c:v>
                </c:pt>
                <c:pt idx="1943">
                  <c:v>10-09-2021</c:v>
                </c:pt>
                <c:pt idx="1944">
                  <c:v>10-09-2021</c:v>
                </c:pt>
                <c:pt idx="1945">
                  <c:v>10-09-2021</c:v>
                </c:pt>
                <c:pt idx="1946">
                  <c:v>10-09-2021</c:v>
                </c:pt>
                <c:pt idx="1947">
                  <c:v>10-09-2021</c:v>
                </c:pt>
                <c:pt idx="1948">
                  <c:v>10-09-2021</c:v>
                </c:pt>
                <c:pt idx="1949">
                  <c:v>10-09-2021</c:v>
                </c:pt>
                <c:pt idx="1950">
                  <c:v>10-09-2021</c:v>
                </c:pt>
                <c:pt idx="1951">
                  <c:v>10-09-2021</c:v>
                </c:pt>
                <c:pt idx="1952">
                  <c:v>10-09-2021</c:v>
                </c:pt>
                <c:pt idx="1953">
                  <c:v>10-09-2021</c:v>
                </c:pt>
                <c:pt idx="1954">
                  <c:v>10-09-2021</c:v>
                </c:pt>
                <c:pt idx="1955">
                  <c:v>10-09-2021</c:v>
                </c:pt>
                <c:pt idx="1956">
                  <c:v>10-09-2021</c:v>
                </c:pt>
                <c:pt idx="1957">
                  <c:v>10-09-2021</c:v>
                </c:pt>
                <c:pt idx="1958">
                  <c:v>10-09-2021</c:v>
                </c:pt>
                <c:pt idx="1959">
                  <c:v>10-09-2021</c:v>
                </c:pt>
                <c:pt idx="1960">
                  <c:v>10-09-2021</c:v>
                </c:pt>
                <c:pt idx="1961">
                  <c:v>10-09-2021</c:v>
                </c:pt>
                <c:pt idx="1962">
                  <c:v>10-09-2021</c:v>
                </c:pt>
                <c:pt idx="1963">
                  <c:v>10-09-2021</c:v>
                </c:pt>
                <c:pt idx="1964">
                  <c:v>10-09-2021</c:v>
                </c:pt>
                <c:pt idx="1965">
                  <c:v>10-09-2021</c:v>
                </c:pt>
                <c:pt idx="1966">
                  <c:v>10-09-2021</c:v>
                </c:pt>
                <c:pt idx="1967">
                  <c:v>10-09-2021</c:v>
                </c:pt>
                <c:pt idx="1968">
                  <c:v>10-09-2021</c:v>
                </c:pt>
                <c:pt idx="1969">
                  <c:v>10-09-2021</c:v>
                </c:pt>
                <c:pt idx="1970">
                  <c:v>10-09-2021</c:v>
                </c:pt>
                <c:pt idx="1971">
                  <c:v>10-09-2021</c:v>
                </c:pt>
                <c:pt idx="1972">
                  <c:v>10-09-2021</c:v>
                </c:pt>
                <c:pt idx="1973">
                  <c:v>10-09-2021</c:v>
                </c:pt>
                <c:pt idx="1974">
                  <c:v>10-09-2021</c:v>
                </c:pt>
                <c:pt idx="1975">
                  <c:v>10-09-2021</c:v>
                </c:pt>
                <c:pt idx="1976">
                  <c:v>10-09-2021</c:v>
                </c:pt>
                <c:pt idx="1977">
                  <c:v>10-09-2021</c:v>
                </c:pt>
                <c:pt idx="1978">
                  <c:v>10-09-2021</c:v>
                </c:pt>
                <c:pt idx="1979">
                  <c:v>10-09-2021</c:v>
                </c:pt>
                <c:pt idx="1980">
                  <c:v>10-09-2021</c:v>
                </c:pt>
                <c:pt idx="1981">
                  <c:v>10-09-2021</c:v>
                </c:pt>
                <c:pt idx="1982">
                  <c:v>10-09-2021</c:v>
                </c:pt>
                <c:pt idx="1983">
                  <c:v>10-09-2021</c:v>
                </c:pt>
                <c:pt idx="1984">
                  <c:v>10-09-2021</c:v>
                </c:pt>
                <c:pt idx="1985">
                  <c:v>10-09-2021</c:v>
                </c:pt>
                <c:pt idx="1986">
                  <c:v>10-09-2021</c:v>
                </c:pt>
                <c:pt idx="1987">
                  <c:v>10-09-2021</c:v>
                </c:pt>
                <c:pt idx="1988">
                  <c:v>10-09-2021</c:v>
                </c:pt>
                <c:pt idx="1989">
                  <c:v>11-09-2021</c:v>
                </c:pt>
                <c:pt idx="1990">
                  <c:v>11-09-2021</c:v>
                </c:pt>
                <c:pt idx="1991">
                  <c:v>11-09-2021</c:v>
                </c:pt>
                <c:pt idx="1992">
                  <c:v>11-09-2021</c:v>
                </c:pt>
                <c:pt idx="1993">
                  <c:v>11-09-2021</c:v>
                </c:pt>
                <c:pt idx="1994">
                  <c:v>11-09-2021</c:v>
                </c:pt>
                <c:pt idx="1995">
                  <c:v>11-09-2021</c:v>
                </c:pt>
                <c:pt idx="1996">
                  <c:v>11-09-2021</c:v>
                </c:pt>
                <c:pt idx="1997">
                  <c:v>11-09-2021</c:v>
                </c:pt>
                <c:pt idx="1998">
                  <c:v>11-09-2021</c:v>
                </c:pt>
                <c:pt idx="1999">
                  <c:v>11-09-2021</c:v>
                </c:pt>
                <c:pt idx="2000">
                  <c:v>11-09-2021</c:v>
                </c:pt>
                <c:pt idx="2001">
                  <c:v>11-09-2021</c:v>
                </c:pt>
                <c:pt idx="2002">
                  <c:v>11-09-2021</c:v>
                </c:pt>
                <c:pt idx="2003">
                  <c:v>11-09-2021</c:v>
                </c:pt>
                <c:pt idx="2004">
                  <c:v>11-09-2021</c:v>
                </c:pt>
                <c:pt idx="2005">
                  <c:v>11-09-2021</c:v>
                </c:pt>
                <c:pt idx="2006">
                  <c:v>11-09-2021</c:v>
                </c:pt>
                <c:pt idx="2007">
                  <c:v>11-09-2021</c:v>
                </c:pt>
                <c:pt idx="2008">
                  <c:v>11-09-2021</c:v>
                </c:pt>
                <c:pt idx="2009">
                  <c:v>11-09-2021</c:v>
                </c:pt>
                <c:pt idx="2010">
                  <c:v>11-09-2021</c:v>
                </c:pt>
                <c:pt idx="2011">
                  <c:v>11-09-2021</c:v>
                </c:pt>
                <c:pt idx="2012">
                  <c:v>11-09-2021</c:v>
                </c:pt>
                <c:pt idx="2013">
                  <c:v>11-09-2021</c:v>
                </c:pt>
                <c:pt idx="2014">
                  <c:v>11-09-2021</c:v>
                </c:pt>
                <c:pt idx="2015">
                  <c:v>11-09-2021</c:v>
                </c:pt>
                <c:pt idx="2016">
                  <c:v>11-09-2021</c:v>
                </c:pt>
                <c:pt idx="2017">
                  <c:v>11-09-2021</c:v>
                </c:pt>
                <c:pt idx="2018">
                  <c:v>11-09-2021</c:v>
                </c:pt>
                <c:pt idx="2019">
                  <c:v>11-09-2021</c:v>
                </c:pt>
                <c:pt idx="2020">
                  <c:v>11-09-2021</c:v>
                </c:pt>
                <c:pt idx="2021">
                  <c:v>11-09-2021</c:v>
                </c:pt>
                <c:pt idx="2022">
                  <c:v>11-09-2021</c:v>
                </c:pt>
                <c:pt idx="2023">
                  <c:v>11-09-2021</c:v>
                </c:pt>
                <c:pt idx="2024">
                  <c:v>11-09-2021</c:v>
                </c:pt>
                <c:pt idx="2025">
                  <c:v>11-09-2021</c:v>
                </c:pt>
                <c:pt idx="2026">
                  <c:v>11-09-2021</c:v>
                </c:pt>
                <c:pt idx="2027">
                  <c:v>11-09-2021</c:v>
                </c:pt>
                <c:pt idx="2028">
                  <c:v>11-09-2021</c:v>
                </c:pt>
                <c:pt idx="2029">
                  <c:v>11-09-2021</c:v>
                </c:pt>
                <c:pt idx="2030">
                  <c:v>11-09-2021</c:v>
                </c:pt>
                <c:pt idx="2031">
                  <c:v>11-09-2021</c:v>
                </c:pt>
                <c:pt idx="2032">
                  <c:v>11-09-2021</c:v>
                </c:pt>
                <c:pt idx="2033">
                  <c:v>11-09-2021</c:v>
                </c:pt>
                <c:pt idx="2034">
                  <c:v>11-09-2021</c:v>
                </c:pt>
                <c:pt idx="2035">
                  <c:v>11-09-2021</c:v>
                </c:pt>
                <c:pt idx="2036">
                  <c:v>11-09-2021</c:v>
                </c:pt>
                <c:pt idx="2037">
                  <c:v>11-09-2021</c:v>
                </c:pt>
                <c:pt idx="2038">
                  <c:v>11-09-2021</c:v>
                </c:pt>
                <c:pt idx="2039">
                  <c:v>11-09-2021</c:v>
                </c:pt>
                <c:pt idx="2040">
                  <c:v>11-09-2021</c:v>
                </c:pt>
                <c:pt idx="2041">
                  <c:v>11-09-2021</c:v>
                </c:pt>
                <c:pt idx="2042">
                  <c:v>11-09-2021</c:v>
                </c:pt>
                <c:pt idx="2043">
                  <c:v>11-09-2021</c:v>
                </c:pt>
                <c:pt idx="2044">
                  <c:v>12-09-2021</c:v>
                </c:pt>
                <c:pt idx="2045">
                  <c:v>12-09-2021</c:v>
                </c:pt>
                <c:pt idx="2046">
                  <c:v>12-09-2021</c:v>
                </c:pt>
                <c:pt idx="2047">
                  <c:v>12-09-2021</c:v>
                </c:pt>
                <c:pt idx="2048">
                  <c:v>12-09-2021</c:v>
                </c:pt>
                <c:pt idx="2049">
                  <c:v>12-09-2021</c:v>
                </c:pt>
                <c:pt idx="2050">
                  <c:v>12-09-2021</c:v>
                </c:pt>
                <c:pt idx="2051">
                  <c:v>12-09-2021</c:v>
                </c:pt>
                <c:pt idx="2052">
                  <c:v>12-09-2021</c:v>
                </c:pt>
                <c:pt idx="2053">
                  <c:v>12-09-2021</c:v>
                </c:pt>
                <c:pt idx="2054">
                  <c:v>12-09-2021</c:v>
                </c:pt>
                <c:pt idx="2055">
                  <c:v>12-09-2021</c:v>
                </c:pt>
                <c:pt idx="2056">
                  <c:v>12-09-2021</c:v>
                </c:pt>
                <c:pt idx="2057">
                  <c:v>12-09-2021</c:v>
                </c:pt>
                <c:pt idx="2058">
                  <c:v>12-09-2021</c:v>
                </c:pt>
                <c:pt idx="2059">
                  <c:v>12-09-2021</c:v>
                </c:pt>
                <c:pt idx="2060">
                  <c:v>12-09-2021</c:v>
                </c:pt>
                <c:pt idx="2061">
                  <c:v>12-09-2021</c:v>
                </c:pt>
                <c:pt idx="2062">
                  <c:v>12-09-2021</c:v>
                </c:pt>
                <c:pt idx="2063">
                  <c:v>12-09-2021</c:v>
                </c:pt>
                <c:pt idx="2064">
                  <c:v>12-09-2021</c:v>
                </c:pt>
                <c:pt idx="2065">
                  <c:v>12-09-2021</c:v>
                </c:pt>
                <c:pt idx="2066">
                  <c:v>12-09-2021</c:v>
                </c:pt>
                <c:pt idx="2067">
                  <c:v>12-09-2021</c:v>
                </c:pt>
                <c:pt idx="2068">
                  <c:v>12-09-2021</c:v>
                </c:pt>
                <c:pt idx="2069">
                  <c:v>12-09-2021</c:v>
                </c:pt>
                <c:pt idx="2070">
                  <c:v>12-09-2021</c:v>
                </c:pt>
                <c:pt idx="2071">
                  <c:v>12-09-2021</c:v>
                </c:pt>
                <c:pt idx="2072">
                  <c:v>12-09-2021</c:v>
                </c:pt>
                <c:pt idx="2073">
                  <c:v>12-09-2021</c:v>
                </c:pt>
                <c:pt idx="2074">
                  <c:v>12-09-2021</c:v>
                </c:pt>
                <c:pt idx="2075">
                  <c:v>12-09-2021</c:v>
                </c:pt>
                <c:pt idx="2076">
                  <c:v>12-09-2021</c:v>
                </c:pt>
                <c:pt idx="2077">
                  <c:v>12-09-2021</c:v>
                </c:pt>
                <c:pt idx="2078">
                  <c:v>12-09-2021</c:v>
                </c:pt>
                <c:pt idx="2079">
                  <c:v>12-09-2021</c:v>
                </c:pt>
                <c:pt idx="2080">
                  <c:v>12-09-2021</c:v>
                </c:pt>
                <c:pt idx="2081">
                  <c:v>12-09-2021</c:v>
                </c:pt>
                <c:pt idx="2082">
                  <c:v>12-09-2021</c:v>
                </c:pt>
                <c:pt idx="2083">
                  <c:v>12-09-2021</c:v>
                </c:pt>
                <c:pt idx="2084">
                  <c:v>12-09-2021</c:v>
                </c:pt>
                <c:pt idx="2085">
                  <c:v>12-09-2021</c:v>
                </c:pt>
                <c:pt idx="2086">
                  <c:v>12-09-2021</c:v>
                </c:pt>
                <c:pt idx="2087">
                  <c:v>12-09-2021</c:v>
                </c:pt>
                <c:pt idx="2088">
                  <c:v>13-09-2021</c:v>
                </c:pt>
                <c:pt idx="2089">
                  <c:v>13-09-2021</c:v>
                </c:pt>
                <c:pt idx="2090">
                  <c:v>13-09-2021</c:v>
                </c:pt>
                <c:pt idx="2091">
                  <c:v>13-09-2021</c:v>
                </c:pt>
                <c:pt idx="2092">
                  <c:v>13-09-2021</c:v>
                </c:pt>
                <c:pt idx="2093">
                  <c:v>13-09-2021</c:v>
                </c:pt>
                <c:pt idx="2094">
                  <c:v>13-09-2021</c:v>
                </c:pt>
                <c:pt idx="2095">
                  <c:v>13-09-2021</c:v>
                </c:pt>
                <c:pt idx="2096">
                  <c:v>13-09-2021</c:v>
                </c:pt>
                <c:pt idx="2097">
                  <c:v>13-09-2021</c:v>
                </c:pt>
                <c:pt idx="2098">
                  <c:v>13-09-2021</c:v>
                </c:pt>
                <c:pt idx="2099">
                  <c:v>13-09-2021</c:v>
                </c:pt>
                <c:pt idx="2100">
                  <c:v>13-09-2021</c:v>
                </c:pt>
                <c:pt idx="2101">
                  <c:v>13-09-2021</c:v>
                </c:pt>
                <c:pt idx="2102">
                  <c:v>13-09-2021</c:v>
                </c:pt>
                <c:pt idx="2103">
                  <c:v>13-09-2021</c:v>
                </c:pt>
                <c:pt idx="2104">
                  <c:v>13-09-2021</c:v>
                </c:pt>
                <c:pt idx="2105">
                  <c:v>13-09-2021</c:v>
                </c:pt>
                <c:pt idx="2106">
                  <c:v>13-09-2021</c:v>
                </c:pt>
                <c:pt idx="2107">
                  <c:v>13-09-2021</c:v>
                </c:pt>
                <c:pt idx="2108">
                  <c:v>13-09-2021</c:v>
                </c:pt>
                <c:pt idx="2109">
                  <c:v>13-09-2021</c:v>
                </c:pt>
                <c:pt idx="2110">
                  <c:v>13-09-2021</c:v>
                </c:pt>
                <c:pt idx="2111">
                  <c:v>13-09-2021</c:v>
                </c:pt>
                <c:pt idx="2112">
                  <c:v>13-09-2021</c:v>
                </c:pt>
                <c:pt idx="2113">
                  <c:v>13-09-2021</c:v>
                </c:pt>
                <c:pt idx="2114">
                  <c:v>13-09-2021</c:v>
                </c:pt>
                <c:pt idx="2115">
                  <c:v>13-09-2021</c:v>
                </c:pt>
                <c:pt idx="2116">
                  <c:v>13-09-2021</c:v>
                </c:pt>
                <c:pt idx="2117">
                  <c:v>13-09-2021</c:v>
                </c:pt>
                <c:pt idx="2118">
                  <c:v>13-09-2021</c:v>
                </c:pt>
                <c:pt idx="2119">
                  <c:v>13-09-2021</c:v>
                </c:pt>
                <c:pt idx="2120">
                  <c:v>13-09-2021</c:v>
                </c:pt>
                <c:pt idx="2121">
                  <c:v>13-09-2021</c:v>
                </c:pt>
                <c:pt idx="2122">
                  <c:v>13-09-2021</c:v>
                </c:pt>
                <c:pt idx="2123">
                  <c:v>13-09-2021</c:v>
                </c:pt>
                <c:pt idx="2124">
                  <c:v>13-09-2021</c:v>
                </c:pt>
                <c:pt idx="2125">
                  <c:v>13-09-2021</c:v>
                </c:pt>
                <c:pt idx="2126">
                  <c:v>13-09-2021</c:v>
                </c:pt>
                <c:pt idx="2127">
                  <c:v>13-09-2021</c:v>
                </c:pt>
                <c:pt idx="2128">
                  <c:v>13-09-2021</c:v>
                </c:pt>
                <c:pt idx="2129">
                  <c:v>14-09-2021</c:v>
                </c:pt>
                <c:pt idx="2130">
                  <c:v>14-09-2021</c:v>
                </c:pt>
                <c:pt idx="2131">
                  <c:v>14-09-2021</c:v>
                </c:pt>
                <c:pt idx="2132">
                  <c:v>14-09-2021</c:v>
                </c:pt>
                <c:pt idx="2133">
                  <c:v>14-09-2021</c:v>
                </c:pt>
                <c:pt idx="2134">
                  <c:v>14-09-2021</c:v>
                </c:pt>
                <c:pt idx="2135">
                  <c:v>14-09-2021</c:v>
                </c:pt>
                <c:pt idx="2136">
                  <c:v>14-09-2021</c:v>
                </c:pt>
                <c:pt idx="2137">
                  <c:v>14-09-2021</c:v>
                </c:pt>
                <c:pt idx="2138">
                  <c:v>14-09-2021</c:v>
                </c:pt>
                <c:pt idx="2139">
                  <c:v>14-09-2021</c:v>
                </c:pt>
                <c:pt idx="2140">
                  <c:v>14-09-2021</c:v>
                </c:pt>
                <c:pt idx="2141">
                  <c:v>14-09-2021</c:v>
                </c:pt>
                <c:pt idx="2142">
                  <c:v>14-09-2021</c:v>
                </c:pt>
                <c:pt idx="2143">
                  <c:v>14-09-2021</c:v>
                </c:pt>
                <c:pt idx="2144">
                  <c:v>14-09-2021</c:v>
                </c:pt>
                <c:pt idx="2145">
                  <c:v>14-09-2021</c:v>
                </c:pt>
                <c:pt idx="2146">
                  <c:v>14-09-2021</c:v>
                </c:pt>
                <c:pt idx="2147">
                  <c:v>14-09-2021</c:v>
                </c:pt>
                <c:pt idx="2148">
                  <c:v>14-09-2021</c:v>
                </c:pt>
                <c:pt idx="2149">
                  <c:v>14-09-2021</c:v>
                </c:pt>
                <c:pt idx="2150">
                  <c:v>14-09-2021</c:v>
                </c:pt>
                <c:pt idx="2151">
                  <c:v>14-09-2021</c:v>
                </c:pt>
                <c:pt idx="2152">
                  <c:v>14-09-2021</c:v>
                </c:pt>
                <c:pt idx="2153">
                  <c:v>14-09-2021</c:v>
                </c:pt>
                <c:pt idx="2154">
                  <c:v>14-09-2021</c:v>
                </c:pt>
                <c:pt idx="2155">
                  <c:v>14-09-2021</c:v>
                </c:pt>
                <c:pt idx="2156">
                  <c:v>14-09-2021</c:v>
                </c:pt>
                <c:pt idx="2157">
                  <c:v>14-09-2021</c:v>
                </c:pt>
                <c:pt idx="2158">
                  <c:v>14-09-2021</c:v>
                </c:pt>
                <c:pt idx="2159">
                  <c:v>14-09-2021</c:v>
                </c:pt>
                <c:pt idx="2160">
                  <c:v>14-09-2021</c:v>
                </c:pt>
                <c:pt idx="2161">
                  <c:v>14-09-2021</c:v>
                </c:pt>
                <c:pt idx="2162">
                  <c:v>14-09-2021</c:v>
                </c:pt>
                <c:pt idx="2163">
                  <c:v>14-09-2021</c:v>
                </c:pt>
                <c:pt idx="2164">
                  <c:v>14-09-2021</c:v>
                </c:pt>
                <c:pt idx="2165">
                  <c:v>14-09-2021</c:v>
                </c:pt>
                <c:pt idx="2166">
                  <c:v>14-09-2021</c:v>
                </c:pt>
                <c:pt idx="2167">
                  <c:v>14-09-2021</c:v>
                </c:pt>
                <c:pt idx="2168">
                  <c:v>14-09-2021</c:v>
                </c:pt>
                <c:pt idx="2169">
                  <c:v>14-09-2021</c:v>
                </c:pt>
                <c:pt idx="2170">
                  <c:v>14-09-2021</c:v>
                </c:pt>
                <c:pt idx="2171">
                  <c:v>14-09-2021</c:v>
                </c:pt>
                <c:pt idx="2172">
                  <c:v>14-09-2021</c:v>
                </c:pt>
                <c:pt idx="2173">
                  <c:v>14-09-2021</c:v>
                </c:pt>
                <c:pt idx="2174">
                  <c:v>14-09-2021</c:v>
                </c:pt>
                <c:pt idx="2175">
                  <c:v>14-09-2021</c:v>
                </c:pt>
                <c:pt idx="2176">
                  <c:v>14-09-2021</c:v>
                </c:pt>
                <c:pt idx="2177">
                  <c:v>14-09-2021</c:v>
                </c:pt>
                <c:pt idx="2178">
                  <c:v>14-09-2021</c:v>
                </c:pt>
                <c:pt idx="2179">
                  <c:v>14-09-2021</c:v>
                </c:pt>
                <c:pt idx="2180">
                  <c:v>14-09-2021</c:v>
                </c:pt>
                <c:pt idx="2181">
                  <c:v>14-09-2021</c:v>
                </c:pt>
                <c:pt idx="2182">
                  <c:v>14-09-2021</c:v>
                </c:pt>
                <c:pt idx="2183">
                  <c:v>14-09-2021</c:v>
                </c:pt>
                <c:pt idx="2184">
                  <c:v>15-09-2021</c:v>
                </c:pt>
                <c:pt idx="2185">
                  <c:v>15-09-2021</c:v>
                </c:pt>
                <c:pt idx="2186">
                  <c:v>15-09-2021</c:v>
                </c:pt>
                <c:pt idx="2187">
                  <c:v>15-09-2021</c:v>
                </c:pt>
                <c:pt idx="2188">
                  <c:v>15-09-2021</c:v>
                </c:pt>
                <c:pt idx="2189">
                  <c:v>15-09-2021</c:v>
                </c:pt>
                <c:pt idx="2190">
                  <c:v>15-09-2021</c:v>
                </c:pt>
                <c:pt idx="2191">
                  <c:v>15-09-2021</c:v>
                </c:pt>
                <c:pt idx="2192">
                  <c:v>15-09-2021</c:v>
                </c:pt>
                <c:pt idx="2193">
                  <c:v>15-09-2021</c:v>
                </c:pt>
                <c:pt idx="2194">
                  <c:v>15-09-2021</c:v>
                </c:pt>
                <c:pt idx="2195">
                  <c:v>15-09-2021</c:v>
                </c:pt>
                <c:pt idx="2196">
                  <c:v>15-09-2021</c:v>
                </c:pt>
                <c:pt idx="2197">
                  <c:v>15-09-2021</c:v>
                </c:pt>
                <c:pt idx="2198">
                  <c:v>15-09-2021</c:v>
                </c:pt>
                <c:pt idx="2199">
                  <c:v>15-09-2021</c:v>
                </c:pt>
                <c:pt idx="2200">
                  <c:v>15-09-2021</c:v>
                </c:pt>
                <c:pt idx="2201">
                  <c:v>15-09-2021</c:v>
                </c:pt>
                <c:pt idx="2202">
                  <c:v>15-09-2021</c:v>
                </c:pt>
                <c:pt idx="2203">
                  <c:v>15-09-2021</c:v>
                </c:pt>
                <c:pt idx="2204">
                  <c:v>15-09-2021</c:v>
                </c:pt>
                <c:pt idx="2205">
                  <c:v>15-09-2021</c:v>
                </c:pt>
                <c:pt idx="2206">
                  <c:v>15-09-2021</c:v>
                </c:pt>
                <c:pt idx="2207">
                  <c:v>15-09-2021</c:v>
                </c:pt>
                <c:pt idx="2208">
                  <c:v>15-09-2021</c:v>
                </c:pt>
                <c:pt idx="2209">
                  <c:v>15-09-2021</c:v>
                </c:pt>
                <c:pt idx="2210">
                  <c:v>15-09-2021</c:v>
                </c:pt>
                <c:pt idx="2211">
                  <c:v>15-09-2021</c:v>
                </c:pt>
                <c:pt idx="2212">
                  <c:v>15-09-2021</c:v>
                </c:pt>
                <c:pt idx="2213">
                  <c:v>15-09-2021</c:v>
                </c:pt>
                <c:pt idx="2214">
                  <c:v>15-09-2021</c:v>
                </c:pt>
                <c:pt idx="2215">
                  <c:v>15-09-2021</c:v>
                </c:pt>
                <c:pt idx="2216">
                  <c:v>15-09-2021</c:v>
                </c:pt>
                <c:pt idx="2217">
                  <c:v>15-09-2021</c:v>
                </c:pt>
                <c:pt idx="2218">
                  <c:v>15-09-2021</c:v>
                </c:pt>
                <c:pt idx="2219">
                  <c:v>15-09-2021</c:v>
                </c:pt>
                <c:pt idx="2220">
                  <c:v>15-09-2021</c:v>
                </c:pt>
                <c:pt idx="2221">
                  <c:v>15-09-2021</c:v>
                </c:pt>
                <c:pt idx="2222">
                  <c:v>15-09-2021</c:v>
                </c:pt>
                <c:pt idx="2223">
                  <c:v>15-09-2021</c:v>
                </c:pt>
                <c:pt idx="2224">
                  <c:v>15-09-2021</c:v>
                </c:pt>
                <c:pt idx="2225">
                  <c:v>15-09-2021</c:v>
                </c:pt>
                <c:pt idx="2226">
                  <c:v>15-09-2021</c:v>
                </c:pt>
                <c:pt idx="2227">
                  <c:v>15-09-2021</c:v>
                </c:pt>
                <c:pt idx="2228">
                  <c:v>15-09-2021</c:v>
                </c:pt>
                <c:pt idx="2229">
                  <c:v>15-09-2021</c:v>
                </c:pt>
                <c:pt idx="2230">
                  <c:v>15-09-2021</c:v>
                </c:pt>
                <c:pt idx="2231">
                  <c:v>15-09-2021</c:v>
                </c:pt>
                <c:pt idx="2232">
                  <c:v>15-09-2021</c:v>
                </c:pt>
                <c:pt idx="2233">
                  <c:v>15-09-2021</c:v>
                </c:pt>
                <c:pt idx="2234">
                  <c:v>15-09-2021</c:v>
                </c:pt>
                <c:pt idx="2235">
                  <c:v>15-09-2021</c:v>
                </c:pt>
                <c:pt idx="2236">
                  <c:v>15-09-2021</c:v>
                </c:pt>
                <c:pt idx="2237">
                  <c:v>15-09-2021</c:v>
                </c:pt>
                <c:pt idx="2238">
                  <c:v>15-09-2021</c:v>
                </c:pt>
                <c:pt idx="2239">
                  <c:v>15-09-2021</c:v>
                </c:pt>
                <c:pt idx="2240">
                  <c:v>15-09-2021</c:v>
                </c:pt>
                <c:pt idx="2241">
                  <c:v>15-09-2021</c:v>
                </c:pt>
                <c:pt idx="2242">
                  <c:v>16-09-2021</c:v>
                </c:pt>
                <c:pt idx="2243">
                  <c:v>16-09-2021</c:v>
                </c:pt>
                <c:pt idx="2244">
                  <c:v>16-09-2021</c:v>
                </c:pt>
                <c:pt idx="2245">
                  <c:v>16-09-2021</c:v>
                </c:pt>
                <c:pt idx="2246">
                  <c:v>16-09-2021</c:v>
                </c:pt>
                <c:pt idx="2247">
                  <c:v>16-09-2021</c:v>
                </c:pt>
                <c:pt idx="2248">
                  <c:v>16-09-2021</c:v>
                </c:pt>
                <c:pt idx="2249">
                  <c:v>16-09-2021</c:v>
                </c:pt>
                <c:pt idx="2250">
                  <c:v>16-09-2021</c:v>
                </c:pt>
                <c:pt idx="2251">
                  <c:v>16-09-2021</c:v>
                </c:pt>
                <c:pt idx="2252">
                  <c:v>16-09-2021</c:v>
                </c:pt>
                <c:pt idx="2253">
                  <c:v>16-09-2021</c:v>
                </c:pt>
                <c:pt idx="2254">
                  <c:v>16-09-2021</c:v>
                </c:pt>
                <c:pt idx="2255">
                  <c:v>16-09-2021</c:v>
                </c:pt>
                <c:pt idx="2256">
                  <c:v>16-09-2021</c:v>
                </c:pt>
                <c:pt idx="2257">
                  <c:v>16-09-2021</c:v>
                </c:pt>
                <c:pt idx="2258">
                  <c:v>16-09-2021</c:v>
                </c:pt>
                <c:pt idx="2259">
                  <c:v>16-09-2021</c:v>
                </c:pt>
                <c:pt idx="2260">
                  <c:v>16-09-2021</c:v>
                </c:pt>
                <c:pt idx="2261">
                  <c:v>16-09-2021</c:v>
                </c:pt>
                <c:pt idx="2262">
                  <c:v>16-09-2021</c:v>
                </c:pt>
                <c:pt idx="2263">
                  <c:v>16-09-2021</c:v>
                </c:pt>
                <c:pt idx="2264">
                  <c:v>16-09-2021</c:v>
                </c:pt>
                <c:pt idx="2265">
                  <c:v>16-09-2021</c:v>
                </c:pt>
                <c:pt idx="2266">
                  <c:v>16-09-2021</c:v>
                </c:pt>
                <c:pt idx="2267">
                  <c:v>16-09-2021</c:v>
                </c:pt>
                <c:pt idx="2268">
                  <c:v>16-09-2021</c:v>
                </c:pt>
                <c:pt idx="2269">
                  <c:v>16-09-2021</c:v>
                </c:pt>
                <c:pt idx="2270">
                  <c:v>16-09-2021</c:v>
                </c:pt>
                <c:pt idx="2271">
                  <c:v>16-09-2021</c:v>
                </c:pt>
                <c:pt idx="2272">
                  <c:v>16-09-2021</c:v>
                </c:pt>
                <c:pt idx="2273">
                  <c:v>16-09-2021</c:v>
                </c:pt>
                <c:pt idx="2274">
                  <c:v>16-09-2021</c:v>
                </c:pt>
                <c:pt idx="2275">
                  <c:v>16-09-2021</c:v>
                </c:pt>
                <c:pt idx="2276">
                  <c:v>16-09-2021</c:v>
                </c:pt>
                <c:pt idx="2277">
                  <c:v>16-09-2021</c:v>
                </c:pt>
                <c:pt idx="2278">
                  <c:v>16-09-2021</c:v>
                </c:pt>
                <c:pt idx="2279">
                  <c:v>16-09-2021</c:v>
                </c:pt>
                <c:pt idx="2280">
                  <c:v>16-09-2021</c:v>
                </c:pt>
                <c:pt idx="2281">
                  <c:v>16-09-2021</c:v>
                </c:pt>
                <c:pt idx="2282">
                  <c:v>16-09-2021</c:v>
                </c:pt>
                <c:pt idx="2283">
                  <c:v>16-09-2021</c:v>
                </c:pt>
                <c:pt idx="2284">
                  <c:v>16-09-2021</c:v>
                </c:pt>
                <c:pt idx="2285">
                  <c:v>16-09-2021</c:v>
                </c:pt>
                <c:pt idx="2286">
                  <c:v>16-09-2021</c:v>
                </c:pt>
                <c:pt idx="2287">
                  <c:v>16-09-2021</c:v>
                </c:pt>
                <c:pt idx="2288">
                  <c:v>16-09-2021</c:v>
                </c:pt>
                <c:pt idx="2289">
                  <c:v>16-09-2021</c:v>
                </c:pt>
                <c:pt idx="2290">
                  <c:v>16-09-2021</c:v>
                </c:pt>
                <c:pt idx="2291">
                  <c:v>16-09-2021</c:v>
                </c:pt>
                <c:pt idx="2292">
                  <c:v>16-09-2021</c:v>
                </c:pt>
                <c:pt idx="2293">
                  <c:v>16-09-2021</c:v>
                </c:pt>
                <c:pt idx="2294">
                  <c:v>16-09-2021</c:v>
                </c:pt>
                <c:pt idx="2295">
                  <c:v>16-09-2021</c:v>
                </c:pt>
                <c:pt idx="2296">
                  <c:v>16-09-2021</c:v>
                </c:pt>
                <c:pt idx="2297">
                  <c:v>16-09-2021</c:v>
                </c:pt>
                <c:pt idx="2298">
                  <c:v>16-09-2021</c:v>
                </c:pt>
                <c:pt idx="2299">
                  <c:v>16-09-2021</c:v>
                </c:pt>
                <c:pt idx="2300">
                  <c:v>17-09-2021</c:v>
                </c:pt>
                <c:pt idx="2301">
                  <c:v>17-09-2021</c:v>
                </c:pt>
                <c:pt idx="2302">
                  <c:v>17-09-2021</c:v>
                </c:pt>
                <c:pt idx="2303">
                  <c:v>17-09-2021</c:v>
                </c:pt>
                <c:pt idx="2304">
                  <c:v>17-09-2021</c:v>
                </c:pt>
                <c:pt idx="2305">
                  <c:v>17-09-2021</c:v>
                </c:pt>
                <c:pt idx="2306">
                  <c:v>17-09-2021</c:v>
                </c:pt>
                <c:pt idx="2307">
                  <c:v>17-09-2021</c:v>
                </c:pt>
                <c:pt idx="2308">
                  <c:v>17-09-2021</c:v>
                </c:pt>
                <c:pt idx="2309">
                  <c:v>17-09-2021</c:v>
                </c:pt>
                <c:pt idx="2310">
                  <c:v>17-09-2021</c:v>
                </c:pt>
                <c:pt idx="2311">
                  <c:v>17-09-2021</c:v>
                </c:pt>
                <c:pt idx="2312">
                  <c:v>17-09-2021</c:v>
                </c:pt>
                <c:pt idx="2313">
                  <c:v>17-09-2021</c:v>
                </c:pt>
                <c:pt idx="2314">
                  <c:v>17-09-2021</c:v>
                </c:pt>
                <c:pt idx="2315">
                  <c:v>17-09-2021</c:v>
                </c:pt>
                <c:pt idx="2316">
                  <c:v>17-09-2021</c:v>
                </c:pt>
                <c:pt idx="2317">
                  <c:v>17-09-2021</c:v>
                </c:pt>
                <c:pt idx="2318">
                  <c:v>17-09-2021</c:v>
                </c:pt>
                <c:pt idx="2319">
                  <c:v>17-09-2021</c:v>
                </c:pt>
                <c:pt idx="2320">
                  <c:v>17-09-2021</c:v>
                </c:pt>
                <c:pt idx="2321">
                  <c:v>17-09-2021</c:v>
                </c:pt>
                <c:pt idx="2322">
                  <c:v>17-09-2021</c:v>
                </c:pt>
                <c:pt idx="2323">
                  <c:v>17-09-2021</c:v>
                </c:pt>
                <c:pt idx="2324">
                  <c:v>17-09-2021</c:v>
                </c:pt>
                <c:pt idx="2325">
                  <c:v>17-09-2021</c:v>
                </c:pt>
                <c:pt idx="2326">
                  <c:v>17-09-2021</c:v>
                </c:pt>
                <c:pt idx="2327">
                  <c:v>17-09-2021</c:v>
                </c:pt>
                <c:pt idx="2328">
                  <c:v>17-09-2021</c:v>
                </c:pt>
                <c:pt idx="2329">
                  <c:v>17-09-2021</c:v>
                </c:pt>
                <c:pt idx="2330">
                  <c:v>17-09-2021</c:v>
                </c:pt>
                <c:pt idx="2331">
                  <c:v>17-09-2021</c:v>
                </c:pt>
                <c:pt idx="2332">
                  <c:v>17-09-2021</c:v>
                </c:pt>
                <c:pt idx="2333">
                  <c:v>17-09-2021</c:v>
                </c:pt>
                <c:pt idx="2334">
                  <c:v>17-09-2021</c:v>
                </c:pt>
                <c:pt idx="2335">
                  <c:v>17-09-2021</c:v>
                </c:pt>
                <c:pt idx="2336">
                  <c:v>17-09-2021</c:v>
                </c:pt>
                <c:pt idx="2337">
                  <c:v>17-09-2021</c:v>
                </c:pt>
                <c:pt idx="2338">
                  <c:v>17-09-2021</c:v>
                </c:pt>
                <c:pt idx="2339">
                  <c:v>17-09-2021</c:v>
                </c:pt>
                <c:pt idx="2340">
                  <c:v>17-09-2021</c:v>
                </c:pt>
                <c:pt idx="2341">
                  <c:v>17-09-2021</c:v>
                </c:pt>
                <c:pt idx="2342">
                  <c:v>17-09-2021</c:v>
                </c:pt>
                <c:pt idx="2343">
                  <c:v>17-09-2021</c:v>
                </c:pt>
                <c:pt idx="2344">
                  <c:v>17-09-2021</c:v>
                </c:pt>
                <c:pt idx="2345">
                  <c:v>17-09-2021</c:v>
                </c:pt>
                <c:pt idx="2346">
                  <c:v>17-09-2021</c:v>
                </c:pt>
                <c:pt idx="2347">
                  <c:v>17-09-2021</c:v>
                </c:pt>
                <c:pt idx="2348">
                  <c:v>17-09-2021</c:v>
                </c:pt>
                <c:pt idx="2349">
                  <c:v>17-09-2021</c:v>
                </c:pt>
                <c:pt idx="2350">
                  <c:v>17-09-2021</c:v>
                </c:pt>
                <c:pt idx="2351">
                  <c:v>17-09-2021</c:v>
                </c:pt>
                <c:pt idx="2352">
                  <c:v>17-09-2021</c:v>
                </c:pt>
                <c:pt idx="2353">
                  <c:v>17-09-2021</c:v>
                </c:pt>
                <c:pt idx="2354">
                  <c:v>17-09-2021</c:v>
                </c:pt>
                <c:pt idx="2355">
                  <c:v>17-09-2021</c:v>
                </c:pt>
                <c:pt idx="2356">
                  <c:v>18-09-2021</c:v>
                </c:pt>
                <c:pt idx="2357">
                  <c:v>18-09-2021</c:v>
                </c:pt>
                <c:pt idx="2358">
                  <c:v>18-09-2021</c:v>
                </c:pt>
                <c:pt idx="2359">
                  <c:v>18-09-2021</c:v>
                </c:pt>
                <c:pt idx="2360">
                  <c:v>18-09-2021</c:v>
                </c:pt>
                <c:pt idx="2361">
                  <c:v>18-09-2021</c:v>
                </c:pt>
                <c:pt idx="2362">
                  <c:v>18-09-2021</c:v>
                </c:pt>
                <c:pt idx="2363">
                  <c:v>18-09-2021</c:v>
                </c:pt>
                <c:pt idx="2364">
                  <c:v>18-09-2021</c:v>
                </c:pt>
                <c:pt idx="2365">
                  <c:v>18-09-2021</c:v>
                </c:pt>
                <c:pt idx="2366">
                  <c:v>18-09-2021</c:v>
                </c:pt>
                <c:pt idx="2367">
                  <c:v>18-09-2021</c:v>
                </c:pt>
                <c:pt idx="2368">
                  <c:v>18-09-2021</c:v>
                </c:pt>
                <c:pt idx="2369">
                  <c:v>18-09-2021</c:v>
                </c:pt>
                <c:pt idx="2370">
                  <c:v>18-09-2021</c:v>
                </c:pt>
                <c:pt idx="2371">
                  <c:v>18-09-2021</c:v>
                </c:pt>
                <c:pt idx="2372">
                  <c:v>18-09-2021</c:v>
                </c:pt>
                <c:pt idx="2373">
                  <c:v>18-09-2021</c:v>
                </c:pt>
                <c:pt idx="2374">
                  <c:v>18-09-2021</c:v>
                </c:pt>
                <c:pt idx="2375">
                  <c:v>18-09-2021</c:v>
                </c:pt>
                <c:pt idx="2376">
                  <c:v>18-09-2021</c:v>
                </c:pt>
                <c:pt idx="2377">
                  <c:v>18-09-2021</c:v>
                </c:pt>
                <c:pt idx="2378">
                  <c:v>18-09-2021</c:v>
                </c:pt>
                <c:pt idx="2379">
                  <c:v>18-09-2021</c:v>
                </c:pt>
                <c:pt idx="2380">
                  <c:v>18-09-2021</c:v>
                </c:pt>
                <c:pt idx="2381">
                  <c:v>18-09-2021</c:v>
                </c:pt>
                <c:pt idx="2382">
                  <c:v>18-09-2021</c:v>
                </c:pt>
                <c:pt idx="2383">
                  <c:v>18-09-2021</c:v>
                </c:pt>
                <c:pt idx="2384">
                  <c:v>18-09-2021</c:v>
                </c:pt>
                <c:pt idx="2385">
                  <c:v>18-09-2021</c:v>
                </c:pt>
                <c:pt idx="2386">
                  <c:v>18-09-2021</c:v>
                </c:pt>
                <c:pt idx="2387">
                  <c:v>18-09-2021</c:v>
                </c:pt>
                <c:pt idx="2388">
                  <c:v>18-09-2021</c:v>
                </c:pt>
                <c:pt idx="2389">
                  <c:v>18-09-2021</c:v>
                </c:pt>
                <c:pt idx="2390">
                  <c:v>18-09-2021</c:v>
                </c:pt>
                <c:pt idx="2391">
                  <c:v>18-09-2021</c:v>
                </c:pt>
                <c:pt idx="2392">
                  <c:v>18-09-2021</c:v>
                </c:pt>
                <c:pt idx="2393">
                  <c:v>18-09-2021</c:v>
                </c:pt>
                <c:pt idx="2394">
                  <c:v>18-09-2021</c:v>
                </c:pt>
                <c:pt idx="2395">
                  <c:v>18-09-2021</c:v>
                </c:pt>
                <c:pt idx="2396">
                  <c:v>18-09-2021</c:v>
                </c:pt>
                <c:pt idx="2397">
                  <c:v>18-09-2021</c:v>
                </c:pt>
                <c:pt idx="2398">
                  <c:v>18-09-2021</c:v>
                </c:pt>
                <c:pt idx="2399">
                  <c:v>18-09-2021</c:v>
                </c:pt>
                <c:pt idx="2400">
                  <c:v>18-09-2021</c:v>
                </c:pt>
                <c:pt idx="2401">
                  <c:v>18-09-2021</c:v>
                </c:pt>
                <c:pt idx="2402">
                  <c:v>18-09-2021</c:v>
                </c:pt>
                <c:pt idx="2403">
                  <c:v>18-09-2021</c:v>
                </c:pt>
                <c:pt idx="2404">
                  <c:v>18-09-2021</c:v>
                </c:pt>
                <c:pt idx="2405">
                  <c:v>18-09-2021</c:v>
                </c:pt>
                <c:pt idx="2406">
                  <c:v>18-09-2021</c:v>
                </c:pt>
                <c:pt idx="2407">
                  <c:v>18-09-2021</c:v>
                </c:pt>
                <c:pt idx="2408">
                  <c:v>18-09-2021</c:v>
                </c:pt>
                <c:pt idx="2409">
                  <c:v>18-09-2021</c:v>
                </c:pt>
                <c:pt idx="2410">
                  <c:v>18-09-2021</c:v>
                </c:pt>
                <c:pt idx="2411">
                  <c:v>18-09-2021</c:v>
                </c:pt>
                <c:pt idx="2412">
                  <c:v>18-09-2021</c:v>
                </c:pt>
                <c:pt idx="2413">
                  <c:v>18-09-2021</c:v>
                </c:pt>
                <c:pt idx="2414">
                  <c:v>19-09-2021</c:v>
                </c:pt>
                <c:pt idx="2415">
                  <c:v>19-09-2021</c:v>
                </c:pt>
                <c:pt idx="2416">
                  <c:v>19-09-2021</c:v>
                </c:pt>
                <c:pt idx="2417">
                  <c:v>19-09-2021</c:v>
                </c:pt>
                <c:pt idx="2418">
                  <c:v>19-09-2021</c:v>
                </c:pt>
                <c:pt idx="2419">
                  <c:v>19-09-2021</c:v>
                </c:pt>
                <c:pt idx="2420">
                  <c:v>19-09-2021</c:v>
                </c:pt>
                <c:pt idx="2421">
                  <c:v>19-09-2021</c:v>
                </c:pt>
                <c:pt idx="2422">
                  <c:v>19-09-2021</c:v>
                </c:pt>
                <c:pt idx="2423">
                  <c:v>19-09-2021</c:v>
                </c:pt>
                <c:pt idx="2424">
                  <c:v>19-09-2021</c:v>
                </c:pt>
                <c:pt idx="2425">
                  <c:v>19-09-2021</c:v>
                </c:pt>
                <c:pt idx="2426">
                  <c:v>19-09-2021</c:v>
                </c:pt>
                <c:pt idx="2427">
                  <c:v>19-09-2021</c:v>
                </c:pt>
                <c:pt idx="2428">
                  <c:v>19-09-2021</c:v>
                </c:pt>
                <c:pt idx="2429">
                  <c:v>19-09-2021</c:v>
                </c:pt>
                <c:pt idx="2430">
                  <c:v>19-09-2021</c:v>
                </c:pt>
                <c:pt idx="2431">
                  <c:v>19-09-2021</c:v>
                </c:pt>
                <c:pt idx="2432">
                  <c:v>19-09-2021</c:v>
                </c:pt>
                <c:pt idx="2433">
                  <c:v>19-09-2021</c:v>
                </c:pt>
                <c:pt idx="2434">
                  <c:v>19-09-2021</c:v>
                </c:pt>
                <c:pt idx="2435">
                  <c:v>19-09-2021</c:v>
                </c:pt>
                <c:pt idx="2436">
                  <c:v>19-09-2021</c:v>
                </c:pt>
                <c:pt idx="2437">
                  <c:v>19-09-2021</c:v>
                </c:pt>
                <c:pt idx="2438">
                  <c:v>19-09-2021</c:v>
                </c:pt>
                <c:pt idx="2439">
                  <c:v>19-09-2021</c:v>
                </c:pt>
                <c:pt idx="2440">
                  <c:v>19-09-2021</c:v>
                </c:pt>
                <c:pt idx="2441">
                  <c:v>19-09-2021</c:v>
                </c:pt>
                <c:pt idx="2442">
                  <c:v>19-09-2021</c:v>
                </c:pt>
                <c:pt idx="2443">
                  <c:v>19-09-2021</c:v>
                </c:pt>
                <c:pt idx="2444">
                  <c:v>19-09-2021</c:v>
                </c:pt>
                <c:pt idx="2445">
                  <c:v>19-09-2021</c:v>
                </c:pt>
                <c:pt idx="2446">
                  <c:v>19-09-2021</c:v>
                </c:pt>
                <c:pt idx="2447">
                  <c:v>19-09-2021</c:v>
                </c:pt>
                <c:pt idx="2448">
                  <c:v>19-09-2021</c:v>
                </c:pt>
                <c:pt idx="2449">
                  <c:v>19-09-2021</c:v>
                </c:pt>
                <c:pt idx="2450">
                  <c:v>19-09-2021</c:v>
                </c:pt>
                <c:pt idx="2451">
                  <c:v>19-09-2021</c:v>
                </c:pt>
                <c:pt idx="2452">
                  <c:v>19-09-2021</c:v>
                </c:pt>
                <c:pt idx="2453">
                  <c:v>19-09-2021</c:v>
                </c:pt>
                <c:pt idx="2454">
                  <c:v>19-09-2021</c:v>
                </c:pt>
                <c:pt idx="2455">
                  <c:v>19-09-2021</c:v>
                </c:pt>
                <c:pt idx="2456">
                  <c:v>19-09-2021</c:v>
                </c:pt>
                <c:pt idx="2457">
                  <c:v>19-09-2021</c:v>
                </c:pt>
                <c:pt idx="2458">
                  <c:v>19-09-2021</c:v>
                </c:pt>
                <c:pt idx="2459">
                  <c:v>19-09-2021</c:v>
                </c:pt>
                <c:pt idx="2460">
                  <c:v>19-09-2021</c:v>
                </c:pt>
                <c:pt idx="2461">
                  <c:v>20-09-2021</c:v>
                </c:pt>
                <c:pt idx="2462">
                  <c:v>20-09-2021</c:v>
                </c:pt>
                <c:pt idx="2463">
                  <c:v>20-09-2021</c:v>
                </c:pt>
                <c:pt idx="2464">
                  <c:v>20-09-2021</c:v>
                </c:pt>
                <c:pt idx="2465">
                  <c:v>20-09-2021</c:v>
                </c:pt>
                <c:pt idx="2466">
                  <c:v>20-09-2021</c:v>
                </c:pt>
                <c:pt idx="2467">
                  <c:v>20-09-2021</c:v>
                </c:pt>
                <c:pt idx="2468">
                  <c:v>20-09-2021</c:v>
                </c:pt>
                <c:pt idx="2469">
                  <c:v>20-09-2021</c:v>
                </c:pt>
                <c:pt idx="2470">
                  <c:v>20-09-2021</c:v>
                </c:pt>
                <c:pt idx="2471">
                  <c:v>20-09-2021</c:v>
                </c:pt>
                <c:pt idx="2472">
                  <c:v>20-09-2021</c:v>
                </c:pt>
                <c:pt idx="2473">
                  <c:v>20-09-2021</c:v>
                </c:pt>
                <c:pt idx="2474">
                  <c:v>20-09-2021</c:v>
                </c:pt>
                <c:pt idx="2475">
                  <c:v>20-09-2021</c:v>
                </c:pt>
                <c:pt idx="2476">
                  <c:v>20-09-2021</c:v>
                </c:pt>
                <c:pt idx="2477">
                  <c:v>20-09-2021</c:v>
                </c:pt>
                <c:pt idx="2478">
                  <c:v>20-09-2021</c:v>
                </c:pt>
                <c:pt idx="2479">
                  <c:v>20-09-2021</c:v>
                </c:pt>
                <c:pt idx="2480">
                  <c:v>20-09-2021</c:v>
                </c:pt>
                <c:pt idx="2481">
                  <c:v>20-09-2021</c:v>
                </c:pt>
                <c:pt idx="2482">
                  <c:v>20-09-2021</c:v>
                </c:pt>
                <c:pt idx="2483">
                  <c:v>20-09-2021</c:v>
                </c:pt>
                <c:pt idx="2484">
                  <c:v>20-09-2021</c:v>
                </c:pt>
                <c:pt idx="2485">
                  <c:v>20-09-2021</c:v>
                </c:pt>
                <c:pt idx="2486">
                  <c:v>20-09-2021</c:v>
                </c:pt>
                <c:pt idx="2487">
                  <c:v>20-09-2021</c:v>
                </c:pt>
                <c:pt idx="2488">
                  <c:v>20-09-2021</c:v>
                </c:pt>
                <c:pt idx="2489">
                  <c:v>20-09-2021</c:v>
                </c:pt>
                <c:pt idx="2490">
                  <c:v>20-09-2021</c:v>
                </c:pt>
                <c:pt idx="2491">
                  <c:v>20-09-2021</c:v>
                </c:pt>
                <c:pt idx="2492">
                  <c:v>20-09-2021</c:v>
                </c:pt>
                <c:pt idx="2493">
                  <c:v>20-09-2021</c:v>
                </c:pt>
                <c:pt idx="2494">
                  <c:v>20-09-2021</c:v>
                </c:pt>
                <c:pt idx="2495">
                  <c:v>20-09-2021</c:v>
                </c:pt>
                <c:pt idx="2496">
                  <c:v>20-09-2021</c:v>
                </c:pt>
                <c:pt idx="2497">
                  <c:v>20-09-2021</c:v>
                </c:pt>
                <c:pt idx="2498">
                  <c:v>20-09-2021</c:v>
                </c:pt>
                <c:pt idx="2499">
                  <c:v>20-09-2021</c:v>
                </c:pt>
                <c:pt idx="2500">
                  <c:v>20-09-2021</c:v>
                </c:pt>
                <c:pt idx="2501">
                  <c:v>20-09-2021</c:v>
                </c:pt>
                <c:pt idx="2502">
                  <c:v>20-09-2021</c:v>
                </c:pt>
                <c:pt idx="2503">
                  <c:v>20-09-2021</c:v>
                </c:pt>
                <c:pt idx="2504">
                  <c:v>20-09-2021</c:v>
                </c:pt>
                <c:pt idx="2505">
                  <c:v>20-09-2021</c:v>
                </c:pt>
                <c:pt idx="2506">
                  <c:v>20-09-2021</c:v>
                </c:pt>
                <c:pt idx="2507">
                  <c:v>20-09-2021</c:v>
                </c:pt>
                <c:pt idx="2508">
                  <c:v>20-09-2021</c:v>
                </c:pt>
                <c:pt idx="2509">
                  <c:v>20-09-2021</c:v>
                </c:pt>
                <c:pt idx="2510">
                  <c:v>21-09-2021</c:v>
                </c:pt>
                <c:pt idx="2511">
                  <c:v>21-09-2021</c:v>
                </c:pt>
                <c:pt idx="2512">
                  <c:v>21-09-2021</c:v>
                </c:pt>
                <c:pt idx="2513">
                  <c:v>21-09-2021</c:v>
                </c:pt>
                <c:pt idx="2514">
                  <c:v>21-09-2021</c:v>
                </c:pt>
                <c:pt idx="2515">
                  <c:v>21-09-2021</c:v>
                </c:pt>
                <c:pt idx="2516">
                  <c:v>21-09-2021</c:v>
                </c:pt>
                <c:pt idx="2517">
                  <c:v>21-09-2021</c:v>
                </c:pt>
                <c:pt idx="2518">
                  <c:v>21-09-2021</c:v>
                </c:pt>
                <c:pt idx="2519">
                  <c:v>21-09-2021</c:v>
                </c:pt>
                <c:pt idx="2520">
                  <c:v>21-09-2021</c:v>
                </c:pt>
                <c:pt idx="2521">
                  <c:v>21-09-2021</c:v>
                </c:pt>
                <c:pt idx="2522">
                  <c:v>21-09-2021</c:v>
                </c:pt>
                <c:pt idx="2523">
                  <c:v>21-09-2021</c:v>
                </c:pt>
                <c:pt idx="2524">
                  <c:v>21-09-2021</c:v>
                </c:pt>
                <c:pt idx="2525">
                  <c:v>21-09-2021</c:v>
                </c:pt>
                <c:pt idx="2526">
                  <c:v>21-09-2021</c:v>
                </c:pt>
                <c:pt idx="2527">
                  <c:v>21-09-2021</c:v>
                </c:pt>
                <c:pt idx="2528">
                  <c:v>21-09-2021</c:v>
                </c:pt>
                <c:pt idx="2529">
                  <c:v>21-09-2021</c:v>
                </c:pt>
                <c:pt idx="2530">
                  <c:v>21-09-2021</c:v>
                </c:pt>
                <c:pt idx="2531">
                  <c:v>21-09-2021</c:v>
                </c:pt>
                <c:pt idx="2532">
                  <c:v>21-09-2021</c:v>
                </c:pt>
                <c:pt idx="2533">
                  <c:v>21-09-2021</c:v>
                </c:pt>
                <c:pt idx="2534">
                  <c:v>21-09-2021</c:v>
                </c:pt>
                <c:pt idx="2535">
                  <c:v>21-09-2021</c:v>
                </c:pt>
                <c:pt idx="2536">
                  <c:v>21-09-2021</c:v>
                </c:pt>
                <c:pt idx="2537">
                  <c:v>21-09-2021</c:v>
                </c:pt>
                <c:pt idx="2538">
                  <c:v>21-09-2021</c:v>
                </c:pt>
                <c:pt idx="2539">
                  <c:v>21-09-2021</c:v>
                </c:pt>
                <c:pt idx="2540">
                  <c:v>21-09-2021</c:v>
                </c:pt>
                <c:pt idx="2541">
                  <c:v>21-09-2021</c:v>
                </c:pt>
                <c:pt idx="2542">
                  <c:v>21-09-2021</c:v>
                </c:pt>
                <c:pt idx="2543">
                  <c:v>21-09-2021</c:v>
                </c:pt>
                <c:pt idx="2544">
                  <c:v>21-09-2021</c:v>
                </c:pt>
                <c:pt idx="2545">
                  <c:v>21-09-2021</c:v>
                </c:pt>
                <c:pt idx="2546">
                  <c:v>21-09-2021</c:v>
                </c:pt>
                <c:pt idx="2547">
                  <c:v>21-09-2021</c:v>
                </c:pt>
                <c:pt idx="2548">
                  <c:v>21-09-2021</c:v>
                </c:pt>
                <c:pt idx="2549">
                  <c:v>21-09-2021</c:v>
                </c:pt>
                <c:pt idx="2550">
                  <c:v>21-09-2021</c:v>
                </c:pt>
                <c:pt idx="2551">
                  <c:v>21-09-2021</c:v>
                </c:pt>
                <c:pt idx="2552">
                  <c:v>21-09-2021</c:v>
                </c:pt>
                <c:pt idx="2553">
                  <c:v>21-09-2021</c:v>
                </c:pt>
                <c:pt idx="2554">
                  <c:v>21-09-2021</c:v>
                </c:pt>
                <c:pt idx="2555">
                  <c:v>21-09-2021</c:v>
                </c:pt>
                <c:pt idx="2556">
                  <c:v>21-09-2021</c:v>
                </c:pt>
                <c:pt idx="2557">
                  <c:v>21-09-2021</c:v>
                </c:pt>
                <c:pt idx="2558">
                  <c:v>21-09-2021</c:v>
                </c:pt>
                <c:pt idx="2559">
                  <c:v>21-09-2021</c:v>
                </c:pt>
                <c:pt idx="2560">
                  <c:v>21-09-2021</c:v>
                </c:pt>
                <c:pt idx="2561">
                  <c:v>22-09-2021</c:v>
                </c:pt>
                <c:pt idx="2562">
                  <c:v>22-09-2021</c:v>
                </c:pt>
                <c:pt idx="2563">
                  <c:v>22-09-2021</c:v>
                </c:pt>
                <c:pt idx="2564">
                  <c:v>22-09-2021</c:v>
                </c:pt>
                <c:pt idx="2565">
                  <c:v>22-09-2021</c:v>
                </c:pt>
                <c:pt idx="2566">
                  <c:v>22-09-2021</c:v>
                </c:pt>
                <c:pt idx="2567">
                  <c:v>22-09-2021</c:v>
                </c:pt>
                <c:pt idx="2568">
                  <c:v>22-09-2021</c:v>
                </c:pt>
                <c:pt idx="2569">
                  <c:v>22-09-2021</c:v>
                </c:pt>
                <c:pt idx="2570">
                  <c:v>22-09-2021</c:v>
                </c:pt>
                <c:pt idx="2571">
                  <c:v>22-09-2021</c:v>
                </c:pt>
                <c:pt idx="2572">
                  <c:v>22-09-2021</c:v>
                </c:pt>
                <c:pt idx="2573">
                  <c:v>22-09-2021</c:v>
                </c:pt>
                <c:pt idx="2574">
                  <c:v>22-09-2021</c:v>
                </c:pt>
                <c:pt idx="2575">
                  <c:v>22-09-2021</c:v>
                </c:pt>
                <c:pt idx="2576">
                  <c:v>22-09-2021</c:v>
                </c:pt>
                <c:pt idx="2577">
                  <c:v>22-09-2021</c:v>
                </c:pt>
                <c:pt idx="2578">
                  <c:v>22-09-2021</c:v>
                </c:pt>
                <c:pt idx="2579">
                  <c:v>22-09-2021</c:v>
                </c:pt>
                <c:pt idx="2580">
                  <c:v>22-09-2021</c:v>
                </c:pt>
                <c:pt idx="2581">
                  <c:v>22-09-2021</c:v>
                </c:pt>
                <c:pt idx="2582">
                  <c:v>22-09-2021</c:v>
                </c:pt>
                <c:pt idx="2583">
                  <c:v>22-09-2021</c:v>
                </c:pt>
                <c:pt idx="2584">
                  <c:v>22-09-2021</c:v>
                </c:pt>
                <c:pt idx="2585">
                  <c:v>22-09-2021</c:v>
                </c:pt>
                <c:pt idx="2586">
                  <c:v>22-09-2021</c:v>
                </c:pt>
                <c:pt idx="2587">
                  <c:v>22-09-2021</c:v>
                </c:pt>
                <c:pt idx="2588">
                  <c:v>22-09-2021</c:v>
                </c:pt>
                <c:pt idx="2589">
                  <c:v>22-09-2021</c:v>
                </c:pt>
                <c:pt idx="2590">
                  <c:v>22-09-2021</c:v>
                </c:pt>
                <c:pt idx="2591">
                  <c:v>22-09-2021</c:v>
                </c:pt>
                <c:pt idx="2592">
                  <c:v>22-09-2021</c:v>
                </c:pt>
                <c:pt idx="2593">
                  <c:v>22-09-2021</c:v>
                </c:pt>
                <c:pt idx="2594">
                  <c:v>22-09-2021</c:v>
                </c:pt>
                <c:pt idx="2595">
                  <c:v>22-09-2021</c:v>
                </c:pt>
                <c:pt idx="2596">
                  <c:v>22-09-2021</c:v>
                </c:pt>
                <c:pt idx="2597">
                  <c:v>22-09-2021</c:v>
                </c:pt>
                <c:pt idx="2598">
                  <c:v>22-09-2021</c:v>
                </c:pt>
                <c:pt idx="2599">
                  <c:v>22-09-2021</c:v>
                </c:pt>
                <c:pt idx="2600">
                  <c:v>22-09-2021</c:v>
                </c:pt>
                <c:pt idx="2601">
                  <c:v>22-09-2021</c:v>
                </c:pt>
                <c:pt idx="2602">
                  <c:v>22-09-2021</c:v>
                </c:pt>
                <c:pt idx="2603">
                  <c:v>22-09-2021</c:v>
                </c:pt>
                <c:pt idx="2604">
                  <c:v>22-09-2021</c:v>
                </c:pt>
                <c:pt idx="2605">
                  <c:v>22-09-2021</c:v>
                </c:pt>
                <c:pt idx="2606">
                  <c:v>22-09-2021</c:v>
                </c:pt>
                <c:pt idx="2607">
                  <c:v>22-09-2021</c:v>
                </c:pt>
                <c:pt idx="2608">
                  <c:v>22-09-2021</c:v>
                </c:pt>
                <c:pt idx="2609">
                  <c:v>22-09-2021</c:v>
                </c:pt>
                <c:pt idx="2610">
                  <c:v>22-09-2021</c:v>
                </c:pt>
                <c:pt idx="2611">
                  <c:v>22-09-2021</c:v>
                </c:pt>
                <c:pt idx="2612">
                  <c:v>22-09-2021</c:v>
                </c:pt>
                <c:pt idx="2613">
                  <c:v>22-09-2021</c:v>
                </c:pt>
                <c:pt idx="2614">
                  <c:v>22-09-2021</c:v>
                </c:pt>
                <c:pt idx="2615">
                  <c:v>22-09-2021</c:v>
                </c:pt>
                <c:pt idx="2616">
                  <c:v>22-09-2021</c:v>
                </c:pt>
                <c:pt idx="2617">
                  <c:v>23-09-2021</c:v>
                </c:pt>
                <c:pt idx="2618">
                  <c:v>23-09-2021</c:v>
                </c:pt>
                <c:pt idx="2619">
                  <c:v>23-09-2021</c:v>
                </c:pt>
                <c:pt idx="2620">
                  <c:v>23-09-2021</c:v>
                </c:pt>
                <c:pt idx="2621">
                  <c:v>23-09-2021</c:v>
                </c:pt>
                <c:pt idx="2622">
                  <c:v>23-09-2021</c:v>
                </c:pt>
                <c:pt idx="2623">
                  <c:v>23-09-2021</c:v>
                </c:pt>
                <c:pt idx="2624">
                  <c:v>23-09-2021</c:v>
                </c:pt>
                <c:pt idx="2625">
                  <c:v>23-09-2021</c:v>
                </c:pt>
                <c:pt idx="2626">
                  <c:v>23-09-2021</c:v>
                </c:pt>
                <c:pt idx="2627">
                  <c:v>23-09-2021</c:v>
                </c:pt>
                <c:pt idx="2628">
                  <c:v>23-09-2021</c:v>
                </c:pt>
                <c:pt idx="2629">
                  <c:v>23-09-2021</c:v>
                </c:pt>
                <c:pt idx="2630">
                  <c:v>23-09-2021</c:v>
                </c:pt>
                <c:pt idx="2631">
                  <c:v>23-09-2021</c:v>
                </c:pt>
                <c:pt idx="2632">
                  <c:v>23-09-2021</c:v>
                </c:pt>
                <c:pt idx="2633">
                  <c:v>23-09-2021</c:v>
                </c:pt>
                <c:pt idx="2634">
                  <c:v>23-09-2021</c:v>
                </c:pt>
                <c:pt idx="2635">
                  <c:v>23-09-2021</c:v>
                </c:pt>
                <c:pt idx="2636">
                  <c:v>23-09-2021</c:v>
                </c:pt>
                <c:pt idx="2637">
                  <c:v>23-09-2021</c:v>
                </c:pt>
                <c:pt idx="2638">
                  <c:v>23-09-2021</c:v>
                </c:pt>
                <c:pt idx="2639">
                  <c:v>23-09-2021</c:v>
                </c:pt>
                <c:pt idx="2640">
                  <c:v>23-09-2021</c:v>
                </c:pt>
                <c:pt idx="2641">
                  <c:v>23-09-2021</c:v>
                </c:pt>
                <c:pt idx="2642">
                  <c:v>23-09-2021</c:v>
                </c:pt>
                <c:pt idx="2643">
                  <c:v>23-09-2021</c:v>
                </c:pt>
                <c:pt idx="2644">
                  <c:v>23-09-2021</c:v>
                </c:pt>
                <c:pt idx="2645">
                  <c:v>23-09-2021</c:v>
                </c:pt>
                <c:pt idx="2646">
                  <c:v>23-09-2021</c:v>
                </c:pt>
                <c:pt idx="2647">
                  <c:v>23-09-2021</c:v>
                </c:pt>
                <c:pt idx="2648">
                  <c:v>23-09-2021</c:v>
                </c:pt>
                <c:pt idx="2649">
                  <c:v>23-09-2021</c:v>
                </c:pt>
                <c:pt idx="2650">
                  <c:v>23-09-2021</c:v>
                </c:pt>
                <c:pt idx="2651">
                  <c:v>23-09-2021</c:v>
                </c:pt>
                <c:pt idx="2652">
                  <c:v>23-09-2021</c:v>
                </c:pt>
                <c:pt idx="2653">
                  <c:v>23-09-2021</c:v>
                </c:pt>
                <c:pt idx="2654">
                  <c:v>23-09-2021</c:v>
                </c:pt>
                <c:pt idx="2655">
                  <c:v>23-09-2021</c:v>
                </c:pt>
                <c:pt idx="2656">
                  <c:v>23-09-2021</c:v>
                </c:pt>
                <c:pt idx="2657">
                  <c:v>23-09-2021</c:v>
                </c:pt>
                <c:pt idx="2658">
                  <c:v>23-09-2021</c:v>
                </c:pt>
                <c:pt idx="2659">
                  <c:v>23-09-2021</c:v>
                </c:pt>
                <c:pt idx="2660">
                  <c:v>23-09-2021</c:v>
                </c:pt>
                <c:pt idx="2661">
                  <c:v>23-09-2021</c:v>
                </c:pt>
                <c:pt idx="2662">
                  <c:v>23-09-2021</c:v>
                </c:pt>
                <c:pt idx="2663">
                  <c:v>23-09-2021</c:v>
                </c:pt>
                <c:pt idx="2664">
                  <c:v>23-09-2021</c:v>
                </c:pt>
                <c:pt idx="2665">
                  <c:v>23-09-2021</c:v>
                </c:pt>
                <c:pt idx="2666">
                  <c:v>23-09-2021</c:v>
                </c:pt>
                <c:pt idx="2667">
                  <c:v>23-09-2021</c:v>
                </c:pt>
                <c:pt idx="2668">
                  <c:v>23-09-2021</c:v>
                </c:pt>
                <c:pt idx="2669">
                  <c:v>23-09-2021</c:v>
                </c:pt>
                <c:pt idx="2670">
                  <c:v>23-09-2021</c:v>
                </c:pt>
                <c:pt idx="2671">
                  <c:v>23-09-2021</c:v>
                </c:pt>
                <c:pt idx="2672">
                  <c:v>24-09-2021</c:v>
                </c:pt>
                <c:pt idx="2673">
                  <c:v>24-09-2021</c:v>
                </c:pt>
                <c:pt idx="2674">
                  <c:v>24-09-2021</c:v>
                </c:pt>
                <c:pt idx="2675">
                  <c:v>24-09-2021</c:v>
                </c:pt>
                <c:pt idx="2676">
                  <c:v>24-09-2021</c:v>
                </c:pt>
                <c:pt idx="2677">
                  <c:v>24-09-2021</c:v>
                </c:pt>
                <c:pt idx="2678">
                  <c:v>24-09-2021</c:v>
                </c:pt>
                <c:pt idx="2679">
                  <c:v>24-09-2021</c:v>
                </c:pt>
                <c:pt idx="2680">
                  <c:v>24-09-2021</c:v>
                </c:pt>
                <c:pt idx="2681">
                  <c:v>24-09-2021</c:v>
                </c:pt>
                <c:pt idx="2682">
                  <c:v>24-09-2021</c:v>
                </c:pt>
                <c:pt idx="2683">
                  <c:v>24-09-2021</c:v>
                </c:pt>
                <c:pt idx="2684">
                  <c:v>24-09-2021</c:v>
                </c:pt>
                <c:pt idx="2685">
                  <c:v>24-09-2021</c:v>
                </c:pt>
                <c:pt idx="2686">
                  <c:v>24-09-2021</c:v>
                </c:pt>
                <c:pt idx="2687">
                  <c:v>24-09-2021</c:v>
                </c:pt>
                <c:pt idx="2688">
                  <c:v>24-09-2021</c:v>
                </c:pt>
                <c:pt idx="2689">
                  <c:v>24-09-2021</c:v>
                </c:pt>
                <c:pt idx="2690">
                  <c:v>24-09-2021</c:v>
                </c:pt>
                <c:pt idx="2691">
                  <c:v>24-09-2021</c:v>
                </c:pt>
                <c:pt idx="2692">
                  <c:v>24-09-2021</c:v>
                </c:pt>
                <c:pt idx="2693">
                  <c:v>24-09-2021</c:v>
                </c:pt>
                <c:pt idx="2694">
                  <c:v>24-09-2021</c:v>
                </c:pt>
                <c:pt idx="2695">
                  <c:v>24-09-2021</c:v>
                </c:pt>
                <c:pt idx="2696">
                  <c:v>24-09-2021</c:v>
                </c:pt>
                <c:pt idx="2697">
                  <c:v>24-09-2021</c:v>
                </c:pt>
                <c:pt idx="2698">
                  <c:v>24-09-2021</c:v>
                </c:pt>
                <c:pt idx="2699">
                  <c:v>24-09-2021</c:v>
                </c:pt>
                <c:pt idx="2700">
                  <c:v>24-09-2021</c:v>
                </c:pt>
                <c:pt idx="2701">
                  <c:v>24-09-2021</c:v>
                </c:pt>
                <c:pt idx="2702">
                  <c:v>24-09-2021</c:v>
                </c:pt>
                <c:pt idx="2703">
                  <c:v>24-09-2021</c:v>
                </c:pt>
                <c:pt idx="2704">
                  <c:v>24-09-2021</c:v>
                </c:pt>
                <c:pt idx="2705">
                  <c:v>24-09-2021</c:v>
                </c:pt>
                <c:pt idx="2706">
                  <c:v>24-09-2021</c:v>
                </c:pt>
                <c:pt idx="2707">
                  <c:v>24-09-2021</c:v>
                </c:pt>
                <c:pt idx="2708">
                  <c:v>24-09-2021</c:v>
                </c:pt>
                <c:pt idx="2709">
                  <c:v>24-09-2021</c:v>
                </c:pt>
                <c:pt idx="2710">
                  <c:v>24-09-2021</c:v>
                </c:pt>
                <c:pt idx="2711">
                  <c:v>24-09-2021</c:v>
                </c:pt>
                <c:pt idx="2712">
                  <c:v>24-09-2021</c:v>
                </c:pt>
                <c:pt idx="2713">
                  <c:v>24-09-2021</c:v>
                </c:pt>
                <c:pt idx="2714">
                  <c:v>24-09-2021</c:v>
                </c:pt>
                <c:pt idx="2715">
                  <c:v>24-09-2021</c:v>
                </c:pt>
                <c:pt idx="2716">
                  <c:v>24-09-2021</c:v>
                </c:pt>
                <c:pt idx="2717">
                  <c:v>24-09-2021</c:v>
                </c:pt>
                <c:pt idx="2718">
                  <c:v>24-09-2021</c:v>
                </c:pt>
                <c:pt idx="2719">
                  <c:v>24-09-2021</c:v>
                </c:pt>
                <c:pt idx="2720">
                  <c:v>24-09-2021</c:v>
                </c:pt>
                <c:pt idx="2721">
                  <c:v>24-09-2021</c:v>
                </c:pt>
                <c:pt idx="2722">
                  <c:v>24-09-2021</c:v>
                </c:pt>
                <c:pt idx="2723">
                  <c:v>24-09-2021</c:v>
                </c:pt>
                <c:pt idx="2724">
                  <c:v>25-09-2021</c:v>
                </c:pt>
                <c:pt idx="2725">
                  <c:v>25-09-2021</c:v>
                </c:pt>
                <c:pt idx="2726">
                  <c:v>25-09-2021</c:v>
                </c:pt>
                <c:pt idx="2727">
                  <c:v>25-09-2021</c:v>
                </c:pt>
                <c:pt idx="2728">
                  <c:v>25-09-2021</c:v>
                </c:pt>
                <c:pt idx="2729">
                  <c:v>25-09-2021</c:v>
                </c:pt>
                <c:pt idx="2730">
                  <c:v>25-09-2021</c:v>
                </c:pt>
                <c:pt idx="2731">
                  <c:v>25-09-2021</c:v>
                </c:pt>
                <c:pt idx="2732">
                  <c:v>25-09-2021</c:v>
                </c:pt>
                <c:pt idx="2733">
                  <c:v>25-09-2021</c:v>
                </c:pt>
                <c:pt idx="2734">
                  <c:v>25-09-2021</c:v>
                </c:pt>
                <c:pt idx="2735">
                  <c:v>25-09-2021</c:v>
                </c:pt>
                <c:pt idx="2736">
                  <c:v>25-09-2021</c:v>
                </c:pt>
                <c:pt idx="2737">
                  <c:v>25-09-2021</c:v>
                </c:pt>
                <c:pt idx="2738">
                  <c:v>25-09-2021</c:v>
                </c:pt>
                <c:pt idx="2739">
                  <c:v>25-09-2021</c:v>
                </c:pt>
                <c:pt idx="2740">
                  <c:v>25-09-2021</c:v>
                </c:pt>
                <c:pt idx="2741">
                  <c:v>25-09-2021</c:v>
                </c:pt>
                <c:pt idx="2742">
                  <c:v>25-09-2021</c:v>
                </c:pt>
                <c:pt idx="2743">
                  <c:v>25-09-2021</c:v>
                </c:pt>
                <c:pt idx="2744">
                  <c:v>25-09-2021</c:v>
                </c:pt>
                <c:pt idx="2745">
                  <c:v>25-09-2021</c:v>
                </c:pt>
                <c:pt idx="2746">
                  <c:v>25-09-2021</c:v>
                </c:pt>
                <c:pt idx="2747">
                  <c:v>25-09-2021</c:v>
                </c:pt>
                <c:pt idx="2748">
                  <c:v>25-09-2021</c:v>
                </c:pt>
                <c:pt idx="2749">
                  <c:v>25-09-2021</c:v>
                </c:pt>
                <c:pt idx="2750">
                  <c:v>25-09-2021</c:v>
                </c:pt>
                <c:pt idx="2751">
                  <c:v>25-09-2021</c:v>
                </c:pt>
                <c:pt idx="2752">
                  <c:v>25-09-2021</c:v>
                </c:pt>
                <c:pt idx="2753">
                  <c:v>25-09-2021</c:v>
                </c:pt>
                <c:pt idx="2754">
                  <c:v>25-09-2021</c:v>
                </c:pt>
                <c:pt idx="2755">
                  <c:v>25-09-2021</c:v>
                </c:pt>
                <c:pt idx="2756">
                  <c:v>25-09-2021</c:v>
                </c:pt>
                <c:pt idx="2757">
                  <c:v>25-09-2021</c:v>
                </c:pt>
                <c:pt idx="2758">
                  <c:v>25-09-2021</c:v>
                </c:pt>
                <c:pt idx="2759">
                  <c:v>25-09-2021</c:v>
                </c:pt>
                <c:pt idx="2760">
                  <c:v>25-09-2021</c:v>
                </c:pt>
                <c:pt idx="2761">
                  <c:v>25-09-2021</c:v>
                </c:pt>
                <c:pt idx="2762">
                  <c:v>25-09-2021</c:v>
                </c:pt>
                <c:pt idx="2763">
                  <c:v>25-09-2021</c:v>
                </c:pt>
                <c:pt idx="2764">
                  <c:v>25-09-2021</c:v>
                </c:pt>
                <c:pt idx="2765">
                  <c:v>25-09-2021</c:v>
                </c:pt>
                <c:pt idx="2766">
                  <c:v>25-09-2021</c:v>
                </c:pt>
                <c:pt idx="2767">
                  <c:v>25-09-2021</c:v>
                </c:pt>
                <c:pt idx="2768">
                  <c:v>25-09-2021</c:v>
                </c:pt>
                <c:pt idx="2769">
                  <c:v>25-09-2021</c:v>
                </c:pt>
                <c:pt idx="2770">
                  <c:v>25-09-2021</c:v>
                </c:pt>
                <c:pt idx="2771">
                  <c:v>25-09-2021</c:v>
                </c:pt>
                <c:pt idx="2772">
                  <c:v>25-09-2021</c:v>
                </c:pt>
                <c:pt idx="2773">
                  <c:v>26-09-2021</c:v>
                </c:pt>
                <c:pt idx="2774">
                  <c:v>26-09-2021</c:v>
                </c:pt>
                <c:pt idx="2775">
                  <c:v>26-09-2021</c:v>
                </c:pt>
                <c:pt idx="2776">
                  <c:v>26-09-2021</c:v>
                </c:pt>
                <c:pt idx="2777">
                  <c:v>26-09-2021</c:v>
                </c:pt>
                <c:pt idx="2778">
                  <c:v>26-09-2021</c:v>
                </c:pt>
                <c:pt idx="2779">
                  <c:v>26-09-2021</c:v>
                </c:pt>
                <c:pt idx="2780">
                  <c:v>26-09-2021</c:v>
                </c:pt>
                <c:pt idx="2781">
                  <c:v>26-09-2021</c:v>
                </c:pt>
                <c:pt idx="2782">
                  <c:v>26-09-2021</c:v>
                </c:pt>
                <c:pt idx="2783">
                  <c:v>26-09-2021</c:v>
                </c:pt>
                <c:pt idx="2784">
                  <c:v>26-09-2021</c:v>
                </c:pt>
                <c:pt idx="2785">
                  <c:v>26-09-2021</c:v>
                </c:pt>
                <c:pt idx="2786">
                  <c:v>26-09-2021</c:v>
                </c:pt>
                <c:pt idx="2787">
                  <c:v>26-09-2021</c:v>
                </c:pt>
                <c:pt idx="2788">
                  <c:v>26-09-2021</c:v>
                </c:pt>
                <c:pt idx="2789">
                  <c:v>26-09-2021</c:v>
                </c:pt>
                <c:pt idx="2790">
                  <c:v>26-09-2021</c:v>
                </c:pt>
                <c:pt idx="2791">
                  <c:v>26-09-2021</c:v>
                </c:pt>
                <c:pt idx="2792">
                  <c:v>26-09-2021</c:v>
                </c:pt>
                <c:pt idx="2793">
                  <c:v>26-09-2021</c:v>
                </c:pt>
                <c:pt idx="2794">
                  <c:v>26-09-2021</c:v>
                </c:pt>
                <c:pt idx="2795">
                  <c:v>26-09-2021</c:v>
                </c:pt>
                <c:pt idx="2796">
                  <c:v>26-09-2021</c:v>
                </c:pt>
                <c:pt idx="2797">
                  <c:v>26-09-2021</c:v>
                </c:pt>
                <c:pt idx="2798">
                  <c:v>26-09-2021</c:v>
                </c:pt>
                <c:pt idx="2799">
                  <c:v>26-09-2021</c:v>
                </c:pt>
                <c:pt idx="2800">
                  <c:v>26-09-2021</c:v>
                </c:pt>
                <c:pt idx="2801">
                  <c:v>26-09-2021</c:v>
                </c:pt>
                <c:pt idx="2802">
                  <c:v>26-09-2021</c:v>
                </c:pt>
                <c:pt idx="2803">
                  <c:v>26-09-2021</c:v>
                </c:pt>
                <c:pt idx="2804">
                  <c:v>26-09-2021</c:v>
                </c:pt>
                <c:pt idx="2805">
                  <c:v>26-09-2021</c:v>
                </c:pt>
                <c:pt idx="2806">
                  <c:v>26-09-2021</c:v>
                </c:pt>
                <c:pt idx="2807">
                  <c:v>26-09-2021</c:v>
                </c:pt>
                <c:pt idx="2808">
                  <c:v>26-09-2021</c:v>
                </c:pt>
                <c:pt idx="2809">
                  <c:v>26-09-2021</c:v>
                </c:pt>
                <c:pt idx="2810">
                  <c:v>26-09-2021</c:v>
                </c:pt>
                <c:pt idx="2811">
                  <c:v>26-09-2021</c:v>
                </c:pt>
                <c:pt idx="2812">
                  <c:v>26-09-2021</c:v>
                </c:pt>
                <c:pt idx="2813">
                  <c:v>26-09-2021</c:v>
                </c:pt>
                <c:pt idx="2814">
                  <c:v>26-09-2021</c:v>
                </c:pt>
                <c:pt idx="2815">
                  <c:v>26-09-2021</c:v>
                </c:pt>
                <c:pt idx="2816">
                  <c:v>26-09-2021</c:v>
                </c:pt>
                <c:pt idx="2817">
                  <c:v>26-09-2021</c:v>
                </c:pt>
                <c:pt idx="2818">
                  <c:v>26-09-2021</c:v>
                </c:pt>
                <c:pt idx="2819">
                  <c:v>26-09-2021</c:v>
                </c:pt>
                <c:pt idx="2820">
                  <c:v>26-09-2021</c:v>
                </c:pt>
                <c:pt idx="2821">
                  <c:v>26-09-2021</c:v>
                </c:pt>
                <c:pt idx="2822">
                  <c:v>26-09-2021</c:v>
                </c:pt>
                <c:pt idx="2823">
                  <c:v>26-09-2021</c:v>
                </c:pt>
                <c:pt idx="2824">
                  <c:v>27-09-2021</c:v>
                </c:pt>
                <c:pt idx="2825">
                  <c:v>27-09-2021</c:v>
                </c:pt>
                <c:pt idx="2826">
                  <c:v>27-09-2021</c:v>
                </c:pt>
                <c:pt idx="2827">
                  <c:v>27-09-2021</c:v>
                </c:pt>
                <c:pt idx="2828">
                  <c:v>27-09-2021</c:v>
                </c:pt>
                <c:pt idx="2829">
                  <c:v>27-09-2021</c:v>
                </c:pt>
                <c:pt idx="2830">
                  <c:v>27-09-2021</c:v>
                </c:pt>
                <c:pt idx="2831">
                  <c:v>27-09-2021</c:v>
                </c:pt>
                <c:pt idx="2832">
                  <c:v>27-09-2021</c:v>
                </c:pt>
                <c:pt idx="2833">
                  <c:v>27-09-2021</c:v>
                </c:pt>
                <c:pt idx="2834">
                  <c:v>27-09-2021</c:v>
                </c:pt>
                <c:pt idx="2835">
                  <c:v>27-09-2021</c:v>
                </c:pt>
                <c:pt idx="2836">
                  <c:v>27-09-2021</c:v>
                </c:pt>
                <c:pt idx="2837">
                  <c:v>27-09-2021</c:v>
                </c:pt>
                <c:pt idx="2838">
                  <c:v>27-09-2021</c:v>
                </c:pt>
                <c:pt idx="2839">
                  <c:v>27-09-2021</c:v>
                </c:pt>
                <c:pt idx="2840">
                  <c:v>27-09-2021</c:v>
                </c:pt>
                <c:pt idx="2841">
                  <c:v>27-09-2021</c:v>
                </c:pt>
                <c:pt idx="2842">
                  <c:v>27-09-2021</c:v>
                </c:pt>
                <c:pt idx="2843">
                  <c:v>27-09-2021</c:v>
                </c:pt>
                <c:pt idx="2844">
                  <c:v>27-09-2021</c:v>
                </c:pt>
                <c:pt idx="2845">
                  <c:v>27-09-2021</c:v>
                </c:pt>
                <c:pt idx="2846">
                  <c:v>27-09-2021</c:v>
                </c:pt>
                <c:pt idx="2847">
                  <c:v>27-09-2021</c:v>
                </c:pt>
                <c:pt idx="2848">
                  <c:v>27-09-2021</c:v>
                </c:pt>
                <c:pt idx="2849">
                  <c:v>27-09-2021</c:v>
                </c:pt>
                <c:pt idx="2850">
                  <c:v>27-09-2021</c:v>
                </c:pt>
                <c:pt idx="2851">
                  <c:v>27-09-2021</c:v>
                </c:pt>
                <c:pt idx="2852">
                  <c:v>27-09-2021</c:v>
                </c:pt>
                <c:pt idx="2853">
                  <c:v>27-09-2021</c:v>
                </c:pt>
                <c:pt idx="2854">
                  <c:v>27-09-2021</c:v>
                </c:pt>
                <c:pt idx="2855">
                  <c:v>27-09-2021</c:v>
                </c:pt>
                <c:pt idx="2856">
                  <c:v>27-09-2021</c:v>
                </c:pt>
                <c:pt idx="2857">
                  <c:v>27-09-2021</c:v>
                </c:pt>
                <c:pt idx="2858">
                  <c:v>27-09-2021</c:v>
                </c:pt>
                <c:pt idx="2859">
                  <c:v>27-09-2021</c:v>
                </c:pt>
                <c:pt idx="2860">
                  <c:v>27-09-2021</c:v>
                </c:pt>
                <c:pt idx="2861">
                  <c:v>27-09-2021</c:v>
                </c:pt>
                <c:pt idx="2862">
                  <c:v>27-09-2021</c:v>
                </c:pt>
                <c:pt idx="2863">
                  <c:v>27-09-2021</c:v>
                </c:pt>
                <c:pt idx="2864">
                  <c:v>27-09-2021</c:v>
                </c:pt>
                <c:pt idx="2865">
                  <c:v>27-09-2021</c:v>
                </c:pt>
                <c:pt idx="2866">
                  <c:v>27-09-2021</c:v>
                </c:pt>
                <c:pt idx="2867">
                  <c:v>27-09-2021</c:v>
                </c:pt>
                <c:pt idx="2868">
                  <c:v>27-09-2021</c:v>
                </c:pt>
                <c:pt idx="2869">
                  <c:v>27-09-2021</c:v>
                </c:pt>
                <c:pt idx="2870">
                  <c:v>27-09-2021</c:v>
                </c:pt>
                <c:pt idx="2871">
                  <c:v>27-09-2021</c:v>
                </c:pt>
                <c:pt idx="2872">
                  <c:v>27-09-2021</c:v>
                </c:pt>
                <c:pt idx="2873">
                  <c:v>27-09-2021</c:v>
                </c:pt>
                <c:pt idx="2874">
                  <c:v>27-09-2021</c:v>
                </c:pt>
                <c:pt idx="2875">
                  <c:v>27-09-2021</c:v>
                </c:pt>
                <c:pt idx="2876">
                  <c:v>27-09-2021</c:v>
                </c:pt>
                <c:pt idx="2877">
                  <c:v>27-09-2021</c:v>
                </c:pt>
                <c:pt idx="2878">
                  <c:v>27-09-2021</c:v>
                </c:pt>
                <c:pt idx="2879">
                  <c:v>28-09-2021</c:v>
                </c:pt>
                <c:pt idx="2880">
                  <c:v>28-09-2021</c:v>
                </c:pt>
                <c:pt idx="2881">
                  <c:v>28-09-2021</c:v>
                </c:pt>
                <c:pt idx="2882">
                  <c:v>28-09-2021</c:v>
                </c:pt>
                <c:pt idx="2883">
                  <c:v>28-09-2021</c:v>
                </c:pt>
                <c:pt idx="2884">
                  <c:v>28-09-2021</c:v>
                </c:pt>
                <c:pt idx="2885">
                  <c:v>28-09-2021</c:v>
                </c:pt>
                <c:pt idx="2886">
                  <c:v>28-09-2021</c:v>
                </c:pt>
                <c:pt idx="2887">
                  <c:v>28-09-2021</c:v>
                </c:pt>
                <c:pt idx="2888">
                  <c:v>28-09-2021</c:v>
                </c:pt>
                <c:pt idx="2889">
                  <c:v>28-09-2021</c:v>
                </c:pt>
                <c:pt idx="2890">
                  <c:v>28-09-2021</c:v>
                </c:pt>
                <c:pt idx="2891">
                  <c:v>28-09-2021</c:v>
                </c:pt>
                <c:pt idx="2892">
                  <c:v>28-09-2021</c:v>
                </c:pt>
                <c:pt idx="2893">
                  <c:v>28-09-2021</c:v>
                </c:pt>
                <c:pt idx="2894">
                  <c:v>28-09-2021</c:v>
                </c:pt>
                <c:pt idx="2895">
                  <c:v>28-09-2021</c:v>
                </c:pt>
                <c:pt idx="2896">
                  <c:v>28-09-2021</c:v>
                </c:pt>
                <c:pt idx="2897">
                  <c:v>28-09-2021</c:v>
                </c:pt>
                <c:pt idx="2898">
                  <c:v>28-09-2021</c:v>
                </c:pt>
                <c:pt idx="2899">
                  <c:v>28-09-2021</c:v>
                </c:pt>
                <c:pt idx="2900">
                  <c:v>28-09-2021</c:v>
                </c:pt>
                <c:pt idx="2901">
                  <c:v>28-09-2021</c:v>
                </c:pt>
                <c:pt idx="2902">
                  <c:v>28-09-2021</c:v>
                </c:pt>
                <c:pt idx="2903">
                  <c:v>28-09-2021</c:v>
                </c:pt>
                <c:pt idx="2904">
                  <c:v>28-09-2021</c:v>
                </c:pt>
                <c:pt idx="2905">
                  <c:v>28-09-2021</c:v>
                </c:pt>
                <c:pt idx="2906">
                  <c:v>28-09-2021</c:v>
                </c:pt>
                <c:pt idx="2907">
                  <c:v>28-09-2021</c:v>
                </c:pt>
                <c:pt idx="2908">
                  <c:v>28-09-2021</c:v>
                </c:pt>
                <c:pt idx="2909">
                  <c:v>28-09-2021</c:v>
                </c:pt>
                <c:pt idx="2910">
                  <c:v>28-09-2021</c:v>
                </c:pt>
                <c:pt idx="2911">
                  <c:v>28-09-2021</c:v>
                </c:pt>
                <c:pt idx="2912">
                  <c:v>28-09-2021</c:v>
                </c:pt>
                <c:pt idx="2913">
                  <c:v>28-09-2021</c:v>
                </c:pt>
                <c:pt idx="2914">
                  <c:v>28-09-2021</c:v>
                </c:pt>
                <c:pt idx="2915">
                  <c:v>28-09-2021</c:v>
                </c:pt>
                <c:pt idx="2916">
                  <c:v>28-09-2021</c:v>
                </c:pt>
                <c:pt idx="2917">
                  <c:v>28-09-2021</c:v>
                </c:pt>
                <c:pt idx="2918">
                  <c:v>28-09-2021</c:v>
                </c:pt>
                <c:pt idx="2919">
                  <c:v>28-09-2021</c:v>
                </c:pt>
                <c:pt idx="2920">
                  <c:v>28-09-2021</c:v>
                </c:pt>
                <c:pt idx="2921">
                  <c:v>28-09-2021</c:v>
                </c:pt>
                <c:pt idx="2922">
                  <c:v>28-09-2021</c:v>
                </c:pt>
                <c:pt idx="2923">
                  <c:v>28-09-2021</c:v>
                </c:pt>
                <c:pt idx="2924">
                  <c:v>28-09-2021</c:v>
                </c:pt>
                <c:pt idx="2925">
                  <c:v>28-09-2021</c:v>
                </c:pt>
                <c:pt idx="2926">
                  <c:v>28-09-2021</c:v>
                </c:pt>
                <c:pt idx="2927">
                  <c:v>28-09-2021</c:v>
                </c:pt>
                <c:pt idx="2928">
                  <c:v>28-09-2021</c:v>
                </c:pt>
                <c:pt idx="2929">
                  <c:v>28-09-2021</c:v>
                </c:pt>
                <c:pt idx="2930">
                  <c:v>28-09-2021</c:v>
                </c:pt>
                <c:pt idx="2931">
                  <c:v>28-09-2021</c:v>
                </c:pt>
                <c:pt idx="2932">
                  <c:v>28-09-2021</c:v>
                </c:pt>
                <c:pt idx="2933">
                  <c:v>28-09-2021</c:v>
                </c:pt>
                <c:pt idx="2934">
                  <c:v>29-09-2021</c:v>
                </c:pt>
                <c:pt idx="2935">
                  <c:v>29-09-2021</c:v>
                </c:pt>
                <c:pt idx="2936">
                  <c:v>29-09-2021</c:v>
                </c:pt>
                <c:pt idx="2937">
                  <c:v>29-09-2021</c:v>
                </c:pt>
                <c:pt idx="2938">
                  <c:v>29-09-2021</c:v>
                </c:pt>
                <c:pt idx="2939">
                  <c:v>29-09-2021</c:v>
                </c:pt>
                <c:pt idx="2940">
                  <c:v>29-09-2021</c:v>
                </c:pt>
                <c:pt idx="2941">
                  <c:v>29-09-2021</c:v>
                </c:pt>
                <c:pt idx="2942">
                  <c:v>29-09-2021</c:v>
                </c:pt>
                <c:pt idx="2943">
                  <c:v>29-09-2021</c:v>
                </c:pt>
                <c:pt idx="2944">
                  <c:v>29-09-2021</c:v>
                </c:pt>
                <c:pt idx="2945">
                  <c:v>29-09-2021</c:v>
                </c:pt>
                <c:pt idx="2946">
                  <c:v>29-09-2021</c:v>
                </c:pt>
                <c:pt idx="2947">
                  <c:v>29-09-2021</c:v>
                </c:pt>
                <c:pt idx="2948">
                  <c:v>29-09-2021</c:v>
                </c:pt>
                <c:pt idx="2949">
                  <c:v>29-09-2021</c:v>
                </c:pt>
                <c:pt idx="2950">
                  <c:v>29-09-2021</c:v>
                </c:pt>
                <c:pt idx="2951">
                  <c:v>29-09-2021</c:v>
                </c:pt>
                <c:pt idx="2952">
                  <c:v>29-09-2021</c:v>
                </c:pt>
                <c:pt idx="2953">
                  <c:v>29-09-2021</c:v>
                </c:pt>
                <c:pt idx="2954">
                  <c:v>29-09-2021</c:v>
                </c:pt>
                <c:pt idx="2955">
                  <c:v>29-09-2021</c:v>
                </c:pt>
                <c:pt idx="2956">
                  <c:v>29-09-2021</c:v>
                </c:pt>
                <c:pt idx="2957">
                  <c:v>29-09-2021</c:v>
                </c:pt>
                <c:pt idx="2958">
                  <c:v>29-09-2021</c:v>
                </c:pt>
                <c:pt idx="2959">
                  <c:v>29-09-2021</c:v>
                </c:pt>
                <c:pt idx="2960">
                  <c:v>29-09-2021</c:v>
                </c:pt>
                <c:pt idx="2961">
                  <c:v>29-09-2021</c:v>
                </c:pt>
                <c:pt idx="2962">
                  <c:v>29-09-2021</c:v>
                </c:pt>
                <c:pt idx="2963">
                  <c:v>29-09-2021</c:v>
                </c:pt>
                <c:pt idx="2964">
                  <c:v>29-09-2021</c:v>
                </c:pt>
                <c:pt idx="2965">
                  <c:v>29-09-2021</c:v>
                </c:pt>
                <c:pt idx="2966">
                  <c:v>29-09-2021</c:v>
                </c:pt>
                <c:pt idx="2967">
                  <c:v>29-09-2021</c:v>
                </c:pt>
                <c:pt idx="2968">
                  <c:v>29-09-2021</c:v>
                </c:pt>
                <c:pt idx="2969">
                  <c:v>29-09-2021</c:v>
                </c:pt>
                <c:pt idx="2970">
                  <c:v>29-09-2021</c:v>
                </c:pt>
                <c:pt idx="2971">
                  <c:v>29-09-2021</c:v>
                </c:pt>
                <c:pt idx="2972">
                  <c:v>29-09-2021</c:v>
                </c:pt>
                <c:pt idx="2973">
                  <c:v>29-09-2021</c:v>
                </c:pt>
                <c:pt idx="2974">
                  <c:v>29-09-2021</c:v>
                </c:pt>
                <c:pt idx="2975">
                  <c:v>29-09-2021</c:v>
                </c:pt>
                <c:pt idx="2976">
                  <c:v>29-09-2021</c:v>
                </c:pt>
                <c:pt idx="2977">
                  <c:v>29-09-2021</c:v>
                </c:pt>
                <c:pt idx="2978">
                  <c:v>29-09-2021</c:v>
                </c:pt>
                <c:pt idx="2979">
                  <c:v>29-09-2021</c:v>
                </c:pt>
                <c:pt idx="2980">
                  <c:v>29-09-2021</c:v>
                </c:pt>
                <c:pt idx="2981">
                  <c:v>29-09-2021</c:v>
                </c:pt>
                <c:pt idx="2982">
                  <c:v>29-09-2021</c:v>
                </c:pt>
                <c:pt idx="2983">
                  <c:v>29-09-2021</c:v>
                </c:pt>
                <c:pt idx="2984">
                  <c:v>29-09-2021</c:v>
                </c:pt>
                <c:pt idx="2985">
                  <c:v>30-09-2021</c:v>
                </c:pt>
                <c:pt idx="2986">
                  <c:v>30-09-2021</c:v>
                </c:pt>
                <c:pt idx="2987">
                  <c:v>30-09-2021</c:v>
                </c:pt>
                <c:pt idx="2988">
                  <c:v>30-09-2021</c:v>
                </c:pt>
                <c:pt idx="2989">
                  <c:v>30-09-2021</c:v>
                </c:pt>
                <c:pt idx="2990">
                  <c:v>30-09-2021</c:v>
                </c:pt>
                <c:pt idx="2991">
                  <c:v>30-09-2021</c:v>
                </c:pt>
                <c:pt idx="2992">
                  <c:v>30-09-2021</c:v>
                </c:pt>
                <c:pt idx="2993">
                  <c:v>30-09-2021</c:v>
                </c:pt>
                <c:pt idx="2994">
                  <c:v>30-09-2021</c:v>
                </c:pt>
                <c:pt idx="2995">
                  <c:v>30-09-2021</c:v>
                </c:pt>
                <c:pt idx="2996">
                  <c:v>30-09-2021</c:v>
                </c:pt>
                <c:pt idx="2997">
                  <c:v>30-09-2021</c:v>
                </c:pt>
                <c:pt idx="2998">
                  <c:v>30-09-2021</c:v>
                </c:pt>
                <c:pt idx="2999">
                  <c:v>30-09-2021</c:v>
                </c:pt>
                <c:pt idx="3000">
                  <c:v>30-09-2021</c:v>
                </c:pt>
                <c:pt idx="3001">
                  <c:v>30-09-2021</c:v>
                </c:pt>
                <c:pt idx="3002">
                  <c:v>30-09-2021</c:v>
                </c:pt>
                <c:pt idx="3003">
                  <c:v>30-09-2021</c:v>
                </c:pt>
                <c:pt idx="3004">
                  <c:v>30-09-2021</c:v>
                </c:pt>
                <c:pt idx="3005">
                  <c:v>30-09-2021</c:v>
                </c:pt>
                <c:pt idx="3006">
                  <c:v>30-09-2021</c:v>
                </c:pt>
                <c:pt idx="3007">
                  <c:v>30-09-2021</c:v>
                </c:pt>
                <c:pt idx="3008">
                  <c:v>30-09-2021</c:v>
                </c:pt>
                <c:pt idx="3009">
                  <c:v>30-09-2021</c:v>
                </c:pt>
                <c:pt idx="3010">
                  <c:v>30-09-2021</c:v>
                </c:pt>
                <c:pt idx="3011">
                  <c:v>30-09-2021</c:v>
                </c:pt>
                <c:pt idx="3012">
                  <c:v>30-09-2021</c:v>
                </c:pt>
                <c:pt idx="3013">
                  <c:v>30-09-2021</c:v>
                </c:pt>
                <c:pt idx="3014">
                  <c:v>30-09-2021</c:v>
                </c:pt>
                <c:pt idx="3015">
                  <c:v>30-09-2021</c:v>
                </c:pt>
                <c:pt idx="3016">
                  <c:v>30-09-2021</c:v>
                </c:pt>
                <c:pt idx="3017">
                  <c:v>30-09-2021</c:v>
                </c:pt>
                <c:pt idx="3018">
                  <c:v>30-09-2021</c:v>
                </c:pt>
                <c:pt idx="3019">
                  <c:v>30-09-2021</c:v>
                </c:pt>
                <c:pt idx="3020">
                  <c:v>30-09-2021</c:v>
                </c:pt>
                <c:pt idx="3021">
                  <c:v>30-09-2021</c:v>
                </c:pt>
                <c:pt idx="3022">
                  <c:v>30-09-2021</c:v>
                </c:pt>
                <c:pt idx="3023">
                  <c:v>30-09-2021</c:v>
                </c:pt>
                <c:pt idx="3024">
                  <c:v>30-09-2021</c:v>
                </c:pt>
                <c:pt idx="3025">
                  <c:v>30-09-2021</c:v>
                </c:pt>
                <c:pt idx="3026">
                  <c:v>30-09-2021</c:v>
                </c:pt>
                <c:pt idx="3027">
                  <c:v>30-09-2021</c:v>
                </c:pt>
                <c:pt idx="3028">
                  <c:v>30-09-2021</c:v>
                </c:pt>
                <c:pt idx="3029">
                  <c:v>30-09-2021</c:v>
                </c:pt>
                <c:pt idx="3030">
                  <c:v>30-09-2021</c:v>
                </c:pt>
                <c:pt idx="3031">
                  <c:v>30-09-2021</c:v>
                </c:pt>
                <c:pt idx="3032">
                  <c:v>30-09-2021</c:v>
                </c:pt>
                <c:pt idx="3033">
                  <c:v>30-09-2021</c:v>
                </c:pt>
                <c:pt idx="3034">
                  <c:v>30-09-2021</c:v>
                </c:pt>
                <c:pt idx="3035">
                  <c:v>30-09-2021</c:v>
                </c:pt>
                <c:pt idx="3036">
                  <c:v>30-09-2021</c:v>
                </c:pt>
                <c:pt idx="3037">
                  <c:v>01-10-2021</c:v>
                </c:pt>
                <c:pt idx="3038">
                  <c:v>01-10-2021</c:v>
                </c:pt>
                <c:pt idx="3039">
                  <c:v>01-10-2021</c:v>
                </c:pt>
                <c:pt idx="3040">
                  <c:v>01-10-2021</c:v>
                </c:pt>
                <c:pt idx="3041">
                  <c:v>01-10-2021</c:v>
                </c:pt>
                <c:pt idx="3042">
                  <c:v>01-10-2021</c:v>
                </c:pt>
                <c:pt idx="3043">
                  <c:v>01-10-2021</c:v>
                </c:pt>
                <c:pt idx="3044">
                  <c:v>01-10-2021</c:v>
                </c:pt>
                <c:pt idx="3045">
                  <c:v>01-10-2021</c:v>
                </c:pt>
                <c:pt idx="3046">
                  <c:v>01-10-2021</c:v>
                </c:pt>
                <c:pt idx="3047">
                  <c:v>01-10-2021</c:v>
                </c:pt>
                <c:pt idx="3048">
                  <c:v>01-10-2021</c:v>
                </c:pt>
                <c:pt idx="3049">
                  <c:v>01-10-2021</c:v>
                </c:pt>
                <c:pt idx="3050">
                  <c:v>01-10-2021</c:v>
                </c:pt>
                <c:pt idx="3051">
                  <c:v>01-10-2021</c:v>
                </c:pt>
                <c:pt idx="3052">
                  <c:v>01-10-2021</c:v>
                </c:pt>
                <c:pt idx="3053">
                  <c:v>01-10-2021</c:v>
                </c:pt>
                <c:pt idx="3054">
                  <c:v>01-10-2021</c:v>
                </c:pt>
                <c:pt idx="3055">
                  <c:v>01-10-2021</c:v>
                </c:pt>
                <c:pt idx="3056">
                  <c:v>01-10-2021</c:v>
                </c:pt>
                <c:pt idx="3057">
                  <c:v>01-10-2021</c:v>
                </c:pt>
                <c:pt idx="3058">
                  <c:v>01-10-2021</c:v>
                </c:pt>
                <c:pt idx="3059">
                  <c:v>01-10-2021</c:v>
                </c:pt>
                <c:pt idx="3060">
                  <c:v>01-10-2021</c:v>
                </c:pt>
                <c:pt idx="3061">
                  <c:v>01-10-2021</c:v>
                </c:pt>
                <c:pt idx="3062">
                  <c:v>01-10-2021</c:v>
                </c:pt>
                <c:pt idx="3063">
                  <c:v>01-10-2021</c:v>
                </c:pt>
                <c:pt idx="3064">
                  <c:v>01-10-2021</c:v>
                </c:pt>
                <c:pt idx="3065">
                  <c:v>01-10-2021</c:v>
                </c:pt>
                <c:pt idx="3066">
                  <c:v>01-10-2021</c:v>
                </c:pt>
                <c:pt idx="3067">
                  <c:v>01-10-2021</c:v>
                </c:pt>
                <c:pt idx="3068">
                  <c:v>01-10-2021</c:v>
                </c:pt>
                <c:pt idx="3069">
                  <c:v>01-10-2021</c:v>
                </c:pt>
                <c:pt idx="3070">
                  <c:v>01-10-2021</c:v>
                </c:pt>
                <c:pt idx="3071">
                  <c:v>01-10-2021</c:v>
                </c:pt>
                <c:pt idx="3072">
                  <c:v>01-10-2021</c:v>
                </c:pt>
                <c:pt idx="3073">
                  <c:v>01-10-2021</c:v>
                </c:pt>
                <c:pt idx="3074">
                  <c:v>01-10-2021</c:v>
                </c:pt>
                <c:pt idx="3075">
                  <c:v>01-10-2021</c:v>
                </c:pt>
                <c:pt idx="3076">
                  <c:v>01-10-2021</c:v>
                </c:pt>
                <c:pt idx="3077">
                  <c:v>01-10-2021</c:v>
                </c:pt>
                <c:pt idx="3078">
                  <c:v>01-10-2021</c:v>
                </c:pt>
                <c:pt idx="3079">
                  <c:v>01-10-2021</c:v>
                </c:pt>
                <c:pt idx="3080">
                  <c:v>01-10-2021</c:v>
                </c:pt>
                <c:pt idx="3081">
                  <c:v>01-10-2021</c:v>
                </c:pt>
                <c:pt idx="3082">
                  <c:v>01-10-2021</c:v>
                </c:pt>
                <c:pt idx="3083">
                  <c:v>01-10-2021</c:v>
                </c:pt>
                <c:pt idx="3084">
                  <c:v>01-10-2021</c:v>
                </c:pt>
                <c:pt idx="3085">
                  <c:v>01-10-2021</c:v>
                </c:pt>
                <c:pt idx="3086">
                  <c:v>01-10-2021</c:v>
                </c:pt>
                <c:pt idx="3087">
                  <c:v>01-10-2021</c:v>
                </c:pt>
                <c:pt idx="3088">
                  <c:v>01-10-2021</c:v>
                </c:pt>
                <c:pt idx="3089">
                  <c:v>02-10-2021</c:v>
                </c:pt>
                <c:pt idx="3090">
                  <c:v>02-10-2021</c:v>
                </c:pt>
                <c:pt idx="3091">
                  <c:v>02-10-2021</c:v>
                </c:pt>
                <c:pt idx="3092">
                  <c:v>02-10-2021</c:v>
                </c:pt>
                <c:pt idx="3093">
                  <c:v>02-10-2021</c:v>
                </c:pt>
                <c:pt idx="3094">
                  <c:v>02-10-2021</c:v>
                </c:pt>
                <c:pt idx="3095">
                  <c:v>02-10-2021</c:v>
                </c:pt>
                <c:pt idx="3096">
                  <c:v>02-10-2021</c:v>
                </c:pt>
                <c:pt idx="3097">
                  <c:v>02-10-2021</c:v>
                </c:pt>
                <c:pt idx="3098">
                  <c:v>02-10-2021</c:v>
                </c:pt>
                <c:pt idx="3099">
                  <c:v>02-10-2021</c:v>
                </c:pt>
                <c:pt idx="3100">
                  <c:v>02-10-2021</c:v>
                </c:pt>
                <c:pt idx="3101">
                  <c:v>02-10-2021</c:v>
                </c:pt>
                <c:pt idx="3102">
                  <c:v>02-10-2021</c:v>
                </c:pt>
                <c:pt idx="3103">
                  <c:v>02-10-2021</c:v>
                </c:pt>
                <c:pt idx="3104">
                  <c:v>02-10-2021</c:v>
                </c:pt>
                <c:pt idx="3105">
                  <c:v>02-10-2021</c:v>
                </c:pt>
                <c:pt idx="3106">
                  <c:v>02-10-2021</c:v>
                </c:pt>
                <c:pt idx="3107">
                  <c:v>02-10-2021</c:v>
                </c:pt>
                <c:pt idx="3108">
                  <c:v>02-10-2021</c:v>
                </c:pt>
                <c:pt idx="3109">
                  <c:v>02-10-2021</c:v>
                </c:pt>
                <c:pt idx="3110">
                  <c:v>02-10-2021</c:v>
                </c:pt>
                <c:pt idx="3111">
                  <c:v>02-10-2021</c:v>
                </c:pt>
                <c:pt idx="3112">
                  <c:v>02-10-2021</c:v>
                </c:pt>
                <c:pt idx="3113">
                  <c:v>02-10-2021</c:v>
                </c:pt>
                <c:pt idx="3114">
                  <c:v>02-10-2021</c:v>
                </c:pt>
                <c:pt idx="3115">
                  <c:v>02-10-2021</c:v>
                </c:pt>
                <c:pt idx="3116">
                  <c:v>02-10-2021</c:v>
                </c:pt>
                <c:pt idx="3117">
                  <c:v>02-10-2021</c:v>
                </c:pt>
                <c:pt idx="3118">
                  <c:v>02-10-2021</c:v>
                </c:pt>
                <c:pt idx="3119">
                  <c:v>02-10-2021</c:v>
                </c:pt>
                <c:pt idx="3120">
                  <c:v>02-10-2021</c:v>
                </c:pt>
                <c:pt idx="3121">
                  <c:v>02-10-2021</c:v>
                </c:pt>
                <c:pt idx="3122">
                  <c:v>02-10-2021</c:v>
                </c:pt>
                <c:pt idx="3123">
                  <c:v>02-10-2021</c:v>
                </c:pt>
                <c:pt idx="3124">
                  <c:v>02-10-2021</c:v>
                </c:pt>
                <c:pt idx="3125">
                  <c:v>02-10-2021</c:v>
                </c:pt>
                <c:pt idx="3126">
                  <c:v>02-10-2021</c:v>
                </c:pt>
                <c:pt idx="3127">
                  <c:v>02-10-2021</c:v>
                </c:pt>
                <c:pt idx="3128">
                  <c:v>02-10-2021</c:v>
                </c:pt>
                <c:pt idx="3129">
                  <c:v>02-10-2021</c:v>
                </c:pt>
                <c:pt idx="3130">
                  <c:v>02-10-2021</c:v>
                </c:pt>
                <c:pt idx="3131">
                  <c:v>02-10-2021</c:v>
                </c:pt>
                <c:pt idx="3132">
                  <c:v>02-10-2021</c:v>
                </c:pt>
                <c:pt idx="3133">
                  <c:v>02-10-2021</c:v>
                </c:pt>
                <c:pt idx="3134">
                  <c:v>02-10-2021</c:v>
                </c:pt>
                <c:pt idx="3135">
                  <c:v>02-10-2021</c:v>
                </c:pt>
                <c:pt idx="3136">
                  <c:v>02-10-2021</c:v>
                </c:pt>
                <c:pt idx="3137">
                  <c:v>02-10-2021</c:v>
                </c:pt>
                <c:pt idx="3138">
                  <c:v>02-10-2021</c:v>
                </c:pt>
                <c:pt idx="3139">
                  <c:v>02-10-2021</c:v>
                </c:pt>
                <c:pt idx="3140">
                  <c:v>03-10-2021</c:v>
                </c:pt>
                <c:pt idx="3141">
                  <c:v>03-10-2021</c:v>
                </c:pt>
                <c:pt idx="3142">
                  <c:v>03-10-2021</c:v>
                </c:pt>
                <c:pt idx="3143">
                  <c:v>03-10-2021</c:v>
                </c:pt>
                <c:pt idx="3144">
                  <c:v>03-10-2021</c:v>
                </c:pt>
                <c:pt idx="3145">
                  <c:v>03-10-2021</c:v>
                </c:pt>
                <c:pt idx="3146">
                  <c:v>03-10-2021</c:v>
                </c:pt>
                <c:pt idx="3147">
                  <c:v>03-10-2021</c:v>
                </c:pt>
                <c:pt idx="3148">
                  <c:v>03-10-2021</c:v>
                </c:pt>
                <c:pt idx="3149">
                  <c:v>03-10-2021</c:v>
                </c:pt>
                <c:pt idx="3150">
                  <c:v>03-10-2021</c:v>
                </c:pt>
                <c:pt idx="3151">
                  <c:v>03-10-2021</c:v>
                </c:pt>
                <c:pt idx="3152">
                  <c:v>03-10-2021</c:v>
                </c:pt>
                <c:pt idx="3153">
                  <c:v>03-10-2021</c:v>
                </c:pt>
                <c:pt idx="3154">
                  <c:v>03-10-2021</c:v>
                </c:pt>
                <c:pt idx="3155">
                  <c:v>03-10-2021</c:v>
                </c:pt>
                <c:pt idx="3156">
                  <c:v>03-10-2021</c:v>
                </c:pt>
                <c:pt idx="3157">
                  <c:v>03-10-2021</c:v>
                </c:pt>
                <c:pt idx="3158">
                  <c:v>03-10-2021</c:v>
                </c:pt>
                <c:pt idx="3159">
                  <c:v>03-10-2021</c:v>
                </c:pt>
                <c:pt idx="3160">
                  <c:v>03-10-2021</c:v>
                </c:pt>
                <c:pt idx="3161">
                  <c:v>03-10-2021</c:v>
                </c:pt>
                <c:pt idx="3162">
                  <c:v>03-10-2021</c:v>
                </c:pt>
                <c:pt idx="3163">
                  <c:v>03-10-2021</c:v>
                </c:pt>
                <c:pt idx="3164">
                  <c:v>03-10-2021</c:v>
                </c:pt>
                <c:pt idx="3165">
                  <c:v>03-10-2021</c:v>
                </c:pt>
                <c:pt idx="3166">
                  <c:v>03-10-2021</c:v>
                </c:pt>
                <c:pt idx="3167">
                  <c:v>03-10-2021</c:v>
                </c:pt>
                <c:pt idx="3168">
                  <c:v>03-10-2021</c:v>
                </c:pt>
                <c:pt idx="3169">
                  <c:v>03-10-2021</c:v>
                </c:pt>
                <c:pt idx="3170">
                  <c:v>03-10-2021</c:v>
                </c:pt>
                <c:pt idx="3171">
                  <c:v>03-10-2021</c:v>
                </c:pt>
                <c:pt idx="3172">
                  <c:v>03-10-2021</c:v>
                </c:pt>
                <c:pt idx="3173">
                  <c:v>03-10-2021</c:v>
                </c:pt>
                <c:pt idx="3174">
                  <c:v>03-10-2021</c:v>
                </c:pt>
                <c:pt idx="3175">
                  <c:v>03-10-2021</c:v>
                </c:pt>
                <c:pt idx="3176">
                  <c:v>03-10-2021</c:v>
                </c:pt>
                <c:pt idx="3177">
                  <c:v>03-10-2021</c:v>
                </c:pt>
                <c:pt idx="3178">
                  <c:v>03-10-2021</c:v>
                </c:pt>
                <c:pt idx="3179">
                  <c:v>03-10-2021</c:v>
                </c:pt>
                <c:pt idx="3180">
                  <c:v>03-10-2021</c:v>
                </c:pt>
                <c:pt idx="3181">
                  <c:v>03-10-2021</c:v>
                </c:pt>
                <c:pt idx="3182">
                  <c:v>03-10-2021</c:v>
                </c:pt>
                <c:pt idx="3183">
                  <c:v>03-10-2021</c:v>
                </c:pt>
                <c:pt idx="3184">
                  <c:v>03-10-2021</c:v>
                </c:pt>
                <c:pt idx="3185">
                  <c:v>03-10-2021</c:v>
                </c:pt>
                <c:pt idx="3186">
                  <c:v>03-10-2021</c:v>
                </c:pt>
                <c:pt idx="3187">
                  <c:v>03-10-2021</c:v>
                </c:pt>
                <c:pt idx="3188">
                  <c:v>03-10-2021</c:v>
                </c:pt>
                <c:pt idx="3189">
                  <c:v>03-10-2021</c:v>
                </c:pt>
                <c:pt idx="3190">
                  <c:v>03-10-2021</c:v>
                </c:pt>
                <c:pt idx="3191">
                  <c:v>04-10-2021</c:v>
                </c:pt>
                <c:pt idx="3192">
                  <c:v>04-10-2021</c:v>
                </c:pt>
                <c:pt idx="3193">
                  <c:v>04-10-2021</c:v>
                </c:pt>
                <c:pt idx="3194">
                  <c:v>04-10-2021</c:v>
                </c:pt>
                <c:pt idx="3195">
                  <c:v>04-10-2021</c:v>
                </c:pt>
                <c:pt idx="3196">
                  <c:v>04-10-2021</c:v>
                </c:pt>
                <c:pt idx="3197">
                  <c:v>04-10-2021</c:v>
                </c:pt>
                <c:pt idx="3198">
                  <c:v>04-10-2021</c:v>
                </c:pt>
                <c:pt idx="3199">
                  <c:v>04-10-2021</c:v>
                </c:pt>
                <c:pt idx="3200">
                  <c:v>04-10-2021</c:v>
                </c:pt>
                <c:pt idx="3201">
                  <c:v>04-10-2021</c:v>
                </c:pt>
                <c:pt idx="3202">
                  <c:v>04-10-2021</c:v>
                </c:pt>
                <c:pt idx="3203">
                  <c:v>04-10-2021</c:v>
                </c:pt>
                <c:pt idx="3204">
                  <c:v>04-10-2021</c:v>
                </c:pt>
                <c:pt idx="3205">
                  <c:v>04-10-2021</c:v>
                </c:pt>
                <c:pt idx="3206">
                  <c:v>04-10-2021</c:v>
                </c:pt>
                <c:pt idx="3207">
                  <c:v>04-10-2021</c:v>
                </c:pt>
                <c:pt idx="3208">
                  <c:v>04-10-2021</c:v>
                </c:pt>
                <c:pt idx="3209">
                  <c:v>04-10-2021</c:v>
                </c:pt>
                <c:pt idx="3210">
                  <c:v>04-10-2021</c:v>
                </c:pt>
                <c:pt idx="3211">
                  <c:v>04-10-2021</c:v>
                </c:pt>
                <c:pt idx="3212">
                  <c:v>04-10-2021</c:v>
                </c:pt>
                <c:pt idx="3213">
                  <c:v>04-10-2021</c:v>
                </c:pt>
                <c:pt idx="3214">
                  <c:v>04-10-2021</c:v>
                </c:pt>
                <c:pt idx="3215">
                  <c:v>04-10-2021</c:v>
                </c:pt>
                <c:pt idx="3216">
                  <c:v>04-10-2021</c:v>
                </c:pt>
                <c:pt idx="3217">
                  <c:v>04-10-2021</c:v>
                </c:pt>
                <c:pt idx="3218">
                  <c:v>04-10-2021</c:v>
                </c:pt>
                <c:pt idx="3219">
                  <c:v>04-10-2021</c:v>
                </c:pt>
                <c:pt idx="3220">
                  <c:v>04-10-2021</c:v>
                </c:pt>
                <c:pt idx="3221">
                  <c:v>04-10-2021</c:v>
                </c:pt>
                <c:pt idx="3222">
                  <c:v>04-10-2021</c:v>
                </c:pt>
                <c:pt idx="3223">
                  <c:v>04-10-2021</c:v>
                </c:pt>
                <c:pt idx="3224">
                  <c:v>04-10-2021</c:v>
                </c:pt>
                <c:pt idx="3225">
                  <c:v>04-10-2021</c:v>
                </c:pt>
                <c:pt idx="3226">
                  <c:v>04-10-2021</c:v>
                </c:pt>
                <c:pt idx="3227">
                  <c:v>04-10-2021</c:v>
                </c:pt>
                <c:pt idx="3228">
                  <c:v>04-10-2021</c:v>
                </c:pt>
                <c:pt idx="3229">
                  <c:v>04-10-2021</c:v>
                </c:pt>
                <c:pt idx="3230">
                  <c:v>04-10-2021</c:v>
                </c:pt>
                <c:pt idx="3231">
                  <c:v>04-10-2021</c:v>
                </c:pt>
                <c:pt idx="3232">
                  <c:v>04-10-2021</c:v>
                </c:pt>
                <c:pt idx="3233">
                  <c:v>04-10-2021</c:v>
                </c:pt>
                <c:pt idx="3234">
                  <c:v>04-10-2021</c:v>
                </c:pt>
                <c:pt idx="3235">
                  <c:v>04-10-2021</c:v>
                </c:pt>
                <c:pt idx="3236">
                  <c:v>04-10-2021</c:v>
                </c:pt>
                <c:pt idx="3237">
                  <c:v>04-10-2021</c:v>
                </c:pt>
                <c:pt idx="3238">
                  <c:v>04-10-2021</c:v>
                </c:pt>
                <c:pt idx="3239">
                  <c:v>04-10-2021</c:v>
                </c:pt>
                <c:pt idx="3240">
                  <c:v>04-10-2021</c:v>
                </c:pt>
                <c:pt idx="3241">
                  <c:v>04-10-2021</c:v>
                </c:pt>
                <c:pt idx="3242">
                  <c:v>05-10-2021</c:v>
                </c:pt>
                <c:pt idx="3243">
                  <c:v>05-10-2021</c:v>
                </c:pt>
                <c:pt idx="3244">
                  <c:v>05-10-2021</c:v>
                </c:pt>
                <c:pt idx="3245">
                  <c:v>05-10-2021</c:v>
                </c:pt>
                <c:pt idx="3246">
                  <c:v>05-10-2021</c:v>
                </c:pt>
                <c:pt idx="3247">
                  <c:v>05-10-2021</c:v>
                </c:pt>
                <c:pt idx="3248">
                  <c:v>05-10-2021</c:v>
                </c:pt>
                <c:pt idx="3249">
                  <c:v>05-10-2021</c:v>
                </c:pt>
                <c:pt idx="3250">
                  <c:v>05-10-2021</c:v>
                </c:pt>
                <c:pt idx="3251">
                  <c:v>05-10-2021</c:v>
                </c:pt>
                <c:pt idx="3252">
                  <c:v>05-10-2021</c:v>
                </c:pt>
                <c:pt idx="3253">
                  <c:v>05-10-2021</c:v>
                </c:pt>
                <c:pt idx="3254">
                  <c:v>05-10-2021</c:v>
                </c:pt>
                <c:pt idx="3255">
                  <c:v>05-10-2021</c:v>
                </c:pt>
                <c:pt idx="3256">
                  <c:v>05-10-2021</c:v>
                </c:pt>
                <c:pt idx="3257">
                  <c:v>05-10-2021</c:v>
                </c:pt>
                <c:pt idx="3258">
                  <c:v>05-10-2021</c:v>
                </c:pt>
                <c:pt idx="3259">
                  <c:v>05-10-2021</c:v>
                </c:pt>
                <c:pt idx="3260">
                  <c:v>05-10-2021</c:v>
                </c:pt>
                <c:pt idx="3261">
                  <c:v>05-10-2021</c:v>
                </c:pt>
                <c:pt idx="3262">
                  <c:v>05-10-2021</c:v>
                </c:pt>
                <c:pt idx="3263">
                  <c:v>05-10-2021</c:v>
                </c:pt>
                <c:pt idx="3264">
                  <c:v>05-10-2021</c:v>
                </c:pt>
                <c:pt idx="3265">
                  <c:v>05-10-2021</c:v>
                </c:pt>
                <c:pt idx="3266">
                  <c:v>05-10-2021</c:v>
                </c:pt>
                <c:pt idx="3267">
                  <c:v>05-10-2021</c:v>
                </c:pt>
                <c:pt idx="3268">
                  <c:v>05-10-2021</c:v>
                </c:pt>
                <c:pt idx="3269">
                  <c:v>05-10-2021</c:v>
                </c:pt>
                <c:pt idx="3270">
                  <c:v>05-10-2021</c:v>
                </c:pt>
                <c:pt idx="3271">
                  <c:v>05-10-2021</c:v>
                </c:pt>
                <c:pt idx="3272">
                  <c:v>05-10-2021</c:v>
                </c:pt>
                <c:pt idx="3273">
                  <c:v>05-10-2021</c:v>
                </c:pt>
                <c:pt idx="3274">
                  <c:v>05-10-2021</c:v>
                </c:pt>
                <c:pt idx="3275">
                  <c:v>05-10-2021</c:v>
                </c:pt>
                <c:pt idx="3276">
                  <c:v>05-10-2021</c:v>
                </c:pt>
                <c:pt idx="3277">
                  <c:v>05-10-2021</c:v>
                </c:pt>
                <c:pt idx="3278">
                  <c:v>05-10-2021</c:v>
                </c:pt>
                <c:pt idx="3279">
                  <c:v>05-10-2021</c:v>
                </c:pt>
                <c:pt idx="3280">
                  <c:v>05-10-2021</c:v>
                </c:pt>
                <c:pt idx="3281">
                  <c:v>05-10-2021</c:v>
                </c:pt>
                <c:pt idx="3282">
                  <c:v>05-10-2021</c:v>
                </c:pt>
                <c:pt idx="3283">
                  <c:v>05-10-2021</c:v>
                </c:pt>
                <c:pt idx="3284">
                  <c:v>05-10-2021</c:v>
                </c:pt>
                <c:pt idx="3285">
                  <c:v>05-10-2021</c:v>
                </c:pt>
                <c:pt idx="3286">
                  <c:v>05-10-2021</c:v>
                </c:pt>
                <c:pt idx="3287">
                  <c:v>05-10-2021</c:v>
                </c:pt>
                <c:pt idx="3288">
                  <c:v>05-10-2021</c:v>
                </c:pt>
                <c:pt idx="3289">
                  <c:v>05-10-2021</c:v>
                </c:pt>
                <c:pt idx="3290">
                  <c:v>05-10-2021</c:v>
                </c:pt>
                <c:pt idx="3291">
                  <c:v>05-10-2021</c:v>
                </c:pt>
                <c:pt idx="3292">
                  <c:v>06-10-2021</c:v>
                </c:pt>
                <c:pt idx="3293">
                  <c:v>06-10-2021</c:v>
                </c:pt>
                <c:pt idx="3294">
                  <c:v>06-10-2021</c:v>
                </c:pt>
                <c:pt idx="3295">
                  <c:v>06-10-2021</c:v>
                </c:pt>
                <c:pt idx="3296">
                  <c:v>06-10-2021</c:v>
                </c:pt>
                <c:pt idx="3297">
                  <c:v>06-10-2021</c:v>
                </c:pt>
                <c:pt idx="3298">
                  <c:v>06-10-2021</c:v>
                </c:pt>
                <c:pt idx="3299">
                  <c:v>06-10-2021</c:v>
                </c:pt>
                <c:pt idx="3300">
                  <c:v>06-10-2021</c:v>
                </c:pt>
                <c:pt idx="3301">
                  <c:v>06-10-2021</c:v>
                </c:pt>
                <c:pt idx="3302">
                  <c:v>06-10-2021</c:v>
                </c:pt>
                <c:pt idx="3303">
                  <c:v>06-10-2021</c:v>
                </c:pt>
                <c:pt idx="3304">
                  <c:v>06-10-2021</c:v>
                </c:pt>
                <c:pt idx="3305">
                  <c:v>06-10-2021</c:v>
                </c:pt>
                <c:pt idx="3306">
                  <c:v>06-10-2021</c:v>
                </c:pt>
                <c:pt idx="3307">
                  <c:v>06-10-2021</c:v>
                </c:pt>
                <c:pt idx="3308">
                  <c:v>06-10-2021</c:v>
                </c:pt>
                <c:pt idx="3309">
                  <c:v>06-10-2021</c:v>
                </c:pt>
                <c:pt idx="3310">
                  <c:v>06-10-2021</c:v>
                </c:pt>
                <c:pt idx="3311">
                  <c:v>06-10-2021</c:v>
                </c:pt>
                <c:pt idx="3312">
                  <c:v>06-10-2021</c:v>
                </c:pt>
                <c:pt idx="3313">
                  <c:v>06-10-2021</c:v>
                </c:pt>
                <c:pt idx="3314">
                  <c:v>06-10-2021</c:v>
                </c:pt>
                <c:pt idx="3315">
                  <c:v>06-10-2021</c:v>
                </c:pt>
                <c:pt idx="3316">
                  <c:v>06-10-2021</c:v>
                </c:pt>
                <c:pt idx="3317">
                  <c:v>06-10-2021</c:v>
                </c:pt>
                <c:pt idx="3318">
                  <c:v>06-10-2021</c:v>
                </c:pt>
                <c:pt idx="3319">
                  <c:v>06-10-2021</c:v>
                </c:pt>
                <c:pt idx="3320">
                  <c:v>06-10-2021</c:v>
                </c:pt>
                <c:pt idx="3321">
                  <c:v>06-10-2021</c:v>
                </c:pt>
                <c:pt idx="3322">
                  <c:v>06-10-2021</c:v>
                </c:pt>
                <c:pt idx="3323">
                  <c:v>06-10-2021</c:v>
                </c:pt>
                <c:pt idx="3324">
                  <c:v>06-10-2021</c:v>
                </c:pt>
                <c:pt idx="3325">
                  <c:v>06-10-2021</c:v>
                </c:pt>
                <c:pt idx="3326">
                  <c:v>06-10-2021</c:v>
                </c:pt>
                <c:pt idx="3327">
                  <c:v>06-10-2021</c:v>
                </c:pt>
                <c:pt idx="3328">
                  <c:v>06-10-2021</c:v>
                </c:pt>
                <c:pt idx="3329">
                  <c:v>06-10-2021</c:v>
                </c:pt>
                <c:pt idx="3330">
                  <c:v>06-10-2021</c:v>
                </c:pt>
                <c:pt idx="3331">
                  <c:v>06-10-2021</c:v>
                </c:pt>
                <c:pt idx="3332">
                  <c:v>06-10-2021</c:v>
                </c:pt>
                <c:pt idx="3333">
                  <c:v>06-10-2021</c:v>
                </c:pt>
                <c:pt idx="3334">
                  <c:v>06-10-2021</c:v>
                </c:pt>
                <c:pt idx="3335">
                  <c:v>06-10-2021</c:v>
                </c:pt>
                <c:pt idx="3336">
                  <c:v>06-10-2021</c:v>
                </c:pt>
                <c:pt idx="3337">
                  <c:v>06-10-2021</c:v>
                </c:pt>
                <c:pt idx="3338">
                  <c:v>06-10-2021</c:v>
                </c:pt>
                <c:pt idx="3339">
                  <c:v>06-10-2021</c:v>
                </c:pt>
                <c:pt idx="3340">
                  <c:v>06-10-2021</c:v>
                </c:pt>
                <c:pt idx="3341">
                  <c:v>06-10-2021</c:v>
                </c:pt>
                <c:pt idx="3342">
                  <c:v>06-10-2021</c:v>
                </c:pt>
                <c:pt idx="3343">
                  <c:v>06-10-2021</c:v>
                </c:pt>
                <c:pt idx="3344">
                  <c:v>07-10-2021</c:v>
                </c:pt>
                <c:pt idx="3345">
                  <c:v>07-10-2021</c:v>
                </c:pt>
                <c:pt idx="3346">
                  <c:v>07-10-2021</c:v>
                </c:pt>
                <c:pt idx="3347">
                  <c:v>07-10-2021</c:v>
                </c:pt>
                <c:pt idx="3348">
                  <c:v>07-10-2021</c:v>
                </c:pt>
                <c:pt idx="3349">
                  <c:v>07-10-2021</c:v>
                </c:pt>
                <c:pt idx="3350">
                  <c:v>07-10-2021</c:v>
                </c:pt>
                <c:pt idx="3351">
                  <c:v>07-10-2021</c:v>
                </c:pt>
                <c:pt idx="3352">
                  <c:v>07-10-2021</c:v>
                </c:pt>
                <c:pt idx="3353">
                  <c:v>07-10-2021</c:v>
                </c:pt>
                <c:pt idx="3354">
                  <c:v>07-10-2021</c:v>
                </c:pt>
                <c:pt idx="3355">
                  <c:v>07-10-2021</c:v>
                </c:pt>
                <c:pt idx="3356">
                  <c:v>07-10-2021</c:v>
                </c:pt>
                <c:pt idx="3357">
                  <c:v>07-10-2021</c:v>
                </c:pt>
                <c:pt idx="3358">
                  <c:v>07-10-2021</c:v>
                </c:pt>
                <c:pt idx="3359">
                  <c:v>07-10-2021</c:v>
                </c:pt>
                <c:pt idx="3360">
                  <c:v>07-10-2021</c:v>
                </c:pt>
                <c:pt idx="3361">
                  <c:v>07-10-2021</c:v>
                </c:pt>
                <c:pt idx="3362">
                  <c:v>07-10-2021</c:v>
                </c:pt>
                <c:pt idx="3363">
                  <c:v>07-10-2021</c:v>
                </c:pt>
                <c:pt idx="3364">
                  <c:v>07-10-2021</c:v>
                </c:pt>
                <c:pt idx="3365">
                  <c:v>07-10-2021</c:v>
                </c:pt>
                <c:pt idx="3366">
                  <c:v>07-10-2021</c:v>
                </c:pt>
                <c:pt idx="3367">
                  <c:v>07-10-2021</c:v>
                </c:pt>
                <c:pt idx="3368">
                  <c:v>07-10-2021</c:v>
                </c:pt>
                <c:pt idx="3369">
                  <c:v>07-10-2021</c:v>
                </c:pt>
                <c:pt idx="3370">
                  <c:v>07-10-2021</c:v>
                </c:pt>
                <c:pt idx="3371">
                  <c:v>07-10-2021</c:v>
                </c:pt>
                <c:pt idx="3372">
                  <c:v>07-10-2021</c:v>
                </c:pt>
                <c:pt idx="3373">
                  <c:v>07-10-2021</c:v>
                </c:pt>
                <c:pt idx="3374">
                  <c:v>07-10-2021</c:v>
                </c:pt>
                <c:pt idx="3375">
                  <c:v>07-10-2021</c:v>
                </c:pt>
                <c:pt idx="3376">
                  <c:v>07-10-2021</c:v>
                </c:pt>
                <c:pt idx="3377">
                  <c:v>07-10-2021</c:v>
                </c:pt>
                <c:pt idx="3378">
                  <c:v>07-10-2021</c:v>
                </c:pt>
                <c:pt idx="3379">
                  <c:v>07-10-2021</c:v>
                </c:pt>
                <c:pt idx="3380">
                  <c:v>07-10-2021</c:v>
                </c:pt>
                <c:pt idx="3381">
                  <c:v>07-10-2021</c:v>
                </c:pt>
                <c:pt idx="3382">
                  <c:v>07-10-2021</c:v>
                </c:pt>
                <c:pt idx="3383">
                  <c:v>07-10-2021</c:v>
                </c:pt>
                <c:pt idx="3384">
                  <c:v>07-10-2021</c:v>
                </c:pt>
                <c:pt idx="3385">
                  <c:v>07-10-2021</c:v>
                </c:pt>
                <c:pt idx="3386">
                  <c:v>07-10-2021</c:v>
                </c:pt>
                <c:pt idx="3387">
                  <c:v>07-10-2021</c:v>
                </c:pt>
                <c:pt idx="3388">
                  <c:v>07-10-2021</c:v>
                </c:pt>
                <c:pt idx="3389">
                  <c:v>07-10-2021</c:v>
                </c:pt>
                <c:pt idx="3390">
                  <c:v>07-10-2021</c:v>
                </c:pt>
                <c:pt idx="3391">
                  <c:v>07-10-2021</c:v>
                </c:pt>
                <c:pt idx="3392">
                  <c:v>07-10-2021</c:v>
                </c:pt>
                <c:pt idx="3393">
                  <c:v>07-10-2021</c:v>
                </c:pt>
                <c:pt idx="3394">
                  <c:v>07-10-2021</c:v>
                </c:pt>
                <c:pt idx="3395">
                  <c:v>08-10-2021</c:v>
                </c:pt>
                <c:pt idx="3396">
                  <c:v>08-10-2021</c:v>
                </c:pt>
                <c:pt idx="3397">
                  <c:v>08-10-2021</c:v>
                </c:pt>
                <c:pt idx="3398">
                  <c:v>08-10-2021</c:v>
                </c:pt>
                <c:pt idx="3399">
                  <c:v>08-10-2021</c:v>
                </c:pt>
                <c:pt idx="3400">
                  <c:v>08-10-2021</c:v>
                </c:pt>
                <c:pt idx="3401">
                  <c:v>08-10-2021</c:v>
                </c:pt>
                <c:pt idx="3402">
                  <c:v>08-10-2021</c:v>
                </c:pt>
                <c:pt idx="3403">
                  <c:v>08-10-2021</c:v>
                </c:pt>
                <c:pt idx="3404">
                  <c:v>08-10-2021</c:v>
                </c:pt>
                <c:pt idx="3405">
                  <c:v>08-10-2021</c:v>
                </c:pt>
                <c:pt idx="3406">
                  <c:v>08-10-2021</c:v>
                </c:pt>
                <c:pt idx="3407">
                  <c:v>08-10-2021</c:v>
                </c:pt>
                <c:pt idx="3408">
                  <c:v>08-10-2021</c:v>
                </c:pt>
                <c:pt idx="3409">
                  <c:v>08-10-2021</c:v>
                </c:pt>
                <c:pt idx="3410">
                  <c:v>08-10-2021</c:v>
                </c:pt>
                <c:pt idx="3411">
                  <c:v>08-10-2021</c:v>
                </c:pt>
                <c:pt idx="3412">
                  <c:v>08-10-2021</c:v>
                </c:pt>
                <c:pt idx="3413">
                  <c:v>08-10-2021</c:v>
                </c:pt>
                <c:pt idx="3414">
                  <c:v>08-10-2021</c:v>
                </c:pt>
                <c:pt idx="3415">
                  <c:v>08-10-2021</c:v>
                </c:pt>
                <c:pt idx="3416">
                  <c:v>08-10-2021</c:v>
                </c:pt>
                <c:pt idx="3417">
                  <c:v>08-10-2021</c:v>
                </c:pt>
                <c:pt idx="3418">
                  <c:v>08-10-2021</c:v>
                </c:pt>
                <c:pt idx="3419">
                  <c:v>08-10-2021</c:v>
                </c:pt>
                <c:pt idx="3420">
                  <c:v>08-10-2021</c:v>
                </c:pt>
                <c:pt idx="3421">
                  <c:v>08-10-2021</c:v>
                </c:pt>
                <c:pt idx="3422">
                  <c:v>08-10-2021</c:v>
                </c:pt>
                <c:pt idx="3423">
                  <c:v>08-10-2021</c:v>
                </c:pt>
                <c:pt idx="3424">
                  <c:v>08-10-2021</c:v>
                </c:pt>
                <c:pt idx="3425">
                  <c:v>08-10-2021</c:v>
                </c:pt>
                <c:pt idx="3426">
                  <c:v>08-10-2021</c:v>
                </c:pt>
                <c:pt idx="3427">
                  <c:v>08-10-2021</c:v>
                </c:pt>
                <c:pt idx="3428">
                  <c:v>08-10-2021</c:v>
                </c:pt>
                <c:pt idx="3429">
                  <c:v>08-10-2021</c:v>
                </c:pt>
                <c:pt idx="3430">
                  <c:v>08-10-2021</c:v>
                </c:pt>
                <c:pt idx="3431">
                  <c:v>08-10-2021</c:v>
                </c:pt>
                <c:pt idx="3432">
                  <c:v>08-10-2021</c:v>
                </c:pt>
                <c:pt idx="3433">
                  <c:v>08-10-2021</c:v>
                </c:pt>
                <c:pt idx="3434">
                  <c:v>08-10-2021</c:v>
                </c:pt>
                <c:pt idx="3435">
                  <c:v>08-10-2021</c:v>
                </c:pt>
                <c:pt idx="3436">
                  <c:v>08-10-2021</c:v>
                </c:pt>
                <c:pt idx="3437">
                  <c:v>08-10-2021</c:v>
                </c:pt>
                <c:pt idx="3438">
                  <c:v>08-10-2021</c:v>
                </c:pt>
                <c:pt idx="3439">
                  <c:v>08-10-2021</c:v>
                </c:pt>
                <c:pt idx="3440">
                  <c:v>08-10-2021</c:v>
                </c:pt>
                <c:pt idx="3441">
                  <c:v>08-10-2021</c:v>
                </c:pt>
                <c:pt idx="3442">
                  <c:v>08-10-2021</c:v>
                </c:pt>
                <c:pt idx="3443">
                  <c:v>08-10-2021</c:v>
                </c:pt>
                <c:pt idx="3444">
                  <c:v>08-10-2021</c:v>
                </c:pt>
                <c:pt idx="3445">
                  <c:v>08-10-2021</c:v>
                </c:pt>
                <c:pt idx="3446">
                  <c:v>08-10-2021</c:v>
                </c:pt>
                <c:pt idx="3447">
                  <c:v>09-10-2021</c:v>
                </c:pt>
                <c:pt idx="3448">
                  <c:v>09-10-2021</c:v>
                </c:pt>
                <c:pt idx="3449">
                  <c:v>09-10-2021</c:v>
                </c:pt>
                <c:pt idx="3450">
                  <c:v>09-10-2021</c:v>
                </c:pt>
                <c:pt idx="3451">
                  <c:v>09-10-2021</c:v>
                </c:pt>
                <c:pt idx="3452">
                  <c:v>09-10-2021</c:v>
                </c:pt>
                <c:pt idx="3453">
                  <c:v>09-10-2021</c:v>
                </c:pt>
                <c:pt idx="3454">
                  <c:v>09-10-2021</c:v>
                </c:pt>
                <c:pt idx="3455">
                  <c:v>09-10-2021</c:v>
                </c:pt>
                <c:pt idx="3456">
                  <c:v>09-10-2021</c:v>
                </c:pt>
                <c:pt idx="3457">
                  <c:v>09-10-2021</c:v>
                </c:pt>
                <c:pt idx="3458">
                  <c:v>09-10-2021</c:v>
                </c:pt>
                <c:pt idx="3459">
                  <c:v>09-10-2021</c:v>
                </c:pt>
                <c:pt idx="3460">
                  <c:v>09-10-2021</c:v>
                </c:pt>
                <c:pt idx="3461">
                  <c:v>09-10-2021</c:v>
                </c:pt>
                <c:pt idx="3462">
                  <c:v>09-10-2021</c:v>
                </c:pt>
                <c:pt idx="3463">
                  <c:v>09-10-2021</c:v>
                </c:pt>
                <c:pt idx="3464">
                  <c:v>09-10-2021</c:v>
                </c:pt>
                <c:pt idx="3465">
                  <c:v>09-10-2021</c:v>
                </c:pt>
                <c:pt idx="3466">
                  <c:v>09-10-2021</c:v>
                </c:pt>
                <c:pt idx="3467">
                  <c:v>09-10-2021</c:v>
                </c:pt>
                <c:pt idx="3468">
                  <c:v>09-10-2021</c:v>
                </c:pt>
                <c:pt idx="3469">
                  <c:v>09-10-2021</c:v>
                </c:pt>
                <c:pt idx="3470">
                  <c:v>09-10-2021</c:v>
                </c:pt>
                <c:pt idx="3471">
                  <c:v>09-10-2021</c:v>
                </c:pt>
                <c:pt idx="3472">
                  <c:v>09-10-2021</c:v>
                </c:pt>
                <c:pt idx="3473">
                  <c:v>09-10-2021</c:v>
                </c:pt>
                <c:pt idx="3474">
                  <c:v>09-10-2021</c:v>
                </c:pt>
                <c:pt idx="3475">
                  <c:v>09-10-2021</c:v>
                </c:pt>
                <c:pt idx="3476">
                  <c:v>09-10-2021</c:v>
                </c:pt>
                <c:pt idx="3477">
                  <c:v>09-10-2021</c:v>
                </c:pt>
                <c:pt idx="3478">
                  <c:v>09-10-2021</c:v>
                </c:pt>
                <c:pt idx="3479">
                  <c:v>09-10-2021</c:v>
                </c:pt>
                <c:pt idx="3480">
                  <c:v>09-10-2021</c:v>
                </c:pt>
                <c:pt idx="3481">
                  <c:v>09-10-2021</c:v>
                </c:pt>
                <c:pt idx="3482">
                  <c:v>09-10-2021</c:v>
                </c:pt>
                <c:pt idx="3483">
                  <c:v>09-10-2021</c:v>
                </c:pt>
                <c:pt idx="3484">
                  <c:v>09-10-2021</c:v>
                </c:pt>
                <c:pt idx="3485">
                  <c:v>09-10-2021</c:v>
                </c:pt>
                <c:pt idx="3486">
                  <c:v>09-10-2021</c:v>
                </c:pt>
                <c:pt idx="3487">
                  <c:v>09-10-2021</c:v>
                </c:pt>
                <c:pt idx="3488">
                  <c:v>09-10-2021</c:v>
                </c:pt>
                <c:pt idx="3489">
                  <c:v>09-10-2021</c:v>
                </c:pt>
                <c:pt idx="3490">
                  <c:v>09-10-2021</c:v>
                </c:pt>
                <c:pt idx="3491">
                  <c:v>09-10-2021</c:v>
                </c:pt>
                <c:pt idx="3492">
                  <c:v>09-10-2021</c:v>
                </c:pt>
                <c:pt idx="3493">
                  <c:v>09-10-2021</c:v>
                </c:pt>
                <c:pt idx="3494">
                  <c:v>09-10-2021</c:v>
                </c:pt>
                <c:pt idx="3495">
                  <c:v>09-10-2021</c:v>
                </c:pt>
                <c:pt idx="3496">
                  <c:v>09-10-2021</c:v>
                </c:pt>
                <c:pt idx="3497">
                  <c:v>10-10-2021</c:v>
                </c:pt>
                <c:pt idx="3498">
                  <c:v>10-10-2021</c:v>
                </c:pt>
                <c:pt idx="3499">
                  <c:v>10-10-2021</c:v>
                </c:pt>
                <c:pt idx="3500">
                  <c:v>10-10-2021</c:v>
                </c:pt>
                <c:pt idx="3501">
                  <c:v>10-10-2021</c:v>
                </c:pt>
                <c:pt idx="3502">
                  <c:v>10-10-2021</c:v>
                </c:pt>
                <c:pt idx="3503">
                  <c:v>10-10-2021</c:v>
                </c:pt>
                <c:pt idx="3504">
                  <c:v>10-10-2021</c:v>
                </c:pt>
                <c:pt idx="3505">
                  <c:v>10-10-2021</c:v>
                </c:pt>
                <c:pt idx="3506">
                  <c:v>10-10-2021</c:v>
                </c:pt>
                <c:pt idx="3507">
                  <c:v>10-10-2021</c:v>
                </c:pt>
                <c:pt idx="3508">
                  <c:v>10-10-2021</c:v>
                </c:pt>
                <c:pt idx="3509">
                  <c:v>10-10-2021</c:v>
                </c:pt>
                <c:pt idx="3510">
                  <c:v>10-10-2021</c:v>
                </c:pt>
                <c:pt idx="3511">
                  <c:v>10-10-2021</c:v>
                </c:pt>
                <c:pt idx="3512">
                  <c:v>10-10-2021</c:v>
                </c:pt>
                <c:pt idx="3513">
                  <c:v>10-10-2021</c:v>
                </c:pt>
                <c:pt idx="3514">
                  <c:v>10-10-2021</c:v>
                </c:pt>
                <c:pt idx="3515">
                  <c:v>10-10-2021</c:v>
                </c:pt>
                <c:pt idx="3516">
                  <c:v>10-10-2021</c:v>
                </c:pt>
                <c:pt idx="3517">
                  <c:v>10-10-2021</c:v>
                </c:pt>
                <c:pt idx="3518">
                  <c:v>10-10-2021</c:v>
                </c:pt>
                <c:pt idx="3519">
                  <c:v>10-10-2021</c:v>
                </c:pt>
                <c:pt idx="3520">
                  <c:v>10-10-2021</c:v>
                </c:pt>
                <c:pt idx="3521">
                  <c:v>10-10-2021</c:v>
                </c:pt>
                <c:pt idx="3522">
                  <c:v>10-10-2021</c:v>
                </c:pt>
                <c:pt idx="3523">
                  <c:v>10-10-2021</c:v>
                </c:pt>
                <c:pt idx="3524">
                  <c:v>10-10-2021</c:v>
                </c:pt>
                <c:pt idx="3525">
                  <c:v>10-10-2021</c:v>
                </c:pt>
                <c:pt idx="3526">
                  <c:v>10-10-2021</c:v>
                </c:pt>
                <c:pt idx="3527">
                  <c:v>10-10-2021</c:v>
                </c:pt>
                <c:pt idx="3528">
                  <c:v>10-10-2021</c:v>
                </c:pt>
                <c:pt idx="3529">
                  <c:v>10-10-2021</c:v>
                </c:pt>
                <c:pt idx="3530">
                  <c:v>10-10-2021</c:v>
                </c:pt>
                <c:pt idx="3531">
                  <c:v>10-10-2021</c:v>
                </c:pt>
                <c:pt idx="3532">
                  <c:v>10-10-2021</c:v>
                </c:pt>
                <c:pt idx="3533">
                  <c:v>10-10-2021</c:v>
                </c:pt>
                <c:pt idx="3534">
                  <c:v>10-10-2021</c:v>
                </c:pt>
                <c:pt idx="3535">
                  <c:v>10-10-2021</c:v>
                </c:pt>
                <c:pt idx="3536">
                  <c:v>10-10-2021</c:v>
                </c:pt>
                <c:pt idx="3537">
                  <c:v>10-10-2021</c:v>
                </c:pt>
                <c:pt idx="3538">
                  <c:v>10-10-2021</c:v>
                </c:pt>
                <c:pt idx="3539">
                  <c:v>10-10-2021</c:v>
                </c:pt>
                <c:pt idx="3540">
                  <c:v>10-10-2021</c:v>
                </c:pt>
                <c:pt idx="3541">
                  <c:v>10-10-2021</c:v>
                </c:pt>
                <c:pt idx="3542">
                  <c:v>10-10-2021</c:v>
                </c:pt>
                <c:pt idx="3543">
                  <c:v>10-10-2021</c:v>
                </c:pt>
                <c:pt idx="3544">
                  <c:v>10-10-2021</c:v>
                </c:pt>
                <c:pt idx="3545">
                  <c:v>10-10-2021</c:v>
                </c:pt>
                <c:pt idx="3546">
                  <c:v>10-10-2021</c:v>
                </c:pt>
                <c:pt idx="3547">
                  <c:v>10-10-2021</c:v>
                </c:pt>
                <c:pt idx="3548">
                  <c:v>10-10-2021</c:v>
                </c:pt>
                <c:pt idx="3549">
                  <c:v>11-10-2021</c:v>
                </c:pt>
                <c:pt idx="3550">
                  <c:v>11-10-2021</c:v>
                </c:pt>
                <c:pt idx="3551">
                  <c:v>11-10-2021</c:v>
                </c:pt>
                <c:pt idx="3552">
                  <c:v>11-10-2021</c:v>
                </c:pt>
                <c:pt idx="3553">
                  <c:v>11-10-2021</c:v>
                </c:pt>
                <c:pt idx="3554">
                  <c:v>11-10-2021</c:v>
                </c:pt>
                <c:pt idx="3555">
                  <c:v>11-10-2021</c:v>
                </c:pt>
                <c:pt idx="3556">
                  <c:v>11-10-2021</c:v>
                </c:pt>
                <c:pt idx="3557">
                  <c:v>11-10-2021</c:v>
                </c:pt>
                <c:pt idx="3558">
                  <c:v>11-10-2021</c:v>
                </c:pt>
                <c:pt idx="3559">
                  <c:v>11-10-2021</c:v>
                </c:pt>
                <c:pt idx="3560">
                  <c:v>11-10-2021</c:v>
                </c:pt>
                <c:pt idx="3561">
                  <c:v>11-10-2021</c:v>
                </c:pt>
                <c:pt idx="3562">
                  <c:v>11-10-2021</c:v>
                </c:pt>
                <c:pt idx="3563">
                  <c:v>11-10-2021</c:v>
                </c:pt>
                <c:pt idx="3564">
                  <c:v>11-10-2021</c:v>
                </c:pt>
                <c:pt idx="3565">
                  <c:v>11-10-2021</c:v>
                </c:pt>
                <c:pt idx="3566">
                  <c:v>11-10-2021</c:v>
                </c:pt>
                <c:pt idx="3567">
                  <c:v>11-10-2021</c:v>
                </c:pt>
                <c:pt idx="3568">
                  <c:v>11-10-2021</c:v>
                </c:pt>
                <c:pt idx="3569">
                  <c:v>11-10-2021</c:v>
                </c:pt>
                <c:pt idx="3570">
                  <c:v>11-10-2021</c:v>
                </c:pt>
                <c:pt idx="3571">
                  <c:v>11-10-2021</c:v>
                </c:pt>
                <c:pt idx="3572">
                  <c:v>11-10-2021</c:v>
                </c:pt>
                <c:pt idx="3573">
                  <c:v>11-10-2021</c:v>
                </c:pt>
                <c:pt idx="3574">
                  <c:v>11-10-2021</c:v>
                </c:pt>
                <c:pt idx="3575">
                  <c:v>11-10-2021</c:v>
                </c:pt>
                <c:pt idx="3576">
                  <c:v>11-10-2021</c:v>
                </c:pt>
                <c:pt idx="3577">
                  <c:v>11-10-2021</c:v>
                </c:pt>
                <c:pt idx="3578">
                  <c:v>11-10-2021</c:v>
                </c:pt>
                <c:pt idx="3579">
                  <c:v>11-10-2021</c:v>
                </c:pt>
                <c:pt idx="3580">
                  <c:v>11-10-2021</c:v>
                </c:pt>
                <c:pt idx="3581">
                  <c:v>11-10-2021</c:v>
                </c:pt>
                <c:pt idx="3582">
                  <c:v>11-10-2021</c:v>
                </c:pt>
                <c:pt idx="3583">
                  <c:v>11-10-2021</c:v>
                </c:pt>
                <c:pt idx="3584">
                  <c:v>11-10-2021</c:v>
                </c:pt>
                <c:pt idx="3585">
                  <c:v>11-10-2021</c:v>
                </c:pt>
                <c:pt idx="3586">
                  <c:v>11-10-2021</c:v>
                </c:pt>
                <c:pt idx="3587">
                  <c:v>11-10-2021</c:v>
                </c:pt>
                <c:pt idx="3588">
                  <c:v>11-10-2021</c:v>
                </c:pt>
                <c:pt idx="3589">
                  <c:v>11-10-2021</c:v>
                </c:pt>
                <c:pt idx="3590">
                  <c:v>11-10-2021</c:v>
                </c:pt>
                <c:pt idx="3591">
                  <c:v>11-10-2021</c:v>
                </c:pt>
                <c:pt idx="3592">
                  <c:v>11-10-2021</c:v>
                </c:pt>
                <c:pt idx="3593">
                  <c:v>11-10-2021</c:v>
                </c:pt>
                <c:pt idx="3594">
                  <c:v>11-10-2021</c:v>
                </c:pt>
                <c:pt idx="3595">
                  <c:v>11-10-2021</c:v>
                </c:pt>
                <c:pt idx="3596">
                  <c:v>11-10-2021</c:v>
                </c:pt>
                <c:pt idx="3597">
                  <c:v>11-10-2021</c:v>
                </c:pt>
                <c:pt idx="3598">
                  <c:v>11-10-2021</c:v>
                </c:pt>
                <c:pt idx="3599">
                  <c:v>11-10-2021</c:v>
                </c:pt>
                <c:pt idx="3600">
                  <c:v>12-10-2021</c:v>
                </c:pt>
                <c:pt idx="3601">
                  <c:v>12-10-2021</c:v>
                </c:pt>
                <c:pt idx="3602">
                  <c:v>12-10-2021</c:v>
                </c:pt>
                <c:pt idx="3603">
                  <c:v>12-10-2021</c:v>
                </c:pt>
                <c:pt idx="3604">
                  <c:v>12-10-2021</c:v>
                </c:pt>
                <c:pt idx="3605">
                  <c:v>12-10-2021</c:v>
                </c:pt>
                <c:pt idx="3606">
                  <c:v>12-10-2021</c:v>
                </c:pt>
                <c:pt idx="3607">
                  <c:v>12-10-2021</c:v>
                </c:pt>
                <c:pt idx="3608">
                  <c:v>12-10-2021</c:v>
                </c:pt>
                <c:pt idx="3609">
                  <c:v>12-10-2021</c:v>
                </c:pt>
                <c:pt idx="3610">
                  <c:v>12-10-2021</c:v>
                </c:pt>
                <c:pt idx="3611">
                  <c:v>12-10-2021</c:v>
                </c:pt>
                <c:pt idx="3612">
                  <c:v>12-10-2021</c:v>
                </c:pt>
                <c:pt idx="3613">
                  <c:v>12-10-2021</c:v>
                </c:pt>
                <c:pt idx="3614">
                  <c:v>12-10-2021</c:v>
                </c:pt>
                <c:pt idx="3615">
                  <c:v>12-10-2021</c:v>
                </c:pt>
                <c:pt idx="3616">
                  <c:v>12-10-2021</c:v>
                </c:pt>
                <c:pt idx="3617">
                  <c:v>12-10-2021</c:v>
                </c:pt>
                <c:pt idx="3618">
                  <c:v>12-10-2021</c:v>
                </c:pt>
                <c:pt idx="3619">
                  <c:v>12-10-2021</c:v>
                </c:pt>
                <c:pt idx="3620">
                  <c:v>12-10-2021</c:v>
                </c:pt>
                <c:pt idx="3621">
                  <c:v>12-10-2021</c:v>
                </c:pt>
                <c:pt idx="3622">
                  <c:v>12-10-2021</c:v>
                </c:pt>
                <c:pt idx="3623">
                  <c:v>12-10-2021</c:v>
                </c:pt>
                <c:pt idx="3624">
                  <c:v>12-10-2021</c:v>
                </c:pt>
                <c:pt idx="3625">
                  <c:v>12-10-2021</c:v>
                </c:pt>
                <c:pt idx="3626">
                  <c:v>12-10-2021</c:v>
                </c:pt>
                <c:pt idx="3627">
                  <c:v>12-10-2021</c:v>
                </c:pt>
                <c:pt idx="3628">
                  <c:v>12-10-2021</c:v>
                </c:pt>
                <c:pt idx="3629">
                  <c:v>12-10-2021</c:v>
                </c:pt>
                <c:pt idx="3630">
                  <c:v>12-10-2021</c:v>
                </c:pt>
                <c:pt idx="3631">
                  <c:v>12-10-2021</c:v>
                </c:pt>
                <c:pt idx="3632">
                  <c:v>12-10-2021</c:v>
                </c:pt>
                <c:pt idx="3633">
                  <c:v>12-10-2021</c:v>
                </c:pt>
                <c:pt idx="3634">
                  <c:v>12-10-2021</c:v>
                </c:pt>
                <c:pt idx="3635">
                  <c:v>12-10-2021</c:v>
                </c:pt>
                <c:pt idx="3636">
                  <c:v>12-10-2021</c:v>
                </c:pt>
                <c:pt idx="3637">
                  <c:v>12-10-2021</c:v>
                </c:pt>
                <c:pt idx="3638">
                  <c:v>12-10-2021</c:v>
                </c:pt>
                <c:pt idx="3639">
                  <c:v>12-10-2021</c:v>
                </c:pt>
                <c:pt idx="3640">
                  <c:v>12-10-2021</c:v>
                </c:pt>
                <c:pt idx="3641">
                  <c:v>12-10-2021</c:v>
                </c:pt>
                <c:pt idx="3642">
                  <c:v>12-10-2021</c:v>
                </c:pt>
                <c:pt idx="3643">
                  <c:v>12-10-2021</c:v>
                </c:pt>
                <c:pt idx="3644">
                  <c:v>12-10-2021</c:v>
                </c:pt>
                <c:pt idx="3645">
                  <c:v>12-10-2021</c:v>
                </c:pt>
                <c:pt idx="3646">
                  <c:v>12-10-2021</c:v>
                </c:pt>
                <c:pt idx="3647">
                  <c:v>12-10-2021</c:v>
                </c:pt>
                <c:pt idx="3648">
                  <c:v>12-10-2021</c:v>
                </c:pt>
                <c:pt idx="3649">
                  <c:v>12-10-2021</c:v>
                </c:pt>
                <c:pt idx="3650">
                  <c:v>13-10-2021</c:v>
                </c:pt>
                <c:pt idx="3651">
                  <c:v>13-10-2021</c:v>
                </c:pt>
                <c:pt idx="3652">
                  <c:v>13-10-2021</c:v>
                </c:pt>
                <c:pt idx="3653">
                  <c:v>13-10-2021</c:v>
                </c:pt>
                <c:pt idx="3654">
                  <c:v>13-10-2021</c:v>
                </c:pt>
                <c:pt idx="3655">
                  <c:v>13-10-2021</c:v>
                </c:pt>
                <c:pt idx="3656">
                  <c:v>13-10-2021</c:v>
                </c:pt>
                <c:pt idx="3657">
                  <c:v>13-10-2021</c:v>
                </c:pt>
                <c:pt idx="3658">
                  <c:v>13-10-2021</c:v>
                </c:pt>
                <c:pt idx="3659">
                  <c:v>13-10-2021</c:v>
                </c:pt>
                <c:pt idx="3660">
                  <c:v>13-10-2021</c:v>
                </c:pt>
                <c:pt idx="3661">
                  <c:v>13-10-2021</c:v>
                </c:pt>
                <c:pt idx="3662">
                  <c:v>13-10-2021</c:v>
                </c:pt>
                <c:pt idx="3663">
                  <c:v>13-10-2021</c:v>
                </c:pt>
                <c:pt idx="3664">
                  <c:v>13-10-2021</c:v>
                </c:pt>
                <c:pt idx="3665">
                  <c:v>13-10-2021</c:v>
                </c:pt>
                <c:pt idx="3666">
                  <c:v>13-10-2021</c:v>
                </c:pt>
                <c:pt idx="3667">
                  <c:v>13-10-2021</c:v>
                </c:pt>
                <c:pt idx="3668">
                  <c:v>13-10-2021</c:v>
                </c:pt>
                <c:pt idx="3669">
                  <c:v>13-10-2021</c:v>
                </c:pt>
                <c:pt idx="3670">
                  <c:v>13-10-2021</c:v>
                </c:pt>
                <c:pt idx="3671">
                  <c:v>13-10-2021</c:v>
                </c:pt>
                <c:pt idx="3672">
                  <c:v>13-10-2021</c:v>
                </c:pt>
                <c:pt idx="3673">
                  <c:v>13-10-2021</c:v>
                </c:pt>
                <c:pt idx="3674">
                  <c:v>13-10-2021</c:v>
                </c:pt>
                <c:pt idx="3675">
                  <c:v>13-10-2021</c:v>
                </c:pt>
                <c:pt idx="3676">
                  <c:v>13-10-2021</c:v>
                </c:pt>
                <c:pt idx="3677">
                  <c:v>13-10-2021</c:v>
                </c:pt>
                <c:pt idx="3678">
                  <c:v>13-10-2021</c:v>
                </c:pt>
                <c:pt idx="3679">
                  <c:v>13-10-2021</c:v>
                </c:pt>
                <c:pt idx="3680">
                  <c:v>13-10-2021</c:v>
                </c:pt>
                <c:pt idx="3681">
                  <c:v>13-10-2021</c:v>
                </c:pt>
                <c:pt idx="3682">
                  <c:v>13-10-2021</c:v>
                </c:pt>
                <c:pt idx="3683">
                  <c:v>13-10-2021</c:v>
                </c:pt>
                <c:pt idx="3684">
                  <c:v>13-10-2021</c:v>
                </c:pt>
                <c:pt idx="3685">
                  <c:v>13-10-2021</c:v>
                </c:pt>
                <c:pt idx="3686">
                  <c:v>13-10-2021</c:v>
                </c:pt>
                <c:pt idx="3687">
                  <c:v>13-10-2021</c:v>
                </c:pt>
                <c:pt idx="3688">
                  <c:v>13-10-2021</c:v>
                </c:pt>
                <c:pt idx="3689">
                  <c:v>13-10-2021</c:v>
                </c:pt>
                <c:pt idx="3690">
                  <c:v>13-10-2021</c:v>
                </c:pt>
                <c:pt idx="3691">
                  <c:v>13-10-2021</c:v>
                </c:pt>
                <c:pt idx="3692">
                  <c:v>13-10-2021</c:v>
                </c:pt>
                <c:pt idx="3693">
                  <c:v>13-10-2021</c:v>
                </c:pt>
                <c:pt idx="3694">
                  <c:v>13-10-2021</c:v>
                </c:pt>
                <c:pt idx="3695">
                  <c:v>13-10-2021</c:v>
                </c:pt>
                <c:pt idx="3696">
                  <c:v>13-10-2021</c:v>
                </c:pt>
                <c:pt idx="3697">
                  <c:v>13-10-2021</c:v>
                </c:pt>
                <c:pt idx="3698">
                  <c:v>13-10-2021</c:v>
                </c:pt>
                <c:pt idx="3699">
                  <c:v>14-10-2021</c:v>
                </c:pt>
                <c:pt idx="3700">
                  <c:v>14-10-2021</c:v>
                </c:pt>
                <c:pt idx="3701">
                  <c:v>14-10-2021</c:v>
                </c:pt>
                <c:pt idx="3702">
                  <c:v>14-10-2021</c:v>
                </c:pt>
                <c:pt idx="3703">
                  <c:v>14-10-2021</c:v>
                </c:pt>
                <c:pt idx="3704">
                  <c:v>14-10-2021</c:v>
                </c:pt>
                <c:pt idx="3705">
                  <c:v>14-10-2021</c:v>
                </c:pt>
                <c:pt idx="3706">
                  <c:v>14-10-2021</c:v>
                </c:pt>
                <c:pt idx="3707">
                  <c:v>14-10-2021</c:v>
                </c:pt>
                <c:pt idx="3708">
                  <c:v>14-10-2021</c:v>
                </c:pt>
                <c:pt idx="3709">
                  <c:v>14-10-2021</c:v>
                </c:pt>
                <c:pt idx="3710">
                  <c:v>14-10-2021</c:v>
                </c:pt>
                <c:pt idx="3711">
                  <c:v>14-10-2021</c:v>
                </c:pt>
                <c:pt idx="3712">
                  <c:v>14-10-2021</c:v>
                </c:pt>
                <c:pt idx="3713">
                  <c:v>14-10-2021</c:v>
                </c:pt>
                <c:pt idx="3714">
                  <c:v>14-10-2021</c:v>
                </c:pt>
                <c:pt idx="3715">
                  <c:v>14-10-2021</c:v>
                </c:pt>
                <c:pt idx="3716">
                  <c:v>14-10-2021</c:v>
                </c:pt>
                <c:pt idx="3717">
                  <c:v>14-10-2021</c:v>
                </c:pt>
                <c:pt idx="3718">
                  <c:v>14-10-2021</c:v>
                </c:pt>
                <c:pt idx="3719">
                  <c:v>14-10-2021</c:v>
                </c:pt>
                <c:pt idx="3720">
                  <c:v>14-10-2021</c:v>
                </c:pt>
                <c:pt idx="3721">
                  <c:v>14-10-2021</c:v>
                </c:pt>
                <c:pt idx="3722">
                  <c:v>14-10-2021</c:v>
                </c:pt>
                <c:pt idx="3723">
                  <c:v>14-10-2021</c:v>
                </c:pt>
                <c:pt idx="3724">
                  <c:v>14-10-2021</c:v>
                </c:pt>
                <c:pt idx="3725">
                  <c:v>14-10-2021</c:v>
                </c:pt>
                <c:pt idx="3726">
                  <c:v>14-10-2021</c:v>
                </c:pt>
                <c:pt idx="3727">
                  <c:v>14-10-2021</c:v>
                </c:pt>
                <c:pt idx="3728">
                  <c:v>14-10-2021</c:v>
                </c:pt>
                <c:pt idx="3729">
                  <c:v>14-10-2021</c:v>
                </c:pt>
                <c:pt idx="3730">
                  <c:v>14-10-2021</c:v>
                </c:pt>
                <c:pt idx="3731">
                  <c:v>14-10-2021</c:v>
                </c:pt>
                <c:pt idx="3732">
                  <c:v>14-10-2021</c:v>
                </c:pt>
                <c:pt idx="3733">
                  <c:v>14-10-2021</c:v>
                </c:pt>
                <c:pt idx="3734">
                  <c:v>14-10-2021</c:v>
                </c:pt>
                <c:pt idx="3735">
                  <c:v>14-10-2021</c:v>
                </c:pt>
                <c:pt idx="3736">
                  <c:v>14-10-2021</c:v>
                </c:pt>
                <c:pt idx="3737">
                  <c:v>14-10-2021</c:v>
                </c:pt>
                <c:pt idx="3738">
                  <c:v>14-10-2021</c:v>
                </c:pt>
                <c:pt idx="3739">
                  <c:v>14-10-2021</c:v>
                </c:pt>
                <c:pt idx="3740">
                  <c:v>14-10-2021</c:v>
                </c:pt>
                <c:pt idx="3741">
                  <c:v>14-10-2021</c:v>
                </c:pt>
                <c:pt idx="3742">
                  <c:v>14-10-2021</c:v>
                </c:pt>
                <c:pt idx="3743">
                  <c:v>14-10-2021</c:v>
                </c:pt>
                <c:pt idx="3744">
                  <c:v>14-10-2021</c:v>
                </c:pt>
                <c:pt idx="3745">
                  <c:v>14-10-2021</c:v>
                </c:pt>
                <c:pt idx="3746">
                  <c:v>14-10-2021</c:v>
                </c:pt>
                <c:pt idx="3747">
                  <c:v>14-10-2021</c:v>
                </c:pt>
                <c:pt idx="3748">
                  <c:v>14-10-2021</c:v>
                </c:pt>
                <c:pt idx="3749">
                  <c:v>14-10-2021</c:v>
                </c:pt>
                <c:pt idx="3750">
                  <c:v>14-10-2021</c:v>
                </c:pt>
                <c:pt idx="3751">
                  <c:v>14-10-2021</c:v>
                </c:pt>
                <c:pt idx="3752">
                  <c:v>14-10-2021</c:v>
                </c:pt>
                <c:pt idx="3753">
                  <c:v>14-10-2021</c:v>
                </c:pt>
                <c:pt idx="3754">
                  <c:v>14-10-2021</c:v>
                </c:pt>
                <c:pt idx="3755">
                  <c:v>15-10-2021</c:v>
                </c:pt>
                <c:pt idx="3756">
                  <c:v>15-10-2021</c:v>
                </c:pt>
                <c:pt idx="3757">
                  <c:v>15-10-2021</c:v>
                </c:pt>
                <c:pt idx="3758">
                  <c:v>15-10-2021</c:v>
                </c:pt>
                <c:pt idx="3759">
                  <c:v>15-10-2021</c:v>
                </c:pt>
                <c:pt idx="3760">
                  <c:v>15-10-2021</c:v>
                </c:pt>
                <c:pt idx="3761">
                  <c:v>15-10-2021</c:v>
                </c:pt>
                <c:pt idx="3762">
                  <c:v>15-10-2021</c:v>
                </c:pt>
                <c:pt idx="3763">
                  <c:v>15-10-2021</c:v>
                </c:pt>
                <c:pt idx="3764">
                  <c:v>15-10-2021</c:v>
                </c:pt>
                <c:pt idx="3765">
                  <c:v>15-10-2021</c:v>
                </c:pt>
                <c:pt idx="3766">
                  <c:v>15-10-2021</c:v>
                </c:pt>
                <c:pt idx="3767">
                  <c:v>15-10-2021</c:v>
                </c:pt>
                <c:pt idx="3768">
                  <c:v>15-10-2021</c:v>
                </c:pt>
                <c:pt idx="3769">
                  <c:v>15-10-2021</c:v>
                </c:pt>
                <c:pt idx="3770">
                  <c:v>15-10-2021</c:v>
                </c:pt>
                <c:pt idx="3771">
                  <c:v>15-10-2021</c:v>
                </c:pt>
                <c:pt idx="3772">
                  <c:v>15-10-2021</c:v>
                </c:pt>
                <c:pt idx="3773">
                  <c:v>15-10-2021</c:v>
                </c:pt>
                <c:pt idx="3774">
                  <c:v>15-10-2021</c:v>
                </c:pt>
                <c:pt idx="3775">
                  <c:v>15-10-2021</c:v>
                </c:pt>
                <c:pt idx="3776">
                  <c:v>15-10-2021</c:v>
                </c:pt>
                <c:pt idx="3777">
                  <c:v>15-10-2021</c:v>
                </c:pt>
                <c:pt idx="3778">
                  <c:v>15-10-2021</c:v>
                </c:pt>
                <c:pt idx="3779">
                  <c:v>15-10-2021</c:v>
                </c:pt>
                <c:pt idx="3780">
                  <c:v>15-10-2021</c:v>
                </c:pt>
                <c:pt idx="3781">
                  <c:v>15-10-2021</c:v>
                </c:pt>
                <c:pt idx="3782">
                  <c:v>15-10-2021</c:v>
                </c:pt>
                <c:pt idx="3783">
                  <c:v>15-10-2021</c:v>
                </c:pt>
                <c:pt idx="3784">
                  <c:v>15-10-2021</c:v>
                </c:pt>
                <c:pt idx="3785">
                  <c:v>15-10-2021</c:v>
                </c:pt>
                <c:pt idx="3786">
                  <c:v>15-10-2021</c:v>
                </c:pt>
                <c:pt idx="3787">
                  <c:v>15-10-2021</c:v>
                </c:pt>
                <c:pt idx="3788">
                  <c:v>15-10-2021</c:v>
                </c:pt>
                <c:pt idx="3789">
                  <c:v>15-10-2021</c:v>
                </c:pt>
                <c:pt idx="3790">
                  <c:v>15-10-2021</c:v>
                </c:pt>
                <c:pt idx="3791">
                  <c:v>15-10-2021</c:v>
                </c:pt>
                <c:pt idx="3792">
                  <c:v>15-10-2021</c:v>
                </c:pt>
                <c:pt idx="3793">
                  <c:v>15-10-2021</c:v>
                </c:pt>
                <c:pt idx="3794">
                  <c:v>15-10-2021</c:v>
                </c:pt>
                <c:pt idx="3795">
                  <c:v>15-10-2021</c:v>
                </c:pt>
                <c:pt idx="3796">
                  <c:v>15-10-2021</c:v>
                </c:pt>
                <c:pt idx="3797">
                  <c:v>15-10-2021</c:v>
                </c:pt>
                <c:pt idx="3798">
                  <c:v>15-10-2021</c:v>
                </c:pt>
                <c:pt idx="3799">
                  <c:v>15-10-2021</c:v>
                </c:pt>
                <c:pt idx="3800">
                  <c:v>15-10-2021</c:v>
                </c:pt>
                <c:pt idx="3801">
                  <c:v>15-10-2021</c:v>
                </c:pt>
                <c:pt idx="3802">
                  <c:v>15-10-2021</c:v>
                </c:pt>
                <c:pt idx="3803">
                  <c:v>15-10-2021</c:v>
                </c:pt>
                <c:pt idx="3804">
                  <c:v>15-10-2021</c:v>
                </c:pt>
                <c:pt idx="3805">
                  <c:v>15-10-2021</c:v>
                </c:pt>
                <c:pt idx="3806">
                  <c:v>15-10-2021</c:v>
                </c:pt>
                <c:pt idx="3807">
                  <c:v>15-10-2021</c:v>
                </c:pt>
                <c:pt idx="3808">
                  <c:v>15-10-2021</c:v>
                </c:pt>
                <c:pt idx="3809">
                  <c:v>15-10-2021</c:v>
                </c:pt>
                <c:pt idx="3810">
                  <c:v>15-10-2021</c:v>
                </c:pt>
                <c:pt idx="3811">
                  <c:v>16-10-2021</c:v>
                </c:pt>
                <c:pt idx="3812">
                  <c:v>16-10-2021</c:v>
                </c:pt>
                <c:pt idx="3813">
                  <c:v>16-10-2021</c:v>
                </c:pt>
                <c:pt idx="3814">
                  <c:v>16-10-2021</c:v>
                </c:pt>
                <c:pt idx="3815">
                  <c:v>16-10-2021</c:v>
                </c:pt>
                <c:pt idx="3816">
                  <c:v>16-10-2021</c:v>
                </c:pt>
                <c:pt idx="3817">
                  <c:v>16-10-2021</c:v>
                </c:pt>
                <c:pt idx="3818">
                  <c:v>16-10-2021</c:v>
                </c:pt>
                <c:pt idx="3819">
                  <c:v>16-10-2021</c:v>
                </c:pt>
                <c:pt idx="3820">
                  <c:v>16-10-2021</c:v>
                </c:pt>
                <c:pt idx="3821">
                  <c:v>16-10-2021</c:v>
                </c:pt>
                <c:pt idx="3822">
                  <c:v>16-10-2021</c:v>
                </c:pt>
                <c:pt idx="3823">
                  <c:v>16-10-2021</c:v>
                </c:pt>
                <c:pt idx="3824">
                  <c:v>16-10-2021</c:v>
                </c:pt>
                <c:pt idx="3825">
                  <c:v>16-10-2021</c:v>
                </c:pt>
                <c:pt idx="3826">
                  <c:v>16-10-2021</c:v>
                </c:pt>
                <c:pt idx="3827">
                  <c:v>16-10-2021</c:v>
                </c:pt>
                <c:pt idx="3828">
                  <c:v>16-10-2021</c:v>
                </c:pt>
                <c:pt idx="3829">
                  <c:v>16-10-2021</c:v>
                </c:pt>
                <c:pt idx="3830">
                  <c:v>16-10-2021</c:v>
                </c:pt>
                <c:pt idx="3831">
                  <c:v>16-10-2021</c:v>
                </c:pt>
                <c:pt idx="3832">
                  <c:v>16-10-2021</c:v>
                </c:pt>
                <c:pt idx="3833">
                  <c:v>16-10-2021</c:v>
                </c:pt>
                <c:pt idx="3834">
                  <c:v>16-10-2021</c:v>
                </c:pt>
                <c:pt idx="3835">
                  <c:v>16-10-2021</c:v>
                </c:pt>
                <c:pt idx="3836">
                  <c:v>16-10-2021</c:v>
                </c:pt>
                <c:pt idx="3837">
                  <c:v>16-10-2021</c:v>
                </c:pt>
                <c:pt idx="3838">
                  <c:v>16-10-2021</c:v>
                </c:pt>
                <c:pt idx="3839">
                  <c:v>16-10-2021</c:v>
                </c:pt>
                <c:pt idx="3840">
                  <c:v>16-10-2021</c:v>
                </c:pt>
                <c:pt idx="3841">
                  <c:v>16-10-2021</c:v>
                </c:pt>
                <c:pt idx="3842">
                  <c:v>16-10-2021</c:v>
                </c:pt>
                <c:pt idx="3843">
                  <c:v>16-10-2021</c:v>
                </c:pt>
                <c:pt idx="3844">
                  <c:v>16-10-2021</c:v>
                </c:pt>
                <c:pt idx="3845">
                  <c:v>16-10-2021</c:v>
                </c:pt>
                <c:pt idx="3846">
                  <c:v>16-10-2021</c:v>
                </c:pt>
                <c:pt idx="3847">
                  <c:v>16-10-2021</c:v>
                </c:pt>
                <c:pt idx="3848">
                  <c:v>16-10-2021</c:v>
                </c:pt>
                <c:pt idx="3849">
                  <c:v>16-10-2021</c:v>
                </c:pt>
                <c:pt idx="3850">
                  <c:v>16-10-2021</c:v>
                </c:pt>
                <c:pt idx="3851">
                  <c:v>16-10-2021</c:v>
                </c:pt>
                <c:pt idx="3852">
                  <c:v>16-10-2021</c:v>
                </c:pt>
                <c:pt idx="3853">
                  <c:v>16-10-2021</c:v>
                </c:pt>
                <c:pt idx="3854">
                  <c:v>16-10-2021</c:v>
                </c:pt>
                <c:pt idx="3855">
                  <c:v>16-10-2021</c:v>
                </c:pt>
                <c:pt idx="3856">
                  <c:v>16-10-2021</c:v>
                </c:pt>
                <c:pt idx="3857">
                  <c:v>16-10-2021</c:v>
                </c:pt>
                <c:pt idx="3858">
                  <c:v>16-10-2021</c:v>
                </c:pt>
                <c:pt idx="3859">
                  <c:v>16-10-2021</c:v>
                </c:pt>
                <c:pt idx="3860">
                  <c:v>16-10-2021</c:v>
                </c:pt>
                <c:pt idx="3861">
                  <c:v>16-10-2021</c:v>
                </c:pt>
                <c:pt idx="3862">
                  <c:v>16-10-2021</c:v>
                </c:pt>
                <c:pt idx="3863">
                  <c:v>16-10-2021</c:v>
                </c:pt>
                <c:pt idx="3864">
                  <c:v>16-10-2021</c:v>
                </c:pt>
                <c:pt idx="3865">
                  <c:v>16-10-2021</c:v>
                </c:pt>
                <c:pt idx="3866">
                  <c:v>16-10-2021</c:v>
                </c:pt>
                <c:pt idx="3867">
                  <c:v>17-10-2021</c:v>
                </c:pt>
                <c:pt idx="3868">
                  <c:v>17-10-2021</c:v>
                </c:pt>
                <c:pt idx="3869">
                  <c:v>17-10-2021</c:v>
                </c:pt>
                <c:pt idx="3870">
                  <c:v>17-10-2021</c:v>
                </c:pt>
                <c:pt idx="3871">
                  <c:v>17-10-2021</c:v>
                </c:pt>
                <c:pt idx="3872">
                  <c:v>17-10-2021</c:v>
                </c:pt>
                <c:pt idx="3873">
                  <c:v>17-10-2021</c:v>
                </c:pt>
                <c:pt idx="3874">
                  <c:v>17-10-2021</c:v>
                </c:pt>
                <c:pt idx="3875">
                  <c:v>17-10-2021</c:v>
                </c:pt>
                <c:pt idx="3876">
                  <c:v>17-10-2021</c:v>
                </c:pt>
                <c:pt idx="3877">
                  <c:v>17-10-2021</c:v>
                </c:pt>
                <c:pt idx="3878">
                  <c:v>17-10-2021</c:v>
                </c:pt>
                <c:pt idx="3879">
                  <c:v>17-10-2021</c:v>
                </c:pt>
                <c:pt idx="3880">
                  <c:v>17-10-2021</c:v>
                </c:pt>
                <c:pt idx="3881">
                  <c:v>17-10-2021</c:v>
                </c:pt>
                <c:pt idx="3882">
                  <c:v>17-10-2021</c:v>
                </c:pt>
                <c:pt idx="3883">
                  <c:v>17-10-2021</c:v>
                </c:pt>
                <c:pt idx="3884">
                  <c:v>17-10-2021</c:v>
                </c:pt>
                <c:pt idx="3885">
                  <c:v>17-10-2021</c:v>
                </c:pt>
                <c:pt idx="3886">
                  <c:v>17-10-2021</c:v>
                </c:pt>
                <c:pt idx="3887">
                  <c:v>17-10-2021</c:v>
                </c:pt>
                <c:pt idx="3888">
                  <c:v>17-10-2021</c:v>
                </c:pt>
                <c:pt idx="3889">
                  <c:v>17-10-2021</c:v>
                </c:pt>
                <c:pt idx="3890">
                  <c:v>17-10-2021</c:v>
                </c:pt>
                <c:pt idx="3891">
                  <c:v>17-10-2021</c:v>
                </c:pt>
                <c:pt idx="3892">
                  <c:v>17-10-2021</c:v>
                </c:pt>
                <c:pt idx="3893">
                  <c:v>17-10-2021</c:v>
                </c:pt>
                <c:pt idx="3894">
                  <c:v>17-10-2021</c:v>
                </c:pt>
                <c:pt idx="3895">
                  <c:v>17-10-2021</c:v>
                </c:pt>
                <c:pt idx="3896">
                  <c:v>17-10-2021</c:v>
                </c:pt>
                <c:pt idx="3897">
                  <c:v>17-10-2021</c:v>
                </c:pt>
                <c:pt idx="3898">
                  <c:v>17-10-2021</c:v>
                </c:pt>
                <c:pt idx="3899">
                  <c:v>17-10-2021</c:v>
                </c:pt>
                <c:pt idx="3900">
                  <c:v>17-10-2021</c:v>
                </c:pt>
                <c:pt idx="3901">
                  <c:v>17-10-2021</c:v>
                </c:pt>
                <c:pt idx="3902">
                  <c:v>17-10-2021</c:v>
                </c:pt>
                <c:pt idx="3903">
                  <c:v>17-10-2021</c:v>
                </c:pt>
                <c:pt idx="3904">
                  <c:v>17-10-2021</c:v>
                </c:pt>
                <c:pt idx="3905">
                  <c:v>17-10-2021</c:v>
                </c:pt>
                <c:pt idx="3906">
                  <c:v>17-10-2021</c:v>
                </c:pt>
                <c:pt idx="3907">
                  <c:v>17-10-2021</c:v>
                </c:pt>
                <c:pt idx="3908">
                  <c:v>17-10-2021</c:v>
                </c:pt>
                <c:pt idx="3909">
                  <c:v>17-10-2021</c:v>
                </c:pt>
                <c:pt idx="3910">
                  <c:v>17-10-2021</c:v>
                </c:pt>
                <c:pt idx="3911">
                  <c:v>17-10-2021</c:v>
                </c:pt>
                <c:pt idx="3912">
                  <c:v>17-10-2021</c:v>
                </c:pt>
                <c:pt idx="3913">
                  <c:v>17-10-2021</c:v>
                </c:pt>
                <c:pt idx="3914">
                  <c:v>17-10-2021</c:v>
                </c:pt>
                <c:pt idx="3915">
                  <c:v>17-10-2021</c:v>
                </c:pt>
                <c:pt idx="3916">
                  <c:v>17-10-2021</c:v>
                </c:pt>
                <c:pt idx="3917">
                  <c:v>17-10-2021</c:v>
                </c:pt>
                <c:pt idx="3918">
                  <c:v>17-10-2021</c:v>
                </c:pt>
                <c:pt idx="3919">
                  <c:v>17-10-2021</c:v>
                </c:pt>
                <c:pt idx="3920">
                  <c:v>17-10-2021</c:v>
                </c:pt>
                <c:pt idx="3921">
                  <c:v>17-10-2021</c:v>
                </c:pt>
                <c:pt idx="3922">
                  <c:v>18-10-2021</c:v>
                </c:pt>
                <c:pt idx="3923">
                  <c:v>18-10-2021</c:v>
                </c:pt>
                <c:pt idx="3924">
                  <c:v>18-10-2021</c:v>
                </c:pt>
                <c:pt idx="3925">
                  <c:v>18-10-2021</c:v>
                </c:pt>
                <c:pt idx="3926">
                  <c:v>18-10-2021</c:v>
                </c:pt>
                <c:pt idx="3927">
                  <c:v>18-10-2021</c:v>
                </c:pt>
                <c:pt idx="3928">
                  <c:v>18-10-2021</c:v>
                </c:pt>
                <c:pt idx="3929">
                  <c:v>18-10-2021</c:v>
                </c:pt>
                <c:pt idx="3930">
                  <c:v>18-10-2021</c:v>
                </c:pt>
                <c:pt idx="3931">
                  <c:v>18-10-2021</c:v>
                </c:pt>
                <c:pt idx="3932">
                  <c:v>18-10-2021</c:v>
                </c:pt>
                <c:pt idx="3933">
                  <c:v>18-10-2021</c:v>
                </c:pt>
                <c:pt idx="3934">
                  <c:v>18-10-2021</c:v>
                </c:pt>
                <c:pt idx="3935">
                  <c:v>18-10-2021</c:v>
                </c:pt>
                <c:pt idx="3936">
                  <c:v>18-10-2021</c:v>
                </c:pt>
                <c:pt idx="3937">
                  <c:v>18-10-2021</c:v>
                </c:pt>
                <c:pt idx="3938">
                  <c:v>18-10-2021</c:v>
                </c:pt>
                <c:pt idx="3939">
                  <c:v>18-10-2021</c:v>
                </c:pt>
                <c:pt idx="3940">
                  <c:v>18-10-2021</c:v>
                </c:pt>
                <c:pt idx="3941">
                  <c:v>18-10-2021</c:v>
                </c:pt>
                <c:pt idx="3942">
                  <c:v>18-10-2021</c:v>
                </c:pt>
                <c:pt idx="3943">
                  <c:v>18-10-2021</c:v>
                </c:pt>
                <c:pt idx="3944">
                  <c:v>18-10-2021</c:v>
                </c:pt>
                <c:pt idx="3945">
                  <c:v>18-10-2021</c:v>
                </c:pt>
                <c:pt idx="3946">
                  <c:v>18-10-2021</c:v>
                </c:pt>
                <c:pt idx="3947">
                  <c:v>18-10-2021</c:v>
                </c:pt>
                <c:pt idx="3948">
                  <c:v>18-10-2021</c:v>
                </c:pt>
                <c:pt idx="3949">
                  <c:v>18-10-2021</c:v>
                </c:pt>
                <c:pt idx="3950">
                  <c:v>18-10-2021</c:v>
                </c:pt>
                <c:pt idx="3951">
                  <c:v>18-10-2021</c:v>
                </c:pt>
                <c:pt idx="3952">
                  <c:v>18-10-2021</c:v>
                </c:pt>
                <c:pt idx="3953">
                  <c:v>18-10-2021</c:v>
                </c:pt>
                <c:pt idx="3954">
                  <c:v>18-10-2021</c:v>
                </c:pt>
                <c:pt idx="3955">
                  <c:v>18-10-2021</c:v>
                </c:pt>
                <c:pt idx="3956">
                  <c:v>18-10-2021</c:v>
                </c:pt>
                <c:pt idx="3957">
                  <c:v>18-10-2021</c:v>
                </c:pt>
                <c:pt idx="3958">
                  <c:v>18-10-2021</c:v>
                </c:pt>
                <c:pt idx="3959">
                  <c:v>18-10-2021</c:v>
                </c:pt>
                <c:pt idx="3960">
                  <c:v>18-10-2021</c:v>
                </c:pt>
                <c:pt idx="3961">
                  <c:v>18-10-2021</c:v>
                </c:pt>
                <c:pt idx="3962">
                  <c:v>18-10-2021</c:v>
                </c:pt>
                <c:pt idx="3963">
                  <c:v>18-10-2021</c:v>
                </c:pt>
                <c:pt idx="3964">
                  <c:v>18-10-2021</c:v>
                </c:pt>
                <c:pt idx="3965">
                  <c:v>18-10-2021</c:v>
                </c:pt>
                <c:pt idx="3966">
                  <c:v>18-10-2021</c:v>
                </c:pt>
                <c:pt idx="3967">
                  <c:v>18-10-2021</c:v>
                </c:pt>
                <c:pt idx="3968">
                  <c:v>18-10-2021</c:v>
                </c:pt>
                <c:pt idx="3969">
                  <c:v>18-10-2021</c:v>
                </c:pt>
                <c:pt idx="3970">
                  <c:v>18-10-2021</c:v>
                </c:pt>
                <c:pt idx="3971">
                  <c:v>18-10-2021</c:v>
                </c:pt>
                <c:pt idx="3972">
                  <c:v>18-10-2021</c:v>
                </c:pt>
                <c:pt idx="3973">
                  <c:v>18-10-2021</c:v>
                </c:pt>
                <c:pt idx="3974">
                  <c:v>18-10-2021</c:v>
                </c:pt>
                <c:pt idx="3975">
                  <c:v>18-10-2021</c:v>
                </c:pt>
                <c:pt idx="3976">
                  <c:v>19-10-2021</c:v>
                </c:pt>
                <c:pt idx="3977">
                  <c:v>19-10-2021</c:v>
                </c:pt>
                <c:pt idx="3978">
                  <c:v>19-10-2021</c:v>
                </c:pt>
                <c:pt idx="3979">
                  <c:v>19-10-2021</c:v>
                </c:pt>
                <c:pt idx="3980">
                  <c:v>19-10-2021</c:v>
                </c:pt>
                <c:pt idx="3981">
                  <c:v>19-10-2021</c:v>
                </c:pt>
                <c:pt idx="3982">
                  <c:v>19-10-2021</c:v>
                </c:pt>
                <c:pt idx="3983">
                  <c:v>19-10-2021</c:v>
                </c:pt>
                <c:pt idx="3984">
                  <c:v>19-10-2021</c:v>
                </c:pt>
                <c:pt idx="3985">
                  <c:v>19-10-2021</c:v>
                </c:pt>
                <c:pt idx="3986">
                  <c:v>19-10-2021</c:v>
                </c:pt>
                <c:pt idx="3987">
                  <c:v>19-10-2021</c:v>
                </c:pt>
                <c:pt idx="3988">
                  <c:v>19-10-2021</c:v>
                </c:pt>
                <c:pt idx="3989">
                  <c:v>19-10-2021</c:v>
                </c:pt>
                <c:pt idx="3990">
                  <c:v>19-10-2021</c:v>
                </c:pt>
                <c:pt idx="3991">
                  <c:v>19-10-2021</c:v>
                </c:pt>
                <c:pt idx="3992">
                  <c:v>19-10-2021</c:v>
                </c:pt>
                <c:pt idx="3993">
                  <c:v>19-10-2021</c:v>
                </c:pt>
                <c:pt idx="3994">
                  <c:v>19-10-2021</c:v>
                </c:pt>
                <c:pt idx="3995">
                  <c:v>19-10-2021</c:v>
                </c:pt>
                <c:pt idx="3996">
                  <c:v>19-10-2021</c:v>
                </c:pt>
                <c:pt idx="3997">
                  <c:v>19-10-2021</c:v>
                </c:pt>
                <c:pt idx="3998">
                  <c:v>19-10-2021</c:v>
                </c:pt>
                <c:pt idx="3999">
                  <c:v>19-10-2021</c:v>
                </c:pt>
                <c:pt idx="4000">
                  <c:v>19-10-2021</c:v>
                </c:pt>
                <c:pt idx="4001">
                  <c:v>19-10-2021</c:v>
                </c:pt>
                <c:pt idx="4002">
                  <c:v>19-10-2021</c:v>
                </c:pt>
                <c:pt idx="4003">
                  <c:v>19-10-2021</c:v>
                </c:pt>
                <c:pt idx="4004">
                  <c:v>19-10-2021</c:v>
                </c:pt>
                <c:pt idx="4005">
                  <c:v>19-10-2021</c:v>
                </c:pt>
                <c:pt idx="4006">
                  <c:v>19-10-2021</c:v>
                </c:pt>
                <c:pt idx="4007">
                  <c:v>19-10-2021</c:v>
                </c:pt>
                <c:pt idx="4008">
                  <c:v>19-10-2021</c:v>
                </c:pt>
                <c:pt idx="4009">
                  <c:v>19-10-2021</c:v>
                </c:pt>
                <c:pt idx="4010">
                  <c:v>19-10-2021</c:v>
                </c:pt>
                <c:pt idx="4011">
                  <c:v>19-10-2021</c:v>
                </c:pt>
                <c:pt idx="4012">
                  <c:v>19-10-2021</c:v>
                </c:pt>
                <c:pt idx="4013">
                  <c:v>19-10-2021</c:v>
                </c:pt>
                <c:pt idx="4014">
                  <c:v>19-10-2021</c:v>
                </c:pt>
                <c:pt idx="4015">
                  <c:v>19-10-2021</c:v>
                </c:pt>
                <c:pt idx="4016">
                  <c:v>19-10-2021</c:v>
                </c:pt>
                <c:pt idx="4017">
                  <c:v>19-10-2021</c:v>
                </c:pt>
                <c:pt idx="4018">
                  <c:v>19-10-2021</c:v>
                </c:pt>
                <c:pt idx="4019">
                  <c:v>19-10-2021</c:v>
                </c:pt>
                <c:pt idx="4020">
                  <c:v>19-10-2021</c:v>
                </c:pt>
                <c:pt idx="4021">
                  <c:v>19-10-2021</c:v>
                </c:pt>
                <c:pt idx="4022">
                  <c:v>19-10-2021</c:v>
                </c:pt>
                <c:pt idx="4023">
                  <c:v>19-10-2021</c:v>
                </c:pt>
                <c:pt idx="4024">
                  <c:v>19-10-2021</c:v>
                </c:pt>
                <c:pt idx="4025">
                  <c:v>19-10-2021</c:v>
                </c:pt>
                <c:pt idx="4026">
                  <c:v>20-10-2021</c:v>
                </c:pt>
                <c:pt idx="4027">
                  <c:v>20-10-2021</c:v>
                </c:pt>
                <c:pt idx="4028">
                  <c:v>20-10-2021</c:v>
                </c:pt>
                <c:pt idx="4029">
                  <c:v>20-10-2021</c:v>
                </c:pt>
                <c:pt idx="4030">
                  <c:v>20-10-2021</c:v>
                </c:pt>
                <c:pt idx="4031">
                  <c:v>20-10-2021</c:v>
                </c:pt>
                <c:pt idx="4032">
                  <c:v>20-10-2021</c:v>
                </c:pt>
                <c:pt idx="4033">
                  <c:v>20-10-2021</c:v>
                </c:pt>
                <c:pt idx="4034">
                  <c:v>20-10-2021</c:v>
                </c:pt>
                <c:pt idx="4035">
                  <c:v>20-10-2021</c:v>
                </c:pt>
                <c:pt idx="4036">
                  <c:v>20-10-2021</c:v>
                </c:pt>
                <c:pt idx="4037">
                  <c:v>20-10-2021</c:v>
                </c:pt>
                <c:pt idx="4038">
                  <c:v>20-10-2021</c:v>
                </c:pt>
                <c:pt idx="4039">
                  <c:v>20-10-2021</c:v>
                </c:pt>
                <c:pt idx="4040">
                  <c:v>20-10-2021</c:v>
                </c:pt>
                <c:pt idx="4041">
                  <c:v>20-10-2021</c:v>
                </c:pt>
                <c:pt idx="4042">
                  <c:v>20-10-2021</c:v>
                </c:pt>
                <c:pt idx="4043">
                  <c:v>20-10-2021</c:v>
                </c:pt>
                <c:pt idx="4044">
                  <c:v>20-10-2021</c:v>
                </c:pt>
                <c:pt idx="4045">
                  <c:v>20-10-2021</c:v>
                </c:pt>
                <c:pt idx="4046">
                  <c:v>20-10-2021</c:v>
                </c:pt>
                <c:pt idx="4047">
                  <c:v>20-10-2021</c:v>
                </c:pt>
                <c:pt idx="4048">
                  <c:v>20-10-2021</c:v>
                </c:pt>
                <c:pt idx="4049">
                  <c:v>20-10-2021</c:v>
                </c:pt>
                <c:pt idx="4050">
                  <c:v>20-10-2021</c:v>
                </c:pt>
                <c:pt idx="4051">
                  <c:v>20-10-2021</c:v>
                </c:pt>
                <c:pt idx="4052">
                  <c:v>20-10-2021</c:v>
                </c:pt>
                <c:pt idx="4053">
                  <c:v>20-10-2021</c:v>
                </c:pt>
                <c:pt idx="4054">
                  <c:v>20-10-2021</c:v>
                </c:pt>
                <c:pt idx="4055">
                  <c:v>20-10-2021</c:v>
                </c:pt>
                <c:pt idx="4056">
                  <c:v>20-10-2021</c:v>
                </c:pt>
                <c:pt idx="4057">
                  <c:v>20-10-2021</c:v>
                </c:pt>
                <c:pt idx="4058">
                  <c:v>20-10-2021</c:v>
                </c:pt>
                <c:pt idx="4059">
                  <c:v>20-10-2021</c:v>
                </c:pt>
                <c:pt idx="4060">
                  <c:v>20-10-2021</c:v>
                </c:pt>
                <c:pt idx="4061">
                  <c:v>20-10-2021</c:v>
                </c:pt>
                <c:pt idx="4062">
                  <c:v>20-10-2021</c:v>
                </c:pt>
                <c:pt idx="4063">
                  <c:v>20-10-2021</c:v>
                </c:pt>
                <c:pt idx="4064">
                  <c:v>20-10-2021</c:v>
                </c:pt>
                <c:pt idx="4065">
                  <c:v>20-10-2021</c:v>
                </c:pt>
                <c:pt idx="4066">
                  <c:v>20-10-2021</c:v>
                </c:pt>
                <c:pt idx="4067">
                  <c:v>20-10-2021</c:v>
                </c:pt>
                <c:pt idx="4068">
                  <c:v>20-10-2021</c:v>
                </c:pt>
                <c:pt idx="4069">
                  <c:v>20-10-2021</c:v>
                </c:pt>
                <c:pt idx="4070">
                  <c:v>20-10-2021</c:v>
                </c:pt>
                <c:pt idx="4071">
                  <c:v>20-10-2021</c:v>
                </c:pt>
                <c:pt idx="4072">
                  <c:v>20-10-2021</c:v>
                </c:pt>
                <c:pt idx="4073">
                  <c:v>20-10-2021</c:v>
                </c:pt>
                <c:pt idx="4074">
                  <c:v>20-10-2021</c:v>
                </c:pt>
                <c:pt idx="4075">
                  <c:v>20-10-2021</c:v>
                </c:pt>
                <c:pt idx="4076">
                  <c:v>21-10-2021</c:v>
                </c:pt>
                <c:pt idx="4077">
                  <c:v>21-10-2021</c:v>
                </c:pt>
                <c:pt idx="4078">
                  <c:v>21-10-2021</c:v>
                </c:pt>
                <c:pt idx="4079">
                  <c:v>21-10-2021</c:v>
                </c:pt>
                <c:pt idx="4080">
                  <c:v>21-10-2021</c:v>
                </c:pt>
                <c:pt idx="4081">
                  <c:v>21-10-2021</c:v>
                </c:pt>
                <c:pt idx="4082">
                  <c:v>21-10-2021</c:v>
                </c:pt>
                <c:pt idx="4083">
                  <c:v>21-10-2021</c:v>
                </c:pt>
                <c:pt idx="4084">
                  <c:v>21-10-2021</c:v>
                </c:pt>
                <c:pt idx="4085">
                  <c:v>21-10-2021</c:v>
                </c:pt>
                <c:pt idx="4086">
                  <c:v>21-10-2021</c:v>
                </c:pt>
                <c:pt idx="4087">
                  <c:v>21-10-2021</c:v>
                </c:pt>
                <c:pt idx="4088">
                  <c:v>21-10-2021</c:v>
                </c:pt>
                <c:pt idx="4089">
                  <c:v>21-10-2021</c:v>
                </c:pt>
                <c:pt idx="4090">
                  <c:v>21-10-2021</c:v>
                </c:pt>
                <c:pt idx="4091">
                  <c:v>21-10-2021</c:v>
                </c:pt>
                <c:pt idx="4092">
                  <c:v>21-10-2021</c:v>
                </c:pt>
                <c:pt idx="4093">
                  <c:v>21-10-2021</c:v>
                </c:pt>
                <c:pt idx="4094">
                  <c:v>21-10-2021</c:v>
                </c:pt>
                <c:pt idx="4095">
                  <c:v>21-10-2021</c:v>
                </c:pt>
                <c:pt idx="4096">
                  <c:v>21-10-2021</c:v>
                </c:pt>
                <c:pt idx="4097">
                  <c:v>21-10-2021</c:v>
                </c:pt>
                <c:pt idx="4098">
                  <c:v>21-10-2021</c:v>
                </c:pt>
                <c:pt idx="4099">
                  <c:v>21-10-2021</c:v>
                </c:pt>
                <c:pt idx="4100">
                  <c:v>21-10-2021</c:v>
                </c:pt>
                <c:pt idx="4101">
                  <c:v>21-10-2021</c:v>
                </c:pt>
                <c:pt idx="4102">
                  <c:v>21-10-2021</c:v>
                </c:pt>
                <c:pt idx="4103">
                  <c:v>21-10-2021</c:v>
                </c:pt>
                <c:pt idx="4104">
                  <c:v>21-10-2021</c:v>
                </c:pt>
                <c:pt idx="4105">
                  <c:v>21-10-2021</c:v>
                </c:pt>
                <c:pt idx="4106">
                  <c:v>21-10-2021</c:v>
                </c:pt>
                <c:pt idx="4107">
                  <c:v>21-10-2021</c:v>
                </c:pt>
                <c:pt idx="4108">
                  <c:v>21-10-2021</c:v>
                </c:pt>
                <c:pt idx="4109">
                  <c:v>21-10-2021</c:v>
                </c:pt>
                <c:pt idx="4110">
                  <c:v>21-10-2021</c:v>
                </c:pt>
                <c:pt idx="4111">
                  <c:v>21-10-2021</c:v>
                </c:pt>
                <c:pt idx="4112">
                  <c:v>21-10-2021</c:v>
                </c:pt>
                <c:pt idx="4113">
                  <c:v>21-10-2021</c:v>
                </c:pt>
                <c:pt idx="4114">
                  <c:v>21-10-2021</c:v>
                </c:pt>
                <c:pt idx="4115">
                  <c:v>21-10-2021</c:v>
                </c:pt>
                <c:pt idx="4116">
                  <c:v>21-10-2021</c:v>
                </c:pt>
                <c:pt idx="4117">
                  <c:v>21-10-2021</c:v>
                </c:pt>
                <c:pt idx="4118">
                  <c:v>21-10-2021</c:v>
                </c:pt>
                <c:pt idx="4119">
                  <c:v>21-10-2021</c:v>
                </c:pt>
                <c:pt idx="4120">
                  <c:v>21-10-2021</c:v>
                </c:pt>
                <c:pt idx="4121">
                  <c:v>21-10-2021</c:v>
                </c:pt>
                <c:pt idx="4122">
                  <c:v>21-10-2021</c:v>
                </c:pt>
                <c:pt idx="4123">
                  <c:v>21-10-2021</c:v>
                </c:pt>
                <c:pt idx="4124">
                  <c:v>21-10-2021</c:v>
                </c:pt>
                <c:pt idx="4125">
                  <c:v>21-10-2021</c:v>
                </c:pt>
                <c:pt idx="4126">
                  <c:v>22-10-2021</c:v>
                </c:pt>
                <c:pt idx="4127">
                  <c:v>22-10-2021</c:v>
                </c:pt>
                <c:pt idx="4128">
                  <c:v>22-10-2021</c:v>
                </c:pt>
                <c:pt idx="4129">
                  <c:v>22-10-2021</c:v>
                </c:pt>
                <c:pt idx="4130">
                  <c:v>22-10-2021</c:v>
                </c:pt>
                <c:pt idx="4131">
                  <c:v>22-10-2021</c:v>
                </c:pt>
                <c:pt idx="4132">
                  <c:v>22-10-2021</c:v>
                </c:pt>
                <c:pt idx="4133">
                  <c:v>22-10-2021</c:v>
                </c:pt>
                <c:pt idx="4134">
                  <c:v>22-10-2021</c:v>
                </c:pt>
                <c:pt idx="4135">
                  <c:v>22-10-2021</c:v>
                </c:pt>
                <c:pt idx="4136">
                  <c:v>22-10-2021</c:v>
                </c:pt>
                <c:pt idx="4137">
                  <c:v>22-10-2021</c:v>
                </c:pt>
                <c:pt idx="4138">
                  <c:v>22-10-2021</c:v>
                </c:pt>
                <c:pt idx="4139">
                  <c:v>22-10-2021</c:v>
                </c:pt>
                <c:pt idx="4140">
                  <c:v>22-10-2021</c:v>
                </c:pt>
                <c:pt idx="4141">
                  <c:v>22-10-2021</c:v>
                </c:pt>
                <c:pt idx="4142">
                  <c:v>22-10-2021</c:v>
                </c:pt>
                <c:pt idx="4143">
                  <c:v>22-10-2021</c:v>
                </c:pt>
                <c:pt idx="4144">
                  <c:v>22-10-2021</c:v>
                </c:pt>
                <c:pt idx="4145">
                  <c:v>22-10-2021</c:v>
                </c:pt>
                <c:pt idx="4146">
                  <c:v>22-10-2021</c:v>
                </c:pt>
                <c:pt idx="4147">
                  <c:v>22-10-2021</c:v>
                </c:pt>
                <c:pt idx="4148">
                  <c:v>22-10-2021</c:v>
                </c:pt>
                <c:pt idx="4149">
                  <c:v>22-10-2021</c:v>
                </c:pt>
                <c:pt idx="4150">
                  <c:v>22-10-2021</c:v>
                </c:pt>
                <c:pt idx="4151">
                  <c:v>22-10-2021</c:v>
                </c:pt>
                <c:pt idx="4152">
                  <c:v>22-10-2021</c:v>
                </c:pt>
                <c:pt idx="4153">
                  <c:v>22-10-2021</c:v>
                </c:pt>
                <c:pt idx="4154">
                  <c:v>22-10-2021</c:v>
                </c:pt>
                <c:pt idx="4155">
                  <c:v>22-10-2021</c:v>
                </c:pt>
                <c:pt idx="4156">
                  <c:v>22-10-2021</c:v>
                </c:pt>
                <c:pt idx="4157">
                  <c:v>22-10-2021</c:v>
                </c:pt>
                <c:pt idx="4158">
                  <c:v>22-10-2021</c:v>
                </c:pt>
                <c:pt idx="4159">
                  <c:v>22-10-2021</c:v>
                </c:pt>
                <c:pt idx="4160">
                  <c:v>22-10-2021</c:v>
                </c:pt>
                <c:pt idx="4161">
                  <c:v>22-10-2021</c:v>
                </c:pt>
                <c:pt idx="4162">
                  <c:v>22-10-2021</c:v>
                </c:pt>
                <c:pt idx="4163">
                  <c:v>22-10-2021</c:v>
                </c:pt>
                <c:pt idx="4164">
                  <c:v>22-10-2021</c:v>
                </c:pt>
                <c:pt idx="4165">
                  <c:v>22-10-2021</c:v>
                </c:pt>
                <c:pt idx="4166">
                  <c:v>22-10-2021</c:v>
                </c:pt>
                <c:pt idx="4167">
                  <c:v>22-10-2021</c:v>
                </c:pt>
                <c:pt idx="4168">
                  <c:v>22-10-2021</c:v>
                </c:pt>
                <c:pt idx="4169">
                  <c:v>22-10-2021</c:v>
                </c:pt>
                <c:pt idx="4170">
                  <c:v>22-10-2021</c:v>
                </c:pt>
                <c:pt idx="4171">
                  <c:v>22-10-2021</c:v>
                </c:pt>
                <c:pt idx="4172">
                  <c:v>22-10-2021</c:v>
                </c:pt>
                <c:pt idx="4173">
                  <c:v>22-10-2021</c:v>
                </c:pt>
                <c:pt idx="4174">
                  <c:v>22-10-2021</c:v>
                </c:pt>
                <c:pt idx="4175">
                  <c:v>22-10-2021</c:v>
                </c:pt>
                <c:pt idx="4176">
                  <c:v>22-10-2021</c:v>
                </c:pt>
                <c:pt idx="4177">
                  <c:v>23-10-2021</c:v>
                </c:pt>
                <c:pt idx="4178">
                  <c:v>23-10-2021</c:v>
                </c:pt>
                <c:pt idx="4179">
                  <c:v>23-10-2021</c:v>
                </c:pt>
                <c:pt idx="4180">
                  <c:v>23-10-2021</c:v>
                </c:pt>
                <c:pt idx="4181">
                  <c:v>23-10-2021</c:v>
                </c:pt>
                <c:pt idx="4182">
                  <c:v>23-10-2021</c:v>
                </c:pt>
                <c:pt idx="4183">
                  <c:v>23-10-2021</c:v>
                </c:pt>
                <c:pt idx="4184">
                  <c:v>23-10-2021</c:v>
                </c:pt>
                <c:pt idx="4185">
                  <c:v>23-10-2021</c:v>
                </c:pt>
                <c:pt idx="4186">
                  <c:v>23-10-2021</c:v>
                </c:pt>
                <c:pt idx="4187">
                  <c:v>23-10-2021</c:v>
                </c:pt>
                <c:pt idx="4188">
                  <c:v>23-10-2021</c:v>
                </c:pt>
                <c:pt idx="4189">
                  <c:v>23-10-2021</c:v>
                </c:pt>
                <c:pt idx="4190">
                  <c:v>23-10-2021</c:v>
                </c:pt>
                <c:pt idx="4191">
                  <c:v>23-10-2021</c:v>
                </c:pt>
                <c:pt idx="4192">
                  <c:v>23-10-2021</c:v>
                </c:pt>
                <c:pt idx="4193">
                  <c:v>23-10-2021</c:v>
                </c:pt>
                <c:pt idx="4194">
                  <c:v>23-10-2021</c:v>
                </c:pt>
                <c:pt idx="4195">
                  <c:v>23-10-2021</c:v>
                </c:pt>
                <c:pt idx="4196">
                  <c:v>23-10-2021</c:v>
                </c:pt>
                <c:pt idx="4197">
                  <c:v>23-10-2021</c:v>
                </c:pt>
                <c:pt idx="4198">
                  <c:v>23-10-2021</c:v>
                </c:pt>
                <c:pt idx="4199">
                  <c:v>23-10-2021</c:v>
                </c:pt>
                <c:pt idx="4200">
                  <c:v>23-10-2021</c:v>
                </c:pt>
                <c:pt idx="4201">
                  <c:v>23-10-2021</c:v>
                </c:pt>
                <c:pt idx="4202">
                  <c:v>23-10-2021</c:v>
                </c:pt>
                <c:pt idx="4203">
                  <c:v>23-10-2021</c:v>
                </c:pt>
                <c:pt idx="4204">
                  <c:v>23-10-2021</c:v>
                </c:pt>
                <c:pt idx="4205">
                  <c:v>23-10-2021</c:v>
                </c:pt>
                <c:pt idx="4206">
                  <c:v>23-10-2021</c:v>
                </c:pt>
                <c:pt idx="4207">
                  <c:v>23-10-2021</c:v>
                </c:pt>
                <c:pt idx="4208">
                  <c:v>23-10-2021</c:v>
                </c:pt>
                <c:pt idx="4209">
                  <c:v>23-10-2021</c:v>
                </c:pt>
                <c:pt idx="4210">
                  <c:v>23-10-2021</c:v>
                </c:pt>
                <c:pt idx="4211">
                  <c:v>23-10-2021</c:v>
                </c:pt>
                <c:pt idx="4212">
                  <c:v>23-10-2021</c:v>
                </c:pt>
                <c:pt idx="4213">
                  <c:v>23-10-2021</c:v>
                </c:pt>
                <c:pt idx="4214">
                  <c:v>23-10-2021</c:v>
                </c:pt>
                <c:pt idx="4215">
                  <c:v>23-10-2021</c:v>
                </c:pt>
                <c:pt idx="4216">
                  <c:v>23-10-2021</c:v>
                </c:pt>
                <c:pt idx="4217">
                  <c:v>23-10-2021</c:v>
                </c:pt>
                <c:pt idx="4218">
                  <c:v>23-10-2021</c:v>
                </c:pt>
                <c:pt idx="4219">
                  <c:v>23-10-2021</c:v>
                </c:pt>
                <c:pt idx="4220">
                  <c:v>23-10-2021</c:v>
                </c:pt>
                <c:pt idx="4221">
                  <c:v>23-10-2021</c:v>
                </c:pt>
                <c:pt idx="4222">
                  <c:v>23-10-2021</c:v>
                </c:pt>
                <c:pt idx="4223">
                  <c:v>23-10-2021</c:v>
                </c:pt>
                <c:pt idx="4224">
                  <c:v>23-10-2021</c:v>
                </c:pt>
                <c:pt idx="4225">
                  <c:v>23-10-2021</c:v>
                </c:pt>
                <c:pt idx="4226">
                  <c:v>23-10-2021</c:v>
                </c:pt>
                <c:pt idx="4227">
                  <c:v>23-10-2021</c:v>
                </c:pt>
                <c:pt idx="4228">
                  <c:v>24-10-2021</c:v>
                </c:pt>
                <c:pt idx="4229">
                  <c:v>24-10-2021</c:v>
                </c:pt>
                <c:pt idx="4230">
                  <c:v>24-10-2021</c:v>
                </c:pt>
                <c:pt idx="4231">
                  <c:v>24-10-2021</c:v>
                </c:pt>
                <c:pt idx="4232">
                  <c:v>24-10-2021</c:v>
                </c:pt>
                <c:pt idx="4233">
                  <c:v>24-10-2021</c:v>
                </c:pt>
                <c:pt idx="4234">
                  <c:v>24-10-2021</c:v>
                </c:pt>
                <c:pt idx="4235">
                  <c:v>24-10-2021</c:v>
                </c:pt>
                <c:pt idx="4236">
                  <c:v>24-10-2021</c:v>
                </c:pt>
                <c:pt idx="4237">
                  <c:v>24-10-2021</c:v>
                </c:pt>
                <c:pt idx="4238">
                  <c:v>24-10-2021</c:v>
                </c:pt>
                <c:pt idx="4239">
                  <c:v>24-10-2021</c:v>
                </c:pt>
                <c:pt idx="4240">
                  <c:v>24-10-2021</c:v>
                </c:pt>
                <c:pt idx="4241">
                  <c:v>24-10-2021</c:v>
                </c:pt>
                <c:pt idx="4242">
                  <c:v>24-10-2021</c:v>
                </c:pt>
                <c:pt idx="4243">
                  <c:v>24-10-2021</c:v>
                </c:pt>
                <c:pt idx="4244">
                  <c:v>24-10-2021</c:v>
                </c:pt>
                <c:pt idx="4245">
                  <c:v>24-10-2021</c:v>
                </c:pt>
                <c:pt idx="4246">
                  <c:v>24-10-2021</c:v>
                </c:pt>
                <c:pt idx="4247">
                  <c:v>24-10-2021</c:v>
                </c:pt>
                <c:pt idx="4248">
                  <c:v>24-10-2021</c:v>
                </c:pt>
                <c:pt idx="4249">
                  <c:v>24-10-2021</c:v>
                </c:pt>
                <c:pt idx="4250">
                  <c:v>24-10-2021</c:v>
                </c:pt>
                <c:pt idx="4251">
                  <c:v>24-10-2021</c:v>
                </c:pt>
                <c:pt idx="4252">
                  <c:v>24-10-2021</c:v>
                </c:pt>
                <c:pt idx="4253">
                  <c:v>24-10-2021</c:v>
                </c:pt>
                <c:pt idx="4254">
                  <c:v>24-10-2021</c:v>
                </c:pt>
                <c:pt idx="4255">
                  <c:v>24-10-2021</c:v>
                </c:pt>
                <c:pt idx="4256">
                  <c:v>24-10-2021</c:v>
                </c:pt>
                <c:pt idx="4257">
                  <c:v>24-10-2021</c:v>
                </c:pt>
                <c:pt idx="4258">
                  <c:v>24-10-2021</c:v>
                </c:pt>
                <c:pt idx="4259">
                  <c:v>24-10-2021</c:v>
                </c:pt>
                <c:pt idx="4260">
                  <c:v>24-10-2021</c:v>
                </c:pt>
                <c:pt idx="4261">
                  <c:v>24-10-2021</c:v>
                </c:pt>
                <c:pt idx="4262">
                  <c:v>24-10-2021</c:v>
                </c:pt>
                <c:pt idx="4263">
                  <c:v>24-10-2021</c:v>
                </c:pt>
                <c:pt idx="4264">
                  <c:v>24-10-2021</c:v>
                </c:pt>
                <c:pt idx="4265">
                  <c:v>24-10-2021</c:v>
                </c:pt>
                <c:pt idx="4266">
                  <c:v>24-10-2021</c:v>
                </c:pt>
                <c:pt idx="4267">
                  <c:v>24-10-2021</c:v>
                </c:pt>
                <c:pt idx="4268">
                  <c:v>24-10-2021</c:v>
                </c:pt>
                <c:pt idx="4269">
                  <c:v>24-10-2021</c:v>
                </c:pt>
                <c:pt idx="4270">
                  <c:v>24-10-2021</c:v>
                </c:pt>
                <c:pt idx="4271">
                  <c:v>24-10-2021</c:v>
                </c:pt>
                <c:pt idx="4272">
                  <c:v>24-10-2021</c:v>
                </c:pt>
                <c:pt idx="4273">
                  <c:v>24-10-2021</c:v>
                </c:pt>
                <c:pt idx="4274">
                  <c:v>24-10-2021</c:v>
                </c:pt>
                <c:pt idx="4275">
                  <c:v>24-10-2021</c:v>
                </c:pt>
                <c:pt idx="4276">
                  <c:v>24-10-2021</c:v>
                </c:pt>
                <c:pt idx="4277">
                  <c:v>24-10-2021</c:v>
                </c:pt>
                <c:pt idx="4278">
                  <c:v>24-10-2021</c:v>
                </c:pt>
                <c:pt idx="4279">
                  <c:v>25-10-2021</c:v>
                </c:pt>
                <c:pt idx="4280">
                  <c:v>25-10-2021</c:v>
                </c:pt>
                <c:pt idx="4281">
                  <c:v>25-10-2021</c:v>
                </c:pt>
                <c:pt idx="4282">
                  <c:v>25-10-2021</c:v>
                </c:pt>
                <c:pt idx="4283">
                  <c:v>25-10-2021</c:v>
                </c:pt>
                <c:pt idx="4284">
                  <c:v>25-10-2021</c:v>
                </c:pt>
                <c:pt idx="4285">
                  <c:v>25-10-2021</c:v>
                </c:pt>
                <c:pt idx="4286">
                  <c:v>25-10-2021</c:v>
                </c:pt>
                <c:pt idx="4287">
                  <c:v>25-10-2021</c:v>
                </c:pt>
                <c:pt idx="4288">
                  <c:v>25-10-2021</c:v>
                </c:pt>
                <c:pt idx="4289">
                  <c:v>25-10-2021</c:v>
                </c:pt>
                <c:pt idx="4290">
                  <c:v>25-10-2021</c:v>
                </c:pt>
                <c:pt idx="4291">
                  <c:v>25-10-2021</c:v>
                </c:pt>
                <c:pt idx="4292">
                  <c:v>25-10-2021</c:v>
                </c:pt>
                <c:pt idx="4293">
                  <c:v>25-10-2021</c:v>
                </c:pt>
                <c:pt idx="4294">
                  <c:v>25-10-2021</c:v>
                </c:pt>
                <c:pt idx="4295">
                  <c:v>25-10-2021</c:v>
                </c:pt>
                <c:pt idx="4296">
                  <c:v>25-10-2021</c:v>
                </c:pt>
                <c:pt idx="4297">
                  <c:v>25-10-2021</c:v>
                </c:pt>
                <c:pt idx="4298">
                  <c:v>25-10-2021</c:v>
                </c:pt>
                <c:pt idx="4299">
                  <c:v>25-10-2021</c:v>
                </c:pt>
                <c:pt idx="4300">
                  <c:v>25-10-2021</c:v>
                </c:pt>
                <c:pt idx="4301">
                  <c:v>25-10-2021</c:v>
                </c:pt>
                <c:pt idx="4302">
                  <c:v>25-10-2021</c:v>
                </c:pt>
                <c:pt idx="4303">
                  <c:v>25-10-2021</c:v>
                </c:pt>
                <c:pt idx="4304">
                  <c:v>25-10-2021</c:v>
                </c:pt>
                <c:pt idx="4305">
                  <c:v>25-10-2021</c:v>
                </c:pt>
                <c:pt idx="4306">
                  <c:v>25-10-2021</c:v>
                </c:pt>
                <c:pt idx="4307">
                  <c:v>25-10-2021</c:v>
                </c:pt>
                <c:pt idx="4308">
                  <c:v>25-10-2021</c:v>
                </c:pt>
                <c:pt idx="4309">
                  <c:v>25-10-2021</c:v>
                </c:pt>
                <c:pt idx="4310">
                  <c:v>25-10-2021</c:v>
                </c:pt>
                <c:pt idx="4311">
                  <c:v>25-10-2021</c:v>
                </c:pt>
                <c:pt idx="4312">
                  <c:v>25-10-2021</c:v>
                </c:pt>
                <c:pt idx="4313">
                  <c:v>25-10-2021</c:v>
                </c:pt>
                <c:pt idx="4314">
                  <c:v>25-10-2021</c:v>
                </c:pt>
                <c:pt idx="4315">
                  <c:v>25-10-2021</c:v>
                </c:pt>
                <c:pt idx="4316">
                  <c:v>25-10-2021</c:v>
                </c:pt>
                <c:pt idx="4317">
                  <c:v>25-10-2021</c:v>
                </c:pt>
                <c:pt idx="4318">
                  <c:v>25-10-2021</c:v>
                </c:pt>
                <c:pt idx="4319">
                  <c:v>25-10-2021</c:v>
                </c:pt>
                <c:pt idx="4320">
                  <c:v>25-10-2021</c:v>
                </c:pt>
                <c:pt idx="4321">
                  <c:v>25-10-2021</c:v>
                </c:pt>
                <c:pt idx="4322">
                  <c:v>25-10-2021</c:v>
                </c:pt>
                <c:pt idx="4323">
                  <c:v>25-10-2021</c:v>
                </c:pt>
                <c:pt idx="4324">
                  <c:v>25-10-2021</c:v>
                </c:pt>
                <c:pt idx="4325">
                  <c:v>25-10-2021</c:v>
                </c:pt>
                <c:pt idx="4326">
                  <c:v>25-10-2021</c:v>
                </c:pt>
                <c:pt idx="4327">
                  <c:v>25-10-2021</c:v>
                </c:pt>
                <c:pt idx="4328">
                  <c:v>25-10-2021</c:v>
                </c:pt>
                <c:pt idx="4329">
                  <c:v>25-10-2021</c:v>
                </c:pt>
                <c:pt idx="4330">
                  <c:v>25-10-2021</c:v>
                </c:pt>
                <c:pt idx="4331">
                  <c:v>26-10-2021</c:v>
                </c:pt>
                <c:pt idx="4332">
                  <c:v>26-10-2021</c:v>
                </c:pt>
                <c:pt idx="4333">
                  <c:v>26-10-2021</c:v>
                </c:pt>
                <c:pt idx="4334">
                  <c:v>26-10-2021</c:v>
                </c:pt>
                <c:pt idx="4335">
                  <c:v>26-10-2021</c:v>
                </c:pt>
                <c:pt idx="4336">
                  <c:v>26-10-2021</c:v>
                </c:pt>
                <c:pt idx="4337">
                  <c:v>26-10-2021</c:v>
                </c:pt>
                <c:pt idx="4338">
                  <c:v>26-10-2021</c:v>
                </c:pt>
                <c:pt idx="4339">
                  <c:v>26-10-2021</c:v>
                </c:pt>
                <c:pt idx="4340">
                  <c:v>26-10-2021</c:v>
                </c:pt>
                <c:pt idx="4341">
                  <c:v>26-10-2021</c:v>
                </c:pt>
                <c:pt idx="4342">
                  <c:v>26-10-2021</c:v>
                </c:pt>
                <c:pt idx="4343">
                  <c:v>26-10-2021</c:v>
                </c:pt>
                <c:pt idx="4344">
                  <c:v>26-10-2021</c:v>
                </c:pt>
                <c:pt idx="4345">
                  <c:v>26-10-2021</c:v>
                </c:pt>
                <c:pt idx="4346">
                  <c:v>26-10-2021</c:v>
                </c:pt>
                <c:pt idx="4347">
                  <c:v>26-10-2021</c:v>
                </c:pt>
                <c:pt idx="4348">
                  <c:v>26-10-2021</c:v>
                </c:pt>
                <c:pt idx="4349">
                  <c:v>26-10-2021</c:v>
                </c:pt>
                <c:pt idx="4350">
                  <c:v>26-10-2021</c:v>
                </c:pt>
                <c:pt idx="4351">
                  <c:v>26-10-2021</c:v>
                </c:pt>
                <c:pt idx="4352">
                  <c:v>26-10-2021</c:v>
                </c:pt>
                <c:pt idx="4353">
                  <c:v>26-10-2021</c:v>
                </c:pt>
                <c:pt idx="4354">
                  <c:v>26-10-2021</c:v>
                </c:pt>
                <c:pt idx="4355">
                  <c:v>26-10-2021</c:v>
                </c:pt>
                <c:pt idx="4356">
                  <c:v>26-10-2021</c:v>
                </c:pt>
                <c:pt idx="4357">
                  <c:v>26-10-2021</c:v>
                </c:pt>
                <c:pt idx="4358">
                  <c:v>26-10-2021</c:v>
                </c:pt>
                <c:pt idx="4359">
                  <c:v>26-10-2021</c:v>
                </c:pt>
                <c:pt idx="4360">
                  <c:v>26-10-2021</c:v>
                </c:pt>
                <c:pt idx="4361">
                  <c:v>26-10-2021</c:v>
                </c:pt>
                <c:pt idx="4362">
                  <c:v>26-10-2021</c:v>
                </c:pt>
                <c:pt idx="4363">
                  <c:v>26-10-2021</c:v>
                </c:pt>
                <c:pt idx="4364">
                  <c:v>26-10-2021</c:v>
                </c:pt>
                <c:pt idx="4365">
                  <c:v>26-10-2021</c:v>
                </c:pt>
                <c:pt idx="4366">
                  <c:v>26-10-2021</c:v>
                </c:pt>
                <c:pt idx="4367">
                  <c:v>26-10-2021</c:v>
                </c:pt>
                <c:pt idx="4368">
                  <c:v>26-10-2021</c:v>
                </c:pt>
                <c:pt idx="4369">
                  <c:v>26-10-2021</c:v>
                </c:pt>
                <c:pt idx="4370">
                  <c:v>26-10-2021</c:v>
                </c:pt>
                <c:pt idx="4371">
                  <c:v>26-10-2021</c:v>
                </c:pt>
                <c:pt idx="4372">
                  <c:v>26-10-2021</c:v>
                </c:pt>
                <c:pt idx="4373">
                  <c:v>26-10-2021</c:v>
                </c:pt>
                <c:pt idx="4374">
                  <c:v>26-10-2021</c:v>
                </c:pt>
                <c:pt idx="4375">
                  <c:v>26-10-2021</c:v>
                </c:pt>
                <c:pt idx="4376">
                  <c:v>26-10-2021</c:v>
                </c:pt>
                <c:pt idx="4377">
                  <c:v>26-10-2021</c:v>
                </c:pt>
                <c:pt idx="4378">
                  <c:v>26-10-2021</c:v>
                </c:pt>
                <c:pt idx="4379">
                  <c:v>26-10-2021</c:v>
                </c:pt>
                <c:pt idx="4380">
                  <c:v>26-10-2021</c:v>
                </c:pt>
                <c:pt idx="4381">
                  <c:v>26-10-2021</c:v>
                </c:pt>
                <c:pt idx="4382">
                  <c:v>26-10-2021</c:v>
                </c:pt>
                <c:pt idx="4383">
                  <c:v>26-10-2021</c:v>
                </c:pt>
                <c:pt idx="4384">
                  <c:v>26-10-2021</c:v>
                </c:pt>
                <c:pt idx="4385">
                  <c:v>27-10-2021</c:v>
                </c:pt>
                <c:pt idx="4386">
                  <c:v>27-10-2021</c:v>
                </c:pt>
                <c:pt idx="4387">
                  <c:v>27-10-2021</c:v>
                </c:pt>
                <c:pt idx="4388">
                  <c:v>27-10-2021</c:v>
                </c:pt>
                <c:pt idx="4389">
                  <c:v>27-10-2021</c:v>
                </c:pt>
                <c:pt idx="4390">
                  <c:v>27-10-2021</c:v>
                </c:pt>
                <c:pt idx="4391">
                  <c:v>27-10-2021</c:v>
                </c:pt>
                <c:pt idx="4392">
                  <c:v>27-10-2021</c:v>
                </c:pt>
                <c:pt idx="4393">
                  <c:v>27-10-2021</c:v>
                </c:pt>
                <c:pt idx="4394">
                  <c:v>27-10-2021</c:v>
                </c:pt>
                <c:pt idx="4395">
                  <c:v>27-10-2021</c:v>
                </c:pt>
                <c:pt idx="4396">
                  <c:v>27-10-2021</c:v>
                </c:pt>
                <c:pt idx="4397">
                  <c:v>27-10-2021</c:v>
                </c:pt>
                <c:pt idx="4398">
                  <c:v>27-10-2021</c:v>
                </c:pt>
                <c:pt idx="4399">
                  <c:v>27-10-2021</c:v>
                </c:pt>
                <c:pt idx="4400">
                  <c:v>27-10-2021</c:v>
                </c:pt>
                <c:pt idx="4401">
                  <c:v>27-10-2021</c:v>
                </c:pt>
                <c:pt idx="4402">
                  <c:v>27-10-2021</c:v>
                </c:pt>
                <c:pt idx="4403">
                  <c:v>27-10-2021</c:v>
                </c:pt>
                <c:pt idx="4404">
                  <c:v>27-10-2021</c:v>
                </c:pt>
                <c:pt idx="4405">
                  <c:v>27-10-2021</c:v>
                </c:pt>
                <c:pt idx="4406">
                  <c:v>27-10-2021</c:v>
                </c:pt>
                <c:pt idx="4407">
                  <c:v>27-10-2021</c:v>
                </c:pt>
                <c:pt idx="4408">
                  <c:v>27-10-2021</c:v>
                </c:pt>
                <c:pt idx="4409">
                  <c:v>27-10-2021</c:v>
                </c:pt>
                <c:pt idx="4410">
                  <c:v>27-10-2021</c:v>
                </c:pt>
                <c:pt idx="4411">
                  <c:v>27-10-2021</c:v>
                </c:pt>
                <c:pt idx="4412">
                  <c:v>27-10-2021</c:v>
                </c:pt>
                <c:pt idx="4413">
                  <c:v>27-10-2021</c:v>
                </c:pt>
                <c:pt idx="4414">
                  <c:v>27-10-2021</c:v>
                </c:pt>
                <c:pt idx="4415">
                  <c:v>27-10-2021</c:v>
                </c:pt>
                <c:pt idx="4416">
                  <c:v>27-10-2021</c:v>
                </c:pt>
                <c:pt idx="4417">
                  <c:v>27-10-2021</c:v>
                </c:pt>
                <c:pt idx="4418">
                  <c:v>27-10-2021</c:v>
                </c:pt>
                <c:pt idx="4419">
                  <c:v>27-10-2021</c:v>
                </c:pt>
                <c:pt idx="4420">
                  <c:v>27-10-2021</c:v>
                </c:pt>
                <c:pt idx="4421">
                  <c:v>27-10-2021</c:v>
                </c:pt>
                <c:pt idx="4422">
                  <c:v>27-10-2021</c:v>
                </c:pt>
                <c:pt idx="4423">
                  <c:v>27-10-2021</c:v>
                </c:pt>
                <c:pt idx="4424">
                  <c:v>27-10-2021</c:v>
                </c:pt>
                <c:pt idx="4425">
                  <c:v>27-10-2021</c:v>
                </c:pt>
                <c:pt idx="4426">
                  <c:v>27-10-2021</c:v>
                </c:pt>
                <c:pt idx="4427">
                  <c:v>27-10-2021</c:v>
                </c:pt>
                <c:pt idx="4428">
                  <c:v>27-10-2021</c:v>
                </c:pt>
                <c:pt idx="4429">
                  <c:v>27-10-2021</c:v>
                </c:pt>
                <c:pt idx="4430">
                  <c:v>27-10-2021</c:v>
                </c:pt>
                <c:pt idx="4431">
                  <c:v>27-10-2021</c:v>
                </c:pt>
                <c:pt idx="4432">
                  <c:v>27-10-2021</c:v>
                </c:pt>
                <c:pt idx="4433">
                  <c:v>27-10-2021</c:v>
                </c:pt>
                <c:pt idx="4434">
                  <c:v>27-10-2021</c:v>
                </c:pt>
                <c:pt idx="4435">
                  <c:v>27-10-2021</c:v>
                </c:pt>
                <c:pt idx="4436">
                  <c:v>27-10-2021</c:v>
                </c:pt>
                <c:pt idx="4437">
                  <c:v>28-10-2021</c:v>
                </c:pt>
                <c:pt idx="4438">
                  <c:v>28-10-2021</c:v>
                </c:pt>
                <c:pt idx="4439">
                  <c:v>28-10-2021</c:v>
                </c:pt>
                <c:pt idx="4440">
                  <c:v>28-10-2021</c:v>
                </c:pt>
                <c:pt idx="4441">
                  <c:v>28-10-2021</c:v>
                </c:pt>
                <c:pt idx="4442">
                  <c:v>28-10-2021</c:v>
                </c:pt>
                <c:pt idx="4443">
                  <c:v>28-10-2021</c:v>
                </c:pt>
                <c:pt idx="4444">
                  <c:v>28-10-2021</c:v>
                </c:pt>
                <c:pt idx="4445">
                  <c:v>28-10-2021</c:v>
                </c:pt>
                <c:pt idx="4446">
                  <c:v>28-10-2021</c:v>
                </c:pt>
                <c:pt idx="4447">
                  <c:v>28-10-2021</c:v>
                </c:pt>
                <c:pt idx="4448">
                  <c:v>28-10-2021</c:v>
                </c:pt>
                <c:pt idx="4449">
                  <c:v>28-10-2021</c:v>
                </c:pt>
                <c:pt idx="4450">
                  <c:v>28-10-2021</c:v>
                </c:pt>
                <c:pt idx="4451">
                  <c:v>28-10-2021</c:v>
                </c:pt>
                <c:pt idx="4452">
                  <c:v>28-10-2021</c:v>
                </c:pt>
                <c:pt idx="4453">
                  <c:v>28-10-2021</c:v>
                </c:pt>
                <c:pt idx="4454">
                  <c:v>28-10-2021</c:v>
                </c:pt>
                <c:pt idx="4455">
                  <c:v>28-10-2021</c:v>
                </c:pt>
                <c:pt idx="4456">
                  <c:v>28-10-2021</c:v>
                </c:pt>
                <c:pt idx="4457">
                  <c:v>28-10-2021</c:v>
                </c:pt>
                <c:pt idx="4458">
                  <c:v>28-10-2021</c:v>
                </c:pt>
                <c:pt idx="4459">
                  <c:v>28-10-2021</c:v>
                </c:pt>
                <c:pt idx="4460">
                  <c:v>28-10-2021</c:v>
                </c:pt>
                <c:pt idx="4461">
                  <c:v>28-10-2021</c:v>
                </c:pt>
                <c:pt idx="4462">
                  <c:v>28-10-2021</c:v>
                </c:pt>
                <c:pt idx="4463">
                  <c:v>28-10-2021</c:v>
                </c:pt>
                <c:pt idx="4464">
                  <c:v>28-10-2021</c:v>
                </c:pt>
                <c:pt idx="4465">
                  <c:v>28-10-2021</c:v>
                </c:pt>
                <c:pt idx="4466">
                  <c:v>28-10-2021</c:v>
                </c:pt>
                <c:pt idx="4467">
                  <c:v>28-10-2021</c:v>
                </c:pt>
                <c:pt idx="4468">
                  <c:v>28-10-2021</c:v>
                </c:pt>
                <c:pt idx="4469">
                  <c:v>28-10-2021</c:v>
                </c:pt>
                <c:pt idx="4470">
                  <c:v>28-10-2021</c:v>
                </c:pt>
                <c:pt idx="4471">
                  <c:v>28-10-2021</c:v>
                </c:pt>
                <c:pt idx="4472">
                  <c:v>28-10-2021</c:v>
                </c:pt>
                <c:pt idx="4473">
                  <c:v>28-10-2021</c:v>
                </c:pt>
                <c:pt idx="4474">
                  <c:v>28-10-2021</c:v>
                </c:pt>
                <c:pt idx="4475">
                  <c:v>28-10-2021</c:v>
                </c:pt>
                <c:pt idx="4476">
                  <c:v>28-10-2021</c:v>
                </c:pt>
                <c:pt idx="4477">
                  <c:v>28-10-2021</c:v>
                </c:pt>
                <c:pt idx="4478">
                  <c:v>28-10-2021</c:v>
                </c:pt>
                <c:pt idx="4479">
                  <c:v>28-10-2021</c:v>
                </c:pt>
                <c:pt idx="4480">
                  <c:v>28-10-2021</c:v>
                </c:pt>
                <c:pt idx="4481">
                  <c:v>28-10-2021</c:v>
                </c:pt>
                <c:pt idx="4482">
                  <c:v>28-10-2021</c:v>
                </c:pt>
                <c:pt idx="4483">
                  <c:v>28-10-2021</c:v>
                </c:pt>
                <c:pt idx="4484">
                  <c:v>28-10-2021</c:v>
                </c:pt>
                <c:pt idx="4485">
                  <c:v>28-10-2021</c:v>
                </c:pt>
                <c:pt idx="4486">
                  <c:v>28-10-2021</c:v>
                </c:pt>
                <c:pt idx="4487">
                  <c:v>28-10-2021</c:v>
                </c:pt>
                <c:pt idx="4488">
                  <c:v>29-10-2021</c:v>
                </c:pt>
                <c:pt idx="4489">
                  <c:v>29-10-2021</c:v>
                </c:pt>
                <c:pt idx="4490">
                  <c:v>29-10-2021</c:v>
                </c:pt>
                <c:pt idx="4491">
                  <c:v>29-10-2021</c:v>
                </c:pt>
                <c:pt idx="4492">
                  <c:v>29-10-2021</c:v>
                </c:pt>
                <c:pt idx="4493">
                  <c:v>29-10-2021</c:v>
                </c:pt>
                <c:pt idx="4494">
                  <c:v>29-10-2021</c:v>
                </c:pt>
                <c:pt idx="4495">
                  <c:v>29-10-2021</c:v>
                </c:pt>
                <c:pt idx="4496">
                  <c:v>29-10-2021</c:v>
                </c:pt>
                <c:pt idx="4497">
                  <c:v>29-10-2021</c:v>
                </c:pt>
                <c:pt idx="4498">
                  <c:v>29-10-2021</c:v>
                </c:pt>
                <c:pt idx="4499">
                  <c:v>29-10-2021</c:v>
                </c:pt>
                <c:pt idx="4500">
                  <c:v>29-10-2021</c:v>
                </c:pt>
                <c:pt idx="4501">
                  <c:v>29-10-2021</c:v>
                </c:pt>
                <c:pt idx="4502">
                  <c:v>29-10-2021</c:v>
                </c:pt>
                <c:pt idx="4503">
                  <c:v>29-10-2021</c:v>
                </c:pt>
                <c:pt idx="4504">
                  <c:v>29-10-2021</c:v>
                </c:pt>
                <c:pt idx="4505">
                  <c:v>29-10-2021</c:v>
                </c:pt>
                <c:pt idx="4506">
                  <c:v>29-10-2021</c:v>
                </c:pt>
                <c:pt idx="4507">
                  <c:v>29-10-2021</c:v>
                </c:pt>
                <c:pt idx="4508">
                  <c:v>29-10-2021</c:v>
                </c:pt>
                <c:pt idx="4509">
                  <c:v>29-10-2021</c:v>
                </c:pt>
                <c:pt idx="4510">
                  <c:v>29-10-2021</c:v>
                </c:pt>
                <c:pt idx="4511">
                  <c:v>29-10-2021</c:v>
                </c:pt>
                <c:pt idx="4512">
                  <c:v>29-10-2021</c:v>
                </c:pt>
                <c:pt idx="4513">
                  <c:v>29-10-2021</c:v>
                </c:pt>
                <c:pt idx="4514">
                  <c:v>29-10-2021</c:v>
                </c:pt>
                <c:pt idx="4515">
                  <c:v>29-10-2021</c:v>
                </c:pt>
                <c:pt idx="4516">
                  <c:v>29-10-2021</c:v>
                </c:pt>
                <c:pt idx="4517">
                  <c:v>29-10-2021</c:v>
                </c:pt>
                <c:pt idx="4518">
                  <c:v>29-10-2021</c:v>
                </c:pt>
                <c:pt idx="4519">
                  <c:v>29-10-2021</c:v>
                </c:pt>
                <c:pt idx="4520">
                  <c:v>29-10-2021</c:v>
                </c:pt>
                <c:pt idx="4521">
                  <c:v>29-10-2021</c:v>
                </c:pt>
                <c:pt idx="4522">
                  <c:v>29-10-2021</c:v>
                </c:pt>
                <c:pt idx="4523">
                  <c:v>29-10-2021</c:v>
                </c:pt>
                <c:pt idx="4524">
                  <c:v>29-10-2021</c:v>
                </c:pt>
                <c:pt idx="4525">
                  <c:v>29-10-2021</c:v>
                </c:pt>
                <c:pt idx="4526">
                  <c:v>29-10-2021</c:v>
                </c:pt>
                <c:pt idx="4527">
                  <c:v>29-10-2021</c:v>
                </c:pt>
                <c:pt idx="4528">
                  <c:v>29-10-2021</c:v>
                </c:pt>
                <c:pt idx="4529">
                  <c:v>29-10-2021</c:v>
                </c:pt>
                <c:pt idx="4530">
                  <c:v>29-10-2021</c:v>
                </c:pt>
                <c:pt idx="4531">
                  <c:v>29-10-2021</c:v>
                </c:pt>
                <c:pt idx="4532">
                  <c:v>29-10-2021</c:v>
                </c:pt>
                <c:pt idx="4533">
                  <c:v>29-10-2021</c:v>
                </c:pt>
                <c:pt idx="4534">
                  <c:v>29-10-2021</c:v>
                </c:pt>
                <c:pt idx="4535">
                  <c:v>29-10-2021</c:v>
                </c:pt>
                <c:pt idx="4536">
                  <c:v>29-10-2021</c:v>
                </c:pt>
                <c:pt idx="4537">
                  <c:v>29-10-2021</c:v>
                </c:pt>
                <c:pt idx="4538">
                  <c:v>29-10-2021</c:v>
                </c:pt>
                <c:pt idx="4539">
                  <c:v>30-10-2021</c:v>
                </c:pt>
                <c:pt idx="4540">
                  <c:v>30-10-2021</c:v>
                </c:pt>
                <c:pt idx="4541">
                  <c:v>30-10-2021</c:v>
                </c:pt>
                <c:pt idx="4542">
                  <c:v>30-10-2021</c:v>
                </c:pt>
                <c:pt idx="4543">
                  <c:v>30-10-2021</c:v>
                </c:pt>
                <c:pt idx="4544">
                  <c:v>30-10-2021</c:v>
                </c:pt>
                <c:pt idx="4545">
                  <c:v>30-10-2021</c:v>
                </c:pt>
                <c:pt idx="4546">
                  <c:v>30-10-2021</c:v>
                </c:pt>
                <c:pt idx="4547">
                  <c:v>30-10-2021</c:v>
                </c:pt>
                <c:pt idx="4548">
                  <c:v>30-10-2021</c:v>
                </c:pt>
                <c:pt idx="4549">
                  <c:v>30-10-2021</c:v>
                </c:pt>
                <c:pt idx="4550">
                  <c:v>30-10-2021</c:v>
                </c:pt>
                <c:pt idx="4551">
                  <c:v>30-10-2021</c:v>
                </c:pt>
                <c:pt idx="4552">
                  <c:v>30-10-2021</c:v>
                </c:pt>
                <c:pt idx="4553">
                  <c:v>30-10-2021</c:v>
                </c:pt>
                <c:pt idx="4554">
                  <c:v>30-10-2021</c:v>
                </c:pt>
                <c:pt idx="4555">
                  <c:v>30-10-2021</c:v>
                </c:pt>
                <c:pt idx="4556">
                  <c:v>30-10-2021</c:v>
                </c:pt>
                <c:pt idx="4557">
                  <c:v>30-10-2021</c:v>
                </c:pt>
                <c:pt idx="4558">
                  <c:v>30-10-2021</c:v>
                </c:pt>
                <c:pt idx="4559">
                  <c:v>30-10-2021</c:v>
                </c:pt>
                <c:pt idx="4560">
                  <c:v>30-10-2021</c:v>
                </c:pt>
                <c:pt idx="4561">
                  <c:v>30-10-2021</c:v>
                </c:pt>
                <c:pt idx="4562">
                  <c:v>30-10-2021</c:v>
                </c:pt>
                <c:pt idx="4563">
                  <c:v>30-10-2021</c:v>
                </c:pt>
                <c:pt idx="4564">
                  <c:v>30-10-2021</c:v>
                </c:pt>
                <c:pt idx="4565">
                  <c:v>30-10-2021</c:v>
                </c:pt>
                <c:pt idx="4566">
                  <c:v>30-10-2021</c:v>
                </c:pt>
                <c:pt idx="4567">
                  <c:v>30-10-2021</c:v>
                </c:pt>
                <c:pt idx="4568">
                  <c:v>30-10-2021</c:v>
                </c:pt>
                <c:pt idx="4569">
                  <c:v>30-10-2021</c:v>
                </c:pt>
                <c:pt idx="4570">
                  <c:v>30-10-2021</c:v>
                </c:pt>
                <c:pt idx="4571">
                  <c:v>30-10-2021</c:v>
                </c:pt>
                <c:pt idx="4572">
                  <c:v>30-10-2021</c:v>
                </c:pt>
                <c:pt idx="4573">
                  <c:v>30-10-2021</c:v>
                </c:pt>
                <c:pt idx="4574">
                  <c:v>30-10-2021</c:v>
                </c:pt>
                <c:pt idx="4575">
                  <c:v>30-10-2021</c:v>
                </c:pt>
                <c:pt idx="4576">
                  <c:v>30-10-2021</c:v>
                </c:pt>
                <c:pt idx="4577">
                  <c:v>30-10-2021</c:v>
                </c:pt>
                <c:pt idx="4578">
                  <c:v>30-10-2021</c:v>
                </c:pt>
                <c:pt idx="4579">
                  <c:v>30-10-2021</c:v>
                </c:pt>
                <c:pt idx="4580">
                  <c:v>30-10-2021</c:v>
                </c:pt>
                <c:pt idx="4581">
                  <c:v>30-10-2021</c:v>
                </c:pt>
                <c:pt idx="4582">
                  <c:v>30-10-2021</c:v>
                </c:pt>
                <c:pt idx="4583">
                  <c:v>30-10-2021</c:v>
                </c:pt>
                <c:pt idx="4584">
                  <c:v>30-10-2021</c:v>
                </c:pt>
                <c:pt idx="4585">
                  <c:v>30-10-2021</c:v>
                </c:pt>
                <c:pt idx="4586">
                  <c:v>30-10-2021</c:v>
                </c:pt>
                <c:pt idx="4587">
                  <c:v>30-10-2021</c:v>
                </c:pt>
                <c:pt idx="4588">
                  <c:v>30-10-2021</c:v>
                </c:pt>
                <c:pt idx="4589">
                  <c:v>30-10-2021</c:v>
                </c:pt>
                <c:pt idx="4590">
                  <c:v>30-10-2021</c:v>
                </c:pt>
                <c:pt idx="4591">
                  <c:v>30-10-2021</c:v>
                </c:pt>
                <c:pt idx="4592">
                  <c:v>30-10-2021</c:v>
                </c:pt>
                <c:pt idx="4593">
                  <c:v>30-10-2021</c:v>
                </c:pt>
                <c:pt idx="4594">
                  <c:v>30-10-2021</c:v>
                </c:pt>
                <c:pt idx="4595">
                  <c:v>30-10-2021</c:v>
                </c:pt>
                <c:pt idx="4596">
                  <c:v>30-10-2021</c:v>
                </c:pt>
                <c:pt idx="4597">
                  <c:v>30-10-2021</c:v>
                </c:pt>
                <c:pt idx="4598">
                  <c:v>30-10-2021</c:v>
                </c:pt>
                <c:pt idx="4599">
                  <c:v>30-10-2021</c:v>
                </c:pt>
                <c:pt idx="4600">
                  <c:v>30-10-2021</c:v>
                </c:pt>
                <c:pt idx="4601">
                  <c:v>30-10-2021</c:v>
                </c:pt>
                <c:pt idx="4602">
                  <c:v>30-10-2021</c:v>
                </c:pt>
                <c:pt idx="4603">
                  <c:v>30-10-2021</c:v>
                </c:pt>
                <c:pt idx="4604">
                  <c:v>30-10-2021</c:v>
                </c:pt>
                <c:pt idx="4605">
                  <c:v>30-10-2021</c:v>
                </c:pt>
                <c:pt idx="4606">
                  <c:v>30-10-2021</c:v>
                </c:pt>
                <c:pt idx="4607">
                  <c:v>30-10-2021</c:v>
                </c:pt>
                <c:pt idx="4608">
                  <c:v>30-10-2021</c:v>
                </c:pt>
                <c:pt idx="4609">
                  <c:v>30-10-2021</c:v>
                </c:pt>
                <c:pt idx="4610">
                  <c:v>30-10-2021</c:v>
                </c:pt>
                <c:pt idx="4611">
                  <c:v>01-12-2021</c:v>
                </c:pt>
                <c:pt idx="4612">
                  <c:v>01-12-2021</c:v>
                </c:pt>
                <c:pt idx="4613">
                  <c:v>01-12-2021</c:v>
                </c:pt>
                <c:pt idx="4614">
                  <c:v>01-12-2021</c:v>
                </c:pt>
                <c:pt idx="4615">
                  <c:v>01-12-2021</c:v>
                </c:pt>
                <c:pt idx="4616">
                  <c:v>01-12-2021</c:v>
                </c:pt>
                <c:pt idx="4617">
                  <c:v>01-12-2021</c:v>
                </c:pt>
                <c:pt idx="4618">
                  <c:v>01-12-2021</c:v>
                </c:pt>
                <c:pt idx="4619">
                  <c:v>01-12-2021</c:v>
                </c:pt>
                <c:pt idx="4620">
                  <c:v>01-12-2021</c:v>
                </c:pt>
                <c:pt idx="4621">
                  <c:v>01-12-2021</c:v>
                </c:pt>
                <c:pt idx="4622">
                  <c:v>01-12-2021</c:v>
                </c:pt>
                <c:pt idx="4623">
                  <c:v>01-12-2021</c:v>
                </c:pt>
                <c:pt idx="4624">
                  <c:v>01-12-2021</c:v>
                </c:pt>
                <c:pt idx="4625">
                  <c:v>01-12-2021</c:v>
                </c:pt>
                <c:pt idx="4626">
                  <c:v>01-12-2021</c:v>
                </c:pt>
                <c:pt idx="4627">
                  <c:v>01-12-2021</c:v>
                </c:pt>
                <c:pt idx="4628">
                  <c:v>01-12-2021</c:v>
                </c:pt>
                <c:pt idx="4629">
                  <c:v>01-12-2021</c:v>
                </c:pt>
                <c:pt idx="4630">
                  <c:v>01-12-2021</c:v>
                </c:pt>
                <c:pt idx="4631">
                  <c:v>01-12-2021</c:v>
                </c:pt>
                <c:pt idx="4632">
                  <c:v>01-12-2021</c:v>
                </c:pt>
                <c:pt idx="4633">
                  <c:v>01-12-2021</c:v>
                </c:pt>
                <c:pt idx="4634">
                  <c:v>01-12-2021</c:v>
                </c:pt>
                <c:pt idx="4635">
                  <c:v>01-12-2021</c:v>
                </c:pt>
                <c:pt idx="4636">
                  <c:v>01-12-2021</c:v>
                </c:pt>
                <c:pt idx="4637">
                  <c:v>01-12-2021</c:v>
                </c:pt>
                <c:pt idx="4638">
                  <c:v>01-12-2021</c:v>
                </c:pt>
                <c:pt idx="4639">
                  <c:v>01-12-2021</c:v>
                </c:pt>
                <c:pt idx="4640">
                  <c:v>01-12-2021</c:v>
                </c:pt>
                <c:pt idx="4641">
                  <c:v>01-12-2021</c:v>
                </c:pt>
                <c:pt idx="4642">
                  <c:v>01-12-2021</c:v>
                </c:pt>
                <c:pt idx="4643">
                  <c:v>01-12-2021</c:v>
                </c:pt>
                <c:pt idx="4644">
                  <c:v>01-12-2021</c:v>
                </c:pt>
                <c:pt idx="4645">
                  <c:v>01-12-2021</c:v>
                </c:pt>
                <c:pt idx="4646">
                  <c:v>01-12-2021</c:v>
                </c:pt>
                <c:pt idx="4647">
                  <c:v>01-12-2021</c:v>
                </c:pt>
                <c:pt idx="4648">
                  <c:v>01-12-2021</c:v>
                </c:pt>
                <c:pt idx="4649">
                  <c:v>01-12-2021</c:v>
                </c:pt>
                <c:pt idx="4650">
                  <c:v>01-12-2021</c:v>
                </c:pt>
                <c:pt idx="4651">
                  <c:v>01-12-2021</c:v>
                </c:pt>
                <c:pt idx="4652">
                  <c:v>01-12-2021</c:v>
                </c:pt>
                <c:pt idx="4653">
                  <c:v>01-12-2021</c:v>
                </c:pt>
                <c:pt idx="4654">
                  <c:v>01-12-2021</c:v>
                </c:pt>
                <c:pt idx="4655">
                  <c:v>01-12-2021</c:v>
                </c:pt>
                <c:pt idx="4656">
                  <c:v>01-12-2021</c:v>
                </c:pt>
                <c:pt idx="4657">
                  <c:v>01-12-2021</c:v>
                </c:pt>
                <c:pt idx="4658">
                  <c:v>01-12-2021</c:v>
                </c:pt>
                <c:pt idx="4659">
                  <c:v>01-12-2021</c:v>
                </c:pt>
                <c:pt idx="4660">
                  <c:v>01-12-2021</c:v>
                </c:pt>
                <c:pt idx="4661">
                  <c:v>02-12-2021</c:v>
                </c:pt>
                <c:pt idx="4662">
                  <c:v>02-12-2021</c:v>
                </c:pt>
                <c:pt idx="4663">
                  <c:v>02-12-2021</c:v>
                </c:pt>
                <c:pt idx="4664">
                  <c:v>02-12-2021</c:v>
                </c:pt>
                <c:pt idx="4665">
                  <c:v>02-12-2021</c:v>
                </c:pt>
                <c:pt idx="4666">
                  <c:v>02-12-2021</c:v>
                </c:pt>
                <c:pt idx="4667">
                  <c:v>02-12-2021</c:v>
                </c:pt>
                <c:pt idx="4668">
                  <c:v>02-12-2021</c:v>
                </c:pt>
                <c:pt idx="4669">
                  <c:v>02-12-2021</c:v>
                </c:pt>
                <c:pt idx="4670">
                  <c:v>02-12-2021</c:v>
                </c:pt>
                <c:pt idx="4671">
                  <c:v>02-12-2021</c:v>
                </c:pt>
                <c:pt idx="4672">
                  <c:v>02-12-2021</c:v>
                </c:pt>
                <c:pt idx="4673">
                  <c:v>02-12-2021</c:v>
                </c:pt>
                <c:pt idx="4674">
                  <c:v>02-12-2021</c:v>
                </c:pt>
                <c:pt idx="4675">
                  <c:v>02-12-2021</c:v>
                </c:pt>
                <c:pt idx="4676">
                  <c:v>02-12-2021</c:v>
                </c:pt>
                <c:pt idx="4677">
                  <c:v>02-12-2021</c:v>
                </c:pt>
                <c:pt idx="4678">
                  <c:v>02-12-2021</c:v>
                </c:pt>
                <c:pt idx="4679">
                  <c:v>02-12-2021</c:v>
                </c:pt>
                <c:pt idx="4680">
                  <c:v>02-12-2021</c:v>
                </c:pt>
                <c:pt idx="4681">
                  <c:v>02-12-2021</c:v>
                </c:pt>
                <c:pt idx="4682">
                  <c:v>02-12-2021</c:v>
                </c:pt>
                <c:pt idx="4683">
                  <c:v>02-12-2021</c:v>
                </c:pt>
                <c:pt idx="4684">
                  <c:v>02-12-2021</c:v>
                </c:pt>
                <c:pt idx="4685">
                  <c:v>02-12-2021</c:v>
                </c:pt>
                <c:pt idx="4686">
                  <c:v>02-12-2021</c:v>
                </c:pt>
                <c:pt idx="4687">
                  <c:v>02-12-2021</c:v>
                </c:pt>
                <c:pt idx="4688">
                  <c:v>02-12-2021</c:v>
                </c:pt>
                <c:pt idx="4689">
                  <c:v>02-12-2021</c:v>
                </c:pt>
                <c:pt idx="4690">
                  <c:v>02-12-2021</c:v>
                </c:pt>
                <c:pt idx="4691">
                  <c:v>02-12-2021</c:v>
                </c:pt>
                <c:pt idx="4692">
                  <c:v>02-12-2021</c:v>
                </c:pt>
                <c:pt idx="4693">
                  <c:v>02-12-2021</c:v>
                </c:pt>
                <c:pt idx="4694">
                  <c:v>02-12-2021</c:v>
                </c:pt>
                <c:pt idx="4695">
                  <c:v>02-12-2021</c:v>
                </c:pt>
                <c:pt idx="4696">
                  <c:v>02-12-2021</c:v>
                </c:pt>
                <c:pt idx="4697">
                  <c:v>02-12-2021</c:v>
                </c:pt>
                <c:pt idx="4698">
                  <c:v>02-12-2021</c:v>
                </c:pt>
                <c:pt idx="4699">
                  <c:v>02-12-2021</c:v>
                </c:pt>
                <c:pt idx="4700">
                  <c:v>02-12-2021</c:v>
                </c:pt>
                <c:pt idx="4701">
                  <c:v>02-12-2021</c:v>
                </c:pt>
                <c:pt idx="4702">
                  <c:v>02-12-2021</c:v>
                </c:pt>
                <c:pt idx="4703">
                  <c:v>02-12-2021</c:v>
                </c:pt>
                <c:pt idx="4704">
                  <c:v>02-12-2021</c:v>
                </c:pt>
                <c:pt idx="4705">
                  <c:v>02-12-2021</c:v>
                </c:pt>
                <c:pt idx="4706">
                  <c:v>02-12-2021</c:v>
                </c:pt>
                <c:pt idx="4707">
                  <c:v>02-12-2021</c:v>
                </c:pt>
                <c:pt idx="4708">
                  <c:v>02-12-2021</c:v>
                </c:pt>
                <c:pt idx="4709">
                  <c:v>02-12-2021</c:v>
                </c:pt>
                <c:pt idx="4710">
                  <c:v>02-12-2021</c:v>
                </c:pt>
                <c:pt idx="4711">
                  <c:v>03-12-2021</c:v>
                </c:pt>
                <c:pt idx="4712">
                  <c:v>03-12-2021</c:v>
                </c:pt>
                <c:pt idx="4713">
                  <c:v>03-12-2021</c:v>
                </c:pt>
                <c:pt idx="4714">
                  <c:v>03-12-2021</c:v>
                </c:pt>
                <c:pt idx="4715">
                  <c:v>03-12-2021</c:v>
                </c:pt>
                <c:pt idx="4716">
                  <c:v>03-12-2021</c:v>
                </c:pt>
                <c:pt idx="4717">
                  <c:v>03-12-2021</c:v>
                </c:pt>
                <c:pt idx="4718">
                  <c:v>03-12-2021</c:v>
                </c:pt>
                <c:pt idx="4719">
                  <c:v>03-12-2021</c:v>
                </c:pt>
                <c:pt idx="4720">
                  <c:v>03-12-2021</c:v>
                </c:pt>
                <c:pt idx="4721">
                  <c:v>03-12-2021</c:v>
                </c:pt>
                <c:pt idx="4722">
                  <c:v>03-12-2021</c:v>
                </c:pt>
                <c:pt idx="4723">
                  <c:v>03-12-2021</c:v>
                </c:pt>
                <c:pt idx="4724">
                  <c:v>03-12-2021</c:v>
                </c:pt>
                <c:pt idx="4725">
                  <c:v>03-12-2021</c:v>
                </c:pt>
                <c:pt idx="4726">
                  <c:v>03-12-2021</c:v>
                </c:pt>
                <c:pt idx="4727">
                  <c:v>03-12-2021</c:v>
                </c:pt>
                <c:pt idx="4728">
                  <c:v>03-12-2021</c:v>
                </c:pt>
                <c:pt idx="4729">
                  <c:v>03-12-2021</c:v>
                </c:pt>
                <c:pt idx="4730">
                  <c:v>03-12-2021</c:v>
                </c:pt>
                <c:pt idx="4731">
                  <c:v>03-12-2021</c:v>
                </c:pt>
                <c:pt idx="4732">
                  <c:v>03-12-2021</c:v>
                </c:pt>
                <c:pt idx="4733">
                  <c:v>03-12-2021</c:v>
                </c:pt>
                <c:pt idx="4734">
                  <c:v>03-12-2021</c:v>
                </c:pt>
                <c:pt idx="4735">
                  <c:v>03-12-2021</c:v>
                </c:pt>
                <c:pt idx="4736">
                  <c:v>03-12-2021</c:v>
                </c:pt>
                <c:pt idx="4737">
                  <c:v>03-12-2021</c:v>
                </c:pt>
                <c:pt idx="4738">
                  <c:v>03-12-2021</c:v>
                </c:pt>
                <c:pt idx="4739">
                  <c:v>03-12-2021</c:v>
                </c:pt>
                <c:pt idx="4740">
                  <c:v>03-12-2021</c:v>
                </c:pt>
                <c:pt idx="4741">
                  <c:v>03-12-2021</c:v>
                </c:pt>
                <c:pt idx="4742">
                  <c:v>03-12-2021</c:v>
                </c:pt>
                <c:pt idx="4743">
                  <c:v>03-12-2021</c:v>
                </c:pt>
                <c:pt idx="4744">
                  <c:v>03-12-2021</c:v>
                </c:pt>
                <c:pt idx="4745">
                  <c:v>03-12-2021</c:v>
                </c:pt>
                <c:pt idx="4746">
                  <c:v>03-12-2021</c:v>
                </c:pt>
                <c:pt idx="4747">
                  <c:v>03-12-2021</c:v>
                </c:pt>
                <c:pt idx="4748">
                  <c:v>03-12-2021</c:v>
                </c:pt>
                <c:pt idx="4749">
                  <c:v>03-12-2021</c:v>
                </c:pt>
                <c:pt idx="4750">
                  <c:v>03-12-2021</c:v>
                </c:pt>
                <c:pt idx="4751">
                  <c:v>03-12-2021</c:v>
                </c:pt>
                <c:pt idx="4752">
                  <c:v>03-12-2021</c:v>
                </c:pt>
                <c:pt idx="4753">
                  <c:v>03-12-2021</c:v>
                </c:pt>
                <c:pt idx="4754">
                  <c:v>03-12-2021</c:v>
                </c:pt>
                <c:pt idx="4755">
                  <c:v>03-12-2021</c:v>
                </c:pt>
                <c:pt idx="4756">
                  <c:v>03-12-2021</c:v>
                </c:pt>
                <c:pt idx="4757">
                  <c:v>03-12-2021</c:v>
                </c:pt>
                <c:pt idx="4758">
                  <c:v>03-12-2021</c:v>
                </c:pt>
                <c:pt idx="4759">
                  <c:v>03-12-2021</c:v>
                </c:pt>
                <c:pt idx="4760">
                  <c:v>03-12-2021</c:v>
                </c:pt>
                <c:pt idx="4761">
                  <c:v>04-12-2021</c:v>
                </c:pt>
                <c:pt idx="4762">
                  <c:v>04-12-2021</c:v>
                </c:pt>
                <c:pt idx="4763">
                  <c:v>04-12-2021</c:v>
                </c:pt>
                <c:pt idx="4764">
                  <c:v>04-12-2021</c:v>
                </c:pt>
                <c:pt idx="4765">
                  <c:v>04-12-2021</c:v>
                </c:pt>
                <c:pt idx="4766">
                  <c:v>04-12-2021</c:v>
                </c:pt>
                <c:pt idx="4767">
                  <c:v>04-12-2021</c:v>
                </c:pt>
                <c:pt idx="4768">
                  <c:v>04-12-2021</c:v>
                </c:pt>
                <c:pt idx="4769">
                  <c:v>04-12-2021</c:v>
                </c:pt>
                <c:pt idx="4770">
                  <c:v>04-12-2021</c:v>
                </c:pt>
                <c:pt idx="4771">
                  <c:v>04-12-2021</c:v>
                </c:pt>
                <c:pt idx="4772">
                  <c:v>04-12-2021</c:v>
                </c:pt>
                <c:pt idx="4773">
                  <c:v>04-12-2021</c:v>
                </c:pt>
                <c:pt idx="4774">
                  <c:v>04-12-2021</c:v>
                </c:pt>
                <c:pt idx="4775">
                  <c:v>04-12-2021</c:v>
                </c:pt>
                <c:pt idx="4776">
                  <c:v>04-12-2021</c:v>
                </c:pt>
                <c:pt idx="4777">
                  <c:v>04-12-2021</c:v>
                </c:pt>
                <c:pt idx="4778">
                  <c:v>04-12-2021</c:v>
                </c:pt>
                <c:pt idx="4779">
                  <c:v>04-12-2021</c:v>
                </c:pt>
                <c:pt idx="4780">
                  <c:v>04-12-2021</c:v>
                </c:pt>
                <c:pt idx="4781">
                  <c:v>04-12-2021</c:v>
                </c:pt>
                <c:pt idx="4782">
                  <c:v>04-12-2021</c:v>
                </c:pt>
                <c:pt idx="4783">
                  <c:v>04-12-2021</c:v>
                </c:pt>
                <c:pt idx="4784">
                  <c:v>04-12-2021</c:v>
                </c:pt>
                <c:pt idx="4785">
                  <c:v>04-12-2021</c:v>
                </c:pt>
                <c:pt idx="4786">
                  <c:v>04-12-2021</c:v>
                </c:pt>
                <c:pt idx="4787">
                  <c:v>04-12-2021</c:v>
                </c:pt>
                <c:pt idx="4788">
                  <c:v>04-12-2021</c:v>
                </c:pt>
                <c:pt idx="4789">
                  <c:v>04-12-2021</c:v>
                </c:pt>
                <c:pt idx="4790">
                  <c:v>04-12-2021</c:v>
                </c:pt>
                <c:pt idx="4791">
                  <c:v>04-12-2021</c:v>
                </c:pt>
                <c:pt idx="4792">
                  <c:v>04-12-2021</c:v>
                </c:pt>
                <c:pt idx="4793">
                  <c:v>04-12-2021</c:v>
                </c:pt>
                <c:pt idx="4794">
                  <c:v>04-12-2021</c:v>
                </c:pt>
                <c:pt idx="4795">
                  <c:v>04-12-2021</c:v>
                </c:pt>
                <c:pt idx="4796">
                  <c:v>04-12-2021</c:v>
                </c:pt>
                <c:pt idx="4797">
                  <c:v>04-12-2021</c:v>
                </c:pt>
                <c:pt idx="4798">
                  <c:v>04-12-2021</c:v>
                </c:pt>
                <c:pt idx="4799">
                  <c:v>04-12-2021</c:v>
                </c:pt>
                <c:pt idx="4800">
                  <c:v>04-12-2021</c:v>
                </c:pt>
                <c:pt idx="4801">
                  <c:v>04-12-2021</c:v>
                </c:pt>
                <c:pt idx="4802">
                  <c:v>04-12-2021</c:v>
                </c:pt>
                <c:pt idx="4803">
                  <c:v>04-12-2021</c:v>
                </c:pt>
                <c:pt idx="4804">
                  <c:v>04-12-2021</c:v>
                </c:pt>
                <c:pt idx="4805">
                  <c:v>04-12-2021</c:v>
                </c:pt>
                <c:pt idx="4806">
                  <c:v>04-12-2021</c:v>
                </c:pt>
                <c:pt idx="4807">
                  <c:v>04-12-2021</c:v>
                </c:pt>
                <c:pt idx="4808">
                  <c:v>04-12-2021</c:v>
                </c:pt>
                <c:pt idx="4809">
                  <c:v>04-12-2021</c:v>
                </c:pt>
                <c:pt idx="4810">
                  <c:v>04-12-2021</c:v>
                </c:pt>
                <c:pt idx="4811">
                  <c:v>05-12-2021</c:v>
                </c:pt>
                <c:pt idx="4812">
                  <c:v>05-12-2021</c:v>
                </c:pt>
                <c:pt idx="4813">
                  <c:v>05-12-2021</c:v>
                </c:pt>
                <c:pt idx="4814">
                  <c:v>05-12-2021</c:v>
                </c:pt>
                <c:pt idx="4815">
                  <c:v>05-12-2021</c:v>
                </c:pt>
                <c:pt idx="4816">
                  <c:v>05-12-2021</c:v>
                </c:pt>
                <c:pt idx="4817">
                  <c:v>05-12-2021</c:v>
                </c:pt>
                <c:pt idx="4818">
                  <c:v>05-12-2021</c:v>
                </c:pt>
                <c:pt idx="4819">
                  <c:v>05-12-2021</c:v>
                </c:pt>
                <c:pt idx="4820">
                  <c:v>05-12-2021</c:v>
                </c:pt>
                <c:pt idx="4821">
                  <c:v>05-12-2021</c:v>
                </c:pt>
                <c:pt idx="4822">
                  <c:v>05-12-2021</c:v>
                </c:pt>
                <c:pt idx="4823">
                  <c:v>05-12-2021</c:v>
                </c:pt>
                <c:pt idx="4824">
                  <c:v>05-12-2021</c:v>
                </c:pt>
                <c:pt idx="4825">
                  <c:v>05-12-2021</c:v>
                </c:pt>
                <c:pt idx="4826">
                  <c:v>05-12-2021</c:v>
                </c:pt>
                <c:pt idx="4827">
                  <c:v>05-12-2021</c:v>
                </c:pt>
                <c:pt idx="4828">
                  <c:v>05-12-2021</c:v>
                </c:pt>
                <c:pt idx="4829">
                  <c:v>05-12-2021</c:v>
                </c:pt>
                <c:pt idx="4830">
                  <c:v>05-12-2021</c:v>
                </c:pt>
                <c:pt idx="4831">
                  <c:v>05-12-2021</c:v>
                </c:pt>
                <c:pt idx="4832">
                  <c:v>05-12-2021</c:v>
                </c:pt>
                <c:pt idx="4833">
                  <c:v>05-12-2021</c:v>
                </c:pt>
                <c:pt idx="4834">
                  <c:v>05-12-2021</c:v>
                </c:pt>
                <c:pt idx="4835">
                  <c:v>05-12-2021</c:v>
                </c:pt>
                <c:pt idx="4836">
                  <c:v>05-12-2021</c:v>
                </c:pt>
                <c:pt idx="4837">
                  <c:v>05-12-2021</c:v>
                </c:pt>
                <c:pt idx="4838">
                  <c:v>05-12-2021</c:v>
                </c:pt>
                <c:pt idx="4839">
                  <c:v>05-12-2021</c:v>
                </c:pt>
                <c:pt idx="4840">
                  <c:v>05-12-2021</c:v>
                </c:pt>
                <c:pt idx="4841">
                  <c:v>05-12-2021</c:v>
                </c:pt>
                <c:pt idx="4842">
                  <c:v>05-12-2021</c:v>
                </c:pt>
                <c:pt idx="4843">
                  <c:v>05-12-2021</c:v>
                </c:pt>
                <c:pt idx="4844">
                  <c:v>05-12-2021</c:v>
                </c:pt>
                <c:pt idx="4845">
                  <c:v>05-12-2021</c:v>
                </c:pt>
                <c:pt idx="4846">
                  <c:v>05-12-2021</c:v>
                </c:pt>
                <c:pt idx="4847">
                  <c:v>05-12-2021</c:v>
                </c:pt>
                <c:pt idx="4848">
                  <c:v>05-12-2021</c:v>
                </c:pt>
                <c:pt idx="4849">
                  <c:v>05-12-2021</c:v>
                </c:pt>
                <c:pt idx="4850">
                  <c:v>05-12-2021</c:v>
                </c:pt>
                <c:pt idx="4851">
                  <c:v>05-12-2021</c:v>
                </c:pt>
                <c:pt idx="4852">
                  <c:v>05-12-2021</c:v>
                </c:pt>
                <c:pt idx="4853">
                  <c:v>05-12-2021</c:v>
                </c:pt>
                <c:pt idx="4854">
                  <c:v>05-12-2021</c:v>
                </c:pt>
                <c:pt idx="4855">
                  <c:v>05-12-2021</c:v>
                </c:pt>
                <c:pt idx="4856">
                  <c:v>05-12-2021</c:v>
                </c:pt>
                <c:pt idx="4857">
                  <c:v>05-12-2021</c:v>
                </c:pt>
                <c:pt idx="4858">
                  <c:v>05-12-2021</c:v>
                </c:pt>
                <c:pt idx="4859">
                  <c:v>05-12-2021</c:v>
                </c:pt>
                <c:pt idx="4860">
                  <c:v>05-12-2021</c:v>
                </c:pt>
                <c:pt idx="4861">
                  <c:v>06-12-2021</c:v>
                </c:pt>
                <c:pt idx="4862">
                  <c:v>06-12-2021</c:v>
                </c:pt>
                <c:pt idx="4863">
                  <c:v>06-12-2021</c:v>
                </c:pt>
                <c:pt idx="4864">
                  <c:v>06-12-2021</c:v>
                </c:pt>
                <c:pt idx="4865">
                  <c:v>06-12-2021</c:v>
                </c:pt>
                <c:pt idx="4866">
                  <c:v>06-12-2021</c:v>
                </c:pt>
                <c:pt idx="4867">
                  <c:v>06-12-2021</c:v>
                </c:pt>
                <c:pt idx="4868">
                  <c:v>06-12-2021</c:v>
                </c:pt>
                <c:pt idx="4869">
                  <c:v>06-12-2021</c:v>
                </c:pt>
                <c:pt idx="4870">
                  <c:v>06-12-2021</c:v>
                </c:pt>
                <c:pt idx="4871">
                  <c:v>06-12-2021</c:v>
                </c:pt>
                <c:pt idx="4872">
                  <c:v>06-12-2021</c:v>
                </c:pt>
                <c:pt idx="4873">
                  <c:v>06-12-2021</c:v>
                </c:pt>
                <c:pt idx="4874">
                  <c:v>06-12-2021</c:v>
                </c:pt>
                <c:pt idx="4875">
                  <c:v>06-12-2021</c:v>
                </c:pt>
                <c:pt idx="4876">
                  <c:v>06-12-2021</c:v>
                </c:pt>
                <c:pt idx="4877">
                  <c:v>06-12-2021</c:v>
                </c:pt>
                <c:pt idx="4878">
                  <c:v>06-12-2021</c:v>
                </c:pt>
                <c:pt idx="4879">
                  <c:v>06-12-2021</c:v>
                </c:pt>
                <c:pt idx="4880">
                  <c:v>06-12-2021</c:v>
                </c:pt>
                <c:pt idx="4881">
                  <c:v>06-12-2021</c:v>
                </c:pt>
                <c:pt idx="4882">
                  <c:v>06-12-2021</c:v>
                </c:pt>
                <c:pt idx="4883">
                  <c:v>06-12-2021</c:v>
                </c:pt>
                <c:pt idx="4884">
                  <c:v>06-12-2021</c:v>
                </c:pt>
                <c:pt idx="4885">
                  <c:v>06-12-2021</c:v>
                </c:pt>
                <c:pt idx="4886">
                  <c:v>06-12-2021</c:v>
                </c:pt>
                <c:pt idx="4887">
                  <c:v>06-12-2021</c:v>
                </c:pt>
                <c:pt idx="4888">
                  <c:v>06-12-2021</c:v>
                </c:pt>
                <c:pt idx="4889">
                  <c:v>06-12-2021</c:v>
                </c:pt>
                <c:pt idx="4890">
                  <c:v>06-12-2021</c:v>
                </c:pt>
                <c:pt idx="4891">
                  <c:v>06-12-2021</c:v>
                </c:pt>
                <c:pt idx="4892">
                  <c:v>06-12-2021</c:v>
                </c:pt>
                <c:pt idx="4893">
                  <c:v>06-12-2021</c:v>
                </c:pt>
                <c:pt idx="4894">
                  <c:v>06-12-2021</c:v>
                </c:pt>
                <c:pt idx="4895">
                  <c:v>06-12-2021</c:v>
                </c:pt>
                <c:pt idx="4896">
                  <c:v>06-12-2021</c:v>
                </c:pt>
                <c:pt idx="4897">
                  <c:v>06-12-2021</c:v>
                </c:pt>
                <c:pt idx="4898">
                  <c:v>06-12-2021</c:v>
                </c:pt>
                <c:pt idx="4899">
                  <c:v>06-12-2021</c:v>
                </c:pt>
                <c:pt idx="4900">
                  <c:v>06-12-2021</c:v>
                </c:pt>
                <c:pt idx="4901">
                  <c:v>06-12-2021</c:v>
                </c:pt>
                <c:pt idx="4902">
                  <c:v>06-12-2021</c:v>
                </c:pt>
                <c:pt idx="4903">
                  <c:v>06-12-2021</c:v>
                </c:pt>
                <c:pt idx="4904">
                  <c:v>06-12-2021</c:v>
                </c:pt>
                <c:pt idx="4905">
                  <c:v>06-12-2021</c:v>
                </c:pt>
                <c:pt idx="4906">
                  <c:v>06-12-2021</c:v>
                </c:pt>
                <c:pt idx="4907">
                  <c:v>06-12-2021</c:v>
                </c:pt>
                <c:pt idx="4908">
                  <c:v>06-12-2021</c:v>
                </c:pt>
                <c:pt idx="4909">
                  <c:v>06-12-2021</c:v>
                </c:pt>
                <c:pt idx="4910">
                  <c:v>06-12-2021</c:v>
                </c:pt>
                <c:pt idx="4911">
                  <c:v>07-12-2021</c:v>
                </c:pt>
                <c:pt idx="4912">
                  <c:v>07-12-2021</c:v>
                </c:pt>
                <c:pt idx="4913">
                  <c:v>07-12-2021</c:v>
                </c:pt>
                <c:pt idx="4914">
                  <c:v>07-12-2021</c:v>
                </c:pt>
                <c:pt idx="4915">
                  <c:v>07-12-2021</c:v>
                </c:pt>
                <c:pt idx="4916">
                  <c:v>07-12-2021</c:v>
                </c:pt>
                <c:pt idx="4917">
                  <c:v>07-12-2021</c:v>
                </c:pt>
                <c:pt idx="4918">
                  <c:v>07-12-2021</c:v>
                </c:pt>
                <c:pt idx="4919">
                  <c:v>07-12-2021</c:v>
                </c:pt>
                <c:pt idx="4920">
                  <c:v>07-12-2021</c:v>
                </c:pt>
                <c:pt idx="4921">
                  <c:v>07-12-2021</c:v>
                </c:pt>
                <c:pt idx="4922">
                  <c:v>07-12-2021</c:v>
                </c:pt>
                <c:pt idx="4923">
                  <c:v>07-12-2021</c:v>
                </c:pt>
                <c:pt idx="4924">
                  <c:v>07-12-2021</c:v>
                </c:pt>
                <c:pt idx="4925">
                  <c:v>07-12-2021</c:v>
                </c:pt>
                <c:pt idx="4926">
                  <c:v>07-12-2021</c:v>
                </c:pt>
                <c:pt idx="4927">
                  <c:v>07-12-2021</c:v>
                </c:pt>
                <c:pt idx="4928">
                  <c:v>07-12-2021</c:v>
                </c:pt>
                <c:pt idx="4929">
                  <c:v>07-12-2021</c:v>
                </c:pt>
                <c:pt idx="4930">
                  <c:v>07-12-2021</c:v>
                </c:pt>
                <c:pt idx="4931">
                  <c:v>07-12-2021</c:v>
                </c:pt>
                <c:pt idx="4932">
                  <c:v>07-12-2021</c:v>
                </c:pt>
                <c:pt idx="4933">
                  <c:v>07-12-2021</c:v>
                </c:pt>
                <c:pt idx="4934">
                  <c:v>07-12-2021</c:v>
                </c:pt>
                <c:pt idx="4935">
                  <c:v>07-12-2021</c:v>
                </c:pt>
                <c:pt idx="4936">
                  <c:v>07-12-2021</c:v>
                </c:pt>
                <c:pt idx="4937">
                  <c:v>07-12-2021</c:v>
                </c:pt>
                <c:pt idx="4938">
                  <c:v>07-12-2021</c:v>
                </c:pt>
                <c:pt idx="4939">
                  <c:v>07-12-2021</c:v>
                </c:pt>
                <c:pt idx="4940">
                  <c:v>07-12-2021</c:v>
                </c:pt>
                <c:pt idx="4941">
                  <c:v>07-12-2021</c:v>
                </c:pt>
                <c:pt idx="4942">
                  <c:v>07-12-2021</c:v>
                </c:pt>
                <c:pt idx="4943">
                  <c:v>07-12-2021</c:v>
                </c:pt>
                <c:pt idx="4944">
                  <c:v>07-12-2021</c:v>
                </c:pt>
                <c:pt idx="4945">
                  <c:v>07-12-2021</c:v>
                </c:pt>
                <c:pt idx="4946">
                  <c:v>07-12-2021</c:v>
                </c:pt>
                <c:pt idx="4947">
                  <c:v>07-12-2021</c:v>
                </c:pt>
                <c:pt idx="4948">
                  <c:v>07-12-2021</c:v>
                </c:pt>
                <c:pt idx="4949">
                  <c:v>07-12-2021</c:v>
                </c:pt>
                <c:pt idx="4950">
                  <c:v>07-12-2021</c:v>
                </c:pt>
                <c:pt idx="4951">
                  <c:v>07-12-2021</c:v>
                </c:pt>
                <c:pt idx="4952">
                  <c:v>07-12-2021</c:v>
                </c:pt>
                <c:pt idx="4953">
                  <c:v>07-12-2021</c:v>
                </c:pt>
                <c:pt idx="4954">
                  <c:v>07-12-2021</c:v>
                </c:pt>
                <c:pt idx="4955">
                  <c:v>07-12-2021</c:v>
                </c:pt>
                <c:pt idx="4956">
                  <c:v>07-12-2021</c:v>
                </c:pt>
                <c:pt idx="4957">
                  <c:v>07-12-2021</c:v>
                </c:pt>
                <c:pt idx="4958">
                  <c:v>07-12-2021</c:v>
                </c:pt>
                <c:pt idx="4959">
                  <c:v>07-12-2021</c:v>
                </c:pt>
                <c:pt idx="4960">
                  <c:v>07-12-2021</c:v>
                </c:pt>
                <c:pt idx="4961">
                  <c:v>08-12-2021</c:v>
                </c:pt>
                <c:pt idx="4962">
                  <c:v>08-12-2021</c:v>
                </c:pt>
                <c:pt idx="4963">
                  <c:v>08-12-2021</c:v>
                </c:pt>
                <c:pt idx="4964">
                  <c:v>08-12-2021</c:v>
                </c:pt>
                <c:pt idx="4965">
                  <c:v>08-12-2021</c:v>
                </c:pt>
                <c:pt idx="4966">
                  <c:v>08-12-2021</c:v>
                </c:pt>
                <c:pt idx="4967">
                  <c:v>08-12-2021</c:v>
                </c:pt>
                <c:pt idx="4968">
                  <c:v>08-12-2021</c:v>
                </c:pt>
                <c:pt idx="4969">
                  <c:v>08-12-2021</c:v>
                </c:pt>
                <c:pt idx="4970">
                  <c:v>08-12-2021</c:v>
                </c:pt>
                <c:pt idx="4971">
                  <c:v>08-12-2021</c:v>
                </c:pt>
                <c:pt idx="4972">
                  <c:v>08-12-2021</c:v>
                </c:pt>
                <c:pt idx="4973">
                  <c:v>08-12-2021</c:v>
                </c:pt>
                <c:pt idx="4974">
                  <c:v>08-12-2021</c:v>
                </c:pt>
                <c:pt idx="4975">
                  <c:v>08-12-2021</c:v>
                </c:pt>
                <c:pt idx="4976">
                  <c:v>08-12-2021</c:v>
                </c:pt>
                <c:pt idx="4977">
                  <c:v>08-12-2021</c:v>
                </c:pt>
                <c:pt idx="4978">
                  <c:v>08-12-2021</c:v>
                </c:pt>
                <c:pt idx="4979">
                  <c:v>08-12-2021</c:v>
                </c:pt>
                <c:pt idx="4980">
                  <c:v>08-12-2021</c:v>
                </c:pt>
                <c:pt idx="4981">
                  <c:v>08-12-2021</c:v>
                </c:pt>
                <c:pt idx="4982">
                  <c:v>08-12-2021</c:v>
                </c:pt>
                <c:pt idx="4983">
                  <c:v>08-12-2021</c:v>
                </c:pt>
                <c:pt idx="4984">
                  <c:v>08-12-2021</c:v>
                </c:pt>
                <c:pt idx="4985">
                  <c:v>08-12-2021</c:v>
                </c:pt>
                <c:pt idx="4986">
                  <c:v>08-12-2021</c:v>
                </c:pt>
                <c:pt idx="4987">
                  <c:v>08-12-2021</c:v>
                </c:pt>
                <c:pt idx="4988">
                  <c:v>08-12-2021</c:v>
                </c:pt>
                <c:pt idx="4989">
                  <c:v>08-12-2021</c:v>
                </c:pt>
                <c:pt idx="4990">
                  <c:v>08-12-2021</c:v>
                </c:pt>
                <c:pt idx="4991">
                  <c:v>08-12-2021</c:v>
                </c:pt>
                <c:pt idx="4992">
                  <c:v>08-12-2021</c:v>
                </c:pt>
                <c:pt idx="4993">
                  <c:v>08-12-2021</c:v>
                </c:pt>
                <c:pt idx="4994">
                  <c:v>08-12-2021</c:v>
                </c:pt>
                <c:pt idx="4995">
                  <c:v>08-12-2021</c:v>
                </c:pt>
                <c:pt idx="4996">
                  <c:v>08-12-2021</c:v>
                </c:pt>
                <c:pt idx="4997">
                  <c:v>08-12-2021</c:v>
                </c:pt>
                <c:pt idx="4998">
                  <c:v>08-12-2021</c:v>
                </c:pt>
                <c:pt idx="4999">
                  <c:v>08-12-2021</c:v>
                </c:pt>
                <c:pt idx="5000">
                  <c:v>08-12-2021</c:v>
                </c:pt>
                <c:pt idx="5001">
                  <c:v>08-12-2021</c:v>
                </c:pt>
                <c:pt idx="5002">
                  <c:v>08-12-2021</c:v>
                </c:pt>
                <c:pt idx="5003">
                  <c:v>08-12-2021</c:v>
                </c:pt>
                <c:pt idx="5004">
                  <c:v>08-12-2021</c:v>
                </c:pt>
                <c:pt idx="5005">
                  <c:v>08-12-2021</c:v>
                </c:pt>
                <c:pt idx="5006">
                  <c:v>08-12-2021</c:v>
                </c:pt>
                <c:pt idx="5007">
                  <c:v>08-12-2021</c:v>
                </c:pt>
                <c:pt idx="5008">
                  <c:v>08-12-2021</c:v>
                </c:pt>
                <c:pt idx="5009">
                  <c:v>08-12-2021</c:v>
                </c:pt>
                <c:pt idx="5010">
                  <c:v>08-12-2021</c:v>
                </c:pt>
                <c:pt idx="5011">
                  <c:v>09-12-2021</c:v>
                </c:pt>
                <c:pt idx="5012">
                  <c:v>09-12-2021</c:v>
                </c:pt>
                <c:pt idx="5013">
                  <c:v>09-12-2021</c:v>
                </c:pt>
                <c:pt idx="5014">
                  <c:v>09-12-2021</c:v>
                </c:pt>
                <c:pt idx="5015">
                  <c:v>09-12-2021</c:v>
                </c:pt>
                <c:pt idx="5016">
                  <c:v>09-12-2021</c:v>
                </c:pt>
                <c:pt idx="5017">
                  <c:v>09-12-2021</c:v>
                </c:pt>
                <c:pt idx="5018">
                  <c:v>09-12-2021</c:v>
                </c:pt>
                <c:pt idx="5019">
                  <c:v>09-12-2021</c:v>
                </c:pt>
                <c:pt idx="5020">
                  <c:v>09-12-2021</c:v>
                </c:pt>
                <c:pt idx="5021">
                  <c:v>09-12-2021</c:v>
                </c:pt>
                <c:pt idx="5022">
                  <c:v>09-12-2021</c:v>
                </c:pt>
                <c:pt idx="5023">
                  <c:v>09-12-2021</c:v>
                </c:pt>
                <c:pt idx="5024">
                  <c:v>09-12-2021</c:v>
                </c:pt>
                <c:pt idx="5025">
                  <c:v>09-12-2021</c:v>
                </c:pt>
                <c:pt idx="5026">
                  <c:v>09-12-2021</c:v>
                </c:pt>
                <c:pt idx="5027">
                  <c:v>09-12-2021</c:v>
                </c:pt>
                <c:pt idx="5028">
                  <c:v>09-12-2021</c:v>
                </c:pt>
                <c:pt idx="5029">
                  <c:v>09-12-2021</c:v>
                </c:pt>
                <c:pt idx="5030">
                  <c:v>09-12-2021</c:v>
                </c:pt>
                <c:pt idx="5031">
                  <c:v>09-12-2021</c:v>
                </c:pt>
                <c:pt idx="5032">
                  <c:v>09-12-2021</c:v>
                </c:pt>
                <c:pt idx="5033">
                  <c:v>09-12-2021</c:v>
                </c:pt>
                <c:pt idx="5034">
                  <c:v>09-12-2021</c:v>
                </c:pt>
                <c:pt idx="5035">
                  <c:v>09-12-2021</c:v>
                </c:pt>
                <c:pt idx="5036">
                  <c:v>09-12-2021</c:v>
                </c:pt>
                <c:pt idx="5037">
                  <c:v>09-12-2021</c:v>
                </c:pt>
                <c:pt idx="5038">
                  <c:v>09-12-2021</c:v>
                </c:pt>
                <c:pt idx="5039">
                  <c:v>09-12-2021</c:v>
                </c:pt>
                <c:pt idx="5040">
                  <c:v>09-12-2021</c:v>
                </c:pt>
                <c:pt idx="5041">
                  <c:v>09-12-2021</c:v>
                </c:pt>
                <c:pt idx="5042">
                  <c:v>09-12-2021</c:v>
                </c:pt>
                <c:pt idx="5043">
                  <c:v>09-12-2021</c:v>
                </c:pt>
                <c:pt idx="5044">
                  <c:v>09-12-2021</c:v>
                </c:pt>
                <c:pt idx="5045">
                  <c:v>09-12-2021</c:v>
                </c:pt>
                <c:pt idx="5046">
                  <c:v>09-12-2021</c:v>
                </c:pt>
                <c:pt idx="5047">
                  <c:v>09-12-2021</c:v>
                </c:pt>
                <c:pt idx="5048">
                  <c:v>09-12-2021</c:v>
                </c:pt>
                <c:pt idx="5049">
                  <c:v>09-12-2021</c:v>
                </c:pt>
                <c:pt idx="5050">
                  <c:v>09-12-2021</c:v>
                </c:pt>
                <c:pt idx="5051">
                  <c:v>09-12-2021</c:v>
                </c:pt>
                <c:pt idx="5052">
                  <c:v>09-12-2021</c:v>
                </c:pt>
                <c:pt idx="5053">
                  <c:v>09-12-2021</c:v>
                </c:pt>
                <c:pt idx="5054">
                  <c:v>09-12-2021</c:v>
                </c:pt>
                <c:pt idx="5055">
                  <c:v>09-12-2021</c:v>
                </c:pt>
                <c:pt idx="5056">
                  <c:v>09-12-2021</c:v>
                </c:pt>
                <c:pt idx="5057">
                  <c:v>09-12-2021</c:v>
                </c:pt>
                <c:pt idx="5058">
                  <c:v>09-12-2021</c:v>
                </c:pt>
                <c:pt idx="5059">
                  <c:v>09-12-2021</c:v>
                </c:pt>
                <c:pt idx="5060">
                  <c:v>09-12-2021</c:v>
                </c:pt>
                <c:pt idx="5061">
                  <c:v>09-12-2021</c:v>
                </c:pt>
                <c:pt idx="5062">
                  <c:v>10-12-2021</c:v>
                </c:pt>
                <c:pt idx="5063">
                  <c:v>10-12-2021</c:v>
                </c:pt>
                <c:pt idx="5064">
                  <c:v>10-12-2021</c:v>
                </c:pt>
                <c:pt idx="5065">
                  <c:v>10-12-2021</c:v>
                </c:pt>
                <c:pt idx="5066">
                  <c:v>10-12-2021</c:v>
                </c:pt>
                <c:pt idx="5067">
                  <c:v>10-12-2021</c:v>
                </c:pt>
                <c:pt idx="5068">
                  <c:v>10-12-2021</c:v>
                </c:pt>
                <c:pt idx="5069">
                  <c:v>10-12-2021</c:v>
                </c:pt>
                <c:pt idx="5070">
                  <c:v>10-12-2021</c:v>
                </c:pt>
                <c:pt idx="5071">
                  <c:v>10-12-2021</c:v>
                </c:pt>
                <c:pt idx="5072">
                  <c:v>10-12-2021</c:v>
                </c:pt>
                <c:pt idx="5073">
                  <c:v>10-12-2021</c:v>
                </c:pt>
                <c:pt idx="5074">
                  <c:v>10-12-2021</c:v>
                </c:pt>
                <c:pt idx="5075">
                  <c:v>10-12-2021</c:v>
                </c:pt>
                <c:pt idx="5076">
                  <c:v>10-12-2021</c:v>
                </c:pt>
                <c:pt idx="5077">
                  <c:v>10-12-2021</c:v>
                </c:pt>
                <c:pt idx="5078">
                  <c:v>10-12-2021</c:v>
                </c:pt>
                <c:pt idx="5079">
                  <c:v>10-12-2021</c:v>
                </c:pt>
                <c:pt idx="5080">
                  <c:v>10-12-2021</c:v>
                </c:pt>
                <c:pt idx="5081">
                  <c:v>10-12-2021</c:v>
                </c:pt>
                <c:pt idx="5082">
                  <c:v>10-12-2021</c:v>
                </c:pt>
                <c:pt idx="5083">
                  <c:v>10-12-2021</c:v>
                </c:pt>
                <c:pt idx="5084">
                  <c:v>10-12-2021</c:v>
                </c:pt>
                <c:pt idx="5085">
                  <c:v>10-12-2021</c:v>
                </c:pt>
                <c:pt idx="5086">
                  <c:v>10-12-2021</c:v>
                </c:pt>
                <c:pt idx="5087">
                  <c:v>10-12-2021</c:v>
                </c:pt>
                <c:pt idx="5088">
                  <c:v>10-12-2021</c:v>
                </c:pt>
                <c:pt idx="5089">
                  <c:v>10-12-2021</c:v>
                </c:pt>
                <c:pt idx="5090">
                  <c:v>10-12-2021</c:v>
                </c:pt>
                <c:pt idx="5091">
                  <c:v>10-12-2021</c:v>
                </c:pt>
                <c:pt idx="5092">
                  <c:v>10-12-2021</c:v>
                </c:pt>
                <c:pt idx="5093">
                  <c:v>10-12-2021</c:v>
                </c:pt>
                <c:pt idx="5094">
                  <c:v>10-12-2021</c:v>
                </c:pt>
                <c:pt idx="5095">
                  <c:v>10-12-2021</c:v>
                </c:pt>
                <c:pt idx="5096">
                  <c:v>10-12-2021</c:v>
                </c:pt>
                <c:pt idx="5097">
                  <c:v>10-12-2021</c:v>
                </c:pt>
                <c:pt idx="5098">
                  <c:v>10-12-2021</c:v>
                </c:pt>
                <c:pt idx="5099">
                  <c:v>10-12-2021</c:v>
                </c:pt>
                <c:pt idx="5100">
                  <c:v>10-12-2021</c:v>
                </c:pt>
                <c:pt idx="5101">
                  <c:v>10-12-2021</c:v>
                </c:pt>
                <c:pt idx="5102">
                  <c:v>10-12-2021</c:v>
                </c:pt>
                <c:pt idx="5103">
                  <c:v>10-12-2021</c:v>
                </c:pt>
                <c:pt idx="5104">
                  <c:v>10-12-2021</c:v>
                </c:pt>
                <c:pt idx="5105">
                  <c:v>10-12-2021</c:v>
                </c:pt>
                <c:pt idx="5106">
                  <c:v>10-12-2021</c:v>
                </c:pt>
                <c:pt idx="5107">
                  <c:v>10-12-2021</c:v>
                </c:pt>
                <c:pt idx="5108">
                  <c:v>10-12-2021</c:v>
                </c:pt>
                <c:pt idx="5109">
                  <c:v>10-12-2021</c:v>
                </c:pt>
                <c:pt idx="5110">
                  <c:v>10-12-2021</c:v>
                </c:pt>
                <c:pt idx="5111">
                  <c:v>10-12-2021</c:v>
                </c:pt>
                <c:pt idx="5112">
                  <c:v>11-12-2021</c:v>
                </c:pt>
                <c:pt idx="5113">
                  <c:v>11-12-2021</c:v>
                </c:pt>
                <c:pt idx="5114">
                  <c:v>11-12-2021</c:v>
                </c:pt>
                <c:pt idx="5115">
                  <c:v>11-12-2021</c:v>
                </c:pt>
                <c:pt idx="5116">
                  <c:v>11-12-2021</c:v>
                </c:pt>
                <c:pt idx="5117">
                  <c:v>11-12-2021</c:v>
                </c:pt>
                <c:pt idx="5118">
                  <c:v>11-12-2021</c:v>
                </c:pt>
                <c:pt idx="5119">
                  <c:v>11-12-2021</c:v>
                </c:pt>
                <c:pt idx="5120">
                  <c:v>11-12-2021</c:v>
                </c:pt>
                <c:pt idx="5121">
                  <c:v>11-12-2021</c:v>
                </c:pt>
                <c:pt idx="5122">
                  <c:v>11-12-2021</c:v>
                </c:pt>
                <c:pt idx="5123">
                  <c:v>11-12-2021</c:v>
                </c:pt>
                <c:pt idx="5124">
                  <c:v>11-12-2021</c:v>
                </c:pt>
                <c:pt idx="5125">
                  <c:v>11-12-2021</c:v>
                </c:pt>
                <c:pt idx="5126">
                  <c:v>11-12-2021</c:v>
                </c:pt>
                <c:pt idx="5127">
                  <c:v>11-12-2021</c:v>
                </c:pt>
                <c:pt idx="5128">
                  <c:v>11-12-2021</c:v>
                </c:pt>
                <c:pt idx="5129">
                  <c:v>11-12-2021</c:v>
                </c:pt>
                <c:pt idx="5130">
                  <c:v>11-12-2021</c:v>
                </c:pt>
                <c:pt idx="5131">
                  <c:v>11-12-2021</c:v>
                </c:pt>
                <c:pt idx="5132">
                  <c:v>11-12-2021</c:v>
                </c:pt>
                <c:pt idx="5133">
                  <c:v>11-12-2021</c:v>
                </c:pt>
                <c:pt idx="5134">
                  <c:v>11-12-2021</c:v>
                </c:pt>
                <c:pt idx="5135">
                  <c:v>11-12-2021</c:v>
                </c:pt>
                <c:pt idx="5136">
                  <c:v>11-12-2021</c:v>
                </c:pt>
                <c:pt idx="5137">
                  <c:v>11-12-2021</c:v>
                </c:pt>
                <c:pt idx="5138">
                  <c:v>11-12-2021</c:v>
                </c:pt>
                <c:pt idx="5139">
                  <c:v>11-12-2021</c:v>
                </c:pt>
                <c:pt idx="5140">
                  <c:v>11-12-2021</c:v>
                </c:pt>
                <c:pt idx="5141">
                  <c:v>11-12-2021</c:v>
                </c:pt>
                <c:pt idx="5142">
                  <c:v>11-12-2021</c:v>
                </c:pt>
                <c:pt idx="5143">
                  <c:v>11-12-2021</c:v>
                </c:pt>
                <c:pt idx="5144">
                  <c:v>11-12-2021</c:v>
                </c:pt>
                <c:pt idx="5145">
                  <c:v>11-12-2021</c:v>
                </c:pt>
                <c:pt idx="5146">
                  <c:v>11-12-2021</c:v>
                </c:pt>
                <c:pt idx="5147">
                  <c:v>11-12-2021</c:v>
                </c:pt>
                <c:pt idx="5148">
                  <c:v>11-12-2021</c:v>
                </c:pt>
                <c:pt idx="5149">
                  <c:v>11-12-2021</c:v>
                </c:pt>
                <c:pt idx="5150">
                  <c:v>11-12-2021</c:v>
                </c:pt>
                <c:pt idx="5151">
                  <c:v>11-12-2021</c:v>
                </c:pt>
                <c:pt idx="5152">
                  <c:v>11-12-2021</c:v>
                </c:pt>
                <c:pt idx="5153">
                  <c:v>11-12-2021</c:v>
                </c:pt>
                <c:pt idx="5154">
                  <c:v>11-12-2021</c:v>
                </c:pt>
                <c:pt idx="5155">
                  <c:v>11-12-2021</c:v>
                </c:pt>
                <c:pt idx="5156">
                  <c:v>11-12-2021</c:v>
                </c:pt>
                <c:pt idx="5157">
                  <c:v>11-12-2021</c:v>
                </c:pt>
                <c:pt idx="5158">
                  <c:v>11-12-2021</c:v>
                </c:pt>
                <c:pt idx="5159">
                  <c:v>11-12-2021</c:v>
                </c:pt>
                <c:pt idx="5160">
                  <c:v>11-12-2021</c:v>
                </c:pt>
                <c:pt idx="5161">
                  <c:v>11-12-2021</c:v>
                </c:pt>
                <c:pt idx="5162">
                  <c:v>12-12-2021</c:v>
                </c:pt>
                <c:pt idx="5163">
                  <c:v>12-12-2021</c:v>
                </c:pt>
                <c:pt idx="5164">
                  <c:v>12-12-2021</c:v>
                </c:pt>
                <c:pt idx="5165">
                  <c:v>12-12-2021</c:v>
                </c:pt>
                <c:pt idx="5166">
                  <c:v>12-12-2021</c:v>
                </c:pt>
                <c:pt idx="5167">
                  <c:v>12-12-2021</c:v>
                </c:pt>
                <c:pt idx="5168">
                  <c:v>12-12-2021</c:v>
                </c:pt>
                <c:pt idx="5169">
                  <c:v>12-12-2021</c:v>
                </c:pt>
                <c:pt idx="5170">
                  <c:v>12-12-2021</c:v>
                </c:pt>
                <c:pt idx="5171">
                  <c:v>12-12-2021</c:v>
                </c:pt>
                <c:pt idx="5172">
                  <c:v>12-12-2021</c:v>
                </c:pt>
                <c:pt idx="5173">
                  <c:v>12-12-2021</c:v>
                </c:pt>
                <c:pt idx="5174">
                  <c:v>12-12-2021</c:v>
                </c:pt>
                <c:pt idx="5175">
                  <c:v>12-12-2021</c:v>
                </c:pt>
                <c:pt idx="5176">
                  <c:v>12-12-2021</c:v>
                </c:pt>
                <c:pt idx="5177">
                  <c:v>12-12-2021</c:v>
                </c:pt>
                <c:pt idx="5178">
                  <c:v>12-12-2021</c:v>
                </c:pt>
                <c:pt idx="5179">
                  <c:v>12-12-2021</c:v>
                </c:pt>
                <c:pt idx="5180">
                  <c:v>12-12-2021</c:v>
                </c:pt>
                <c:pt idx="5181">
                  <c:v>12-12-2021</c:v>
                </c:pt>
                <c:pt idx="5182">
                  <c:v>12-12-2021</c:v>
                </c:pt>
                <c:pt idx="5183">
                  <c:v>12-12-2021</c:v>
                </c:pt>
                <c:pt idx="5184">
                  <c:v>12-12-2021</c:v>
                </c:pt>
                <c:pt idx="5185">
                  <c:v>12-12-2021</c:v>
                </c:pt>
                <c:pt idx="5186">
                  <c:v>12-12-2021</c:v>
                </c:pt>
                <c:pt idx="5187">
                  <c:v>12-12-2021</c:v>
                </c:pt>
                <c:pt idx="5188">
                  <c:v>12-12-2021</c:v>
                </c:pt>
                <c:pt idx="5189">
                  <c:v>12-12-2021</c:v>
                </c:pt>
                <c:pt idx="5190">
                  <c:v>12-12-2021</c:v>
                </c:pt>
                <c:pt idx="5191">
                  <c:v>12-12-2021</c:v>
                </c:pt>
                <c:pt idx="5192">
                  <c:v>12-12-2021</c:v>
                </c:pt>
                <c:pt idx="5193">
                  <c:v>12-12-2021</c:v>
                </c:pt>
                <c:pt idx="5194">
                  <c:v>12-12-2021</c:v>
                </c:pt>
                <c:pt idx="5195">
                  <c:v>12-12-2021</c:v>
                </c:pt>
                <c:pt idx="5196">
                  <c:v>12-12-2021</c:v>
                </c:pt>
                <c:pt idx="5197">
                  <c:v>12-12-2021</c:v>
                </c:pt>
                <c:pt idx="5198">
                  <c:v>12-12-2021</c:v>
                </c:pt>
                <c:pt idx="5199">
                  <c:v>12-12-2021</c:v>
                </c:pt>
                <c:pt idx="5200">
                  <c:v>12-12-2021</c:v>
                </c:pt>
                <c:pt idx="5201">
                  <c:v>12-12-2021</c:v>
                </c:pt>
                <c:pt idx="5202">
                  <c:v>12-12-2021</c:v>
                </c:pt>
                <c:pt idx="5203">
                  <c:v>12-12-2021</c:v>
                </c:pt>
                <c:pt idx="5204">
                  <c:v>12-12-2021</c:v>
                </c:pt>
                <c:pt idx="5205">
                  <c:v>12-12-2021</c:v>
                </c:pt>
                <c:pt idx="5206">
                  <c:v>12-12-2021</c:v>
                </c:pt>
                <c:pt idx="5207">
                  <c:v>12-12-2021</c:v>
                </c:pt>
                <c:pt idx="5208">
                  <c:v>12-12-2021</c:v>
                </c:pt>
                <c:pt idx="5209">
                  <c:v>12-12-2021</c:v>
                </c:pt>
                <c:pt idx="5210">
                  <c:v>12-12-2021</c:v>
                </c:pt>
                <c:pt idx="5211">
                  <c:v>12-12-2021</c:v>
                </c:pt>
                <c:pt idx="5212">
                  <c:v>13-12-2021</c:v>
                </c:pt>
                <c:pt idx="5213">
                  <c:v>13-12-2021</c:v>
                </c:pt>
                <c:pt idx="5214">
                  <c:v>13-12-2021</c:v>
                </c:pt>
                <c:pt idx="5215">
                  <c:v>13-12-2021</c:v>
                </c:pt>
                <c:pt idx="5216">
                  <c:v>13-12-2021</c:v>
                </c:pt>
                <c:pt idx="5217">
                  <c:v>13-12-2021</c:v>
                </c:pt>
                <c:pt idx="5218">
                  <c:v>13-12-2021</c:v>
                </c:pt>
                <c:pt idx="5219">
                  <c:v>13-12-2021</c:v>
                </c:pt>
                <c:pt idx="5220">
                  <c:v>13-12-2021</c:v>
                </c:pt>
                <c:pt idx="5221">
                  <c:v>13-12-2021</c:v>
                </c:pt>
                <c:pt idx="5222">
                  <c:v>13-12-2021</c:v>
                </c:pt>
                <c:pt idx="5223">
                  <c:v>13-12-2021</c:v>
                </c:pt>
                <c:pt idx="5224">
                  <c:v>13-12-2021</c:v>
                </c:pt>
                <c:pt idx="5225">
                  <c:v>13-12-2021</c:v>
                </c:pt>
                <c:pt idx="5226">
                  <c:v>13-12-2021</c:v>
                </c:pt>
                <c:pt idx="5227">
                  <c:v>13-12-2021</c:v>
                </c:pt>
                <c:pt idx="5228">
                  <c:v>13-12-2021</c:v>
                </c:pt>
                <c:pt idx="5229">
                  <c:v>13-12-2021</c:v>
                </c:pt>
                <c:pt idx="5230">
                  <c:v>13-12-2021</c:v>
                </c:pt>
                <c:pt idx="5231">
                  <c:v>13-12-2021</c:v>
                </c:pt>
                <c:pt idx="5232">
                  <c:v>13-12-2021</c:v>
                </c:pt>
                <c:pt idx="5233">
                  <c:v>13-12-2021</c:v>
                </c:pt>
                <c:pt idx="5234">
                  <c:v>13-12-2021</c:v>
                </c:pt>
                <c:pt idx="5235">
                  <c:v>13-12-2021</c:v>
                </c:pt>
                <c:pt idx="5236">
                  <c:v>13-12-2021</c:v>
                </c:pt>
                <c:pt idx="5237">
                  <c:v>13-12-2021</c:v>
                </c:pt>
                <c:pt idx="5238">
                  <c:v>13-12-2021</c:v>
                </c:pt>
                <c:pt idx="5239">
                  <c:v>13-12-2021</c:v>
                </c:pt>
                <c:pt idx="5240">
                  <c:v>13-12-2021</c:v>
                </c:pt>
                <c:pt idx="5241">
                  <c:v>13-12-2021</c:v>
                </c:pt>
                <c:pt idx="5242">
                  <c:v>13-12-2021</c:v>
                </c:pt>
                <c:pt idx="5243">
                  <c:v>13-12-2021</c:v>
                </c:pt>
                <c:pt idx="5244">
                  <c:v>13-12-2021</c:v>
                </c:pt>
                <c:pt idx="5245">
                  <c:v>13-12-2021</c:v>
                </c:pt>
                <c:pt idx="5246">
                  <c:v>13-12-2021</c:v>
                </c:pt>
                <c:pt idx="5247">
                  <c:v>13-12-2021</c:v>
                </c:pt>
                <c:pt idx="5248">
                  <c:v>13-12-2021</c:v>
                </c:pt>
                <c:pt idx="5249">
                  <c:v>13-12-2021</c:v>
                </c:pt>
                <c:pt idx="5250">
                  <c:v>13-12-2021</c:v>
                </c:pt>
                <c:pt idx="5251">
                  <c:v>13-12-2021</c:v>
                </c:pt>
                <c:pt idx="5252">
                  <c:v>13-12-2021</c:v>
                </c:pt>
                <c:pt idx="5253">
                  <c:v>13-12-2021</c:v>
                </c:pt>
                <c:pt idx="5254">
                  <c:v>13-12-2021</c:v>
                </c:pt>
                <c:pt idx="5255">
                  <c:v>13-12-2021</c:v>
                </c:pt>
                <c:pt idx="5256">
                  <c:v>13-12-2021</c:v>
                </c:pt>
                <c:pt idx="5257">
                  <c:v>13-12-2021</c:v>
                </c:pt>
                <c:pt idx="5258">
                  <c:v>13-12-2021</c:v>
                </c:pt>
                <c:pt idx="5259">
                  <c:v>13-12-2021</c:v>
                </c:pt>
                <c:pt idx="5260">
                  <c:v>13-12-2021</c:v>
                </c:pt>
                <c:pt idx="5261">
                  <c:v>13-12-2021</c:v>
                </c:pt>
                <c:pt idx="5262">
                  <c:v>14-12-2021</c:v>
                </c:pt>
                <c:pt idx="5263">
                  <c:v>14-12-2021</c:v>
                </c:pt>
                <c:pt idx="5264">
                  <c:v>14-12-2021</c:v>
                </c:pt>
                <c:pt idx="5265">
                  <c:v>14-12-2021</c:v>
                </c:pt>
                <c:pt idx="5266">
                  <c:v>14-12-2021</c:v>
                </c:pt>
                <c:pt idx="5267">
                  <c:v>14-12-2021</c:v>
                </c:pt>
                <c:pt idx="5268">
                  <c:v>14-12-2021</c:v>
                </c:pt>
                <c:pt idx="5269">
                  <c:v>14-12-2021</c:v>
                </c:pt>
                <c:pt idx="5270">
                  <c:v>14-12-2021</c:v>
                </c:pt>
                <c:pt idx="5271">
                  <c:v>14-12-2021</c:v>
                </c:pt>
                <c:pt idx="5272">
                  <c:v>14-12-2021</c:v>
                </c:pt>
                <c:pt idx="5273">
                  <c:v>14-12-2021</c:v>
                </c:pt>
                <c:pt idx="5274">
                  <c:v>14-12-2021</c:v>
                </c:pt>
                <c:pt idx="5275">
                  <c:v>14-12-2021</c:v>
                </c:pt>
                <c:pt idx="5276">
                  <c:v>14-12-2021</c:v>
                </c:pt>
                <c:pt idx="5277">
                  <c:v>14-12-2021</c:v>
                </c:pt>
                <c:pt idx="5278">
                  <c:v>14-12-2021</c:v>
                </c:pt>
                <c:pt idx="5279">
                  <c:v>14-12-2021</c:v>
                </c:pt>
                <c:pt idx="5280">
                  <c:v>14-12-2021</c:v>
                </c:pt>
                <c:pt idx="5281">
                  <c:v>14-12-2021</c:v>
                </c:pt>
                <c:pt idx="5282">
                  <c:v>14-12-2021</c:v>
                </c:pt>
                <c:pt idx="5283">
                  <c:v>14-12-2021</c:v>
                </c:pt>
                <c:pt idx="5284">
                  <c:v>14-12-2021</c:v>
                </c:pt>
                <c:pt idx="5285">
                  <c:v>14-12-2021</c:v>
                </c:pt>
                <c:pt idx="5286">
                  <c:v>14-12-2021</c:v>
                </c:pt>
                <c:pt idx="5287">
                  <c:v>14-12-2021</c:v>
                </c:pt>
                <c:pt idx="5288">
                  <c:v>14-12-2021</c:v>
                </c:pt>
                <c:pt idx="5289">
                  <c:v>14-12-2021</c:v>
                </c:pt>
                <c:pt idx="5290">
                  <c:v>14-12-2021</c:v>
                </c:pt>
                <c:pt idx="5291">
                  <c:v>14-12-2021</c:v>
                </c:pt>
                <c:pt idx="5292">
                  <c:v>14-12-2021</c:v>
                </c:pt>
                <c:pt idx="5293">
                  <c:v>14-12-2021</c:v>
                </c:pt>
                <c:pt idx="5294">
                  <c:v>14-12-2021</c:v>
                </c:pt>
                <c:pt idx="5295">
                  <c:v>14-12-2021</c:v>
                </c:pt>
                <c:pt idx="5296">
                  <c:v>14-12-2021</c:v>
                </c:pt>
                <c:pt idx="5297">
                  <c:v>14-12-2021</c:v>
                </c:pt>
                <c:pt idx="5298">
                  <c:v>14-12-2021</c:v>
                </c:pt>
                <c:pt idx="5299">
                  <c:v>14-12-2021</c:v>
                </c:pt>
                <c:pt idx="5300">
                  <c:v>14-12-2021</c:v>
                </c:pt>
                <c:pt idx="5301">
                  <c:v>14-12-2021</c:v>
                </c:pt>
                <c:pt idx="5302">
                  <c:v>14-12-2021</c:v>
                </c:pt>
                <c:pt idx="5303">
                  <c:v>14-12-2021</c:v>
                </c:pt>
                <c:pt idx="5304">
                  <c:v>14-12-2021</c:v>
                </c:pt>
                <c:pt idx="5305">
                  <c:v>14-12-2021</c:v>
                </c:pt>
                <c:pt idx="5306">
                  <c:v>14-12-2021</c:v>
                </c:pt>
                <c:pt idx="5307">
                  <c:v>14-12-2021</c:v>
                </c:pt>
                <c:pt idx="5308">
                  <c:v>14-12-2021</c:v>
                </c:pt>
                <c:pt idx="5309">
                  <c:v>14-12-2021</c:v>
                </c:pt>
                <c:pt idx="5310">
                  <c:v>14-12-2021</c:v>
                </c:pt>
                <c:pt idx="5311">
                  <c:v>14-12-2021</c:v>
                </c:pt>
                <c:pt idx="5312">
                  <c:v>15-12-2021</c:v>
                </c:pt>
                <c:pt idx="5313">
                  <c:v>15-12-2021</c:v>
                </c:pt>
                <c:pt idx="5314">
                  <c:v>15-12-2021</c:v>
                </c:pt>
                <c:pt idx="5315">
                  <c:v>15-12-2021</c:v>
                </c:pt>
                <c:pt idx="5316">
                  <c:v>15-12-2021</c:v>
                </c:pt>
                <c:pt idx="5317">
                  <c:v>15-12-2021</c:v>
                </c:pt>
                <c:pt idx="5318">
                  <c:v>15-12-2021</c:v>
                </c:pt>
                <c:pt idx="5319">
                  <c:v>15-12-2021</c:v>
                </c:pt>
                <c:pt idx="5320">
                  <c:v>15-12-2021</c:v>
                </c:pt>
                <c:pt idx="5321">
                  <c:v>15-12-2021</c:v>
                </c:pt>
                <c:pt idx="5322">
                  <c:v>15-12-2021</c:v>
                </c:pt>
                <c:pt idx="5323">
                  <c:v>15-12-2021</c:v>
                </c:pt>
                <c:pt idx="5324">
                  <c:v>15-12-2021</c:v>
                </c:pt>
                <c:pt idx="5325">
                  <c:v>15-12-2021</c:v>
                </c:pt>
                <c:pt idx="5326">
                  <c:v>15-12-2021</c:v>
                </c:pt>
                <c:pt idx="5327">
                  <c:v>15-12-2021</c:v>
                </c:pt>
                <c:pt idx="5328">
                  <c:v>15-12-2021</c:v>
                </c:pt>
                <c:pt idx="5329">
                  <c:v>15-12-2021</c:v>
                </c:pt>
                <c:pt idx="5330">
                  <c:v>15-12-2021</c:v>
                </c:pt>
                <c:pt idx="5331">
                  <c:v>15-12-2021</c:v>
                </c:pt>
                <c:pt idx="5332">
                  <c:v>15-12-2021</c:v>
                </c:pt>
                <c:pt idx="5333">
                  <c:v>15-12-2021</c:v>
                </c:pt>
                <c:pt idx="5334">
                  <c:v>15-12-2021</c:v>
                </c:pt>
                <c:pt idx="5335">
                  <c:v>15-12-2021</c:v>
                </c:pt>
                <c:pt idx="5336">
                  <c:v>15-12-2021</c:v>
                </c:pt>
                <c:pt idx="5337">
                  <c:v>15-12-2021</c:v>
                </c:pt>
                <c:pt idx="5338">
                  <c:v>15-12-2021</c:v>
                </c:pt>
                <c:pt idx="5339">
                  <c:v>15-12-2021</c:v>
                </c:pt>
                <c:pt idx="5340">
                  <c:v>15-12-2021</c:v>
                </c:pt>
                <c:pt idx="5341">
                  <c:v>15-12-2021</c:v>
                </c:pt>
                <c:pt idx="5342">
                  <c:v>15-12-2021</c:v>
                </c:pt>
                <c:pt idx="5343">
                  <c:v>15-12-2021</c:v>
                </c:pt>
                <c:pt idx="5344">
                  <c:v>15-12-2021</c:v>
                </c:pt>
                <c:pt idx="5345">
                  <c:v>15-12-2021</c:v>
                </c:pt>
                <c:pt idx="5346">
                  <c:v>15-12-2021</c:v>
                </c:pt>
                <c:pt idx="5347">
                  <c:v>15-12-2021</c:v>
                </c:pt>
                <c:pt idx="5348">
                  <c:v>15-12-2021</c:v>
                </c:pt>
                <c:pt idx="5349">
                  <c:v>15-12-2021</c:v>
                </c:pt>
                <c:pt idx="5350">
                  <c:v>15-12-2021</c:v>
                </c:pt>
                <c:pt idx="5351">
                  <c:v>15-12-2021</c:v>
                </c:pt>
                <c:pt idx="5352">
                  <c:v>15-12-2021</c:v>
                </c:pt>
                <c:pt idx="5353">
                  <c:v>15-12-2021</c:v>
                </c:pt>
                <c:pt idx="5354">
                  <c:v>15-12-2021</c:v>
                </c:pt>
                <c:pt idx="5355">
                  <c:v>15-12-2021</c:v>
                </c:pt>
                <c:pt idx="5356">
                  <c:v>15-12-2021</c:v>
                </c:pt>
                <c:pt idx="5357">
                  <c:v>15-12-2021</c:v>
                </c:pt>
                <c:pt idx="5358">
                  <c:v>15-12-2021</c:v>
                </c:pt>
                <c:pt idx="5359">
                  <c:v>15-12-2021</c:v>
                </c:pt>
                <c:pt idx="5360">
                  <c:v>15-12-2021</c:v>
                </c:pt>
                <c:pt idx="5361">
                  <c:v>15-12-2021</c:v>
                </c:pt>
                <c:pt idx="5362">
                  <c:v>16-12-2021</c:v>
                </c:pt>
                <c:pt idx="5363">
                  <c:v>16-12-2021</c:v>
                </c:pt>
                <c:pt idx="5364">
                  <c:v>16-12-2021</c:v>
                </c:pt>
                <c:pt idx="5365">
                  <c:v>16-12-2021</c:v>
                </c:pt>
                <c:pt idx="5366">
                  <c:v>16-12-2021</c:v>
                </c:pt>
                <c:pt idx="5367">
                  <c:v>16-12-2021</c:v>
                </c:pt>
                <c:pt idx="5368">
                  <c:v>16-12-2021</c:v>
                </c:pt>
                <c:pt idx="5369">
                  <c:v>16-12-2021</c:v>
                </c:pt>
                <c:pt idx="5370">
                  <c:v>16-12-2021</c:v>
                </c:pt>
                <c:pt idx="5371">
                  <c:v>16-12-2021</c:v>
                </c:pt>
                <c:pt idx="5372">
                  <c:v>16-12-2021</c:v>
                </c:pt>
                <c:pt idx="5373">
                  <c:v>16-12-2021</c:v>
                </c:pt>
                <c:pt idx="5374">
                  <c:v>16-12-2021</c:v>
                </c:pt>
                <c:pt idx="5375">
                  <c:v>16-12-2021</c:v>
                </c:pt>
                <c:pt idx="5376">
                  <c:v>16-12-2021</c:v>
                </c:pt>
                <c:pt idx="5377">
                  <c:v>16-12-2021</c:v>
                </c:pt>
                <c:pt idx="5378">
                  <c:v>16-12-2021</c:v>
                </c:pt>
                <c:pt idx="5379">
                  <c:v>16-12-2021</c:v>
                </c:pt>
                <c:pt idx="5380">
                  <c:v>16-12-2021</c:v>
                </c:pt>
                <c:pt idx="5381">
                  <c:v>16-12-2021</c:v>
                </c:pt>
                <c:pt idx="5382">
                  <c:v>16-12-2021</c:v>
                </c:pt>
                <c:pt idx="5383">
                  <c:v>16-12-2021</c:v>
                </c:pt>
                <c:pt idx="5384">
                  <c:v>16-12-2021</c:v>
                </c:pt>
                <c:pt idx="5385">
                  <c:v>16-12-2021</c:v>
                </c:pt>
                <c:pt idx="5386">
                  <c:v>16-12-2021</c:v>
                </c:pt>
                <c:pt idx="5387">
                  <c:v>16-12-2021</c:v>
                </c:pt>
                <c:pt idx="5388">
                  <c:v>16-12-2021</c:v>
                </c:pt>
                <c:pt idx="5389">
                  <c:v>16-12-2021</c:v>
                </c:pt>
                <c:pt idx="5390">
                  <c:v>16-12-2021</c:v>
                </c:pt>
                <c:pt idx="5391">
                  <c:v>16-12-2021</c:v>
                </c:pt>
                <c:pt idx="5392">
                  <c:v>16-12-2021</c:v>
                </c:pt>
                <c:pt idx="5393">
                  <c:v>16-12-2021</c:v>
                </c:pt>
                <c:pt idx="5394">
                  <c:v>16-12-2021</c:v>
                </c:pt>
                <c:pt idx="5395">
                  <c:v>16-12-2021</c:v>
                </c:pt>
                <c:pt idx="5396">
                  <c:v>16-12-2021</c:v>
                </c:pt>
                <c:pt idx="5397">
                  <c:v>16-12-2021</c:v>
                </c:pt>
                <c:pt idx="5398">
                  <c:v>16-12-2021</c:v>
                </c:pt>
                <c:pt idx="5399">
                  <c:v>16-12-2021</c:v>
                </c:pt>
                <c:pt idx="5400">
                  <c:v>16-12-2021</c:v>
                </c:pt>
                <c:pt idx="5401">
                  <c:v>16-12-2021</c:v>
                </c:pt>
                <c:pt idx="5402">
                  <c:v>16-12-2021</c:v>
                </c:pt>
                <c:pt idx="5403">
                  <c:v>16-12-2021</c:v>
                </c:pt>
                <c:pt idx="5404">
                  <c:v>16-12-2021</c:v>
                </c:pt>
                <c:pt idx="5405">
                  <c:v>16-12-2021</c:v>
                </c:pt>
                <c:pt idx="5406">
                  <c:v>16-12-2021</c:v>
                </c:pt>
                <c:pt idx="5407">
                  <c:v>16-12-2021</c:v>
                </c:pt>
                <c:pt idx="5408">
                  <c:v>16-12-2021</c:v>
                </c:pt>
                <c:pt idx="5409">
                  <c:v>16-12-2021</c:v>
                </c:pt>
                <c:pt idx="5410">
                  <c:v>16-12-2021</c:v>
                </c:pt>
                <c:pt idx="5411">
                  <c:v>16-12-2021</c:v>
                </c:pt>
                <c:pt idx="5412">
                  <c:v>17-12-2021</c:v>
                </c:pt>
                <c:pt idx="5413">
                  <c:v>17-12-2021</c:v>
                </c:pt>
                <c:pt idx="5414">
                  <c:v>17-12-2021</c:v>
                </c:pt>
                <c:pt idx="5415">
                  <c:v>17-12-2021</c:v>
                </c:pt>
                <c:pt idx="5416">
                  <c:v>17-12-2021</c:v>
                </c:pt>
                <c:pt idx="5417">
                  <c:v>17-12-2021</c:v>
                </c:pt>
                <c:pt idx="5418">
                  <c:v>17-12-2021</c:v>
                </c:pt>
                <c:pt idx="5419">
                  <c:v>17-12-2021</c:v>
                </c:pt>
                <c:pt idx="5420">
                  <c:v>17-12-2021</c:v>
                </c:pt>
                <c:pt idx="5421">
                  <c:v>17-12-2021</c:v>
                </c:pt>
                <c:pt idx="5422">
                  <c:v>17-12-2021</c:v>
                </c:pt>
                <c:pt idx="5423">
                  <c:v>17-12-2021</c:v>
                </c:pt>
                <c:pt idx="5424">
                  <c:v>17-12-2021</c:v>
                </c:pt>
                <c:pt idx="5425">
                  <c:v>17-12-2021</c:v>
                </c:pt>
                <c:pt idx="5426">
                  <c:v>17-12-2021</c:v>
                </c:pt>
                <c:pt idx="5427">
                  <c:v>17-12-2021</c:v>
                </c:pt>
                <c:pt idx="5428">
                  <c:v>17-12-2021</c:v>
                </c:pt>
                <c:pt idx="5429">
                  <c:v>17-12-2021</c:v>
                </c:pt>
                <c:pt idx="5430">
                  <c:v>17-12-2021</c:v>
                </c:pt>
                <c:pt idx="5431">
                  <c:v>17-12-2021</c:v>
                </c:pt>
                <c:pt idx="5432">
                  <c:v>17-12-2021</c:v>
                </c:pt>
                <c:pt idx="5433">
                  <c:v>17-12-2021</c:v>
                </c:pt>
                <c:pt idx="5434">
                  <c:v>17-12-2021</c:v>
                </c:pt>
                <c:pt idx="5435">
                  <c:v>17-12-2021</c:v>
                </c:pt>
                <c:pt idx="5436">
                  <c:v>17-12-2021</c:v>
                </c:pt>
                <c:pt idx="5437">
                  <c:v>17-12-2021</c:v>
                </c:pt>
                <c:pt idx="5438">
                  <c:v>17-12-2021</c:v>
                </c:pt>
                <c:pt idx="5439">
                  <c:v>17-12-2021</c:v>
                </c:pt>
                <c:pt idx="5440">
                  <c:v>17-12-2021</c:v>
                </c:pt>
                <c:pt idx="5441">
                  <c:v>17-12-2021</c:v>
                </c:pt>
                <c:pt idx="5442">
                  <c:v>17-12-2021</c:v>
                </c:pt>
                <c:pt idx="5443">
                  <c:v>17-12-2021</c:v>
                </c:pt>
                <c:pt idx="5444">
                  <c:v>17-12-2021</c:v>
                </c:pt>
                <c:pt idx="5445">
                  <c:v>17-12-2021</c:v>
                </c:pt>
                <c:pt idx="5446">
                  <c:v>17-12-2021</c:v>
                </c:pt>
                <c:pt idx="5447">
                  <c:v>17-12-2021</c:v>
                </c:pt>
                <c:pt idx="5448">
                  <c:v>17-12-2021</c:v>
                </c:pt>
                <c:pt idx="5449">
                  <c:v>17-12-2021</c:v>
                </c:pt>
                <c:pt idx="5450">
                  <c:v>17-12-2021</c:v>
                </c:pt>
                <c:pt idx="5451">
                  <c:v>17-12-2021</c:v>
                </c:pt>
                <c:pt idx="5452">
                  <c:v>17-12-2021</c:v>
                </c:pt>
                <c:pt idx="5453">
                  <c:v>17-12-2021</c:v>
                </c:pt>
                <c:pt idx="5454">
                  <c:v>17-12-2021</c:v>
                </c:pt>
                <c:pt idx="5455">
                  <c:v>17-12-2021</c:v>
                </c:pt>
                <c:pt idx="5456">
                  <c:v>17-12-2021</c:v>
                </c:pt>
                <c:pt idx="5457">
                  <c:v>17-12-2021</c:v>
                </c:pt>
                <c:pt idx="5458">
                  <c:v>17-12-2021</c:v>
                </c:pt>
                <c:pt idx="5459">
                  <c:v>17-12-2021</c:v>
                </c:pt>
                <c:pt idx="5460">
                  <c:v>17-12-2021</c:v>
                </c:pt>
                <c:pt idx="5461">
                  <c:v>17-12-2021</c:v>
                </c:pt>
                <c:pt idx="5462">
                  <c:v>18-12-2021</c:v>
                </c:pt>
                <c:pt idx="5463">
                  <c:v>18-12-2021</c:v>
                </c:pt>
                <c:pt idx="5464">
                  <c:v>18-12-2021</c:v>
                </c:pt>
                <c:pt idx="5465">
                  <c:v>18-12-2021</c:v>
                </c:pt>
                <c:pt idx="5466">
                  <c:v>18-12-2021</c:v>
                </c:pt>
                <c:pt idx="5467">
                  <c:v>18-12-2021</c:v>
                </c:pt>
                <c:pt idx="5468">
                  <c:v>18-12-2021</c:v>
                </c:pt>
                <c:pt idx="5469">
                  <c:v>18-12-2021</c:v>
                </c:pt>
                <c:pt idx="5470">
                  <c:v>18-12-2021</c:v>
                </c:pt>
                <c:pt idx="5471">
                  <c:v>18-12-2021</c:v>
                </c:pt>
                <c:pt idx="5472">
                  <c:v>18-12-2021</c:v>
                </c:pt>
                <c:pt idx="5473">
                  <c:v>18-12-2021</c:v>
                </c:pt>
                <c:pt idx="5474">
                  <c:v>18-12-2021</c:v>
                </c:pt>
                <c:pt idx="5475">
                  <c:v>18-12-2021</c:v>
                </c:pt>
                <c:pt idx="5476">
                  <c:v>18-12-2021</c:v>
                </c:pt>
                <c:pt idx="5477">
                  <c:v>18-12-2021</c:v>
                </c:pt>
                <c:pt idx="5478">
                  <c:v>18-12-2021</c:v>
                </c:pt>
                <c:pt idx="5479">
                  <c:v>18-12-2021</c:v>
                </c:pt>
                <c:pt idx="5480">
                  <c:v>18-12-2021</c:v>
                </c:pt>
                <c:pt idx="5481">
                  <c:v>18-12-2021</c:v>
                </c:pt>
                <c:pt idx="5482">
                  <c:v>18-12-2021</c:v>
                </c:pt>
                <c:pt idx="5483">
                  <c:v>18-12-2021</c:v>
                </c:pt>
                <c:pt idx="5484">
                  <c:v>18-12-2021</c:v>
                </c:pt>
                <c:pt idx="5485">
                  <c:v>18-12-2021</c:v>
                </c:pt>
                <c:pt idx="5486">
                  <c:v>18-12-2021</c:v>
                </c:pt>
                <c:pt idx="5487">
                  <c:v>18-12-2021</c:v>
                </c:pt>
                <c:pt idx="5488">
                  <c:v>18-12-2021</c:v>
                </c:pt>
                <c:pt idx="5489">
                  <c:v>18-12-2021</c:v>
                </c:pt>
                <c:pt idx="5490">
                  <c:v>18-12-2021</c:v>
                </c:pt>
                <c:pt idx="5491">
                  <c:v>18-12-2021</c:v>
                </c:pt>
                <c:pt idx="5492">
                  <c:v>18-12-2021</c:v>
                </c:pt>
                <c:pt idx="5493">
                  <c:v>18-12-2021</c:v>
                </c:pt>
                <c:pt idx="5494">
                  <c:v>18-12-2021</c:v>
                </c:pt>
                <c:pt idx="5495">
                  <c:v>18-12-2021</c:v>
                </c:pt>
                <c:pt idx="5496">
                  <c:v>18-12-2021</c:v>
                </c:pt>
                <c:pt idx="5497">
                  <c:v>18-12-2021</c:v>
                </c:pt>
                <c:pt idx="5498">
                  <c:v>18-12-2021</c:v>
                </c:pt>
                <c:pt idx="5499">
                  <c:v>18-12-2021</c:v>
                </c:pt>
                <c:pt idx="5500">
                  <c:v>18-12-2021</c:v>
                </c:pt>
                <c:pt idx="5501">
                  <c:v>18-12-2021</c:v>
                </c:pt>
                <c:pt idx="5502">
                  <c:v>18-12-2021</c:v>
                </c:pt>
                <c:pt idx="5503">
                  <c:v>18-12-2021</c:v>
                </c:pt>
                <c:pt idx="5504">
                  <c:v>18-12-2021</c:v>
                </c:pt>
                <c:pt idx="5505">
                  <c:v>18-12-2021</c:v>
                </c:pt>
                <c:pt idx="5506">
                  <c:v>18-12-2021</c:v>
                </c:pt>
                <c:pt idx="5507">
                  <c:v>18-12-2021</c:v>
                </c:pt>
                <c:pt idx="5508">
                  <c:v>18-12-2021</c:v>
                </c:pt>
                <c:pt idx="5509">
                  <c:v>18-12-2021</c:v>
                </c:pt>
                <c:pt idx="5510">
                  <c:v>18-12-2021</c:v>
                </c:pt>
                <c:pt idx="5511">
                  <c:v>18-12-2021</c:v>
                </c:pt>
                <c:pt idx="5512">
                  <c:v>19-12-2021</c:v>
                </c:pt>
                <c:pt idx="5513">
                  <c:v>19-12-2021</c:v>
                </c:pt>
                <c:pt idx="5514">
                  <c:v>19-12-2021</c:v>
                </c:pt>
                <c:pt idx="5515">
                  <c:v>19-12-2021</c:v>
                </c:pt>
                <c:pt idx="5516">
                  <c:v>19-12-2021</c:v>
                </c:pt>
                <c:pt idx="5517">
                  <c:v>19-12-2021</c:v>
                </c:pt>
                <c:pt idx="5518">
                  <c:v>19-12-2021</c:v>
                </c:pt>
                <c:pt idx="5519">
                  <c:v>19-12-2021</c:v>
                </c:pt>
                <c:pt idx="5520">
                  <c:v>19-12-2021</c:v>
                </c:pt>
                <c:pt idx="5521">
                  <c:v>19-12-2021</c:v>
                </c:pt>
                <c:pt idx="5522">
                  <c:v>19-12-2021</c:v>
                </c:pt>
                <c:pt idx="5523">
                  <c:v>19-12-2021</c:v>
                </c:pt>
                <c:pt idx="5524">
                  <c:v>19-12-2021</c:v>
                </c:pt>
                <c:pt idx="5525">
                  <c:v>19-12-2021</c:v>
                </c:pt>
                <c:pt idx="5526">
                  <c:v>19-12-2021</c:v>
                </c:pt>
                <c:pt idx="5527">
                  <c:v>19-12-2021</c:v>
                </c:pt>
                <c:pt idx="5528">
                  <c:v>19-12-2021</c:v>
                </c:pt>
                <c:pt idx="5529">
                  <c:v>19-12-2021</c:v>
                </c:pt>
                <c:pt idx="5530">
                  <c:v>19-12-2021</c:v>
                </c:pt>
                <c:pt idx="5531">
                  <c:v>19-12-2021</c:v>
                </c:pt>
                <c:pt idx="5532">
                  <c:v>19-12-2021</c:v>
                </c:pt>
                <c:pt idx="5533">
                  <c:v>19-12-2021</c:v>
                </c:pt>
                <c:pt idx="5534">
                  <c:v>19-12-2021</c:v>
                </c:pt>
                <c:pt idx="5535">
                  <c:v>19-12-2021</c:v>
                </c:pt>
                <c:pt idx="5536">
                  <c:v>19-12-2021</c:v>
                </c:pt>
                <c:pt idx="5537">
                  <c:v>19-12-2021</c:v>
                </c:pt>
                <c:pt idx="5538">
                  <c:v>19-12-2021</c:v>
                </c:pt>
                <c:pt idx="5539">
                  <c:v>19-12-2021</c:v>
                </c:pt>
                <c:pt idx="5540">
                  <c:v>19-12-2021</c:v>
                </c:pt>
                <c:pt idx="5541">
                  <c:v>19-12-2021</c:v>
                </c:pt>
                <c:pt idx="5542">
                  <c:v>19-12-2021</c:v>
                </c:pt>
                <c:pt idx="5543">
                  <c:v>19-12-2021</c:v>
                </c:pt>
                <c:pt idx="5544">
                  <c:v>19-12-2021</c:v>
                </c:pt>
                <c:pt idx="5545">
                  <c:v>19-12-2021</c:v>
                </c:pt>
                <c:pt idx="5546">
                  <c:v>19-12-2021</c:v>
                </c:pt>
                <c:pt idx="5547">
                  <c:v>19-12-2021</c:v>
                </c:pt>
                <c:pt idx="5548">
                  <c:v>19-12-2021</c:v>
                </c:pt>
                <c:pt idx="5549">
                  <c:v>19-12-2021</c:v>
                </c:pt>
                <c:pt idx="5550">
                  <c:v>19-12-2021</c:v>
                </c:pt>
                <c:pt idx="5551">
                  <c:v>19-12-2021</c:v>
                </c:pt>
                <c:pt idx="5552">
                  <c:v>19-12-2021</c:v>
                </c:pt>
                <c:pt idx="5553">
                  <c:v>19-12-2021</c:v>
                </c:pt>
                <c:pt idx="5554">
                  <c:v>19-12-2021</c:v>
                </c:pt>
                <c:pt idx="5555">
                  <c:v>19-12-2021</c:v>
                </c:pt>
                <c:pt idx="5556">
                  <c:v>19-12-2021</c:v>
                </c:pt>
                <c:pt idx="5557">
                  <c:v>19-12-2021</c:v>
                </c:pt>
                <c:pt idx="5558">
                  <c:v>19-12-2021</c:v>
                </c:pt>
                <c:pt idx="5559">
                  <c:v>19-12-2021</c:v>
                </c:pt>
                <c:pt idx="5560">
                  <c:v>19-12-2021</c:v>
                </c:pt>
                <c:pt idx="5561">
                  <c:v>19-12-2021</c:v>
                </c:pt>
                <c:pt idx="5562">
                  <c:v>20-12-2021</c:v>
                </c:pt>
                <c:pt idx="5563">
                  <c:v>20-12-2021</c:v>
                </c:pt>
                <c:pt idx="5564">
                  <c:v>20-12-2021</c:v>
                </c:pt>
                <c:pt idx="5565">
                  <c:v>20-12-2021</c:v>
                </c:pt>
                <c:pt idx="5566">
                  <c:v>20-12-2021</c:v>
                </c:pt>
                <c:pt idx="5567">
                  <c:v>20-12-2021</c:v>
                </c:pt>
                <c:pt idx="5568">
                  <c:v>20-12-2021</c:v>
                </c:pt>
                <c:pt idx="5569">
                  <c:v>20-12-2021</c:v>
                </c:pt>
                <c:pt idx="5570">
                  <c:v>20-12-2021</c:v>
                </c:pt>
                <c:pt idx="5571">
                  <c:v>20-12-2021</c:v>
                </c:pt>
                <c:pt idx="5572">
                  <c:v>20-12-2021</c:v>
                </c:pt>
                <c:pt idx="5573">
                  <c:v>20-12-2021</c:v>
                </c:pt>
                <c:pt idx="5574">
                  <c:v>20-12-2021</c:v>
                </c:pt>
                <c:pt idx="5575">
                  <c:v>20-12-2021</c:v>
                </c:pt>
                <c:pt idx="5576">
                  <c:v>20-12-2021</c:v>
                </c:pt>
                <c:pt idx="5577">
                  <c:v>20-12-2021</c:v>
                </c:pt>
                <c:pt idx="5578">
                  <c:v>20-12-2021</c:v>
                </c:pt>
                <c:pt idx="5579">
                  <c:v>20-12-2021</c:v>
                </c:pt>
                <c:pt idx="5580">
                  <c:v>20-12-2021</c:v>
                </c:pt>
                <c:pt idx="5581">
                  <c:v>20-12-2021</c:v>
                </c:pt>
                <c:pt idx="5582">
                  <c:v>20-12-2021</c:v>
                </c:pt>
                <c:pt idx="5583">
                  <c:v>20-12-2021</c:v>
                </c:pt>
                <c:pt idx="5584">
                  <c:v>20-12-2021</c:v>
                </c:pt>
                <c:pt idx="5585">
                  <c:v>20-12-2021</c:v>
                </c:pt>
                <c:pt idx="5586">
                  <c:v>20-12-2021</c:v>
                </c:pt>
                <c:pt idx="5587">
                  <c:v>20-12-2021</c:v>
                </c:pt>
                <c:pt idx="5588">
                  <c:v>20-12-2021</c:v>
                </c:pt>
                <c:pt idx="5589">
                  <c:v>20-12-2021</c:v>
                </c:pt>
                <c:pt idx="5590">
                  <c:v>20-12-2021</c:v>
                </c:pt>
                <c:pt idx="5591">
                  <c:v>20-12-2021</c:v>
                </c:pt>
                <c:pt idx="5592">
                  <c:v>20-12-2021</c:v>
                </c:pt>
                <c:pt idx="5593">
                  <c:v>20-12-2021</c:v>
                </c:pt>
                <c:pt idx="5594">
                  <c:v>20-12-2021</c:v>
                </c:pt>
                <c:pt idx="5595">
                  <c:v>20-12-2021</c:v>
                </c:pt>
                <c:pt idx="5596">
                  <c:v>20-12-2021</c:v>
                </c:pt>
                <c:pt idx="5597">
                  <c:v>20-12-2021</c:v>
                </c:pt>
                <c:pt idx="5598">
                  <c:v>20-12-2021</c:v>
                </c:pt>
                <c:pt idx="5599">
                  <c:v>20-12-2021</c:v>
                </c:pt>
                <c:pt idx="5600">
                  <c:v>20-12-2021</c:v>
                </c:pt>
                <c:pt idx="5601">
                  <c:v>20-12-2021</c:v>
                </c:pt>
                <c:pt idx="5602">
                  <c:v>20-12-2021</c:v>
                </c:pt>
                <c:pt idx="5603">
                  <c:v>20-12-2021</c:v>
                </c:pt>
                <c:pt idx="5604">
                  <c:v>20-12-2021</c:v>
                </c:pt>
                <c:pt idx="5605">
                  <c:v>20-12-2021</c:v>
                </c:pt>
                <c:pt idx="5606">
                  <c:v>20-12-2021</c:v>
                </c:pt>
                <c:pt idx="5607">
                  <c:v>20-12-2021</c:v>
                </c:pt>
                <c:pt idx="5608">
                  <c:v>20-12-2021</c:v>
                </c:pt>
                <c:pt idx="5609">
                  <c:v>20-12-2021</c:v>
                </c:pt>
                <c:pt idx="5610">
                  <c:v>20-12-2021</c:v>
                </c:pt>
                <c:pt idx="5611">
                  <c:v>20-12-2021</c:v>
                </c:pt>
                <c:pt idx="5612">
                  <c:v>21-12-2021</c:v>
                </c:pt>
                <c:pt idx="5613">
                  <c:v>21-12-2021</c:v>
                </c:pt>
                <c:pt idx="5614">
                  <c:v>21-12-2021</c:v>
                </c:pt>
                <c:pt idx="5615">
                  <c:v>21-12-2021</c:v>
                </c:pt>
                <c:pt idx="5616">
                  <c:v>21-12-2021</c:v>
                </c:pt>
                <c:pt idx="5617">
                  <c:v>21-12-2021</c:v>
                </c:pt>
                <c:pt idx="5618">
                  <c:v>21-12-2021</c:v>
                </c:pt>
                <c:pt idx="5619">
                  <c:v>21-12-2021</c:v>
                </c:pt>
                <c:pt idx="5620">
                  <c:v>21-12-2021</c:v>
                </c:pt>
                <c:pt idx="5621">
                  <c:v>21-12-2021</c:v>
                </c:pt>
                <c:pt idx="5622">
                  <c:v>21-12-2021</c:v>
                </c:pt>
                <c:pt idx="5623">
                  <c:v>21-12-2021</c:v>
                </c:pt>
                <c:pt idx="5624">
                  <c:v>21-12-2021</c:v>
                </c:pt>
                <c:pt idx="5625">
                  <c:v>21-12-2021</c:v>
                </c:pt>
                <c:pt idx="5626">
                  <c:v>21-12-2021</c:v>
                </c:pt>
                <c:pt idx="5627">
                  <c:v>21-12-2021</c:v>
                </c:pt>
                <c:pt idx="5628">
                  <c:v>21-12-2021</c:v>
                </c:pt>
                <c:pt idx="5629">
                  <c:v>21-12-2021</c:v>
                </c:pt>
                <c:pt idx="5630">
                  <c:v>21-12-2021</c:v>
                </c:pt>
                <c:pt idx="5631">
                  <c:v>21-12-2021</c:v>
                </c:pt>
                <c:pt idx="5632">
                  <c:v>21-12-2021</c:v>
                </c:pt>
                <c:pt idx="5633">
                  <c:v>21-12-2021</c:v>
                </c:pt>
                <c:pt idx="5634">
                  <c:v>21-12-2021</c:v>
                </c:pt>
                <c:pt idx="5635">
                  <c:v>21-12-2021</c:v>
                </c:pt>
                <c:pt idx="5636">
                  <c:v>21-12-2021</c:v>
                </c:pt>
                <c:pt idx="5637">
                  <c:v>21-12-2021</c:v>
                </c:pt>
                <c:pt idx="5638">
                  <c:v>21-12-2021</c:v>
                </c:pt>
                <c:pt idx="5639">
                  <c:v>21-12-2021</c:v>
                </c:pt>
                <c:pt idx="5640">
                  <c:v>21-12-2021</c:v>
                </c:pt>
                <c:pt idx="5641">
                  <c:v>21-12-2021</c:v>
                </c:pt>
                <c:pt idx="5642">
                  <c:v>21-12-2021</c:v>
                </c:pt>
                <c:pt idx="5643">
                  <c:v>21-12-2021</c:v>
                </c:pt>
                <c:pt idx="5644">
                  <c:v>21-12-2021</c:v>
                </c:pt>
                <c:pt idx="5645">
                  <c:v>21-12-2021</c:v>
                </c:pt>
                <c:pt idx="5646">
                  <c:v>21-12-2021</c:v>
                </c:pt>
                <c:pt idx="5647">
                  <c:v>21-12-2021</c:v>
                </c:pt>
                <c:pt idx="5648">
                  <c:v>21-12-2021</c:v>
                </c:pt>
                <c:pt idx="5649">
                  <c:v>21-12-2021</c:v>
                </c:pt>
                <c:pt idx="5650">
                  <c:v>21-12-2021</c:v>
                </c:pt>
                <c:pt idx="5651">
                  <c:v>21-12-2021</c:v>
                </c:pt>
                <c:pt idx="5652">
                  <c:v>21-12-2021</c:v>
                </c:pt>
                <c:pt idx="5653">
                  <c:v>21-12-2021</c:v>
                </c:pt>
                <c:pt idx="5654">
                  <c:v>21-12-2021</c:v>
                </c:pt>
                <c:pt idx="5655">
                  <c:v>21-12-2021</c:v>
                </c:pt>
                <c:pt idx="5656">
                  <c:v>21-12-2021</c:v>
                </c:pt>
                <c:pt idx="5657">
                  <c:v>21-12-2021</c:v>
                </c:pt>
                <c:pt idx="5658">
                  <c:v>21-12-2021</c:v>
                </c:pt>
                <c:pt idx="5659">
                  <c:v>21-12-2021</c:v>
                </c:pt>
                <c:pt idx="5660">
                  <c:v>21-12-2021</c:v>
                </c:pt>
                <c:pt idx="5661">
                  <c:v>21-12-2021</c:v>
                </c:pt>
                <c:pt idx="5662">
                  <c:v>22-12-2021</c:v>
                </c:pt>
                <c:pt idx="5663">
                  <c:v>22-12-2021</c:v>
                </c:pt>
                <c:pt idx="5664">
                  <c:v>22-12-2021</c:v>
                </c:pt>
                <c:pt idx="5665">
                  <c:v>22-12-2021</c:v>
                </c:pt>
                <c:pt idx="5666">
                  <c:v>22-12-2021</c:v>
                </c:pt>
                <c:pt idx="5667">
                  <c:v>22-12-2021</c:v>
                </c:pt>
                <c:pt idx="5668">
                  <c:v>22-12-2021</c:v>
                </c:pt>
                <c:pt idx="5669">
                  <c:v>22-12-2021</c:v>
                </c:pt>
                <c:pt idx="5670">
                  <c:v>22-12-2021</c:v>
                </c:pt>
                <c:pt idx="5671">
                  <c:v>22-12-2021</c:v>
                </c:pt>
                <c:pt idx="5672">
                  <c:v>22-12-2021</c:v>
                </c:pt>
                <c:pt idx="5673">
                  <c:v>22-12-2021</c:v>
                </c:pt>
                <c:pt idx="5674">
                  <c:v>22-12-2021</c:v>
                </c:pt>
                <c:pt idx="5675">
                  <c:v>22-12-2021</c:v>
                </c:pt>
                <c:pt idx="5676">
                  <c:v>22-12-2021</c:v>
                </c:pt>
                <c:pt idx="5677">
                  <c:v>22-12-2021</c:v>
                </c:pt>
                <c:pt idx="5678">
                  <c:v>22-12-2021</c:v>
                </c:pt>
                <c:pt idx="5679">
                  <c:v>22-12-2021</c:v>
                </c:pt>
                <c:pt idx="5680">
                  <c:v>22-12-2021</c:v>
                </c:pt>
                <c:pt idx="5681">
                  <c:v>22-12-2021</c:v>
                </c:pt>
                <c:pt idx="5682">
                  <c:v>22-12-2021</c:v>
                </c:pt>
                <c:pt idx="5683">
                  <c:v>22-12-2021</c:v>
                </c:pt>
                <c:pt idx="5684">
                  <c:v>22-12-2021</c:v>
                </c:pt>
                <c:pt idx="5685">
                  <c:v>22-12-2021</c:v>
                </c:pt>
                <c:pt idx="5686">
                  <c:v>22-12-2021</c:v>
                </c:pt>
                <c:pt idx="5687">
                  <c:v>22-12-2021</c:v>
                </c:pt>
                <c:pt idx="5688">
                  <c:v>22-12-2021</c:v>
                </c:pt>
                <c:pt idx="5689">
                  <c:v>22-12-2021</c:v>
                </c:pt>
                <c:pt idx="5690">
                  <c:v>22-12-2021</c:v>
                </c:pt>
                <c:pt idx="5691">
                  <c:v>22-12-2021</c:v>
                </c:pt>
                <c:pt idx="5692">
                  <c:v>22-12-2021</c:v>
                </c:pt>
                <c:pt idx="5693">
                  <c:v>22-12-2021</c:v>
                </c:pt>
                <c:pt idx="5694">
                  <c:v>22-12-2021</c:v>
                </c:pt>
                <c:pt idx="5695">
                  <c:v>22-12-2021</c:v>
                </c:pt>
                <c:pt idx="5696">
                  <c:v>22-12-2021</c:v>
                </c:pt>
                <c:pt idx="5697">
                  <c:v>22-12-2021</c:v>
                </c:pt>
                <c:pt idx="5698">
                  <c:v>22-12-2021</c:v>
                </c:pt>
                <c:pt idx="5699">
                  <c:v>22-12-2021</c:v>
                </c:pt>
                <c:pt idx="5700">
                  <c:v>22-12-2021</c:v>
                </c:pt>
                <c:pt idx="5701">
                  <c:v>22-12-2021</c:v>
                </c:pt>
                <c:pt idx="5702">
                  <c:v>22-12-2021</c:v>
                </c:pt>
                <c:pt idx="5703">
                  <c:v>22-12-2021</c:v>
                </c:pt>
                <c:pt idx="5704">
                  <c:v>22-12-2021</c:v>
                </c:pt>
                <c:pt idx="5705">
                  <c:v>22-12-2021</c:v>
                </c:pt>
                <c:pt idx="5706">
                  <c:v>22-12-2021</c:v>
                </c:pt>
                <c:pt idx="5707">
                  <c:v>22-12-2021</c:v>
                </c:pt>
                <c:pt idx="5708">
                  <c:v>22-12-2021</c:v>
                </c:pt>
                <c:pt idx="5709">
                  <c:v>22-12-2021</c:v>
                </c:pt>
                <c:pt idx="5710">
                  <c:v>22-12-2021</c:v>
                </c:pt>
                <c:pt idx="5711">
                  <c:v>22-12-2021</c:v>
                </c:pt>
                <c:pt idx="5712">
                  <c:v>23-12-2021</c:v>
                </c:pt>
                <c:pt idx="5713">
                  <c:v>23-12-2021</c:v>
                </c:pt>
                <c:pt idx="5714">
                  <c:v>23-12-2021</c:v>
                </c:pt>
                <c:pt idx="5715">
                  <c:v>23-12-2021</c:v>
                </c:pt>
                <c:pt idx="5716">
                  <c:v>23-12-2021</c:v>
                </c:pt>
                <c:pt idx="5717">
                  <c:v>23-12-2021</c:v>
                </c:pt>
                <c:pt idx="5718">
                  <c:v>23-12-2021</c:v>
                </c:pt>
                <c:pt idx="5719">
                  <c:v>23-12-2021</c:v>
                </c:pt>
                <c:pt idx="5720">
                  <c:v>23-12-2021</c:v>
                </c:pt>
                <c:pt idx="5721">
                  <c:v>23-12-2021</c:v>
                </c:pt>
                <c:pt idx="5722">
                  <c:v>23-12-2021</c:v>
                </c:pt>
                <c:pt idx="5723">
                  <c:v>23-12-2021</c:v>
                </c:pt>
                <c:pt idx="5724">
                  <c:v>23-12-2021</c:v>
                </c:pt>
                <c:pt idx="5725">
                  <c:v>23-12-2021</c:v>
                </c:pt>
                <c:pt idx="5726">
                  <c:v>23-12-2021</c:v>
                </c:pt>
                <c:pt idx="5727">
                  <c:v>23-12-2021</c:v>
                </c:pt>
                <c:pt idx="5728">
                  <c:v>23-12-2021</c:v>
                </c:pt>
                <c:pt idx="5729">
                  <c:v>23-12-2021</c:v>
                </c:pt>
                <c:pt idx="5730">
                  <c:v>23-12-2021</c:v>
                </c:pt>
                <c:pt idx="5731">
                  <c:v>23-12-2021</c:v>
                </c:pt>
                <c:pt idx="5732">
                  <c:v>23-12-2021</c:v>
                </c:pt>
                <c:pt idx="5733">
                  <c:v>23-12-2021</c:v>
                </c:pt>
                <c:pt idx="5734">
                  <c:v>23-12-2021</c:v>
                </c:pt>
                <c:pt idx="5735">
                  <c:v>23-12-2021</c:v>
                </c:pt>
                <c:pt idx="5736">
                  <c:v>23-12-2021</c:v>
                </c:pt>
                <c:pt idx="5737">
                  <c:v>23-12-2021</c:v>
                </c:pt>
                <c:pt idx="5738">
                  <c:v>23-12-2021</c:v>
                </c:pt>
                <c:pt idx="5739">
                  <c:v>23-12-2021</c:v>
                </c:pt>
                <c:pt idx="5740">
                  <c:v>23-12-2021</c:v>
                </c:pt>
                <c:pt idx="5741">
                  <c:v>23-12-2021</c:v>
                </c:pt>
                <c:pt idx="5742">
                  <c:v>23-12-2021</c:v>
                </c:pt>
                <c:pt idx="5743">
                  <c:v>23-12-2021</c:v>
                </c:pt>
                <c:pt idx="5744">
                  <c:v>23-12-2021</c:v>
                </c:pt>
                <c:pt idx="5745">
                  <c:v>23-12-2021</c:v>
                </c:pt>
                <c:pt idx="5746">
                  <c:v>23-12-2021</c:v>
                </c:pt>
                <c:pt idx="5747">
                  <c:v>23-12-2021</c:v>
                </c:pt>
                <c:pt idx="5748">
                  <c:v>23-12-2021</c:v>
                </c:pt>
                <c:pt idx="5749">
                  <c:v>23-12-2021</c:v>
                </c:pt>
                <c:pt idx="5750">
                  <c:v>23-12-2021</c:v>
                </c:pt>
                <c:pt idx="5751">
                  <c:v>23-12-2021</c:v>
                </c:pt>
                <c:pt idx="5752">
                  <c:v>23-12-2021</c:v>
                </c:pt>
                <c:pt idx="5753">
                  <c:v>23-12-2021</c:v>
                </c:pt>
                <c:pt idx="5754">
                  <c:v>23-12-2021</c:v>
                </c:pt>
                <c:pt idx="5755">
                  <c:v>23-12-2021</c:v>
                </c:pt>
                <c:pt idx="5756">
                  <c:v>23-12-2021</c:v>
                </c:pt>
                <c:pt idx="5757">
                  <c:v>23-12-2021</c:v>
                </c:pt>
                <c:pt idx="5758">
                  <c:v>23-12-2021</c:v>
                </c:pt>
                <c:pt idx="5759">
                  <c:v>23-12-2021</c:v>
                </c:pt>
                <c:pt idx="5760">
                  <c:v>23-12-2021</c:v>
                </c:pt>
                <c:pt idx="5761">
                  <c:v>23-12-2021</c:v>
                </c:pt>
                <c:pt idx="5762">
                  <c:v>24-12-2021</c:v>
                </c:pt>
                <c:pt idx="5763">
                  <c:v>24-12-2021</c:v>
                </c:pt>
                <c:pt idx="5764">
                  <c:v>24-12-2021</c:v>
                </c:pt>
                <c:pt idx="5765">
                  <c:v>24-12-2021</c:v>
                </c:pt>
                <c:pt idx="5766">
                  <c:v>24-12-2021</c:v>
                </c:pt>
                <c:pt idx="5767">
                  <c:v>24-12-2021</c:v>
                </c:pt>
                <c:pt idx="5768">
                  <c:v>24-12-2021</c:v>
                </c:pt>
                <c:pt idx="5769">
                  <c:v>24-12-2021</c:v>
                </c:pt>
                <c:pt idx="5770">
                  <c:v>24-12-2021</c:v>
                </c:pt>
                <c:pt idx="5771">
                  <c:v>24-12-2021</c:v>
                </c:pt>
                <c:pt idx="5772">
                  <c:v>24-12-2021</c:v>
                </c:pt>
                <c:pt idx="5773">
                  <c:v>24-12-2021</c:v>
                </c:pt>
                <c:pt idx="5774">
                  <c:v>24-12-2021</c:v>
                </c:pt>
                <c:pt idx="5775">
                  <c:v>24-12-2021</c:v>
                </c:pt>
                <c:pt idx="5776">
                  <c:v>24-12-2021</c:v>
                </c:pt>
                <c:pt idx="5777">
                  <c:v>24-12-2021</c:v>
                </c:pt>
                <c:pt idx="5778">
                  <c:v>24-12-2021</c:v>
                </c:pt>
                <c:pt idx="5779">
                  <c:v>24-12-2021</c:v>
                </c:pt>
                <c:pt idx="5780">
                  <c:v>24-12-2021</c:v>
                </c:pt>
                <c:pt idx="5781">
                  <c:v>24-12-2021</c:v>
                </c:pt>
                <c:pt idx="5782">
                  <c:v>24-12-2021</c:v>
                </c:pt>
                <c:pt idx="5783">
                  <c:v>24-12-2021</c:v>
                </c:pt>
                <c:pt idx="5784">
                  <c:v>24-12-2021</c:v>
                </c:pt>
                <c:pt idx="5785">
                  <c:v>24-12-2021</c:v>
                </c:pt>
                <c:pt idx="5786">
                  <c:v>24-12-2021</c:v>
                </c:pt>
                <c:pt idx="5787">
                  <c:v>24-12-2021</c:v>
                </c:pt>
                <c:pt idx="5788">
                  <c:v>24-12-2021</c:v>
                </c:pt>
                <c:pt idx="5789">
                  <c:v>24-12-2021</c:v>
                </c:pt>
                <c:pt idx="5790">
                  <c:v>24-12-2021</c:v>
                </c:pt>
                <c:pt idx="5791">
                  <c:v>24-12-2021</c:v>
                </c:pt>
                <c:pt idx="5792">
                  <c:v>24-12-2021</c:v>
                </c:pt>
                <c:pt idx="5793">
                  <c:v>24-12-2021</c:v>
                </c:pt>
                <c:pt idx="5794">
                  <c:v>24-12-2021</c:v>
                </c:pt>
                <c:pt idx="5795">
                  <c:v>24-12-2021</c:v>
                </c:pt>
                <c:pt idx="5796">
                  <c:v>24-12-2021</c:v>
                </c:pt>
                <c:pt idx="5797">
                  <c:v>24-12-2021</c:v>
                </c:pt>
                <c:pt idx="5798">
                  <c:v>24-12-2021</c:v>
                </c:pt>
                <c:pt idx="5799">
                  <c:v>24-12-2021</c:v>
                </c:pt>
                <c:pt idx="5800">
                  <c:v>24-12-2021</c:v>
                </c:pt>
                <c:pt idx="5801">
                  <c:v>24-12-2021</c:v>
                </c:pt>
                <c:pt idx="5802">
                  <c:v>24-12-2021</c:v>
                </c:pt>
                <c:pt idx="5803">
                  <c:v>24-12-2021</c:v>
                </c:pt>
                <c:pt idx="5804">
                  <c:v>24-12-2021</c:v>
                </c:pt>
                <c:pt idx="5805">
                  <c:v>24-12-2021</c:v>
                </c:pt>
                <c:pt idx="5806">
                  <c:v>24-12-2021</c:v>
                </c:pt>
                <c:pt idx="5807">
                  <c:v>24-12-2021</c:v>
                </c:pt>
                <c:pt idx="5808">
                  <c:v>24-12-2021</c:v>
                </c:pt>
                <c:pt idx="5809">
                  <c:v>24-12-2021</c:v>
                </c:pt>
                <c:pt idx="5810">
                  <c:v>24-12-2021</c:v>
                </c:pt>
                <c:pt idx="5811">
                  <c:v>24-12-2021</c:v>
                </c:pt>
                <c:pt idx="5812">
                  <c:v>25-12-2021</c:v>
                </c:pt>
                <c:pt idx="5813">
                  <c:v>25-12-2021</c:v>
                </c:pt>
                <c:pt idx="5814">
                  <c:v>25-12-2021</c:v>
                </c:pt>
                <c:pt idx="5815">
                  <c:v>25-12-2021</c:v>
                </c:pt>
                <c:pt idx="5816">
                  <c:v>25-12-2021</c:v>
                </c:pt>
                <c:pt idx="5817">
                  <c:v>25-12-2021</c:v>
                </c:pt>
                <c:pt idx="5818">
                  <c:v>25-12-2021</c:v>
                </c:pt>
                <c:pt idx="5819">
                  <c:v>25-12-2021</c:v>
                </c:pt>
                <c:pt idx="5820">
                  <c:v>25-12-2021</c:v>
                </c:pt>
                <c:pt idx="5821">
                  <c:v>25-12-2021</c:v>
                </c:pt>
                <c:pt idx="5822">
                  <c:v>25-12-2021</c:v>
                </c:pt>
                <c:pt idx="5823">
                  <c:v>25-12-2021</c:v>
                </c:pt>
                <c:pt idx="5824">
                  <c:v>25-12-2021</c:v>
                </c:pt>
                <c:pt idx="5825">
                  <c:v>25-12-2021</c:v>
                </c:pt>
                <c:pt idx="5826">
                  <c:v>25-12-2021</c:v>
                </c:pt>
                <c:pt idx="5827">
                  <c:v>25-12-2021</c:v>
                </c:pt>
                <c:pt idx="5828">
                  <c:v>25-12-2021</c:v>
                </c:pt>
                <c:pt idx="5829">
                  <c:v>25-12-2021</c:v>
                </c:pt>
                <c:pt idx="5830">
                  <c:v>25-12-2021</c:v>
                </c:pt>
                <c:pt idx="5831">
                  <c:v>25-12-2021</c:v>
                </c:pt>
                <c:pt idx="5832">
                  <c:v>25-12-2021</c:v>
                </c:pt>
                <c:pt idx="5833">
                  <c:v>25-12-2021</c:v>
                </c:pt>
                <c:pt idx="5834">
                  <c:v>25-12-2021</c:v>
                </c:pt>
                <c:pt idx="5835">
                  <c:v>25-12-2021</c:v>
                </c:pt>
                <c:pt idx="5836">
                  <c:v>25-12-2021</c:v>
                </c:pt>
                <c:pt idx="5837">
                  <c:v>25-12-2021</c:v>
                </c:pt>
                <c:pt idx="5838">
                  <c:v>25-12-2021</c:v>
                </c:pt>
                <c:pt idx="5839">
                  <c:v>25-12-2021</c:v>
                </c:pt>
                <c:pt idx="5840">
                  <c:v>25-12-2021</c:v>
                </c:pt>
                <c:pt idx="5841">
                  <c:v>25-12-2021</c:v>
                </c:pt>
                <c:pt idx="5842">
                  <c:v>25-12-2021</c:v>
                </c:pt>
                <c:pt idx="5843">
                  <c:v>25-12-2021</c:v>
                </c:pt>
                <c:pt idx="5844">
                  <c:v>25-12-2021</c:v>
                </c:pt>
                <c:pt idx="5845">
                  <c:v>25-12-2021</c:v>
                </c:pt>
                <c:pt idx="5846">
                  <c:v>25-12-2021</c:v>
                </c:pt>
                <c:pt idx="5847">
                  <c:v>25-12-2021</c:v>
                </c:pt>
                <c:pt idx="5848">
                  <c:v>25-12-2021</c:v>
                </c:pt>
                <c:pt idx="5849">
                  <c:v>25-12-2021</c:v>
                </c:pt>
                <c:pt idx="5850">
                  <c:v>25-12-2021</c:v>
                </c:pt>
                <c:pt idx="5851">
                  <c:v>25-12-2021</c:v>
                </c:pt>
                <c:pt idx="5852">
                  <c:v>25-12-2021</c:v>
                </c:pt>
                <c:pt idx="5853">
                  <c:v>25-12-2021</c:v>
                </c:pt>
                <c:pt idx="5854">
                  <c:v>25-12-2021</c:v>
                </c:pt>
                <c:pt idx="5855">
                  <c:v>25-12-2021</c:v>
                </c:pt>
                <c:pt idx="5856">
                  <c:v>25-12-2021</c:v>
                </c:pt>
                <c:pt idx="5857">
                  <c:v>25-12-2021</c:v>
                </c:pt>
                <c:pt idx="5858">
                  <c:v>25-12-2021</c:v>
                </c:pt>
                <c:pt idx="5859">
                  <c:v>25-12-2021</c:v>
                </c:pt>
                <c:pt idx="5860">
                  <c:v>25-12-2021</c:v>
                </c:pt>
                <c:pt idx="5861">
                  <c:v>25-12-2021</c:v>
                </c:pt>
                <c:pt idx="5862">
                  <c:v>26-12-2021</c:v>
                </c:pt>
                <c:pt idx="5863">
                  <c:v>26-12-2021</c:v>
                </c:pt>
                <c:pt idx="5864">
                  <c:v>26-12-2021</c:v>
                </c:pt>
                <c:pt idx="5865">
                  <c:v>26-12-2021</c:v>
                </c:pt>
                <c:pt idx="5866">
                  <c:v>26-12-2021</c:v>
                </c:pt>
                <c:pt idx="5867">
                  <c:v>26-12-2021</c:v>
                </c:pt>
                <c:pt idx="5868">
                  <c:v>26-12-2021</c:v>
                </c:pt>
                <c:pt idx="5869">
                  <c:v>26-12-2021</c:v>
                </c:pt>
                <c:pt idx="5870">
                  <c:v>26-12-2021</c:v>
                </c:pt>
                <c:pt idx="5871">
                  <c:v>26-12-2021</c:v>
                </c:pt>
                <c:pt idx="5872">
                  <c:v>26-12-2021</c:v>
                </c:pt>
                <c:pt idx="5873">
                  <c:v>26-12-2021</c:v>
                </c:pt>
                <c:pt idx="5874">
                  <c:v>26-12-2021</c:v>
                </c:pt>
                <c:pt idx="5875">
                  <c:v>26-12-2021</c:v>
                </c:pt>
                <c:pt idx="5876">
                  <c:v>26-12-2021</c:v>
                </c:pt>
                <c:pt idx="5877">
                  <c:v>26-12-2021</c:v>
                </c:pt>
                <c:pt idx="5878">
                  <c:v>26-12-2021</c:v>
                </c:pt>
                <c:pt idx="5879">
                  <c:v>26-12-2021</c:v>
                </c:pt>
                <c:pt idx="5880">
                  <c:v>26-12-2021</c:v>
                </c:pt>
                <c:pt idx="5881">
                  <c:v>26-12-2021</c:v>
                </c:pt>
                <c:pt idx="5882">
                  <c:v>26-12-2021</c:v>
                </c:pt>
                <c:pt idx="5883">
                  <c:v>26-12-2021</c:v>
                </c:pt>
                <c:pt idx="5884">
                  <c:v>26-12-2021</c:v>
                </c:pt>
                <c:pt idx="5885">
                  <c:v>26-12-2021</c:v>
                </c:pt>
                <c:pt idx="5886">
                  <c:v>26-12-2021</c:v>
                </c:pt>
                <c:pt idx="5887">
                  <c:v>26-12-2021</c:v>
                </c:pt>
                <c:pt idx="5888">
                  <c:v>26-12-2021</c:v>
                </c:pt>
                <c:pt idx="5889">
                  <c:v>26-12-2021</c:v>
                </c:pt>
                <c:pt idx="5890">
                  <c:v>26-12-2021</c:v>
                </c:pt>
                <c:pt idx="5891">
                  <c:v>26-12-2021</c:v>
                </c:pt>
                <c:pt idx="5892">
                  <c:v>26-12-2021</c:v>
                </c:pt>
                <c:pt idx="5893">
                  <c:v>26-12-2021</c:v>
                </c:pt>
                <c:pt idx="5894">
                  <c:v>26-12-2021</c:v>
                </c:pt>
                <c:pt idx="5895">
                  <c:v>26-12-2021</c:v>
                </c:pt>
                <c:pt idx="5896">
                  <c:v>26-12-2021</c:v>
                </c:pt>
                <c:pt idx="5897">
                  <c:v>26-12-2021</c:v>
                </c:pt>
                <c:pt idx="5898">
                  <c:v>26-12-2021</c:v>
                </c:pt>
                <c:pt idx="5899">
                  <c:v>26-12-2021</c:v>
                </c:pt>
                <c:pt idx="5900">
                  <c:v>26-12-2021</c:v>
                </c:pt>
                <c:pt idx="5901">
                  <c:v>26-12-2021</c:v>
                </c:pt>
                <c:pt idx="5902">
                  <c:v>26-12-2021</c:v>
                </c:pt>
                <c:pt idx="5903">
                  <c:v>26-12-2021</c:v>
                </c:pt>
                <c:pt idx="5904">
                  <c:v>26-12-2021</c:v>
                </c:pt>
                <c:pt idx="5905">
                  <c:v>26-12-2021</c:v>
                </c:pt>
                <c:pt idx="5906">
                  <c:v>26-12-2021</c:v>
                </c:pt>
                <c:pt idx="5907">
                  <c:v>26-12-2021</c:v>
                </c:pt>
                <c:pt idx="5908">
                  <c:v>26-12-2021</c:v>
                </c:pt>
                <c:pt idx="5909">
                  <c:v>26-12-2021</c:v>
                </c:pt>
                <c:pt idx="5910">
                  <c:v>26-12-2021</c:v>
                </c:pt>
                <c:pt idx="5911">
                  <c:v>26-12-2021</c:v>
                </c:pt>
                <c:pt idx="5912">
                  <c:v>27-12-2021</c:v>
                </c:pt>
                <c:pt idx="5913">
                  <c:v>27-12-2021</c:v>
                </c:pt>
                <c:pt idx="5914">
                  <c:v>27-12-2021</c:v>
                </c:pt>
                <c:pt idx="5915">
                  <c:v>27-12-2021</c:v>
                </c:pt>
                <c:pt idx="5916">
                  <c:v>27-12-2021</c:v>
                </c:pt>
                <c:pt idx="5917">
                  <c:v>27-12-2021</c:v>
                </c:pt>
                <c:pt idx="5918">
                  <c:v>27-12-2021</c:v>
                </c:pt>
                <c:pt idx="5919">
                  <c:v>27-12-2021</c:v>
                </c:pt>
                <c:pt idx="5920">
                  <c:v>27-12-2021</c:v>
                </c:pt>
                <c:pt idx="5921">
                  <c:v>27-12-2021</c:v>
                </c:pt>
                <c:pt idx="5922">
                  <c:v>27-12-2021</c:v>
                </c:pt>
                <c:pt idx="5923">
                  <c:v>27-12-2021</c:v>
                </c:pt>
                <c:pt idx="5924">
                  <c:v>27-12-2021</c:v>
                </c:pt>
                <c:pt idx="5925">
                  <c:v>27-12-2021</c:v>
                </c:pt>
                <c:pt idx="5926">
                  <c:v>27-12-2021</c:v>
                </c:pt>
                <c:pt idx="5927">
                  <c:v>27-12-2021</c:v>
                </c:pt>
                <c:pt idx="5928">
                  <c:v>27-12-2021</c:v>
                </c:pt>
                <c:pt idx="5929">
                  <c:v>27-12-2021</c:v>
                </c:pt>
                <c:pt idx="5930">
                  <c:v>27-12-2021</c:v>
                </c:pt>
                <c:pt idx="5931">
                  <c:v>27-12-2021</c:v>
                </c:pt>
                <c:pt idx="5932">
                  <c:v>27-12-2021</c:v>
                </c:pt>
                <c:pt idx="5933">
                  <c:v>27-12-2021</c:v>
                </c:pt>
                <c:pt idx="5934">
                  <c:v>27-12-2021</c:v>
                </c:pt>
                <c:pt idx="5935">
                  <c:v>27-12-2021</c:v>
                </c:pt>
                <c:pt idx="5936">
                  <c:v>27-12-2021</c:v>
                </c:pt>
                <c:pt idx="5937">
                  <c:v>27-12-2021</c:v>
                </c:pt>
                <c:pt idx="5938">
                  <c:v>27-12-2021</c:v>
                </c:pt>
                <c:pt idx="5939">
                  <c:v>27-12-2021</c:v>
                </c:pt>
                <c:pt idx="5940">
                  <c:v>27-12-2021</c:v>
                </c:pt>
                <c:pt idx="5941">
                  <c:v>27-12-2021</c:v>
                </c:pt>
                <c:pt idx="5942">
                  <c:v>27-12-2021</c:v>
                </c:pt>
                <c:pt idx="5943">
                  <c:v>27-12-2021</c:v>
                </c:pt>
                <c:pt idx="5944">
                  <c:v>27-12-2021</c:v>
                </c:pt>
                <c:pt idx="5945">
                  <c:v>27-12-2021</c:v>
                </c:pt>
                <c:pt idx="5946">
                  <c:v>27-12-2021</c:v>
                </c:pt>
                <c:pt idx="5947">
                  <c:v>27-12-2021</c:v>
                </c:pt>
                <c:pt idx="5948">
                  <c:v>27-12-2021</c:v>
                </c:pt>
                <c:pt idx="5949">
                  <c:v>27-12-2021</c:v>
                </c:pt>
                <c:pt idx="5950">
                  <c:v>27-12-2021</c:v>
                </c:pt>
                <c:pt idx="5951">
                  <c:v>27-12-2021</c:v>
                </c:pt>
                <c:pt idx="5952">
                  <c:v>27-12-2021</c:v>
                </c:pt>
                <c:pt idx="5953">
                  <c:v>27-12-2021</c:v>
                </c:pt>
                <c:pt idx="5954">
                  <c:v>27-12-2021</c:v>
                </c:pt>
                <c:pt idx="5955">
                  <c:v>27-12-2021</c:v>
                </c:pt>
                <c:pt idx="5956">
                  <c:v>27-12-2021</c:v>
                </c:pt>
                <c:pt idx="5957">
                  <c:v>27-12-2021</c:v>
                </c:pt>
                <c:pt idx="5958">
                  <c:v>27-12-2021</c:v>
                </c:pt>
                <c:pt idx="5959">
                  <c:v>27-12-2021</c:v>
                </c:pt>
                <c:pt idx="5960">
                  <c:v>27-12-2021</c:v>
                </c:pt>
                <c:pt idx="5961">
                  <c:v>27-12-2021</c:v>
                </c:pt>
                <c:pt idx="5962">
                  <c:v>28-12-2021</c:v>
                </c:pt>
                <c:pt idx="5963">
                  <c:v>28-12-2021</c:v>
                </c:pt>
                <c:pt idx="5964">
                  <c:v>28-12-2021</c:v>
                </c:pt>
                <c:pt idx="5965">
                  <c:v>28-12-2021</c:v>
                </c:pt>
                <c:pt idx="5966">
                  <c:v>28-12-2021</c:v>
                </c:pt>
                <c:pt idx="5967">
                  <c:v>28-12-2021</c:v>
                </c:pt>
                <c:pt idx="5968">
                  <c:v>28-12-2021</c:v>
                </c:pt>
                <c:pt idx="5969">
                  <c:v>28-12-2021</c:v>
                </c:pt>
                <c:pt idx="5970">
                  <c:v>28-12-2021</c:v>
                </c:pt>
                <c:pt idx="5971">
                  <c:v>28-12-2021</c:v>
                </c:pt>
                <c:pt idx="5972">
                  <c:v>28-12-2021</c:v>
                </c:pt>
                <c:pt idx="5973">
                  <c:v>28-12-2021</c:v>
                </c:pt>
                <c:pt idx="5974">
                  <c:v>28-12-2021</c:v>
                </c:pt>
                <c:pt idx="5975">
                  <c:v>28-12-2021</c:v>
                </c:pt>
                <c:pt idx="5976">
                  <c:v>28-12-2021</c:v>
                </c:pt>
                <c:pt idx="5977">
                  <c:v>28-12-2021</c:v>
                </c:pt>
                <c:pt idx="5978">
                  <c:v>28-12-2021</c:v>
                </c:pt>
                <c:pt idx="5979">
                  <c:v>28-12-2021</c:v>
                </c:pt>
                <c:pt idx="5980">
                  <c:v>28-12-2021</c:v>
                </c:pt>
                <c:pt idx="5981">
                  <c:v>28-12-2021</c:v>
                </c:pt>
                <c:pt idx="5982">
                  <c:v>28-12-2021</c:v>
                </c:pt>
                <c:pt idx="5983">
                  <c:v>28-12-2021</c:v>
                </c:pt>
                <c:pt idx="5984">
                  <c:v>28-12-2021</c:v>
                </c:pt>
                <c:pt idx="5985">
                  <c:v>28-12-2021</c:v>
                </c:pt>
                <c:pt idx="5986">
                  <c:v>28-12-2021</c:v>
                </c:pt>
                <c:pt idx="5987">
                  <c:v>28-12-2021</c:v>
                </c:pt>
                <c:pt idx="5988">
                  <c:v>28-12-2021</c:v>
                </c:pt>
                <c:pt idx="5989">
                  <c:v>28-12-2021</c:v>
                </c:pt>
                <c:pt idx="5990">
                  <c:v>28-12-2021</c:v>
                </c:pt>
                <c:pt idx="5991">
                  <c:v>28-12-2021</c:v>
                </c:pt>
                <c:pt idx="5992">
                  <c:v>28-12-2021</c:v>
                </c:pt>
                <c:pt idx="5993">
                  <c:v>28-12-2021</c:v>
                </c:pt>
                <c:pt idx="5994">
                  <c:v>28-12-2021</c:v>
                </c:pt>
                <c:pt idx="5995">
                  <c:v>28-12-2021</c:v>
                </c:pt>
                <c:pt idx="5996">
                  <c:v>28-12-2021</c:v>
                </c:pt>
                <c:pt idx="5997">
                  <c:v>28-12-2021</c:v>
                </c:pt>
                <c:pt idx="5998">
                  <c:v>28-12-2021</c:v>
                </c:pt>
                <c:pt idx="5999">
                  <c:v>28-12-2021</c:v>
                </c:pt>
                <c:pt idx="6000">
                  <c:v>28-12-2021</c:v>
                </c:pt>
                <c:pt idx="6001">
                  <c:v>28-12-2021</c:v>
                </c:pt>
                <c:pt idx="6002">
                  <c:v>28-12-2021</c:v>
                </c:pt>
                <c:pt idx="6003">
                  <c:v>28-12-2021</c:v>
                </c:pt>
                <c:pt idx="6004">
                  <c:v>28-12-2021</c:v>
                </c:pt>
                <c:pt idx="6005">
                  <c:v>28-12-2021</c:v>
                </c:pt>
                <c:pt idx="6006">
                  <c:v>28-12-2021</c:v>
                </c:pt>
                <c:pt idx="6007">
                  <c:v>28-12-2021</c:v>
                </c:pt>
                <c:pt idx="6008">
                  <c:v>28-12-2021</c:v>
                </c:pt>
                <c:pt idx="6009">
                  <c:v>28-12-2021</c:v>
                </c:pt>
                <c:pt idx="6010">
                  <c:v>28-12-2021</c:v>
                </c:pt>
                <c:pt idx="6011">
                  <c:v>28-12-2021</c:v>
                </c:pt>
                <c:pt idx="6012">
                  <c:v>29-12-2021</c:v>
                </c:pt>
                <c:pt idx="6013">
                  <c:v>29-12-2021</c:v>
                </c:pt>
                <c:pt idx="6014">
                  <c:v>29-12-2021</c:v>
                </c:pt>
                <c:pt idx="6015">
                  <c:v>29-12-2021</c:v>
                </c:pt>
                <c:pt idx="6016">
                  <c:v>29-12-2021</c:v>
                </c:pt>
                <c:pt idx="6017">
                  <c:v>29-12-2021</c:v>
                </c:pt>
                <c:pt idx="6018">
                  <c:v>29-12-2021</c:v>
                </c:pt>
                <c:pt idx="6019">
                  <c:v>29-12-2021</c:v>
                </c:pt>
                <c:pt idx="6020">
                  <c:v>29-12-2021</c:v>
                </c:pt>
                <c:pt idx="6021">
                  <c:v>29-12-2021</c:v>
                </c:pt>
                <c:pt idx="6022">
                  <c:v>29-12-2021</c:v>
                </c:pt>
                <c:pt idx="6023">
                  <c:v>29-12-2021</c:v>
                </c:pt>
                <c:pt idx="6024">
                  <c:v>29-12-2021</c:v>
                </c:pt>
                <c:pt idx="6025">
                  <c:v>29-12-2021</c:v>
                </c:pt>
                <c:pt idx="6026">
                  <c:v>29-12-2021</c:v>
                </c:pt>
                <c:pt idx="6027">
                  <c:v>29-12-2021</c:v>
                </c:pt>
                <c:pt idx="6028">
                  <c:v>29-12-2021</c:v>
                </c:pt>
                <c:pt idx="6029">
                  <c:v>29-12-2021</c:v>
                </c:pt>
                <c:pt idx="6030">
                  <c:v>29-12-2021</c:v>
                </c:pt>
                <c:pt idx="6031">
                  <c:v>29-12-2021</c:v>
                </c:pt>
                <c:pt idx="6032">
                  <c:v>29-12-2021</c:v>
                </c:pt>
                <c:pt idx="6033">
                  <c:v>29-12-2021</c:v>
                </c:pt>
                <c:pt idx="6034">
                  <c:v>29-12-2021</c:v>
                </c:pt>
                <c:pt idx="6035">
                  <c:v>29-12-2021</c:v>
                </c:pt>
                <c:pt idx="6036">
                  <c:v>29-12-2021</c:v>
                </c:pt>
                <c:pt idx="6037">
                  <c:v>29-12-2021</c:v>
                </c:pt>
                <c:pt idx="6038">
                  <c:v>29-12-2021</c:v>
                </c:pt>
                <c:pt idx="6039">
                  <c:v>29-12-2021</c:v>
                </c:pt>
                <c:pt idx="6040">
                  <c:v>29-12-2021</c:v>
                </c:pt>
                <c:pt idx="6041">
                  <c:v>29-12-2021</c:v>
                </c:pt>
                <c:pt idx="6042">
                  <c:v>29-12-2021</c:v>
                </c:pt>
                <c:pt idx="6043">
                  <c:v>29-12-2021</c:v>
                </c:pt>
                <c:pt idx="6044">
                  <c:v>29-12-2021</c:v>
                </c:pt>
                <c:pt idx="6045">
                  <c:v>29-12-2021</c:v>
                </c:pt>
                <c:pt idx="6046">
                  <c:v>29-12-2021</c:v>
                </c:pt>
                <c:pt idx="6047">
                  <c:v>29-12-2021</c:v>
                </c:pt>
                <c:pt idx="6048">
                  <c:v>29-12-2021</c:v>
                </c:pt>
                <c:pt idx="6049">
                  <c:v>29-12-2021</c:v>
                </c:pt>
                <c:pt idx="6050">
                  <c:v>29-12-2021</c:v>
                </c:pt>
                <c:pt idx="6051">
                  <c:v>29-12-2021</c:v>
                </c:pt>
                <c:pt idx="6052">
                  <c:v>29-12-2021</c:v>
                </c:pt>
                <c:pt idx="6053">
                  <c:v>29-12-2021</c:v>
                </c:pt>
                <c:pt idx="6054">
                  <c:v>29-12-2021</c:v>
                </c:pt>
                <c:pt idx="6055">
                  <c:v>29-12-2021</c:v>
                </c:pt>
                <c:pt idx="6056">
                  <c:v>29-12-2021</c:v>
                </c:pt>
                <c:pt idx="6057">
                  <c:v>29-12-2021</c:v>
                </c:pt>
                <c:pt idx="6058">
                  <c:v>30-12-2021</c:v>
                </c:pt>
                <c:pt idx="6059">
                  <c:v>30-12-2021</c:v>
                </c:pt>
                <c:pt idx="6060">
                  <c:v>30-12-2021</c:v>
                </c:pt>
                <c:pt idx="6061">
                  <c:v>30-12-2021</c:v>
                </c:pt>
                <c:pt idx="6062">
                  <c:v>30-12-2021</c:v>
                </c:pt>
                <c:pt idx="6063">
                  <c:v>30-12-2021</c:v>
                </c:pt>
                <c:pt idx="6064">
                  <c:v>30-12-2021</c:v>
                </c:pt>
                <c:pt idx="6065">
                  <c:v>30-12-2021</c:v>
                </c:pt>
                <c:pt idx="6066">
                  <c:v>30-12-2021</c:v>
                </c:pt>
                <c:pt idx="6067">
                  <c:v>30-12-2021</c:v>
                </c:pt>
                <c:pt idx="6068">
                  <c:v>30-12-2021</c:v>
                </c:pt>
                <c:pt idx="6069">
                  <c:v>30-12-2021</c:v>
                </c:pt>
                <c:pt idx="6070">
                  <c:v>30-12-2021</c:v>
                </c:pt>
                <c:pt idx="6071">
                  <c:v>30-12-2021</c:v>
                </c:pt>
                <c:pt idx="6072">
                  <c:v>30-12-2021</c:v>
                </c:pt>
                <c:pt idx="6073">
                  <c:v>30-12-2021</c:v>
                </c:pt>
                <c:pt idx="6074">
                  <c:v>30-12-2021</c:v>
                </c:pt>
                <c:pt idx="6075">
                  <c:v>30-12-2021</c:v>
                </c:pt>
                <c:pt idx="6076">
                  <c:v>30-12-2021</c:v>
                </c:pt>
                <c:pt idx="6077">
                  <c:v>30-12-2021</c:v>
                </c:pt>
                <c:pt idx="6078">
                  <c:v>30-12-2021</c:v>
                </c:pt>
                <c:pt idx="6079">
                  <c:v>30-12-2021</c:v>
                </c:pt>
                <c:pt idx="6080">
                  <c:v>30-12-2021</c:v>
                </c:pt>
                <c:pt idx="6081">
                  <c:v>30-12-2021</c:v>
                </c:pt>
                <c:pt idx="6082">
                  <c:v>30-12-2021</c:v>
                </c:pt>
                <c:pt idx="6083">
                  <c:v>30-12-2021</c:v>
                </c:pt>
                <c:pt idx="6084">
                  <c:v>30-12-2021</c:v>
                </c:pt>
                <c:pt idx="6085">
                  <c:v>30-12-2021</c:v>
                </c:pt>
                <c:pt idx="6086">
                  <c:v>30-12-2021</c:v>
                </c:pt>
                <c:pt idx="6087">
                  <c:v>30-12-2021</c:v>
                </c:pt>
                <c:pt idx="6088">
                  <c:v>30-12-2021</c:v>
                </c:pt>
                <c:pt idx="6089">
                  <c:v>30-12-2021</c:v>
                </c:pt>
                <c:pt idx="6090">
                  <c:v>30-12-2021</c:v>
                </c:pt>
                <c:pt idx="6091">
                  <c:v>30-12-2021</c:v>
                </c:pt>
                <c:pt idx="6092">
                  <c:v>30-12-2021</c:v>
                </c:pt>
                <c:pt idx="6093">
                  <c:v>30-12-2021</c:v>
                </c:pt>
                <c:pt idx="6094">
                  <c:v>30-12-2021</c:v>
                </c:pt>
                <c:pt idx="6095">
                  <c:v>30-12-2021</c:v>
                </c:pt>
                <c:pt idx="6096">
                  <c:v>30-12-2021</c:v>
                </c:pt>
                <c:pt idx="6097">
                  <c:v>30-12-2021</c:v>
                </c:pt>
                <c:pt idx="6098">
                  <c:v>30-12-2021</c:v>
                </c:pt>
                <c:pt idx="6099">
                  <c:v>30-12-2021</c:v>
                </c:pt>
                <c:pt idx="6100">
                  <c:v>30-12-2021</c:v>
                </c:pt>
                <c:pt idx="6101">
                  <c:v>30-12-2021</c:v>
                </c:pt>
                <c:pt idx="6102">
                  <c:v>31-12-2021</c:v>
                </c:pt>
                <c:pt idx="6103">
                  <c:v>31-12-2021</c:v>
                </c:pt>
                <c:pt idx="6104">
                  <c:v>31-12-2021</c:v>
                </c:pt>
                <c:pt idx="6105">
                  <c:v>31-12-2021</c:v>
                </c:pt>
                <c:pt idx="6106">
                  <c:v>31-12-2021</c:v>
                </c:pt>
                <c:pt idx="6107">
                  <c:v>31-12-2021</c:v>
                </c:pt>
                <c:pt idx="6108">
                  <c:v>31-12-2021</c:v>
                </c:pt>
                <c:pt idx="6109">
                  <c:v>31-12-2021</c:v>
                </c:pt>
                <c:pt idx="6110">
                  <c:v>31-12-2021</c:v>
                </c:pt>
                <c:pt idx="6111">
                  <c:v>31-12-2021</c:v>
                </c:pt>
                <c:pt idx="6112">
                  <c:v>31-12-2021</c:v>
                </c:pt>
                <c:pt idx="6113">
                  <c:v>31-12-2021</c:v>
                </c:pt>
                <c:pt idx="6114">
                  <c:v>31-12-2021</c:v>
                </c:pt>
                <c:pt idx="6115">
                  <c:v>31-12-2021</c:v>
                </c:pt>
                <c:pt idx="6116">
                  <c:v>31-12-2021</c:v>
                </c:pt>
                <c:pt idx="6117">
                  <c:v>31-12-2021</c:v>
                </c:pt>
                <c:pt idx="6118">
                  <c:v>31-12-2021</c:v>
                </c:pt>
                <c:pt idx="6119">
                  <c:v>31-12-2021</c:v>
                </c:pt>
                <c:pt idx="6120">
                  <c:v>31-12-2021</c:v>
                </c:pt>
                <c:pt idx="6121">
                  <c:v>31-12-2021</c:v>
                </c:pt>
                <c:pt idx="6122">
                  <c:v>31-12-2021</c:v>
                </c:pt>
                <c:pt idx="6123">
                  <c:v>31-12-2021</c:v>
                </c:pt>
                <c:pt idx="6124">
                  <c:v>31-12-2021</c:v>
                </c:pt>
                <c:pt idx="6125">
                  <c:v>31-12-2021</c:v>
                </c:pt>
                <c:pt idx="6126">
                  <c:v>31-12-2021</c:v>
                </c:pt>
                <c:pt idx="6127">
                  <c:v>31-12-2021</c:v>
                </c:pt>
                <c:pt idx="6128">
                  <c:v>31-12-2021</c:v>
                </c:pt>
                <c:pt idx="6129">
                  <c:v>31-12-2021</c:v>
                </c:pt>
                <c:pt idx="6130">
                  <c:v>31-12-2021</c:v>
                </c:pt>
                <c:pt idx="6131">
                  <c:v>31-12-2021</c:v>
                </c:pt>
                <c:pt idx="6132">
                  <c:v>31-12-2021</c:v>
                </c:pt>
                <c:pt idx="6133">
                  <c:v>31-12-2021</c:v>
                </c:pt>
                <c:pt idx="6134">
                  <c:v>31-12-2021</c:v>
                </c:pt>
                <c:pt idx="6135">
                  <c:v>31-12-2021</c:v>
                </c:pt>
                <c:pt idx="6136">
                  <c:v>31-12-2021</c:v>
                </c:pt>
                <c:pt idx="6137">
                  <c:v>31-12-2021</c:v>
                </c:pt>
                <c:pt idx="6138">
                  <c:v>31-12-2021</c:v>
                </c:pt>
                <c:pt idx="6139">
                  <c:v>31-12-2021</c:v>
                </c:pt>
                <c:pt idx="6140">
                  <c:v>31-12-2021</c:v>
                </c:pt>
                <c:pt idx="6141">
                  <c:v>31-12-2021</c:v>
                </c:pt>
                <c:pt idx="6142">
                  <c:v>31-12-2021</c:v>
                </c:pt>
                <c:pt idx="6143">
                  <c:v>31-12-2021</c:v>
                </c:pt>
                <c:pt idx="6144">
                  <c:v>31-12-2021</c:v>
                </c:pt>
                <c:pt idx="6145">
                  <c:v>31-12-2021</c:v>
                </c:pt>
                <c:pt idx="6146">
                  <c:v>01-01-2022</c:v>
                </c:pt>
                <c:pt idx="6147">
                  <c:v>01-01-2022</c:v>
                </c:pt>
                <c:pt idx="6148">
                  <c:v>01-01-2022</c:v>
                </c:pt>
                <c:pt idx="6149">
                  <c:v>01-01-2022</c:v>
                </c:pt>
                <c:pt idx="6150">
                  <c:v>01-01-2022</c:v>
                </c:pt>
                <c:pt idx="6151">
                  <c:v>01-01-2022</c:v>
                </c:pt>
                <c:pt idx="6152">
                  <c:v>01-01-2022</c:v>
                </c:pt>
                <c:pt idx="6153">
                  <c:v>01-01-2022</c:v>
                </c:pt>
                <c:pt idx="6154">
                  <c:v>01-01-2022</c:v>
                </c:pt>
                <c:pt idx="6155">
                  <c:v>01-01-2022</c:v>
                </c:pt>
                <c:pt idx="6156">
                  <c:v>01-01-2022</c:v>
                </c:pt>
                <c:pt idx="6157">
                  <c:v>01-01-2022</c:v>
                </c:pt>
                <c:pt idx="6158">
                  <c:v>01-01-2022</c:v>
                </c:pt>
                <c:pt idx="6159">
                  <c:v>01-01-2022</c:v>
                </c:pt>
                <c:pt idx="6160">
                  <c:v>01-01-2022</c:v>
                </c:pt>
                <c:pt idx="6161">
                  <c:v>01-01-2022</c:v>
                </c:pt>
                <c:pt idx="6162">
                  <c:v>01-01-2022</c:v>
                </c:pt>
                <c:pt idx="6163">
                  <c:v>01-01-2022</c:v>
                </c:pt>
                <c:pt idx="6164">
                  <c:v>01-01-2022</c:v>
                </c:pt>
                <c:pt idx="6165">
                  <c:v>01-01-2022</c:v>
                </c:pt>
                <c:pt idx="6166">
                  <c:v>01-01-2022</c:v>
                </c:pt>
                <c:pt idx="6167">
                  <c:v>01-01-2022</c:v>
                </c:pt>
                <c:pt idx="6168">
                  <c:v>01-01-2022</c:v>
                </c:pt>
                <c:pt idx="6169">
                  <c:v>01-01-2022</c:v>
                </c:pt>
                <c:pt idx="6170">
                  <c:v>01-01-2022</c:v>
                </c:pt>
                <c:pt idx="6171">
                  <c:v>01-01-2022</c:v>
                </c:pt>
                <c:pt idx="6172">
                  <c:v>01-01-2022</c:v>
                </c:pt>
                <c:pt idx="6173">
                  <c:v>01-01-2022</c:v>
                </c:pt>
                <c:pt idx="6174">
                  <c:v>01-01-2022</c:v>
                </c:pt>
                <c:pt idx="6175">
                  <c:v>01-01-2022</c:v>
                </c:pt>
                <c:pt idx="6176">
                  <c:v>01-01-2022</c:v>
                </c:pt>
                <c:pt idx="6177">
                  <c:v>01-01-2022</c:v>
                </c:pt>
                <c:pt idx="6178">
                  <c:v>01-01-2022</c:v>
                </c:pt>
                <c:pt idx="6179">
                  <c:v>01-01-2022</c:v>
                </c:pt>
                <c:pt idx="6180">
                  <c:v>01-01-2022</c:v>
                </c:pt>
                <c:pt idx="6181">
                  <c:v>01-01-2022</c:v>
                </c:pt>
                <c:pt idx="6182">
                  <c:v>01-01-2022</c:v>
                </c:pt>
                <c:pt idx="6183">
                  <c:v>01-01-2022</c:v>
                </c:pt>
                <c:pt idx="6184">
                  <c:v>01-01-2022</c:v>
                </c:pt>
                <c:pt idx="6185">
                  <c:v>01-01-2022</c:v>
                </c:pt>
                <c:pt idx="6186">
                  <c:v>01-01-2022</c:v>
                </c:pt>
                <c:pt idx="6187">
                  <c:v>01-01-2022</c:v>
                </c:pt>
                <c:pt idx="6188">
                  <c:v>01-01-2022</c:v>
                </c:pt>
                <c:pt idx="6189">
                  <c:v>01-01-2022</c:v>
                </c:pt>
                <c:pt idx="6190">
                  <c:v>01-01-2022</c:v>
                </c:pt>
                <c:pt idx="6191">
                  <c:v>01-01-2022</c:v>
                </c:pt>
                <c:pt idx="6192">
                  <c:v>02-01-2022</c:v>
                </c:pt>
                <c:pt idx="6193">
                  <c:v>02-01-2022</c:v>
                </c:pt>
                <c:pt idx="6194">
                  <c:v>02-01-2022</c:v>
                </c:pt>
                <c:pt idx="6195">
                  <c:v>02-01-2022</c:v>
                </c:pt>
                <c:pt idx="6196">
                  <c:v>02-01-2022</c:v>
                </c:pt>
                <c:pt idx="6197">
                  <c:v>02-01-2022</c:v>
                </c:pt>
                <c:pt idx="6198">
                  <c:v>02-01-2022</c:v>
                </c:pt>
                <c:pt idx="6199">
                  <c:v>02-01-2022</c:v>
                </c:pt>
                <c:pt idx="6200">
                  <c:v>02-01-2022</c:v>
                </c:pt>
                <c:pt idx="6201">
                  <c:v>02-01-2022</c:v>
                </c:pt>
                <c:pt idx="6202">
                  <c:v>02-01-2022</c:v>
                </c:pt>
                <c:pt idx="6203">
                  <c:v>02-01-2022</c:v>
                </c:pt>
                <c:pt idx="6204">
                  <c:v>02-01-2022</c:v>
                </c:pt>
                <c:pt idx="6205">
                  <c:v>02-01-2022</c:v>
                </c:pt>
                <c:pt idx="6206">
                  <c:v>02-01-2022</c:v>
                </c:pt>
                <c:pt idx="6207">
                  <c:v>02-01-2022</c:v>
                </c:pt>
                <c:pt idx="6208">
                  <c:v>02-01-2022</c:v>
                </c:pt>
                <c:pt idx="6209">
                  <c:v>02-01-2022</c:v>
                </c:pt>
                <c:pt idx="6210">
                  <c:v>02-01-2022</c:v>
                </c:pt>
                <c:pt idx="6211">
                  <c:v>02-01-2022</c:v>
                </c:pt>
                <c:pt idx="6212">
                  <c:v>02-01-2022</c:v>
                </c:pt>
                <c:pt idx="6213">
                  <c:v>02-01-2022</c:v>
                </c:pt>
                <c:pt idx="6214">
                  <c:v>02-01-2022</c:v>
                </c:pt>
                <c:pt idx="6215">
                  <c:v>02-01-2022</c:v>
                </c:pt>
                <c:pt idx="6216">
                  <c:v>02-01-2022</c:v>
                </c:pt>
                <c:pt idx="6217">
                  <c:v>02-01-2022</c:v>
                </c:pt>
                <c:pt idx="6218">
                  <c:v>02-01-2022</c:v>
                </c:pt>
                <c:pt idx="6219">
                  <c:v>02-01-2022</c:v>
                </c:pt>
                <c:pt idx="6220">
                  <c:v>02-01-2022</c:v>
                </c:pt>
                <c:pt idx="6221">
                  <c:v>02-01-2022</c:v>
                </c:pt>
                <c:pt idx="6222">
                  <c:v>02-01-2022</c:v>
                </c:pt>
                <c:pt idx="6223">
                  <c:v>02-01-2022</c:v>
                </c:pt>
                <c:pt idx="6224">
                  <c:v>02-01-2022</c:v>
                </c:pt>
                <c:pt idx="6225">
                  <c:v>02-01-2022</c:v>
                </c:pt>
                <c:pt idx="6226">
                  <c:v>02-01-2022</c:v>
                </c:pt>
                <c:pt idx="6227">
                  <c:v>02-01-2022</c:v>
                </c:pt>
                <c:pt idx="6228">
                  <c:v>02-01-2022</c:v>
                </c:pt>
                <c:pt idx="6229">
                  <c:v>02-01-2022</c:v>
                </c:pt>
                <c:pt idx="6230">
                  <c:v>02-01-2022</c:v>
                </c:pt>
                <c:pt idx="6231">
                  <c:v>02-01-2022</c:v>
                </c:pt>
                <c:pt idx="6232">
                  <c:v>02-01-2022</c:v>
                </c:pt>
                <c:pt idx="6233">
                  <c:v>02-01-2022</c:v>
                </c:pt>
                <c:pt idx="6234">
                  <c:v>02-01-2022</c:v>
                </c:pt>
                <c:pt idx="6235">
                  <c:v>02-01-2022</c:v>
                </c:pt>
                <c:pt idx="6236">
                  <c:v>02-01-2022</c:v>
                </c:pt>
                <c:pt idx="6237">
                  <c:v>02-01-2022</c:v>
                </c:pt>
                <c:pt idx="6238">
                  <c:v>02-01-2022</c:v>
                </c:pt>
                <c:pt idx="6239">
                  <c:v>03-01-2022</c:v>
                </c:pt>
                <c:pt idx="6240">
                  <c:v>03-01-2022</c:v>
                </c:pt>
                <c:pt idx="6241">
                  <c:v>03-01-2022</c:v>
                </c:pt>
                <c:pt idx="6242">
                  <c:v>03-01-2022</c:v>
                </c:pt>
                <c:pt idx="6243">
                  <c:v>03-01-2022</c:v>
                </c:pt>
                <c:pt idx="6244">
                  <c:v>03-01-2022</c:v>
                </c:pt>
                <c:pt idx="6245">
                  <c:v>03-01-2022</c:v>
                </c:pt>
                <c:pt idx="6246">
                  <c:v>03-01-2022</c:v>
                </c:pt>
                <c:pt idx="6247">
                  <c:v>03-01-2022</c:v>
                </c:pt>
                <c:pt idx="6248">
                  <c:v>03-01-2022</c:v>
                </c:pt>
                <c:pt idx="6249">
                  <c:v>03-01-2022</c:v>
                </c:pt>
                <c:pt idx="6250">
                  <c:v>03-01-2022</c:v>
                </c:pt>
                <c:pt idx="6251">
                  <c:v>03-01-2022</c:v>
                </c:pt>
                <c:pt idx="6252">
                  <c:v>03-01-2022</c:v>
                </c:pt>
                <c:pt idx="6253">
                  <c:v>03-01-2022</c:v>
                </c:pt>
                <c:pt idx="6254">
                  <c:v>03-01-2022</c:v>
                </c:pt>
                <c:pt idx="6255">
                  <c:v>03-01-2022</c:v>
                </c:pt>
                <c:pt idx="6256">
                  <c:v>03-01-2022</c:v>
                </c:pt>
                <c:pt idx="6257">
                  <c:v>03-01-2022</c:v>
                </c:pt>
                <c:pt idx="6258">
                  <c:v>03-01-2022</c:v>
                </c:pt>
                <c:pt idx="6259">
                  <c:v>03-01-2022</c:v>
                </c:pt>
                <c:pt idx="6260">
                  <c:v>03-01-2022</c:v>
                </c:pt>
                <c:pt idx="6261">
                  <c:v>03-01-2022</c:v>
                </c:pt>
                <c:pt idx="6262">
                  <c:v>03-01-2022</c:v>
                </c:pt>
                <c:pt idx="6263">
                  <c:v>03-01-2022</c:v>
                </c:pt>
                <c:pt idx="6264">
                  <c:v>03-01-2022</c:v>
                </c:pt>
                <c:pt idx="6265">
                  <c:v>03-01-2022</c:v>
                </c:pt>
                <c:pt idx="6266">
                  <c:v>03-01-2022</c:v>
                </c:pt>
                <c:pt idx="6267">
                  <c:v>03-01-2022</c:v>
                </c:pt>
                <c:pt idx="6268">
                  <c:v>03-01-2022</c:v>
                </c:pt>
                <c:pt idx="6269">
                  <c:v>03-01-2022</c:v>
                </c:pt>
                <c:pt idx="6270">
                  <c:v>03-01-2022</c:v>
                </c:pt>
                <c:pt idx="6271">
                  <c:v>03-01-2022</c:v>
                </c:pt>
                <c:pt idx="6272">
                  <c:v>03-01-2022</c:v>
                </c:pt>
                <c:pt idx="6273">
                  <c:v>03-01-2022</c:v>
                </c:pt>
                <c:pt idx="6274">
                  <c:v>03-01-2022</c:v>
                </c:pt>
                <c:pt idx="6275">
                  <c:v>03-01-2022</c:v>
                </c:pt>
                <c:pt idx="6276">
                  <c:v>03-01-2022</c:v>
                </c:pt>
                <c:pt idx="6277">
                  <c:v>03-01-2022</c:v>
                </c:pt>
                <c:pt idx="6278">
                  <c:v>03-01-2022</c:v>
                </c:pt>
                <c:pt idx="6279">
                  <c:v>03-01-2022</c:v>
                </c:pt>
                <c:pt idx="6280">
                  <c:v>03-01-2022</c:v>
                </c:pt>
                <c:pt idx="6281">
                  <c:v>03-01-2022</c:v>
                </c:pt>
                <c:pt idx="6282">
                  <c:v>03-01-2022</c:v>
                </c:pt>
                <c:pt idx="6283">
                  <c:v>03-01-2022</c:v>
                </c:pt>
                <c:pt idx="6284">
                  <c:v>03-01-2022</c:v>
                </c:pt>
                <c:pt idx="6285">
                  <c:v>04-01-2022</c:v>
                </c:pt>
                <c:pt idx="6286">
                  <c:v>04-01-2022</c:v>
                </c:pt>
                <c:pt idx="6287">
                  <c:v>04-01-2022</c:v>
                </c:pt>
                <c:pt idx="6288">
                  <c:v>04-01-2022</c:v>
                </c:pt>
                <c:pt idx="6289">
                  <c:v>04-01-2022</c:v>
                </c:pt>
                <c:pt idx="6290">
                  <c:v>04-01-2022</c:v>
                </c:pt>
                <c:pt idx="6291">
                  <c:v>04-01-2022</c:v>
                </c:pt>
                <c:pt idx="6292">
                  <c:v>04-01-2022</c:v>
                </c:pt>
                <c:pt idx="6293">
                  <c:v>04-01-2022</c:v>
                </c:pt>
                <c:pt idx="6294">
                  <c:v>04-01-2022</c:v>
                </c:pt>
                <c:pt idx="6295">
                  <c:v>04-01-2022</c:v>
                </c:pt>
                <c:pt idx="6296">
                  <c:v>04-01-2022</c:v>
                </c:pt>
                <c:pt idx="6297">
                  <c:v>04-01-2022</c:v>
                </c:pt>
                <c:pt idx="6298">
                  <c:v>04-01-2022</c:v>
                </c:pt>
                <c:pt idx="6299">
                  <c:v>04-01-2022</c:v>
                </c:pt>
                <c:pt idx="6300">
                  <c:v>04-01-2022</c:v>
                </c:pt>
                <c:pt idx="6301">
                  <c:v>04-01-2022</c:v>
                </c:pt>
                <c:pt idx="6302">
                  <c:v>04-01-2022</c:v>
                </c:pt>
                <c:pt idx="6303">
                  <c:v>04-01-2022</c:v>
                </c:pt>
                <c:pt idx="6304">
                  <c:v>04-01-2022</c:v>
                </c:pt>
                <c:pt idx="6305">
                  <c:v>04-01-2022</c:v>
                </c:pt>
                <c:pt idx="6306">
                  <c:v>04-01-2022</c:v>
                </c:pt>
                <c:pt idx="6307">
                  <c:v>04-01-2022</c:v>
                </c:pt>
                <c:pt idx="6308">
                  <c:v>04-01-2022</c:v>
                </c:pt>
                <c:pt idx="6309">
                  <c:v>04-01-2022</c:v>
                </c:pt>
                <c:pt idx="6310">
                  <c:v>04-01-2022</c:v>
                </c:pt>
                <c:pt idx="6311">
                  <c:v>04-01-2022</c:v>
                </c:pt>
                <c:pt idx="6312">
                  <c:v>04-01-2022</c:v>
                </c:pt>
                <c:pt idx="6313">
                  <c:v>04-01-2022</c:v>
                </c:pt>
                <c:pt idx="6314">
                  <c:v>04-01-2022</c:v>
                </c:pt>
                <c:pt idx="6315">
                  <c:v>04-01-2022</c:v>
                </c:pt>
                <c:pt idx="6316">
                  <c:v>04-01-2022</c:v>
                </c:pt>
                <c:pt idx="6317">
                  <c:v>04-01-2022</c:v>
                </c:pt>
                <c:pt idx="6318">
                  <c:v>04-01-2022</c:v>
                </c:pt>
                <c:pt idx="6319">
                  <c:v>04-01-2022</c:v>
                </c:pt>
                <c:pt idx="6320">
                  <c:v>04-01-2022</c:v>
                </c:pt>
                <c:pt idx="6321">
                  <c:v>04-01-2022</c:v>
                </c:pt>
                <c:pt idx="6322">
                  <c:v>04-01-2022</c:v>
                </c:pt>
                <c:pt idx="6323">
                  <c:v>04-01-2022</c:v>
                </c:pt>
                <c:pt idx="6324">
                  <c:v>04-01-2022</c:v>
                </c:pt>
                <c:pt idx="6325">
                  <c:v>04-01-2022</c:v>
                </c:pt>
                <c:pt idx="6326">
                  <c:v>04-01-2022</c:v>
                </c:pt>
                <c:pt idx="6327">
                  <c:v>04-01-2022</c:v>
                </c:pt>
                <c:pt idx="6328">
                  <c:v>04-01-2022</c:v>
                </c:pt>
                <c:pt idx="6329">
                  <c:v>05-01-2022</c:v>
                </c:pt>
                <c:pt idx="6330">
                  <c:v>05-01-2022</c:v>
                </c:pt>
                <c:pt idx="6331">
                  <c:v>05-01-2022</c:v>
                </c:pt>
                <c:pt idx="6332">
                  <c:v>05-01-2022</c:v>
                </c:pt>
                <c:pt idx="6333">
                  <c:v>05-01-2022</c:v>
                </c:pt>
                <c:pt idx="6334">
                  <c:v>05-01-2022</c:v>
                </c:pt>
                <c:pt idx="6335">
                  <c:v>05-01-2022</c:v>
                </c:pt>
                <c:pt idx="6336">
                  <c:v>05-01-2022</c:v>
                </c:pt>
                <c:pt idx="6337">
                  <c:v>05-01-2022</c:v>
                </c:pt>
                <c:pt idx="6338">
                  <c:v>05-01-2022</c:v>
                </c:pt>
                <c:pt idx="6339">
                  <c:v>05-01-2022</c:v>
                </c:pt>
                <c:pt idx="6340">
                  <c:v>05-01-2022</c:v>
                </c:pt>
                <c:pt idx="6341">
                  <c:v>05-01-2022</c:v>
                </c:pt>
                <c:pt idx="6342">
                  <c:v>05-01-2022</c:v>
                </c:pt>
                <c:pt idx="6343">
                  <c:v>05-01-2022</c:v>
                </c:pt>
                <c:pt idx="6344">
                  <c:v>05-01-2022</c:v>
                </c:pt>
                <c:pt idx="6345">
                  <c:v>05-01-2022</c:v>
                </c:pt>
                <c:pt idx="6346">
                  <c:v>05-01-2022</c:v>
                </c:pt>
                <c:pt idx="6347">
                  <c:v>05-01-2022</c:v>
                </c:pt>
                <c:pt idx="6348">
                  <c:v>05-01-2022</c:v>
                </c:pt>
                <c:pt idx="6349">
                  <c:v>05-01-2022</c:v>
                </c:pt>
                <c:pt idx="6350">
                  <c:v>05-01-2022</c:v>
                </c:pt>
                <c:pt idx="6351">
                  <c:v>05-01-2022</c:v>
                </c:pt>
                <c:pt idx="6352">
                  <c:v>05-01-2022</c:v>
                </c:pt>
                <c:pt idx="6353">
                  <c:v>05-01-2022</c:v>
                </c:pt>
                <c:pt idx="6354">
                  <c:v>05-01-2022</c:v>
                </c:pt>
                <c:pt idx="6355">
                  <c:v>05-01-2022</c:v>
                </c:pt>
                <c:pt idx="6356">
                  <c:v>05-01-2022</c:v>
                </c:pt>
                <c:pt idx="6357">
                  <c:v>06-01-2022</c:v>
                </c:pt>
                <c:pt idx="6358">
                  <c:v>06-01-2022</c:v>
                </c:pt>
                <c:pt idx="6359">
                  <c:v>06-01-2022</c:v>
                </c:pt>
                <c:pt idx="6360">
                  <c:v>06-01-2022</c:v>
                </c:pt>
                <c:pt idx="6361">
                  <c:v>06-01-2022</c:v>
                </c:pt>
                <c:pt idx="6362">
                  <c:v>06-01-2022</c:v>
                </c:pt>
                <c:pt idx="6363">
                  <c:v>06-01-2022</c:v>
                </c:pt>
                <c:pt idx="6364">
                  <c:v>06-01-2022</c:v>
                </c:pt>
                <c:pt idx="6365">
                  <c:v>06-01-2022</c:v>
                </c:pt>
                <c:pt idx="6366">
                  <c:v>06-01-2022</c:v>
                </c:pt>
                <c:pt idx="6367">
                  <c:v>06-01-2022</c:v>
                </c:pt>
                <c:pt idx="6368">
                  <c:v>06-01-2022</c:v>
                </c:pt>
                <c:pt idx="6369">
                  <c:v>06-01-2022</c:v>
                </c:pt>
                <c:pt idx="6370">
                  <c:v>06-01-2022</c:v>
                </c:pt>
                <c:pt idx="6371">
                  <c:v>06-01-2022</c:v>
                </c:pt>
                <c:pt idx="6372">
                  <c:v>06-01-2022</c:v>
                </c:pt>
                <c:pt idx="6373">
                  <c:v>06-01-2022</c:v>
                </c:pt>
                <c:pt idx="6374">
                  <c:v>06-01-2022</c:v>
                </c:pt>
                <c:pt idx="6375">
                  <c:v>06-01-2022</c:v>
                </c:pt>
                <c:pt idx="6376">
                  <c:v>06-01-2022</c:v>
                </c:pt>
                <c:pt idx="6377">
                  <c:v>07-01-2022</c:v>
                </c:pt>
                <c:pt idx="6378">
                  <c:v>07-01-2022</c:v>
                </c:pt>
                <c:pt idx="6379">
                  <c:v>07-01-2022</c:v>
                </c:pt>
                <c:pt idx="6380">
                  <c:v>07-01-2022</c:v>
                </c:pt>
                <c:pt idx="6381">
                  <c:v>07-01-2022</c:v>
                </c:pt>
                <c:pt idx="6382">
                  <c:v>07-01-2022</c:v>
                </c:pt>
                <c:pt idx="6383">
                  <c:v>07-01-2022</c:v>
                </c:pt>
                <c:pt idx="6384">
                  <c:v>07-01-2022</c:v>
                </c:pt>
                <c:pt idx="6385">
                  <c:v>07-01-2022</c:v>
                </c:pt>
                <c:pt idx="6386">
                  <c:v>07-01-2022</c:v>
                </c:pt>
                <c:pt idx="6387">
                  <c:v>07-01-2022</c:v>
                </c:pt>
                <c:pt idx="6388">
                  <c:v>07-01-2022</c:v>
                </c:pt>
                <c:pt idx="6389">
                  <c:v>07-01-2022</c:v>
                </c:pt>
                <c:pt idx="6390">
                  <c:v>07-01-2022</c:v>
                </c:pt>
                <c:pt idx="6391">
                  <c:v>07-01-2022</c:v>
                </c:pt>
                <c:pt idx="6392">
                  <c:v>07-01-2022</c:v>
                </c:pt>
                <c:pt idx="6393">
                  <c:v>07-01-2022</c:v>
                </c:pt>
                <c:pt idx="6394">
                  <c:v>07-01-2022</c:v>
                </c:pt>
                <c:pt idx="6395">
                  <c:v>07-01-2022</c:v>
                </c:pt>
                <c:pt idx="6396">
                  <c:v>07-01-2022</c:v>
                </c:pt>
                <c:pt idx="6397">
                  <c:v>08-01-2022</c:v>
                </c:pt>
                <c:pt idx="6398">
                  <c:v>08-01-2022</c:v>
                </c:pt>
                <c:pt idx="6399">
                  <c:v>08-01-2022</c:v>
                </c:pt>
                <c:pt idx="6400">
                  <c:v>08-01-2022</c:v>
                </c:pt>
                <c:pt idx="6401">
                  <c:v>08-01-2022</c:v>
                </c:pt>
                <c:pt idx="6402">
                  <c:v>08-01-2022</c:v>
                </c:pt>
                <c:pt idx="6403">
                  <c:v>08-01-2022</c:v>
                </c:pt>
                <c:pt idx="6404">
                  <c:v>08-01-2022</c:v>
                </c:pt>
                <c:pt idx="6405">
                  <c:v>08-01-2022</c:v>
                </c:pt>
                <c:pt idx="6406">
                  <c:v>08-01-2022</c:v>
                </c:pt>
                <c:pt idx="6407">
                  <c:v>08-01-2022</c:v>
                </c:pt>
                <c:pt idx="6408">
                  <c:v>08-01-2022</c:v>
                </c:pt>
                <c:pt idx="6409">
                  <c:v>08-01-2022</c:v>
                </c:pt>
                <c:pt idx="6410">
                  <c:v>08-01-2022</c:v>
                </c:pt>
                <c:pt idx="6411">
                  <c:v>08-01-2022</c:v>
                </c:pt>
                <c:pt idx="6412">
                  <c:v>08-01-2022</c:v>
                </c:pt>
                <c:pt idx="6413">
                  <c:v>08-01-2022</c:v>
                </c:pt>
                <c:pt idx="6414">
                  <c:v>08-01-2022</c:v>
                </c:pt>
                <c:pt idx="6415">
                  <c:v>08-01-2022</c:v>
                </c:pt>
                <c:pt idx="6416">
                  <c:v>08-01-2022</c:v>
                </c:pt>
                <c:pt idx="6417">
                  <c:v>08-01-2022</c:v>
                </c:pt>
                <c:pt idx="6418">
                  <c:v>08-01-2022</c:v>
                </c:pt>
                <c:pt idx="6419">
                  <c:v>08-01-2022</c:v>
                </c:pt>
                <c:pt idx="6420">
                  <c:v>08-01-2022</c:v>
                </c:pt>
                <c:pt idx="6421">
                  <c:v>08-01-2022</c:v>
                </c:pt>
                <c:pt idx="6422">
                  <c:v>08-01-2022</c:v>
                </c:pt>
                <c:pt idx="6423">
                  <c:v>08-01-2022</c:v>
                </c:pt>
                <c:pt idx="6424">
                  <c:v>08-01-2022</c:v>
                </c:pt>
                <c:pt idx="6425">
                  <c:v>08-01-2022</c:v>
                </c:pt>
                <c:pt idx="6426">
                  <c:v>08-01-2022</c:v>
                </c:pt>
                <c:pt idx="6427">
                  <c:v>08-01-2022</c:v>
                </c:pt>
                <c:pt idx="6428">
                  <c:v>08-01-2022</c:v>
                </c:pt>
                <c:pt idx="6429">
                  <c:v>08-01-2022</c:v>
                </c:pt>
                <c:pt idx="6430">
                  <c:v>08-01-2022</c:v>
                </c:pt>
                <c:pt idx="6431">
                  <c:v>08-01-2022</c:v>
                </c:pt>
                <c:pt idx="6432">
                  <c:v>08-01-2022</c:v>
                </c:pt>
                <c:pt idx="6433">
                  <c:v>08-01-2022</c:v>
                </c:pt>
                <c:pt idx="6434">
                  <c:v>08-01-2022</c:v>
                </c:pt>
                <c:pt idx="6435">
                  <c:v>08-01-2022</c:v>
                </c:pt>
                <c:pt idx="6436">
                  <c:v>08-01-2022</c:v>
                </c:pt>
                <c:pt idx="6437">
                  <c:v>08-01-2022</c:v>
                </c:pt>
                <c:pt idx="6438">
                  <c:v>08-01-2022</c:v>
                </c:pt>
                <c:pt idx="6439">
                  <c:v>08-01-2022</c:v>
                </c:pt>
                <c:pt idx="6440">
                  <c:v>09-01-2022</c:v>
                </c:pt>
                <c:pt idx="6441">
                  <c:v>09-01-2022</c:v>
                </c:pt>
                <c:pt idx="6442">
                  <c:v>09-01-2022</c:v>
                </c:pt>
                <c:pt idx="6443">
                  <c:v>09-01-2022</c:v>
                </c:pt>
                <c:pt idx="6444">
                  <c:v>09-01-2022</c:v>
                </c:pt>
                <c:pt idx="6445">
                  <c:v>09-01-2022</c:v>
                </c:pt>
                <c:pt idx="6446">
                  <c:v>09-01-2022</c:v>
                </c:pt>
                <c:pt idx="6447">
                  <c:v>09-01-2022</c:v>
                </c:pt>
                <c:pt idx="6448">
                  <c:v>09-01-2022</c:v>
                </c:pt>
                <c:pt idx="6449">
                  <c:v>09-01-2022</c:v>
                </c:pt>
                <c:pt idx="6450">
                  <c:v>09-01-2022</c:v>
                </c:pt>
                <c:pt idx="6451">
                  <c:v>09-01-2022</c:v>
                </c:pt>
                <c:pt idx="6452">
                  <c:v>09-01-2022</c:v>
                </c:pt>
                <c:pt idx="6453">
                  <c:v>09-01-2022</c:v>
                </c:pt>
                <c:pt idx="6454">
                  <c:v>09-01-2022</c:v>
                </c:pt>
                <c:pt idx="6455">
                  <c:v>09-01-2022</c:v>
                </c:pt>
                <c:pt idx="6456">
                  <c:v>09-01-2022</c:v>
                </c:pt>
                <c:pt idx="6457">
                  <c:v>09-01-2022</c:v>
                </c:pt>
                <c:pt idx="6458">
                  <c:v>09-01-2022</c:v>
                </c:pt>
                <c:pt idx="6459">
                  <c:v>09-01-2022</c:v>
                </c:pt>
                <c:pt idx="6460">
                  <c:v>09-01-2022</c:v>
                </c:pt>
                <c:pt idx="6461">
                  <c:v>09-01-2022</c:v>
                </c:pt>
                <c:pt idx="6462">
                  <c:v>09-01-2022</c:v>
                </c:pt>
                <c:pt idx="6463">
                  <c:v>09-01-2022</c:v>
                </c:pt>
                <c:pt idx="6464">
                  <c:v>09-01-2022</c:v>
                </c:pt>
                <c:pt idx="6465">
                  <c:v>09-01-2022</c:v>
                </c:pt>
                <c:pt idx="6466">
                  <c:v>09-01-2022</c:v>
                </c:pt>
                <c:pt idx="6467">
                  <c:v>09-01-2022</c:v>
                </c:pt>
                <c:pt idx="6468">
                  <c:v>09-01-2022</c:v>
                </c:pt>
                <c:pt idx="6469">
                  <c:v>09-01-2022</c:v>
                </c:pt>
                <c:pt idx="6470">
                  <c:v>09-01-2022</c:v>
                </c:pt>
                <c:pt idx="6471">
                  <c:v>09-01-2022</c:v>
                </c:pt>
                <c:pt idx="6472">
                  <c:v>09-01-2022</c:v>
                </c:pt>
                <c:pt idx="6473">
                  <c:v>09-01-2022</c:v>
                </c:pt>
                <c:pt idx="6474">
                  <c:v>09-01-2022</c:v>
                </c:pt>
                <c:pt idx="6475">
                  <c:v>09-01-2022</c:v>
                </c:pt>
                <c:pt idx="6476">
                  <c:v>09-01-2022</c:v>
                </c:pt>
                <c:pt idx="6477">
                  <c:v>09-01-2022</c:v>
                </c:pt>
                <c:pt idx="6478">
                  <c:v>09-01-2022</c:v>
                </c:pt>
                <c:pt idx="6479">
                  <c:v>09-01-2022</c:v>
                </c:pt>
                <c:pt idx="6480">
                  <c:v>09-01-2022</c:v>
                </c:pt>
                <c:pt idx="6481">
                  <c:v>09-01-2022</c:v>
                </c:pt>
                <c:pt idx="6482">
                  <c:v>09-01-2022</c:v>
                </c:pt>
                <c:pt idx="6483">
                  <c:v>09-01-2022</c:v>
                </c:pt>
                <c:pt idx="6484">
                  <c:v>09-01-2022</c:v>
                </c:pt>
                <c:pt idx="6485">
                  <c:v>09-01-2022</c:v>
                </c:pt>
                <c:pt idx="6486">
                  <c:v>10-01-2022</c:v>
                </c:pt>
                <c:pt idx="6487">
                  <c:v>10-01-2022</c:v>
                </c:pt>
                <c:pt idx="6488">
                  <c:v>10-01-2022</c:v>
                </c:pt>
                <c:pt idx="6489">
                  <c:v>10-01-2022</c:v>
                </c:pt>
                <c:pt idx="6490">
                  <c:v>10-01-2022</c:v>
                </c:pt>
                <c:pt idx="6491">
                  <c:v>10-01-2022</c:v>
                </c:pt>
                <c:pt idx="6492">
                  <c:v>10-01-2022</c:v>
                </c:pt>
                <c:pt idx="6493">
                  <c:v>10-01-2022</c:v>
                </c:pt>
                <c:pt idx="6494">
                  <c:v>10-01-2022</c:v>
                </c:pt>
                <c:pt idx="6495">
                  <c:v>10-01-2022</c:v>
                </c:pt>
                <c:pt idx="6496">
                  <c:v>10-01-2022</c:v>
                </c:pt>
                <c:pt idx="6497">
                  <c:v>10-01-2022</c:v>
                </c:pt>
                <c:pt idx="6498">
                  <c:v>10-01-2022</c:v>
                </c:pt>
                <c:pt idx="6499">
                  <c:v>10-01-2022</c:v>
                </c:pt>
                <c:pt idx="6500">
                  <c:v>10-01-2022</c:v>
                </c:pt>
                <c:pt idx="6501">
                  <c:v>10-01-2022</c:v>
                </c:pt>
                <c:pt idx="6502">
                  <c:v>10-01-2022</c:v>
                </c:pt>
                <c:pt idx="6503">
                  <c:v>10-01-2022</c:v>
                </c:pt>
                <c:pt idx="6504">
                  <c:v>10-01-2022</c:v>
                </c:pt>
                <c:pt idx="6505">
                  <c:v>10-01-2022</c:v>
                </c:pt>
                <c:pt idx="6506">
                  <c:v>11-01-2022</c:v>
                </c:pt>
                <c:pt idx="6507">
                  <c:v>11-01-2022</c:v>
                </c:pt>
                <c:pt idx="6508">
                  <c:v>11-01-2022</c:v>
                </c:pt>
                <c:pt idx="6509">
                  <c:v>11-01-2022</c:v>
                </c:pt>
                <c:pt idx="6510">
                  <c:v>11-01-2022</c:v>
                </c:pt>
                <c:pt idx="6511">
                  <c:v>11-01-2022</c:v>
                </c:pt>
                <c:pt idx="6512">
                  <c:v>11-01-2022</c:v>
                </c:pt>
                <c:pt idx="6513">
                  <c:v>11-01-2022</c:v>
                </c:pt>
                <c:pt idx="6514">
                  <c:v>11-01-2022</c:v>
                </c:pt>
                <c:pt idx="6515">
                  <c:v>11-01-2022</c:v>
                </c:pt>
                <c:pt idx="6516">
                  <c:v>11-01-2022</c:v>
                </c:pt>
                <c:pt idx="6517">
                  <c:v>11-01-2022</c:v>
                </c:pt>
                <c:pt idx="6518">
                  <c:v>11-01-2022</c:v>
                </c:pt>
                <c:pt idx="6519">
                  <c:v>11-01-2022</c:v>
                </c:pt>
                <c:pt idx="6520">
                  <c:v>11-01-2022</c:v>
                </c:pt>
                <c:pt idx="6521">
                  <c:v>11-01-2022</c:v>
                </c:pt>
                <c:pt idx="6522">
                  <c:v>11-01-2022</c:v>
                </c:pt>
                <c:pt idx="6523">
                  <c:v>11-01-2022</c:v>
                </c:pt>
                <c:pt idx="6524">
                  <c:v>11-01-2022</c:v>
                </c:pt>
                <c:pt idx="6525">
                  <c:v>11-01-2022</c:v>
                </c:pt>
                <c:pt idx="6526">
                  <c:v>11-01-2022</c:v>
                </c:pt>
                <c:pt idx="6527">
                  <c:v>11-01-2022</c:v>
                </c:pt>
                <c:pt idx="6528">
                  <c:v>11-01-2022</c:v>
                </c:pt>
                <c:pt idx="6529">
                  <c:v>11-01-2022</c:v>
                </c:pt>
                <c:pt idx="6530">
                  <c:v>11-01-2022</c:v>
                </c:pt>
                <c:pt idx="6531">
                  <c:v>11-01-2022</c:v>
                </c:pt>
                <c:pt idx="6532">
                  <c:v>11-01-2022</c:v>
                </c:pt>
                <c:pt idx="6533">
                  <c:v>11-01-2022</c:v>
                </c:pt>
                <c:pt idx="6534">
                  <c:v>12-01-2022</c:v>
                </c:pt>
                <c:pt idx="6535">
                  <c:v>12-01-2022</c:v>
                </c:pt>
                <c:pt idx="6536">
                  <c:v>12-01-2022</c:v>
                </c:pt>
                <c:pt idx="6537">
                  <c:v>12-01-2022</c:v>
                </c:pt>
                <c:pt idx="6538">
                  <c:v>12-01-2022</c:v>
                </c:pt>
                <c:pt idx="6539">
                  <c:v>12-01-2022</c:v>
                </c:pt>
                <c:pt idx="6540">
                  <c:v>12-01-2022</c:v>
                </c:pt>
                <c:pt idx="6541">
                  <c:v>12-01-2022</c:v>
                </c:pt>
                <c:pt idx="6542">
                  <c:v>12-01-2022</c:v>
                </c:pt>
                <c:pt idx="6543">
                  <c:v>12-01-2022</c:v>
                </c:pt>
                <c:pt idx="6544">
                  <c:v>12-01-2022</c:v>
                </c:pt>
                <c:pt idx="6545">
                  <c:v>12-01-2022</c:v>
                </c:pt>
                <c:pt idx="6546">
                  <c:v>12-01-2022</c:v>
                </c:pt>
                <c:pt idx="6547">
                  <c:v>12-01-2022</c:v>
                </c:pt>
                <c:pt idx="6548">
                  <c:v>12-01-2022</c:v>
                </c:pt>
                <c:pt idx="6549">
                  <c:v>12-01-2022</c:v>
                </c:pt>
                <c:pt idx="6550">
                  <c:v>12-01-2022</c:v>
                </c:pt>
                <c:pt idx="6551">
                  <c:v>12-01-2022</c:v>
                </c:pt>
                <c:pt idx="6552">
                  <c:v>12-01-2022</c:v>
                </c:pt>
                <c:pt idx="6553">
                  <c:v>12-01-2022</c:v>
                </c:pt>
                <c:pt idx="6554">
                  <c:v>12-01-2022</c:v>
                </c:pt>
                <c:pt idx="6555">
                  <c:v>12-01-2022</c:v>
                </c:pt>
                <c:pt idx="6556">
                  <c:v>12-01-2022</c:v>
                </c:pt>
                <c:pt idx="6557">
                  <c:v>12-01-2022</c:v>
                </c:pt>
                <c:pt idx="6558">
                  <c:v>12-01-2022</c:v>
                </c:pt>
                <c:pt idx="6559">
                  <c:v>12-01-2022</c:v>
                </c:pt>
                <c:pt idx="6560">
                  <c:v>12-01-2022</c:v>
                </c:pt>
                <c:pt idx="6561">
                  <c:v>12-01-2022</c:v>
                </c:pt>
                <c:pt idx="6562">
                  <c:v>12-01-2022</c:v>
                </c:pt>
                <c:pt idx="6563">
                  <c:v>12-01-2022</c:v>
                </c:pt>
                <c:pt idx="6564">
                  <c:v>12-01-2022</c:v>
                </c:pt>
                <c:pt idx="6565">
                  <c:v>12-01-2022</c:v>
                </c:pt>
                <c:pt idx="6566">
                  <c:v>12-01-2022</c:v>
                </c:pt>
                <c:pt idx="6567">
                  <c:v>12-01-2022</c:v>
                </c:pt>
                <c:pt idx="6568">
                  <c:v>12-01-2022</c:v>
                </c:pt>
                <c:pt idx="6569">
                  <c:v>12-01-2022</c:v>
                </c:pt>
                <c:pt idx="6570">
                  <c:v>12-01-2022</c:v>
                </c:pt>
                <c:pt idx="6571">
                  <c:v>12-01-2022</c:v>
                </c:pt>
                <c:pt idx="6572">
                  <c:v>12-01-2022</c:v>
                </c:pt>
                <c:pt idx="6573">
                  <c:v>12-01-2022</c:v>
                </c:pt>
                <c:pt idx="6574">
                  <c:v>12-01-2022</c:v>
                </c:pt>
                <c:pt idx="6575">
                  <c:v>12-01-2022</c:v>
                </c:pt>
                <c:pt idx="6576">
                  <c:v>12-01-2022</c:v>
                </c:pt>
                <c:pt idx="6577">
                  <c:v>12-01-2022</c:v>
                </c:pt>
                <c:pt idx="6578">
                  <c:v>12-01-2022</c:v>
                </c:pt>
                <c:pt idx="6579">
                  <c:v>12-01-2022</c:v>
                </c:pt>
                <c:pt idx="6580">
                  <c:v>13-01-2022</c:v>
                </c:pt>
                <c:pt idx="6581">
                  <c:v>13-01-2022</c:v>
                </c:pt>
                <c:pt idx="6582">
                  <c:v>13-01-2022</c:v>
                </c:pt>
                <c:pt idx="6583">
                  <c:v>13-01-2022</c:v>
                </c:pt>
                <c:pt idx="6584">
                  <c:v>13-01-2022</c:v>
                </c:pt>
                <c:pt idx="6585">
                  <c:v>13-01-2022</c:v>
                </c:pt>
                <c:pt idx="6586">
                  <c:v>13-01-2022</c:v>
                </c:pt>
                <c:pt idx="6587">
                  <c:v>13-01-2022</c:v>
                </c:pt>
                <c:pt idx="6588">
                  <c:v>13-01-2022</c:v>
                </c:pt>
                <c:pt idx="6589">
                  <c:v>13-01-2022</c:v>
                </c:pt>
                <c:pt idx="6590">
                  <c:v>13-01-2022</c:v>
                </c:pt>
                <c:pt idx="6591">
                  <c:v>13-01-2022</c:v>
                </c:pt>
                <c:pt idx="6592">
                  <c:v>13-01-2022</c:v>
                </c:pt>
                <c:pt idx="6593">
                  <c:v>13-01-2022</c:v>
                </c:pt>
                <c:pt idx="6594">
                  <c:v>13-01-2022</c:v>
                </c:pt>
                <c:pt idx="6595">
                  <c:v>13-01-2022</c:v>
                </c:pt>
                <c:pt idx="6596">
                  <c:v>13-01-2022</c:v>
                </c:pt>
                <c:pt idx="6597">
                  <c:v>13-01-2022</c:v>
                </c:pt>
                <c:pt idx="6598">
                  <c:v>13-01-2022</c:v>
                </c:pt>
                <c:pt idx="6599">
                  <c:v>13-01-2022</c:v>
                </c:pt>
                <c:pt idx="6600">
                  <c:v>13-01-2022</c:v>
                </c:pt>
                <c:pt idx="6601">
                  <c:v>13-01-2022</c:v>
                </c:pt>
                <c:pt idx="6602">
                  <c:v>13-01-2022</c:v>
                </c:pt>
                <c:pt idx="6603">
                  <c:v>13-01-2022</c:v>
                </c:pt>
                <c:pt idx="6604">
                  <c:v>13-01-2022</c:v>
                </c:pt>
                <c:pt idx="6605">
                  <c:v>13-01-2022</c:v>
                </c:pt>
                <c:pt idx="6606">
                  <c:v>13-01-2022</c:v>
                </c:pt>
                <c:pt idx="6607">
                  <c:v>13-01-2022</c:v>
                </c:pt>
                <c:pt idx="6608">
                  <c:v>14-01-2022</c:v>
                </c:pt>
                <c:pt idx="6609">
                  <c:v>14-01-2022</c:v>
                </c:pt>
                <c:pt idx="6610">
                  <c:v>14-01-2022</c:v>
                </c:pt>
                <c:pt idx="6611">
                  <c:v>14-01-2022</c:v>
                </c:pt>
                <c:pt idx="6612">
                  <c:v>14-01-2022</c:v>
                </c:pt>
                <c:pt idx="6613">
                  <c:v>14-01-2022</c:v>
                </c:pt>
                <c:pt idx="6614">
                  <c:v>14-01-2022</c:v>
                </c:pt>
                <c:pt idx="6615">
                  <c:v>14-01-2022</c:v>
                </c:pt>
                <c:pt idx="6616">
                  <c:v>14-01-2022</c:v>
                </c:pt>
                <c:pt idx="6617">
                  <c:v>14-01-2022</c:v>
                </c:pt>
                <c:pt idx="6618">
                  <c:v>14-01-2022</c:v>
                </c:pt>
                <c:pt idx="6619">
                  <c:v>14-01-2022</c:v>
                </c:pt>
                <c:pt idx="6620">
                  <c:v>14-01-2022</c:v>
                </c:pt>
                <c:pt idx="6621">
                  <c:v>14-01-2022</c:v>
                </c:pt>
                <c:pt idx="6622">
                  <c:v>14-01-2022</c:v>
                </c:pt>
                <c:pt idx="6623">
                  <c:v>14-01-2022</c:v>
                </c:pt>
                <c:pt idx="6624">
                  <c:v>14-01-2022</c:v>
                </c:pt>
                <c:pt idx="6625">
                  <c:v>14-01-2022</c:v>
                </c:pt>
                <c:pt idx="6626">
                  <c:v>14-01-2022</c:v>
                </c:pt>
                <c:pt idx="6627">
                  <c:v>14-01-2022</c:v>
                </c:pt>
                <c:pt idx="6628">
                  <c:v>15-01-2022</c:v>
                </c:pt>
                <c:pt idx="6629">
                  <c:v>15-01-2022</c:v>
                </c:pt>
                <c:pt idx="6630">
                  <c:v>15-01-2022</c:v>
                </c:pt>
                <c:pt idx="6631">
                  <c:v>15-01-2022</c:v>
                </c:pt>
                <c:pt idx="6632">
                  <c:v>15-01-2022</c:v>
                </c:pt>
                <c:pt idx="6633">
                  <c:v>15-01-2022</c:v>
                </c:pt>
                <c:pt idx="6634">
                  <c:v>15-01-2022</c:v>
                </c:pt>
                <c:pt idx="6635">
                  <c:v>15-01-2022</c:v>
                </c:pt>
                <c:pt idx="6636">
                  <c:v>15-01-2022</c:v>
                </c:pt>
                <c:pt idx="6637">
                  <c:v>15-01-2022</c:v>
                </c:pt>
                <c:pt idx="6638">
                  <c:v>15-01-2022</c:v>
                </c:pt>
                <c:pt idx="6639">
                  <c:v>15-01-2022</c:v>
                </c:pt>
                <c:pt idx="6640">
                  <c:v>15-01-2022</c:v>
                </c:pt>
                <c:pt idx="6641">
                  <c:v>15-01-2022</c:v>
                </c:pt>
                <c:pt idx="6642">
                  <c:v>15-01-2022</c:v>
                </c:pt>
                <c:pt idx="6643">
                  <c:v>15-01-2022</c:v>
                </c:pt>
                <c:pt idx="6644">
                  <c:v>15-01-2022</c:v>
                </c:pt>
                <c:pt idx="6645">
                  <c:v>15-01-2022</c:v>
                </c:pt>
                <c:pt idx="6646">
                  <c:v>15-01-2022</c:v>
                </c:pt>
                <c:pt idx="6647">
                  <c:v>15-01-2022</c:v>
                </c:pt>
                <c:pt idx="6648">
                  <c:v>15-01-2022</c:v>
                </c:pt>
                <c:pt idx="6649">
                  <c:v>15-01-2022</c:v>
                </c:pt>
                <c:pt idx="6650">
                  <c:v>15-01-2022</c:v>
                </c:pt>
                <c:pt idx="6651">
                  <c:v>15-01-2022</c:v>
                </c:pt>
                <c:pt idx="6652">
                  <c:v>15-01-2022</c:v>
                </c:pt>
                <c:pt idx="6653">
                  <c:v>15-01-2022</c:v>
                </c:pt>
                <c:pt idx="6654">
                  <c:v>15-01-2022</c:v>
                </c:pt>
                <c:pt idx="6655">
                  <c:v>15-01-2022</c:v>
                </c:pt>
                <c:pt idx="6656">
                  <c:v>15-01-2022</c:v>
                </c:pt>
                <c:pt idx="6657">
                  <c:v>15-01-2022</c:v>
                </c:pt>
                <c:pt idx="6658">
                  <c:v>15-01-2022</c:v>
                </c:pt>
                <c:pt idx="6659">
                  <c:v>15-01-2022</c:v>
                </c:pt>
                <c:pt idx="6660">
                  <c:v>15-01-2022</c:v>
                </c:pt>
                <c:pt idx="6661">
                  <c:v>15-01-2022</c:v>
                </c:pt>
                <c:pt idx="6662">
                  <c:v>15-01-2022</c:v>
                </c:pt>
                <c:pt idx="6663">
                  <c:v>15-01-2022</c:v>
                </c:pt>
                <c:pt idx="6664">
                  <c:v>15-01-2022</c:v>
                </c:pt>
                <c:pt idx="6665">
                  <c:v>15-01-2022</c:v>
                </c:pt>
                <c:pt idx="6666">
                  <c:v>15-01-2022</c:v>
                </c:pt>
                <c:pt idx="6667">
                  <c:v>15-01-2022</c:v>
                </c:pt>
                <c:pt idx="6668">
                  <c:v>15-01-2022</c:v>
                </c:pt>
                <c:pt idx="6669">
                  <c:v>15-01-2022</c:v>
                </c:pt>
                <c:pt idx="6670">
                  <c:v>16-01-2022</c:v>
                </c:pt>
                <c:pt idx="6671">
                  <c:v>16-01-2022</c:v>
                </c:pt>
                <c:pt idx="6672">
                  <c:v>16-01-2022</c:v>
                </c:pt>
                <c:pt idx="6673">
                  <c:v>16-01-2022</c:v>
                </c:pt>
                <c:pt idx="6674">
                  <c:v>16-01-2022</c:v>
                </c:pt>
                <c:pt idx="6675">
                  <c:v>16-01-2022</c:v>
                </c:pt>
                <c:pt idx="6676">
                  <c:v>16-01-2022</c:v>
                </c:pt>
                <c:pt idx="6677">
                  <c:v>16-01-2022</c:v>
                </c:pt>
                <c:pt idx="6678">
                  <c:v>16-01-2022</c:v>
                </c:pt>
                <c:pt idx="6679">
                  <c:v>16-01-2022</c:v>
                </c:pt>
                <c:pt idx="6680">
                  <c:v>16-01-2022</c:v>
                </c:pt>
                <c:pt idx="6681">
                  <c:v>16-01-2022</c:v>
                </c:pt>
                <c:pt idx="6682">
                  <c:v>16-01-2022</c:v>
                </c:pt>
                <c:pt idx="6683">
                  <c:v>16-01-2022</c:v>
                </c:pt>
                <c:pt idx="6684">
                  <c:v>16-01-2022</c:v>
                </c:pt>
                <c:pt idx="6685">
                  <c:v>16-01-2022</c:v>
                </c:pt>
                <c:pt idx="6686">
                  <c:v>16-01-2022</c:v>
                </c:pt>
                <c:pt idx="6687">
                  <c:v>16-01-2022</c:v>
                </c:pt>
                <c:pt idx="6688">
                  <c:v>16-01-2022</c:v>
                </c:pt>
                <c:pt idx="6689">
                  <c:v>16-01-2022</c:v>
                </c:pt>
                <c:pt idx="6690">
                  <c:v>16-01-2022</c:v>
                </c:pt>
                <c:pt idx="6691">
                  <c:v>16-01-2022</c:v>
                </c:pt>
                <c:pt idx="6692">
                  <c:v>16-01-2022</c:v>
                </c:pt>
                <c:pt idx="6693">
                  <c:v>16-01-2022</c:v>
                </c:pt>
                <c:pt idx="6694">
                  <c:v>16-01-2022</c:v>
                </c:pt>
                <c:pt idx="6695">
                  <c:v>16-01-2022</c:v>
                </c:pt>
                <c:pt idx="6696">
                  <c:v>16-01-2022</c:v>
                </c:pt>
                <c:pt idx="6697">
                  <c:v>16-01-2022</c:v>
                </c:pt>
                <c:pt idx="6698">
                  <c:v>16-01-2022</c:v>
                </c:pt>
                <c:pt idx="6699">
                  <c:v>16-01-2022</c:v>
                </c:pt>
                <c:pt idx="6700">
                  <c:v>16-01-2022</c:v>
                </c:pt>
                <c:pt idx="6701">
                  <c:v>16-01-2022</c:v>
                </c:pt>
                <c:pt idx="6702">
                  <c:v>16-01-2022</c:v>
                </c:pt>
                <c:pt idx="6703">
                  <c:v>16-01-2022</c:v>
                </c:pt>
                <c:pt idx="6704">
                  <c:v>16-01-2022</c:v>
                </c:pt>
                <c:pt idx="6705">
                  <c:v>16-01-2022</c:v>
                </c:pt>
                <c:pt idx="6706">
                  <c:v>16-01-2022</c:v>
                </c:pt>
                <c:pt idx="6707">
                  <c:v>16-01-2022</c:v>
                </c:pt>
                <c:pt idx="6708">
                  <c:v>16-01-2022</c:v>
                </c:pt>
                <c:pt idx="6709">
                  <c:v>16-01-2022</c:v>
                </c:pt>
                <c:pt idx="6710">
                  <c:v>16-01-2022</c:v>
                </c:pt>
                <c:pt idx="6711">
                  <c:v>16-01-2022</c:v>
                </c:pt>
                <c:pt idx="6712">
                  <c:v>16-01-2022</c:v>
                </c:pt>
                <c:pt idx="6713">
                  <c:v>16-01-2022</c:v>
                </c:pt>
                <c:pt idx="6714">
                  <c:v>16-01-2022</c:v>
                </c:pt>
                <c:pt idx="6715">
                  <c:v>16-01-2022</c:v>
                </c:pt>
                <c:pt idx="6716">
                  <c:v>17-01-2022</c:v>
                </c:pt>
                <c:pt idx="6717">
                  <c:v>17-01-2022</c:v>
                </c:pt>
                <c:pt idx="6718">
                  <c:v>17-01-2022</c:v>
                </c:pt>
                <c:pt idx="6719">
                  <c:v>17-01-2022</c:v>
                </c:pt>
                <c:pt idx="6720">
                  <c:v>17-01-2022</c:v>
                </c:pt>
                <c:pt idx="6721">
                  <c:v>17-01-2022</c:v>
                </c:pt>
                <c:pt idx="6722">
                  <c:v>17-01-2022</c:v>
                </c:pt>
                <c:pt idx="6723">
                  <c:v>17-01-2022</c:v>
                </c:pt>
                <c:pt idx="6724">
                  <c:v>17-01-2022</c:v>
                </c:pt>
                <c:pt idx="6725">
                  <c:v>17-01-2022</c:v>
                </c:pt>
                <c:pt idx="6726">
                  <c:v>17-01-2022</c:v>
                </c:pt>
                <c:pt idx="6727">
                  <c:v>17-01-2022</c:v>
                </c:pt>
                <c:pt idx="6728">
                  <c:v>17-01-2022</c:v>
                </c:pt>
                <c:pt idx="6729">
                  <c:v>17-01-2022</c:v>
                </c:pt>
                <c:pt idx="6730">
                  <c:v>17-01-2022</c:v>
                </c:pt>
                <c:pt idx="6731">
                  <c:v>17-01-2022</c:v>
                </c:pt>
                <c:pt idx="6732">
                  <c:v>17-01-2022</c:v>
                </c:pt>
                <c:pt idx="6733">
                  <c:v>17-01-2022</c:v>
                </c:pt>
                <c:pt idx="6734">
                  <c:v>17-01-2022</c:v>
                </c:pt>
                <c:pt idx="6735">
                  <c:v>17-01-2022</c:v>
                </c:pt>
                <c:pt idx="6736">
                  <c:v>17-01-2022</c:v>
                </c:pt>
                <c:pt idx="6737">
                  <c:v>17-01-2022</c:v>
                </c:pt>
                <c:pt idx="6738">
                  <c:v>17-01-2022</c:v>
                </c:pt>
                <c:pt idx="6739">
                  <c:v>17-01-2022</c:v>
                </c:pt>
                <c:pt idx="6740">
                  <c:v>17-01-2022</c:v>
                </c:pt>
                <c:pt idx="6741">
                  <c:v>17-01-2022</c:v>
                </c:pt>
                <c:pt idx="6742">
                  <c:v>17-01-2022</c:v>
                </c:pt>
                <c:pt idx="6743">
                  <c:v>17-01-2022</c:v>
                </c:pt>
                <c:pt idx="6744">
                  <c:v>17-01-2022</c:v>
                </c:pt>
                <c:pt idx="6745">
                  <c:v>17-01-2022</c:v>
                </c:pt>
                <c:pt idx="6746">
                  <c:v>17-01-2022</c:v>
                </c:pt>
                <c:pt idx="6747">
                  <c:v>17-01-2022</c:v>
                </c:pt>
                <c:pt idx="6748">
                  <c:v>17-01-2022</c:v>
                </c:pt>
                <c:pt idx="6749">
                  <c:v>17-01-2022</c:v>
                </c:pt>
                <c:pt idx="6750">
                  <c:v>17-01-2022</c:v>
                </c:pt>
                <c:pt idx="6751">
                  <c:v>17-01-2022</c:v>
                </c:pt>
                <c:pt idx="6752">
                  <c:v>17-01-2022</c:v>
                </c:pt>
                <c:pt idx="6753">
                  <c:v>17-01-2022</c:v>
                </c:pt>
                <c:pt idx="6754">
                  <c:v>17-01-2022</c:v>
                </c:pt>
                <c:pt idx="6755">
                  <c:v>17-01-2022</c:v>
                </c:pt>
                <c:pt idx="6756">
                  <c:v>17-01-2022</c:v>
                </c:pt>
                <c:pt idx="6757">
                  <c:v>17-01-2022</c:v>
                </c:pt>
                <c:pt idx="6758">
                  <c:v>17-01-2022</c:v>
                </c:pt>
                <c:pt idx="6759">
                  <c:v>17-01-2022</c:v>
                </c:pt>
                <c:pt idx="6760">
                  <c:v>17-01-2022</c:v>
                </c:pt>
                <c:pt idx="6761">
                  <c:v>17-01-2022</c:v>
                </c:pt>
                <c:pt idx="6762">
                  <c:v>17-01-2022</c:v>
                </c:pt>
                <c:pt idx="6763">
                  <c:v>18-01-2022</c:v>
                </c:pt>
                <c:pt idx="6764">
                  <c:v>18-01-2022</c:v>
                </c:pt>
                <c:pt idx="6765">
                  <c:v>18-01-2022</c:v>
                </c:pt>
                <c:pt idx="6766">
                  <c:v>18-01-2022</c:v>
                </c:pt>
                <c:pt idx="6767">
                  <c:v>18-01-2022</c:v>
                </c:pt>
                <c:pt idx="6768">
                  <c:v>18-01-2022</c:v>
                </c:pt>
                <c:pt idx="6769">
                  <c:v>18-01-2022</c:v>
                </c:pt>
                <c:pt idx="6770">
                  <c:v>18-01-2022</c:v>
                </c:pt>
                <c:pt idx="6771">
                  <c:v>18-01-2022</c:v>
                </c:pt>
                <c:pt idx="6772">
                  <c:v>18-01-2022</c:v>
                </c:pt>
                <c:pt idx="6773">
                  <c:v>18-01-2022</c:v>
                </c:pt>
                <c:pt idx="6774">
                  <c:v>18-01-2022</c:v>
                </c:pt>
                <c:pt idx="6775">
                  <c:v>18-01-2022</c:v>
                </c:pt>
                <c:pt idx="6776">
                  <c:v>18-01-2022</c:v>
                </c:pt>
                <c:pt idx="6777">
                  <c:v>18-01-2022</c:v>
                </c:pt>
                <c:pt idx="6778">
                  <c:v>18-01-2022</c:v>
                </c:pt>
                <c:pt idx="6779">
                  <c:v>18-01-2022</c:v>
                </c:pt>
                <c:pt idx="6780">
                  <c:v>18-01-2022</c:v>
                </c:pt>
                <c:pt idx="6781">
                  <c:v>18-01-2022</c:v>
                </c:pt>
                <c:pt idx="6782">
                  <c:v>18-01-2022</c:v>
                </c:pt>
                <c:pt idx="6783">
                  <c:v>18-01-2022</c:v>
                </c:pt>
                <c:pt idx="6784">
                  <c:v>18-01-2022</c:v>
                </c:pt>
                <c:pt idx="6785">
                  <c:v>18-01-2022</c:v>
                </c:pt>
                <c:pt idx="6786">
                  <c:v>18-01-2022</c:v>
                </c:pt>
                <c:pt idx="6787">
                  <c:v>18-01-2022</c:v>
                </c:pt>
                <c:pt idx="6788">
                  <c:v>18-01-2022</c:v>
                </c:pt>
                <c:pt idx="6789">
                  <c:v>18-01-2022</c:v>
                </c:pt>
                <c:pt idx="6790">
                  <c:v>18-01-2022</c:v>
                </c:pt>
                <c:pt idx="6791">
                  <c:v>19-01-2022</c:v>
                </c:pt>
                <c:pt idx="6792">
                  <c:v>19-01-2022</c:v>
                </c:pt>
                <c:pt idx="6793">
                  <c:v>19-01-2022</c:v>
                </c:pt>
                <c:pt idx="6794">
                  <c:v>19-01-2022</c:v>
                </c:pt>
                <c:pt idx="6795">
                  <c:v>19-01-2022</c:v>
                </c:pt>
                <c:pt idx="6796">
                  <c:v>19-01-2022</c:v>
                </c:pt>
                <c:pt idx="6797">
                  <c:v>19-01-2022</c:v>
                </c:pt>
                <c:pt idx="6798">
                  <c:v>19-01-2022</c:v>
                </c:pt>
                <c:pt idx="6799">
                  <c:v>19-01-2022</c:v>
                </c:pt>
                <c:pt idx="6800">
                  <c:v>19-01-2022</c:v>
                </c:pt>
                <c:pt idx="6801">
                  <c:v>19-01-2022</c:v>
                </c:pt>
                <c:pt idx="6802">
                  <c:v>19-01-2022</c:v>
                </c:pt>
                <c:pt idx="6803">
                  <c:v>19-01-2022</c:v>
                </c:pt>
                <c:pt idx="6804">
                  <c:v>19-01-2022</c:v>
                </c:pt>
                <c:pt idx="6805">
                  <c:v>19-01-2022</c:v>
                </c:pt>
                <c:pt idx="6806">
                  <c:v>19-01-2022</c:v>
                </c:pt>
                <c:pt idx="6807">
                  <c:v>19-01-2022</c:v>
                </c:pt>
                <c:pt idx="6808">
                  <c:v>19-01-2022</c:v>
                </c:pt>
                <c:pt idx="6809">
                  <c:v>19-01-2022</c:v>
                </c:pt>
                <c:pt idx="6810">
                  <c:v>19-01-2022</c:v>
                </c:pt>
                <c:pt idx="6811">
                  <c:v>19-01-2022</c:v>
                </c:pt>
                <c:pt idx="6812">
                  <c:v>19-01-2022</c:v>
                </c:pt>
                <c:pt idx="6813">
                  <c:v>19-01-2022</c:v>
                </c:pt>
                <c:pt idx="6814">
                  <c:v>19-01-2022</c:v>
                </c:pt>
                <c:pt idx="6815">
                  <c:v>19-01-2022</c:v>
                </c:pt>
                <c:pt idx="6816">
                  <c:v>19-01-2022</c:v>
                </c:pt>
                <c:pt idx="6817">
                  <c:v>19-01-2022</c:v>
                </c:pt>
                <c:pt idx="6818">
                  <c:v>19-01-2022</c:v>
                </c:pt>
                <c:pt idx="6819">
                  <c:v>20-01-2022</c:v>
                </c:pt>
                <c:pt idx="6820">
                  <c:v>20-01-2022</c:v>
                </c:pt>
                <c:pt idx="6821">
                  <c:v>20-01-2022</c:v>
                </c:pt>
                <c:pt idx="6822">
                  <c:v>20-01-2022</c:v>
                </c:pt>
                <c:pt idx="6823">
                  <c:v>20-01-2022</c:v>
                </c:pt>
                <c:pt idx="6824">
                  <c:v>20-01-2022</c:v>
                </c:pt>
                <c:pt idx="6825">
                  <c:v>20-01-2022</c:v>
                </c:pt>
                <c:pt idx="6826">
                  <c:v>20-01-2022</c:v>
                </c:pt>
                <c:pt idx="6827">
                  <c:v>20-01-2022</c:v>
                </c:pt>
                <c:pt idx="6828">
                  <c:v>20-01-2022</c:v>
                </c:pt>
                <c:pt idx="6829">
                  <c:v>20-01-2022</c:v>
                </c:pt>
                <c:pt idx="6830">
                  <c:v>20-01-2022</c:v>
                </c:pt>
                <c:pt idx="6831">
                  <c:v>20-01-2022</c:v>
                </c:pt>
                <c:pt idx="6832">
                  <c:v>20-01-2022</c:v>
                </c:pt>
                <c:pt idx="6833">
                  <c:v>20-01-2022</c:v>
                </c:pt>
                <c:pt idx="6834">
                  <c:v>20-01-2022</c:v>
                </c:pt>
                <c:pt idx="6835">
                  <c:v>20-01-2022</c:v>
                </c:pt>
                <c:pt idx="6836">
                  <c:v>20-01-2022</c:v>
                </c:pt>
                <c:pt idx="6837">
                  <c:v>20-01-2022</c:v>
                </c:pt>
                <c:pt idx="6838">
                  <c:v>20-01-2022</c:v>
                </c:pt>
                <c:pt idx="6839">
                  <c:v>20-01-2022</c:v>
                </c:pt>
                <c:pt idx="6840">
                  <c:v>20-01-2022</c:v>
                </c:pt>
                <c:pt idx="6841">
                  <c:v>20-01-2022</c:v>
                </c:pt>
                <c:pt idx="6842">
                  <c:v>20-01-2022</c:v>
                </c:pt>
                <c:pt idx="6843">
                  <c:v>20-01-2022</c:v>
                </c:pt>
                <c:pt idx="6844">
                  <c:v>20-01-2022</c:v>
                </c:pt>
                <c:pt idx="6845">
                  <c:v>20-01-2022</c:v>
                </c:pt>
                <c:pt idx="6846">
                  <c:v>20-01-2022</c:v>
                </c:pt>
                <c:pt idx="6847">
                  <c:v>21-01-2022</c:v>
                </c:pt>
                <c:pt idx="6848">
                  <c:v>21-01-2022</c:v>
                </c:pt>
                <c:pt idx="6849">
                  <c:v>21-01-2022</c:v>
                </c:pt>
                <c:pt idx="6850">
                  <c:v>21-01-2022</c:v>
                </c:pt>
                <c:pt idx="6851">
                  <c:v>21-01-2022</c:v>
                </c:pt>
                <c:pt idx="6852">
                  <c:v>21-01-2022</c:v>
                </c:pt>
                <c:pt idx="6853">
                  <c:v>21-01-2022</c:v>
                </c:pt>
                <c:pt idx="6854">
                  <c:v>21-01-2022</c:v>
                </c:pt>
                <c:pt idx="6855">
                  <c:v>21-01-2022</c:v>
                </c:pt>
                <c:pt idx="6856">
                  <c:v>21-01-2022</c:v>
                </c:pt>
                <c:pt idx="6857">
                  <c:v>21-01-2022</c:v>
                </c:pt>
                <c:pt idx="6858">
                  <c:v>21-01-2022</c:v>
                </c:pt>
                <c:pt idx="6859">
                  <c:v>21-01-2022</c:v>
                </c:pt>
                <c:pt idx="6860">
                  <c:v>21-01-2022</c:v>
                </c:pt>
                <c:pt idx="6861">
                  <c:v>21-01-2022</c:v>
                </c:pt>
                <c:pt idx="6862">
                  <c:v>21-01-2022</c:v>
                </c:pt>
                <c:pt idx="6863">
                  <c:v>21-01-2022</c:v>
                </c:pt>
                <c:pt idx="6864">
                  <c:v>21-01-2022</c:v>
                </c:pt>
                <c:pt idx="6865">
                  <c:v>21-01-2022</c:v>
                </c:pt>
                <c:pt idx="6866">
                  <c:v>21-01-2022</c:v>
                </c:pt>
                <c:pt idx="6867">
                  <c:v>21-01-2022</c:v>
                </c:pt>
                <c:pt idx="6868">
                  <c:v>21-01-2022</c:v>
                </c:pt>
                <c:pt idx="6869">
                  <c:v>21-01-2022</c:v>
                </c:pt>
                <c:pt idx="6870">
                  <c:v>21-01-2022</c:v>
                </c:pt>
                <c:pt idx="6871">
                  <c:v>21-01-2022</c:v>
                </c:pt>
                <c:pt idx="6872">
                  <c:v>21-01-2022</c:v>
                </c:pt>
                <c:pt idx="6873">
                  <c:v>21-01-2022</c:v>
                </c:pt>
                <c:pt idx="6874">
                  <c:v>21-01-2022</c:v>
                </c:pt>
                <c:pt idx="6875">
                  <c:v>21-01-2022</c:v>
                </c:pt>
                <c:pt idx="6876">
                  <c:v>22-01-2022</c:v>
                </c:pt>
                <c:pt idx="6877">
                  <c:v>22-01-2022</c:v>
                </c:pt>
                <c:pt idx="6878">
                  <c:v>22-01-2022</c:v>
                </c:pt>
                <c:pt idx="6879">
                  <c:v>22-01-2022</c:v>
                </c:pt>
                <c:pt idx="6880">
                  <c:v>22-01-2022</c:v>
                </c:pt>
                <c:pt idx="6881">
                  <c:v>22-01-2022</c:v>
                </c:pt>
                <c:pt idx="6882">
                  <c:v>22-01-2022</c:v>
                </c:pt>
                <c:pt idx="6883">
                  <c:v>22-01-2022</c:v>
                </c:pt>
                <c:pt idx="6884">
                  <c:v>22-01-2022</c:v>
                </c:pt>
                <c:pt idx="6885">
                  <c:v>22-01-2022</c:v>
                </c:pt>
                <c:pt idx="6886">
                  <c:v>22-01-2022</c:v>
                </c:pt>
                <c:pt idx="6887">
                  <c:v>22-01-2022</c:v>
                </c:pt>
                <c:pt idx="6888">
                  <c:v>22-01-2022</c:v>
                </c:pt>
                <c:pt idx="6889">
                  <c:v>22-01-2022</c:v>
                </c:pt>
                <c:pt idx="6890">
                  <c:v>22-01-2022</c:v>
                </c:pt>
                <c:pt idx="6891">
                  <c:v>22-01-2022</c:v>
                </c:pt>
                <c:pt idx="6892">
                  <c:v>22-01-2022</c:v>
                </c:pt>
                <c:pt idx="6893">
                  <c:v>22-01-2022</c:v>
                </c:pt>
                <c:pt idx="6894">
                  <c:v>22-01-2022</c:v>
                </c:pt>
                <c:pt idx="6895">
                  <c:v>22-01-2022</c:v>
                </c:pt>
                <c:pt idx="6896">
                  <c:v>22-01-2022</c:v>
                </c:pt>
                <c:pt idx="6897">
                  <c:v>22-01-2022</c:v>
                </c:pt>
                <c:pt idx="6898">
                  <c:v>22-01-2022</c:v>
                </c:pt>
                <c:pt idx="6899">
                  <c:v>22-01-2022</c:v>
                </c:pt>
                <c:pt idx="6900">
                  <c:v>22-01-2022</c:v>
                </c:pt>
                <c:pt idx="6901">
                  <c:v>22-01-2022</c:v>
                </c:pt>
                <c:pt idx="6902">
                  <c:v>22-01-2022</c:v>
                </c:pt>
                <c:pt idx="6903">
                  <c:v>22-01-2022</c:v>
                </c:pt>
                <c:pt idx="6904">
                  <c:v>22-01-2022</c:v>
                </c:pt>
                <c:pt idx="6905">
                  <c:v>22-01-2022</c:v>
                </c:pt>
                <c:pt idx="6906">
                  <c:v>22-01-2022</c:v>
                </c:pt>
                <c:pt idx="6907">
                  <c:v>22-01-2022</c:v>
                </c:pt>
                <c:pt idx="6908">
                  <c:v>22-01-2022</c:v>
                </c:pt>
                <c:pt idx="6909">
                  <c:v>22-01-2022</c:v>
                </c:pt>
                <c:pt idx="6910">
                  <c:v>23-01-2022</c:v>
                </c:pt>
                <c:pt idx="6911">
                  <c:v>23-01-2022</c:v>
                </c:pt>
                <c:pt idx="6912">
                  <c:v>23-01-2022</c:v>
                </c:pt>
                <c:pt idx="6913">
                  <c:v>23-01-2022</c:v>
                </c:pt>
                <c:pt idx="6914">
                  <c:v>23-01-2022</c:v>
                </c:pt>
                <c:pt idx="6915">
                  <c:v>23-01-2022</c:v>
                </c:pt>
                <c:pt idx="6916">
                  <c:v>23-01-2022</c:v>
                </c:pt>
                <c:pt idx="6917">
                  <c:v>23-01-2022</c:v>
                </c:pt>
                <c:pt idx="6918">
                  <c:v>23-01-2022</c:v>
                </c:pt>
                <c:pt idx="6919">
                  <c:v>23-01-2022</c:v>
                </c:pt>
                <c:pt idx="6920">
                  <c:v>23-01-2022</c:v>
                </c:pt>
                <c:pt idx="6921">
                  <c:v>23-01-2022</c:v>
                </c:pt>
                <c:pt idx="6922">
                  <c:v>23-01-2022</c:v>
                </c:pt>
                <c:pt idx="6923">
                  <c:v>23-01-2022</c:v>
                </c:pt>
                <c:pt idx="6924">
                  <c:v>23-01-2022</c:v>
                </c:pt>
                <c:pt idx="6925">
                  <c:v>23-01-2022</c:v>
                </c:pt>
                <c:pt idx="6926">
                  <c:v>23-01-2022</c:v>
                </c:pt>
                <c:pt idx="6927">
                  <c:v>23-01-2022</c:v>
                </c:pt>
                <c:pt idx="6928">
                  <c:v>23-01-2022</c:v>
                </c:pt>
                <c:pt idx="6929">
                  <c:v>23-01-2022</c:v>
                </c:pt>
                <c:pt idx="6930">
                  <c:v>23-01-2022</c:v>
                </c:pt>
                <c:pt idx="6931">
                  <c:v>23-01-2022</c:v>
                </c:pt>
                <c:pt idx="6932">
                  <c:v>23-01-2022</c:v>
                </c:pt>
                <c:pt idx="6933">
                  <c:v>23-01-2022</c:v>
                </c:pt>
                <c:pt idx="6934">
                  <c:v>23-01-2022</c:v>
                </c:pt>
                <c:pt idx="6935">
                  <c:v>23-01-2022</c:v>
                </c:pt>
                <c:pt idx="6936">
                  <c:v>23-01-2022</c:v>
                </c:pt>
                <c:pt idx="6937">
                  <c:v>23-01-2022</c:v>
                </c:pt>
                <c:pt idx="6938">
                  <c:v>24-01-2022</c:v>
                </c:pt>
                <c:pt idx="6939">
                  <c:v>24-01-2022</c:v>
                </c:pt>
                <c:pt idx="6940">
                  <c:v>24-01-2022</c:v>
                </c:pt>
                <c:pt idx="6941">
                  <c:v>24-01-2022</c:v>
                </c:pt>
                <c:pt idx="6942">
                  <c:v>24-01-2022</c:v>
                </c:pt>
                <c:pt idx="6943">
                  <c:v>24-01-2022</c:v>
                </c:pt>
                <c:pt idx="6944">
                  <c:v>24-01-2022</c:v>
                </c:pt>
                <c:pt idx="6945">
                  <c:v>24-01-2022</c:v>
                </c:pt>
                <c:pt idx="6946">
                  <c:v>24-01-2022</c:v>
                </c:pt>
                <c:pt idx="6947">
                  <c:v>24-01-2022</c:v>
                </c:pt>
                <c:pt idx="6948">
                  <c:v>24-01-2022</c:v>
                </c:pt>
                <c:pt idx="6949">
                  <c:v>24-01-2022</c:v>
                </c:pt>
                <c:pt idx="6950">
                  <c:v>24-01-2022</c:v>
                </c:pt>
                <c:pt idx="6951">
                  <c:v>24-01-2022</c:v>
                </c:pt>
                <c:pt idx="6952">
                  <c:v>24-01-2022</c:v>
                </c:pt>
                <c:pt idx="6953">
                  <c:v>24-01-2022</c:v>
                </c:pt>
                <c:pt idx="6954">
                  <c:v>24-01-2022</c:v>
                </c:pt>
                <c:pt idx="6955">
                  <c:v>24-01-2022</c:v>
                </c:pt>
                <c:pt idx="6956">
                  <c:v>24-01-2022</c:v>
                </c:pt>
                <c:pt idx="6957">
                  <c:v>24-01-2022</c:v>
                </c:pt>
                <c:pt idx="6958">
                  <c:v>24-01-2022</c:v>
                </c:pt>
                <c:pt idx="6959">
                  <c:v>24-01-2022</c:v>
                </c:pt>
                <c:pt idx="6960">
                  <c:v>24-01-2022</c:v>
                </c:pt>
                <c:pt idx="6961">
                  <c:v>24-01-2022</c:v>
                </c:pt>
                <c:pt idx="6962">
                  <c:v>24-01-2022</c:v>
                </c:pt>
                <c:pt idx="6963">
                  <c:v>24-01-2022</c:v>
                </c:pt>
                <c:pt idx="6964">
                  <c:v>24-01-2022</c:v>
                </c:pt>
                <c:pt idx="6965">
                  <c:v>24-01-2022</c:v>
                </c:pt>
                <c:pt idx="6966">
                  <c:v>25-01-2022</c:v>
                </c:pt>
                <c:pt idx="6967">
                  <c:v>25-01-2022</c:v>
                </c:pt>
                <c:pt idx="6968">
                  <c:v>25-01-2022</c:v>
                </c:pt>
                <c:pt idx="6969">
                  <c:v>25-01-2022</c:v>
                </c:pt>
                <c:pt idx="6970">
                  <c:v>25-01-2022</c:v>
                </c:pt>
                <c:pt idx="6971">
                  <c:v>25-01-2022</c:v>
                </c:pt>
                <c:pt idx="6972">
                  <c:v>25-01-2022</c:v>
                </c:pt>
                <c:pt idx="6973">
                  <c:v>25-01-2022</c:v>
                </c:pt>
                <c:pt idx="6974">
                  <c:v>25-01-2022</c:v>
                </c:pt>
                <c:pt idx="6975">
                  <c:v>25-01-2022</c:v>
                </c:pt>
                <c:pt idx="6976">
                  <c:v>25-01-2022</c:v>
                </c:pt>
                <c:pt idx="6977">
                  <c:v>25-01-2022</c:v>
                </c:pt>
                <c:pt idx="6978">
                  <c:v>25-01-2022</c:v>
                </c:pt>
                <c:pt idx="6979">
                  <c:v>25-01-2022</c:v>
                </c:pt>
                <c:pt idx="6980">
                  <c:v>25-01-2022</c:v>
                </c:pt>
                <c:pt idx="6981">
                  <c:v>25-01-2022</c:v>
                </c:pt>
                <c:pt idx="6982">
                  <c:v>25-01-2022</c:v>
                </c:pt>
                <c:pt idx="6983">
                  <c:v>25-01-2022</c:v>
                </c:pt>
                <c:pt idx="6984">
                  <c:v>25-01-2022</c:v>
                </c:pt>
                <c:pt idx="6985">
                  <c:v>25-01-2022</c:v>
                </c:pt>
                <c:pt idx="6986">
                  <c:v>26-01-2022</c:v>
                </c:pt>
                <c:pt idx="6987">
                  <c:v>26-01-2022</c:v>
                </c:pt>
                <c:pt idx="6988">
                  <c:v>26-01-2022</c:v>
                </c:pt>
                <c:pt idx="6989">
                  <c:v>26-01-2022</c:v>
                </c:pt>
                <c:pt idx="6990">
                  <c:v>26-01-2022</c:v>
                </c:pt>
                <c:pt idx="6991">
                  <c:v>26-01-2022</c:v>
                </c:pt>
                <c:pt idx="6992">
                  <c:v>26-01-2022</c:v>
                </c:pt>
                <c:pt idx="6993">
                  <c:v>26-01-2022</c:v>
                </c:pt>
                <c:pt idx="6994">
                  <c:v>26-01-2022</c:v>
                </c:pt>
                <c:pt idx="6995">
                  <c:v>26-01-2022</c:v>
                </c:pt>
                <c:pt idx="6996">
                  <c:v>26-01-2022</c:v>
                </c:pt>
                <c:pt idx="6997">
                  <c:v>26-01-2022</c:v>
                </c:pt>
                <c:pt idx="6998">
                  <c:v>26-01-2022</c:v>
                </c:pt>
                <c:pt idx="6999">
                  <c:v>26-01-2022</c:v>
                </c:pt>
                <c:pt idx="7000">
                  <c:v>26-01-2022</c:v>
                </c:pt>
                <c:pt idx="7001">
                  <c:v>26-01-2022</c:v>
                </c:pt>
                <c:pt idx="7002">
                  <c:v>26-01-2022</c:v>
                </c:pt>
                <c:pt idx="7003">
                  <c:v>26-01-2022</c:v>
                </c:pt>
                <c:pt idx="7004">
                  <c:v>26-01-2022</c:v>
                </c:pt>
                <c:pt idx="7005">
                  <c:v>26-01-2022</c:v>
                </c:pt>
                <c:pt idx="7006">
                  <c:v>26-01-2022</c:v>
                </c:pt>
                <c:pt idx="7007">
                  <c:v>26-01-2022</c:v>
                </c:pt>
                <c:pt idx="7008">
                  <c:v>26-01-2022</c:v>
                </c:pt>
                <c:pt idx="7009">
                  <c:v>26-01-2022</c:v>
                </c:pt>
                <c:pt idx="7010">
                  <c:v>26-01-2022</c:v>
                </c:pt>
                <c:pt idx="7011">
                  <c:v>26-01-2022</c:v>
                </c:pt>
                <c:pt idx="7012">
                  <c:v>26-01-2022</c:v>
                </c:pt>
                <c:pt idx="7013">
                  <c:v>26-01-2022</c:v>
                </c:pt>
                <c:pt idx="7014">
                  <c:v>26-01-2022</c:v>
                </c:pt>
                <c:pt idx="7015">
                  <c:v>27-01-2022</c:v>
                </c:pt>
                <c:pt idx="7016">
                  <c:v>27-01-2022</c:v>
                </c:pt>
                <c:pt idx="7017">
                  <c:v>27-01-2022</c:v>
                </c:pt>
                <c:pt idx="7018">
                  <c:v>27-01-2022</c:v>
                </c:pt>
                <c:pt idx="7019">
                  <c:v>27-01-2022</c:v>
                </c:pt>
                <c:pt idx="7020">
                  <c:v>27-01-2022</c:v>
                </c:pt>
                <c:pt idx="7021">
                  <c:v>27-01-2022</c:v>
                </c:pt>
                <c:pt idx="7022">
                  <c:v>27-01-2022</c:v>
                </c:pt>
                <c:pt idx="7023">
                  <c:v>27-01-2022</c:v>
                </c:pt>
                <c:pt idx="7024">
                  <c:v>27-01-2022</c:v>
                </c:pt>
                <c:pt idx="7025">
                  <c:v>27-01-2022</c:v>
                </c:pt>
                <c:pt idx="7026">
                  <c:v>27-01-2022</c:v>
                </c:pt>
                <c:pt idx="7027">
                  <c:v>27-01-2022</c:v>
                </c:pt>
                <c:pt idx="7028">
                  <c:v>27-01-2022</c:v>
                </c:pt>
                <c:pt idx="7029">
                  <c:v>27-01-2022</c:v>
                </c:pt>
                <c:pt idx="7030">
                  <c:v>27-01-2022</c:v>
                </c:pt>
                <c:pt idx="7031">
                  <c:v>27-01-2022</c:v>
                </c:pt>
                <c:pt idx="7032">
                  <c:v>27-01-2022</c:v>
                </c:pt>
                <c:pt idx="7033">
                  <c:v>27-01-2022</c:v>
                </c:pt>
                <c:pt idx="7034">
                  <c:v>27-01-2022</c:v>
                </c:pt>
                <c:pt idx="7035">
                  <c:v>27-01-2022</c:v>
                </c:pt>
                <c:pt idx="7036">
                  <c:v>27-01-2022</c:v>
                </c:pt>
                <c:pt idx="7037">
                  <c:v>27-01-2022</c:v>
                </c:pt>
                <c:pt idx="7038">
                  <c:v>27-01-2022</c:v>
                </c:pt>
                <c:pt idx="7039">
                  <c:v>27-01-2022</c:v>
                </c:pt>
                <c:pt idx="7040">
                  <c:v>27-01-2022</c:v>
                </c:pt>
                <c:pt idx="7041">
                  <c:v>27-01-2022</c:v>
                </c:pt>
                <c:pt idx="7042">
                  <c:v>27-01-2022</c:v>
                </c:pt>
                <c:pt idx="7043">
                  <c:v>27-01-2022</c:v>
                </c:pt>
                <c:pt idx="7044">
                  <c:v>27-01-2022</c:v>
                </c:pt>
                <c:pt idx="7045">
                  <c:v>27-01-2022</c:v>
                </c:pt>
                <c:pt idx="7046">
                  <c:v>27-01-2022</c:v>
                </c:pt>
                <c:pt idx="7047">
                  <c:v>27-01-2022</c:v>
                </c:pt>
                <c:pt idx="7048">
                  <c:v>27-01-2022</c:v>
                </c:pt>
                <c:pt idx="7049">
                  <c:v>27-01-2022</c:v>
                </c:pt>
                <c:pt idx="7050">
                  <c:v>28-01-2022</c:v>
                </c:pt>
                <c:pt idx="7051">
                  <c:v>28-01-2022</c:v>
                </c:pt>
                <c:pt idx="7052">
                  <c:v>28-01-2022</c:v>
                </c:pt>
                <c:pt idx="7053">
                  <c:v>28-01-2022</c:v>
                </c:pt>
                <c:pt idx="7054">
                  <c:v>28-01-2022</c:v>
                </c:pt>
                <c:pt idx="7055">
                  <c:v>28-01-2022</c:v>
                </c:pt>
                <c:pt idx="7056">
                  <c:v>28-01-2022</c:v>
                </c:pt>
                <c:pt idx="7057">
                  <c:v>28-01-2022</c:v>
                </c:pt>
                <c:pt idx="7058">
                  <c:v>28-01-2022</c:v>
                </c:pt>
                <c:pt idx="7059">
                  <c:v>28-01-2022</c:v>
                </c:pt>
                <c:pt idx="7060">
                  <c:v>28-01-2022</c:v>
                </c:pt>
                <c:pt idx="7061">
                  <c:v>28-01-2022</c:v>
                </c:pt>
                <c:pt idx="7062">
                  <c:v>28-01-2022</c:v>
                </c:pt>
                <c:pt idx="7063">
                  <c:v>28-01-2022</c:v>
                </c:pt>
                <c:pt idx="7064">
                  <c:v>28-01-2022</c:v>
                </c:pt>
                <c:pt idx="7065">
                  <c:v>28-01-2022</c:v>
                </c:pt>
                <c:pt idx="7066">
                  <c:v>28-01-2022</c:v>
                </c:pt>
                <c:pt idx="7067">
                  <c:v>28-01-2022</c:v>
                </c:pt>
                <c:pt idx="7068">
                  <c:v>28-01-2022</c:v>
                </c:pt>
                <c:pt idx="7069">
                  <c:v>28-01-2022</c:v>
                </c:pt>
                <c:pt idx="7070">
                  <c:v>28-01-2022</c:v>
                </c:pt>
                <c:pt idx="7071">
                  <c:v>28-01-2022</c:v>
                </c:pt>
                <c:pt idx="7072">
                  <c:v>28-01-2022</c:v>
                </c:pt>
                <c:pt idx="7073">
                  <c:v>28-01-2022</c:v>
                </c:pt>
                <c:pt idx="7074">
                  <c:v>28-01-2022</c:v>
                </c:pt>
                <c:pt idx="7075">
                  <c:v>28-01-2022</c:v>
                </c:pt>
                <c:pt idx="7076">
                  <c:v>28-01-2022</c:v>
                </c:pt>
                <c:pt idx="7077">
                  <c:v>28-01-2022</c:v>
                </c:pt>
                <c:pt idx="7078">
                  <c:v>29-01-2022</c:v>
                </c:pt>
                <c:pt idx="7079">
                  <c:v>29-01-2022</c:v>
                </c:pt>
                <c:pt idx="7080">
                  <c:v>29-01-2022</c:v>
                </c:pt>
                <c:pt idx="7081">
                  <c:v>29-01-2022</c:v>
                </c:pt>
                <c:pt idx="7082">
                  <c:v>29-01-2022</c:v>
                </c:pt>
                <c:pt idx="7083">
                  <c:v>29-01-2022</c:v>
                </c:pt>
                <c:pt idx="7084">
                  <c:v>29-01-2022</c:v>
                </c:pt>
                <c:pt idx="7085">
                  <c:v>29-01-2022</c:v>
                </c:pt>
                <c:pt idx="7086">
                  <c:v>29-01-2022</c:v>
                </c:pt>
                <c:pt idx="7087">
                  <c:v>29-01-2022</c:v>
                </c:pt>
                <c:pt idx="7088">
                  <c:v>29-01-2022</c:v>
                </c:pt>
                <c:pt idx="7089">
                  <c:v>29-01-2022</c:v>
                </c:pt>
                <c:pt idx="7090">
                  <c:v>29-01-2022</c:v>
                </c:pt>
                <c:pt idx="7091">
                  <c:v>29-01-2022</c:v>
                </c:pt>
                <c:pt idx="7092">
                  <c:v>29-01-2022</c:v>
                </c:pt>
                <c:pt idx="7093">
                  <c:v>29-01-2022</c:v>
                </c:pt>
                <c:pt idx="7094">
                  <c:v>29-01-2022</c:v>
                </c:pt>
                <c:pt idx="7095">
                  <c:v>29-01-2022</c:v>
                </c:pt>
                <c:pt idx="7096">
                  <c:v>29-01-2022</c:v>
                </c:pt>
                <c:pt idx="7097">
                  <c:v>29-01-2022</c:v>
                </c:pt>
                <c:pt idx="7098">
                  <c:v>29-01-2022</c:v>
                </c:pt>
                <c:pt idx="7099">
                  <c:v>29-01-2022</c:v>
                </c:pt>
                <c:pt idx="7100">
                  <c:v>29-01-2022</c:v>
                </c:pt>
                <c:pt idx="7101">
                  <c:v>29-01-2022</c:v>
                </c:pt>
                <c:pt idx="7102">
                  <c:v>29-01-2022</c:v>
                </c:pt>
                <c:pt idx="7103">
                  <c:v>29-01-2022</c:v>
                </c:pt>
                <c:pt idx="7104">
                  <c:v>29-01-2022</c:v>
                </c:pt>
                <c:pt idx="7105">
                  <c:v>29-01-2022</c:v>
                </c:pt>
                <c:pt idx="7106">
                  <c:v>29-01-2022</c:v>
                </c:pt>
                <c:pt idx="7107">
                  <c:v>29-01-2022</c:v>
                </c:pt>
                <c:pt idx="7108">
                  <c:v>30-01-2022</c:v>
                </c:pt>
                <c:pt idx="7109">
                  <c:v>30-01-2022</c:v>
                </c:pt>
                <c:pt idx="7110">
                  <c:v>30-01-2022</c:v>
                </c:pt>
                <c:pt idx="7111">
                  <c:v>30-01-2022</c:v>
                </c:pt>
                <c:pt idx="7112">
                  <c:v>30-01-2022</c:v>
                </c:pt>
                <c:pt idx="7113">
                  <c:v>30-01-2022</c:v>
                </c:pt>
                <c:pt idx="7114">
                  <c:v>30-01-2022</c:v>
                </c:pt>
                <c:pt idx="7115">
                  <c:v>30-01-2022</c:v>
                </c:pt>
                <c:pt idx="7116">
                  <c:v>30-01-2022</c:v>
                </c:pt>
                <c:pt idx="7117">
                  <c:v>30-01-2022</c:v>
                </c:pt>
                <c:pt idx="7118">
                  <c:v>30-01-2022</c:v>
                </c:pt>
                <c:pt idx="7119">
                  <c:v>30-01-2022</c:v>
                </c:pt>
                <c:pt idx="7120">
                  <c:v>30-01-2022</c:v>
                </c:pt>
                <c:pt idx="7121">
                  <c:v>30-01-2022</c:v>
                </c:pt>
                <c:pt idx="7122">
                  <c:v>30-01-2022</c:v>
                </c:pt>
                <c:pt idx="7123">
                  <c:v>30-01-2022</c:v>
                </c:pt>
                <c:pt idx="7124">
                  <c:v>30-01-2022</c:v>
                </c:pt>
                <c:pt idx="7125">
                  <c:v>30-01-2022</c:v>
                </c:pt>
                <c:pt idx="7126">
                  <c:v>30-01-2022</c:v>
                </c:pt>
                <c:pt idx="7127">
                  <c:v>30-01-2022</c:v>
                </c:pt>
                <c:pt idx="7128">
                  <c:v>30-01-2022</c:v>
                </c:pt>
                <c:pt idx="7129">
                  <c:v>30-01-2022</c:v>
                </c:pt>
                <c:pt idx="7130">
                  <c:v>30-01-2022</c:v>
                </c:pt>
                <c:pt idx="7131">
                  <c:v>30-01-2022</c:v>
                </c:pt>
                <c:pt idx="7132">
                  <c:v>30-01-2022</c:v>
                </c:pt>
                <c:pt idx="7133">
                  <c:v>30-01-2022</c:v>
                </c:pt>
                <c:pt idx="7134">
                  <c:v>30-01-2022</c:v>
                </c:pt>
                <c:pt idx="7135">
                  <c:v>30-01-2022</c:v>
                </c:pt>
                <c:pt idx="7136">
                  <c:v>30-01-2022</c:v>
                </c:pt>
                <c:pt idx="7137">
                  <c:v>30-01-2022</c:v>
                </c:pt>
                <c:pt idx="7138">
                  <c:v>30-01-2022</c:v>
                </c:pt>
                <c:pt idx="7139">
                  <c:v>31-01-2022</c:v>
                </c:pt>
                <c:pt idx="7140">
                  <c:v>31-01-2022</c:v>
                </c:pt>
                <c:pt idx="7141">
                  <c:v>31-01-2022</c:v>
                </c:pt>
                <c:pt idx="7142">
                  <c:v>31-01-2022</c:v>
                </c:pt>
                <c:pt idx="7143">
                  <c:v>31-01-2022</c:v>
                </c:pt>
                <c:pt idx="7144">
                  <c:v>31-01-2022</c:v>
                </c:pt>
                <c:pt idx="7145">
                  <c:v>31-01-2022</c:v>
                </c:pt>
                <c:pt idx="7146">
                  <c:v>31-01-2022</c:v>
                </c:pt>
                <c:pt idx="7147">
                  <c:v>31-01-2022</c:v>
                </c:pt>
                <c:pt idx="7148">
                  <c:v>31-01-2022</c:v>
                </c:pt>
                <c:pt idx="7149">
                  <c:v>31-01-2022</c:v>
                </c:pt>
                <c:pt idx="7150">
                  <c:v>31-01-2022</c:v>
                </c:pt>
                <c:pt idx="7151">
                  <c:v>31-01-2022</c:v>
                </c:pt>
                <c:pt idx="7152">
                  <c:v>31-01-2022</c:v>
                </c:pt>
                <c:pt idx="7153">
                  <c:v>31-01-2022</c:v>
                </c:pt>
                <c:pt idx="7154">
                  <c:v>31-01-2022</c:v>
                </c:pt>
                <c:pt idx="7155">
                  <c:v>31-01-2022</c:v>
                </c:pt>
                <c:pt idx="7156">
                  <c:v>31-01-2022</c:v>
                </c:pt>
                <c:pt idx="7157">
                  <c:v>31-01-2022</c:v>
                </c:pt>
                <c:pt idx="7158">
                  <c:v>31-01-2022</c:v>
                </c:pt>
                <c:pt idx="7159">
                  <c:v>31-01-2022</c:v>
                </c:pt>
                <c:pt idx="7160">
                  <c:v>31-01-2022</c:v>
                </c:pt>
                <c:pt idx="7161">
                  <c:v>31-01-2022</c:v>
                </c:pt>
                <c:pt idx="7162">
                  <c:v>31-01-2022</c:v>
                </c:pt>
                <c:pt idx="7163">
                  <c:v>31-01-2022</c:v>
                </c:pt>
                <c:pt idx="7164">
                  <c:v>31-01-2022</c:v>
                </c:pt>
                <c:pt idx="7165">
                  <c:v>31-01-2022</c:v>
                </c:pt>
                <c:pt idx="7166">
                  <c:v>31-01-2022</c:v>
                </c:pt>
                <c:pt idx="7167">
                  <c:v>31-01-2022</c:v>
                </c:pt>
                <c:pt idx="7168">
                  <c:v>31-01-2022</c:v>
                </c:pt>
                <c:pt idx="7169">
                  <c:v>01-02-2022</c:v>
                </c:pt>
                <c:pt idx="7170">
                  <c:v>01-02-2022</c:v>
                </c:pt>
                <c:pt idx="7171">
                  <c:v>01-02-2022</c:v>
                </c:pt>
                <c:pt idx="7172">
                  <c:v>01-02-2022</c:v>
                </c:pt>
                <c:pt idx="7173">
                  <c:v>01-02-2022</c:v>
                </c:pt>
                <c:pt idx="7174">
                  <c:v>01-02-2022</c:v>
                </c:pt>
                <c:pt idx="7175">
                  <c:v>01-02-2022</c:v>
                </c:pt>
                <c:pt idx="7176">
                  <c:v>01-02-2022</c:v>
                </c:pt>
                <c:pt idx="7177">
                  <c:v>01-02-2022</c:v>
                </c:pt>
                <c:pt idx="7178">
                  <c:v>01-02-2022</c:v>
                </c:pt>
                <c:pt idx="7179">
                  <c:v>01-02-2022</c:v>
                </c:pt>
                <c:pt idx="7180">
                  <c:v>01-02-2022</c:v>
                </c:pt>
                <c:pt idx="7181">
                  <c:v>01-02-2022</c:v>
                </c:pt>
                <c:pt idx="7182">
                  <c:v>01-02-2022</c:v>
                </c:pt>
                <c:pt idx="7183">
                  <c:v>01-02-2022</c:v>
                </c:pt>
                <c:pt idx="7184">
                  <c:v>01-02-2022</c:v>
                </c:pt>
                <c:pt idx="7185">
                  <c:v>01-02-2022</c:v>
                </c:pt>
                <c:pt idx="7186">
                  <c:v>01-02-2022</c:v>
                </c:pt>
                <c:pt idx="7187">
                  <c:v>01-02-2022</c:v>
                </c:pt>
                <c:pt idx="7188">
                  <c:v>01-02-2022</c:v>
                </c:pt>
                <c:pt idx="7189">
                  <c:v>01-02-2022</c:v>
                </c:pt>
                <c:pt idx="7190">
                  <c:v>01-02-2022</c:v>
                </c:pt>
                <c:pt idx="7191">
                  <c:v>01-02-2022</c:v>
                </c:pt>
                <c:pt idx="7192">
                  <c:v>01-02-2022</c:v>
                </c:pt>
                <c:pt idx="7193">
                  <c:v>01-02-2022</c:v>
                </c:pt>
                <c:pt idx="7194">
                  <c:v>01-02-2022</c:v>
                </c:pt>
                <c:pt idx="7195">
                  <c:v>01-02-2022</c:v>
                </c:pt>
                <c:pt idx="7196">
                  <c:v>01-02-2022</c:v>
                </c:pt>
                <c:pt idx="7197">
                  <c:v>01-02-2022</c:v>
                </c:pt>
                <c:pt idx="7198">
                  <c:v>01-02-2022</c:v>
                </c:pt>
                <c:pt idx="7199">
                  <c:v>01-02-2022</c:v>
                </c:pt>
                <c:pt idx="7200">
                  <c:v>01-02-2022</c:v>
                </c:pt>
                <c:pt idx="7201">
                  <c:v>02-02-2022</c:v>
                </c:pt>
                <c:pt idx="7202">
                  <c:v>02-02-2022</c:v>
                </c:pt>
                <c:pt idx="7203">
                  <c:v>02-02-2022</c:v>
                </c:pt>
                <c:pt idx="7204">
                  <c:v>02-02-2022</c:v>
                </c:pt>
                <c:pt idx="7205">
                  <c:v>02-02-2022</c:v>
                </c:pt>
                <c:pt idx="7206">
                  <c:v>02-02-2022</c:v>
                </c:pt>
                <c:pt idx="7207">
                  <c:v>02-02-2022</c:v>
                </c:pt>
                <c:pt idx="7208">
                  <c:v>02-02-2022</c:v>
                </c:pt>
                <c:pt idx="7209">
                  <c:v>02-02-2022</c:v>
                </c:pt>
                <c:pt idx="7210">
                  <c:v>02-02-2022</c:v>
                </c:pt>
                <c:pt idx="7211">
                  <c:v>02-02-2022</c:v>
                </c:pt>
                <c:pt idx="7212">
                  <c:v>02-02-2022</c:v>
                </c:pt>
                <c:pt idx="7213">
                  <c:v>02-02-2022</c:v>
                </c:pt>
                <c:pt idx="7214">
                  <c:v>02-02-2022</c:v>
                </c:pt>
                <c:pt idx="7215">
                  <c:v>02-02-2022</c:v>
                </c:pt>
                <c:pt idx="7216">
                  <c:v>02-02-2022</c:v>
                </c:pt>
                <c:pt idx="7217">
                  <c:v>02-02-2022</c:v>
                </c:pt>
                <c:pt idx="7218">
                  <c:v>02-02-2022</c:v>
                </c:pt>
                <c:pt idx="7219">
                  <c:v>02-02-2022</c:v>
                </c:pt>
                <c:pt idx="7220">
                  <c:v>02-02-2022</c:v>
                </c:pt>
                <c:pt idx="7221">
                  <c:v>02-02-2022</c:v>
                </c:pt>
                <c:pt idx="7222">
                  <c:v>02-02-2022</c:v>
                </c:pt>
                <c:pt idx="7223">
                  <c:v>02-02-2022</c:v>
                </c:pt>
                <c:pt idx="7224">
                  <c:v>02-02-2022</c:v>
                </c:pt>
                <c:pt idx="7225">
                  <c:v>02-02-2022</c:v>
                </c:pt>
                <c:pt idx="7226">
                  <c:v>02-02-2022</c:v>
                </c:pt>
                <c:pt idx="7227">
                  <c:v>02-02-2022</c:v>
                </c:pt>
                <c:pt idx="7228">
                  <c:v>02-02-2022</c:v>
                </c:pt>
                <c:pt idx="7229">
                  <c:v>02-02-2022</c:v>
                </c:pt>
                <c:pt idx="7230">
                  <c:v>02-02-2022</c:v>
                </c:pt>
                <c:pt idx="7231">
                  <c:v>02-02-2022</c:v>
                </c:pt>
                <c:pt idx="7232">
                  <c:v>02-02-2022</c:v>
                </c:pt>
                <c:pt idx="7233">
                  <c:v>03-02-2022</c:v>
                </c:pt>
                <c:pt idx="7234">
                  <c:v>03-02-2022</c:v>
                </c:pt>
                <c:pt idx="7235">
                  <c:v>03-02-2022</c:v>
                </c:pt>
                <c:pt idx="7236">
                  <c:v>03-02-2022</c:v>
                </c:pt>
                <c:pt idx="7237">
                  <c:v>03-02-2022</c:v>
                </c:pt>
                <c:pt idx="7238">
                  <c:v>03-02-2022</c:v>
                </c:pt>
                <c:pt idx="7239">
                  <c:v>03-02-2022</c:v>
                </c:pt>
                <c:pt idx="7240">
                  <c:v>03-02-2022</c:v>
                </c:pt>
                <c:pt idx="7241">
                  <c:v>03-02-2022</c:v>
                </c:pt>
                <c:pt idx="7242">
                  <c:v>03-02-2022</c:v>
                </c:pt>
                <c:pt idx="7243">
                  <c:v>03-02-2022</c:v>
                </c:pt>
                <c:pt idx="7244">
                  <c:v>03-02-2022</c:v>
                </c:pt>
                <c:pt idx="7245">
                  <c:v>03-02-2022</c:v>
                </c:pt>
                <c:pt idx="7246">
                  <c:v>03-02-2022</c:v>
                </c:pt>
                <c:pt idx="7247">
                  <c:v>03-02-2022</c:v>
                </c:pt>
                <c:pt idx="7248">
                  <c:v>03-02-2022</c:v>
                </c:pt>
                <c:pt idx="7249">
                  <c:v>03-02-2022</c:v>
                </c:pt>
                <c:pt idx="7250">
                  <c:v>03-02-2022</c:v>
                </c:pt>
                <c:pt idx="7251">
                  <c:v>03-02-2022</c:v>
                </c:pt>
                <c:pt idx="7252">
                  <c:v>03-02-2022</c:v>
                </c:pt>
                <c:pt idx="7253">
                  <c:v>04-02-2022</c:v>
                </c:pt>
                <c:pt idx="7254">
                  <c:v>04-02-2022</c:v>
                </c:pt>
                <c:pt idx="7255">
                  <c:v>04-02-2022</c:v>
                </c:pt>
                <c:pt idx="7256">
                  <c:v>04-02-2022</c:v>
                </c:pt>
                <c:pt idx="7257">
                  <c:v>04-02-2022</c:v>
                </c:pt>
                <c:pt idx="7258">
                  <c:v>04-02-2022</c:v>
                </c:pt>
                <c:pt idx="7259">
                  <c:v>04-02-2022</c:v>
                </c:pt>
                <c:pt idx="7260">
                  <c:v>04-02-2022</c:v>
                </c:pt>
                <c:pt idx="7261">
                  <c:v>04-02-2022</c:v>
                </c:pt>
                <c:pt idx="7262">
                  <c:v>04-02-2022</c:v>
                </c:pt>
                <c:pt idx="7263">
                  <c:v>04-02-2022</c:v>
                </c:pt>
                <c:pt idx="7264">
                  <c:v>04-02-2022</c:v>
                </c:pt>
                <c:pt idx="7265">
                  <c:v>04-02-2022</c:v>
                </c:pt>
                <c:pt idx="7266">
                  <c:v>04-02-2022</c:v>
                </c:pt>
                <c:pt idx="7267">
                  <c:v>04-02-2022</c:v>
                </c:pt>
                <c:pt idx="7268">
                  <c:v>04-02-2022</c:v>
                </c:pt>
                <c:pt idx="7269">
                  <c:v>04-02-2022</c:v>
                </c:pt>
                <c:pt idx="7270">
                  <c:v>04-02-2022</c:v>
                </c:pt>
                <c:pt idx="7271">
                  <c:v>04-02-2022</c:v>
                </c:pt>
                <c:pt idx="7272">
                  <c:v>04-02-2022</c:v>
                </c:pt>
                <c:pt idx="7273">
                  <c:v>04-02-2022</c:v>
                </c:pt>
                <c:pt idx="7274">
                  <c:v>04-02-2022</c:v>
                </c:pt>
                <c:pt idx="7275">
                  <c:v>04-02-2022</c:v>
                </c:pt>
                <c:pt idx="7276">
                  <c:v>04-02-2022</c:v>
                </c:pt>
                <c:pt idx="7277">
                  <c:v>04-02-2022</c:v>
                </c:pt>
                <c:pt idx="7278">
                  <c:v>04-02-2022</c:v>
                </c:pt>
                <c:pt idx="7279">
                  <c:v>04-02-2022</c:v>
                </c:pt>
                <c:pt idx="7280">
                  <c:v>04-02-2022</c:v>
                </c:pt>
                <c:pt idx="7281">
                  <c:v>04-02-2022</c:v>
                </c:pt>
                <c:pt idx="7282">
                  <c:v>04-02-2022</c:v>
                </c:pt>
                <c:pt idx="7283">
                  <c:v>04-02-2022</c:v>
                </c:pt>
                <c:pt idx="7284">
                  <c:v>04-02-2022</c:v>
                </c:pt>
                <c:pt idx="7285">
                  <c:v>05-02-2022</c:v>
                </c:pt>
                <c:pt idx="7286">
                  <c:v>05-02-2022</c:v>
                </c:pt>
                <c:pt idx="7287">
                  <c:v>05-02-2022</c:v>
                </c:pt>
                <c:pt idx="7288">
                  <c:v>05-02-2022</c:v>
                </c:pt>
                <c:pt idx="7289">
                  <c:v>05-02-2022</c:v>
                </c:pt>
                <c:pt idx="7290">
                  <c:v>05-02-2022</c:v>
                </c:pt>
                <c:pt idx="7291">
                  <c:v>05-02-2022</c:v>
                </c:pt>
                <c:pt idx="7292">
                  <c:v>05-02-2022</c:v>
                </c:pt>
                <c:pt idx="7293">
                  <c:v>05-02-2022</c:v>
                </c:pt>
                <c:pt idx="7294">
                  <c:v>05-02-2022</c:v>
                </c:pt>
                <c:pt idx="7295">
                  <c:v>05-02-2022</c:v>
                </c:pt>
                <c:pt idx="7296">
                  <c:v>05-02-2022</c:v>
                </c:pt>
                <c:pt idx="7297">
                  <c:v>05-02-2022</c:v>
                </c:pt>
                <c:pt idx="7298">
                  <c:v>05-02-2022</c:v>
                </c:pt>
                <c:pt idx="7299">
                  <c:v>05-02-2022</c:v>
                </c:pt>
                <c:pt idx="7300">
                  <c:v>05-02-2022</c:v>
                </c:pt>
                <c:pt idx="7301">
                  <c:v>05-02-2022</c:v>
                </c:pt>
                <c:pt idx="7302">
                  <c:v>05-02-2022</c:v>
                </c:pt>
                <c:pt idx="7303">
                  <c:v>05-02-2022</c:v>
                </c:pt>
                <c:pt idx="7304">
                  <c:v>05-02-2022</c:v>
                </c:pt>
                <c:pt idx="7305">
                  <c:v>05-02-2022</c:v>
                </c:pt>
                <c:pt idx="7306">
                  <c:v>05-02-2022</c:v>
                </c:pt>
                <c:pt idx="7307">
                  <c:v>05-02-2022</c:v>
                </c:pt>
                <c:pt idx="7308">
                  <c:v>05-02-2022</c:v>
                </c:pt>
                <c:pt idx="7309">
                  <c:v>05-02-2022</c:v>
                </c:pt>
                <c:pt idx="7310">
                  <c:v>05-02-2022</c:v>
                </c:pt>
                <c:pt idx="7311">
                  <c:v>05-02-2022</c:v>
                </c:pt>
                <c:pt idx="7312">
                  <c:v>05-02-2022</c:v>
                </c:pt>
                <c:pt idx="7313">
                  <c:v>05-02-2022</c:v>
                </c:pt>
                <c:pt idx="7314">
                  <c:v>05-02-2022</c:v>
                </c:pt>
                <c:pt idx="7315">
                  <c:v>05-02-2022</c:v>
                </c:pt>
                <c:pt idx="7316">
                  <c:v>05-02-2022</c:v>
                </c:pt>
                <c:pt idx="7317">
                  <c:v>05-02-2022</c:v>
                </c:pt>
                <c:pt idx="7318">
                  <c:v>05-02-2022</c:v>
                </c:pt>
                <c:pt idx="7319">
                  <c:v>05-02-2022</c:v>
                </c:pt>
                <c:pt idx="7320">
                  <c:v>05-02-2022</c:v>
                </c:pt>
                <c:pt idx="7321">
                  <c:v>05-02-2022</c:v>
                </c:pt>
                <c:pt idx="7322">
                  <c:v>05-02-2022</c:v>
                </c:pt>
                <c:pt idx="7323">
                  <c:v>05-02-2022</c:v>
                </c:pt>
                <c:pt idx="7324">
                  <c:v>05-02-2022</c:v>
                </c:pt>
                <c:pt idx="7325">
                  <c:v>05-02-2022</c:v>
                </c:pt>
                <c:pt idx="7326">
                  <c:v>05-02-2022</c:v>
                </c:pt>
                <c:pt idx="7327">
                  <c:v>05-02-2022</c:v>
                </c:pt>
                <c:pt idx="7328">
                  <c:v>05-02-2022</c:v>
                </c:pt>
                <c:pt idx="7329">
                  <c:v>05-02-2022</c:v>
                </c:pt>
                <c:pt idx="7330">
                  <c:v>06-02-2022</c:v>
                </c:pt>
                <c:pt idx="7331">
                  <c:v>06-02-2022</c:v>
                </c:pt>
                <c:pt idx="7332">
                  <c:v>06-02-2022</c:v>
                </c:pt>
                <c:pt idx="7333">
                  <c:v>06-02-2022</c:v>
                </c:pt>
                <c:pt idx="7334">
                  <c:v>06-02-2022</c:v>
                </c:pt>
                <c:pt idx="7335">
                  <c:v>06-02-2022</c:v>
                </c:pt>
                <c:pt idx="7336">
                  <c:v>06-02-2022</c:v>
                </c:pt>
                <c:pt idx="7337">
                  <c:v>06-02-2022</c:v>
                </c:pt>
                <c:pt idx="7338">
                  <c:v>06-02-2022</c:v>
                </c:pt>
                <c:pt idx="7339">
                  <c:v>06-02-2022</c:v>
                </c:pt>
                <c:pt idx="7340">
                  <c:v>06-02-2022</c:v>
                </c:pt>
                <c:pt idx="7341">
                  <c:v>06-02-2022</c:v>
                </c:pt>
                <c:pt idx="7342">
                  <c:v>06-02-2022</c:v>
                </c:pt>
                <c:pt idx="7343">
                  <c:v>06-02-2022</c:v>
                </c:pt>
                <c:pt idx="7344">
                  <c:v>06-02-2022</c:v>
                </c:pt>
                <c:pt idx="7345">
                  <c:v>06-02-2022</c:v>
                </c:pt>
                <c:pt idx="7346">
                  <c:v>06-02-2022</c:v>
                </c:pt>
                <c:pt idx="7347">
                  <c:v>06-02-2022</c:v>
                </c:pt>
                <c:pt idx="7348">
                  <c:v>06-02-2022</c:v>
                </c:pt>
                <c:pt idx="7349">
                  <c:v>06-02-2022</c:v>
                </c:pt>
                <c:pt idx="7350">
                  <c:v>06-02-2022</c:v>
                </c:pt>
                <c:pt idx="7351">
                  <c:v>06-02-2022</c:v>
                </c:pt>
                <c:pt idx="7352">
                  <c:v>06-02-2022</c:v>
                </c:pt>
                <c:pt idx="7353">
                  <c:v>06-02-2022</c:v>
                </c:pt>
                <c:pt idx="7354">
                  <c:v>07-02-2022</c:v>
                </c:pt>
                <c:pt idx="7355">
                  <c:v>07-02-2022</c:v>
                </c:pt>
                <c:pt idx="7356">
                  <c:v>07-02-2022</c:v>
                </c:pt>
                <c:pt idx="7357">
                  <c:v>07-02-2022</c:v>
                </c:pt>
                <c:pt idx="7358">
                  <c:v>07-02-2022</c:v>
                </c:pt>
                <c:pt idx="7359">
                  <c:v>07-02-2022</c:v>
                </c:pt>
                <c:pt idx="7360">
                  <c:v>07-02-2022</c:v>
                </c:pt>
                <c:pt idx="7361">
                  <c:v>07-02-2022</c:v>
                </c:pt>
                <c:pt idx="7362">
                  <c:v>07-02-2022</c:v>
                </c:pt>
                <c:pt idx="7363">
                  <c:v>07-02-2022</c:v>
                </c:pt>
                <c:pt idx="7364">
                  <c:v>07-02-2022</c:v>
                </c:pt>
                <c:pt idx="7365">
                  <c:v>07-02-2022</c:v>
                </c:pt>
                <c:pt idx="7366">
                  <c:v>07-02-2022</c:v>
                </c:pt>
                <c:pt idx="7367">
                  <c:v>07-02-2022</c:v>
                </c:pt>
                <c:pt idx="7368">
                  <c:v>07-02-2022</c:v>
                </c:pt>
                <c:pt idx="7369">
                  <c:v>07-02-2022</c:v>
                </c:pt>
                <c:pt idx="7370">
                  <c:v>07-02-2022</c:v>
                </c:pt>
                <c:pt idx="7371">
                  <c:v>07-02-2022</c:v>
                </c:pt>
                <c:pt idx="7372">
                  <c:v>07-02-2022</c:v>
                </c:pt>
                <c:pt idx="7373">
                  <c:v>07-02-2022</c:v>
                </c:pt>
                <c:pt idx="7374">
                  <c:v>07-02-2022</c:v>
                </c:pt>
                <c:pt idx="7375">
                  <c:v>07-02-2022</c:v>
                </c:pt>
                <c:pt idx="7376">
                  <c:v>07-02-2022</c:v>
                </c:pt>
                <c:pt idx="7377">
                  <c:v>07-02-2022</c:v>
                </c:pt>
                <c:pt idx="7378">
                  <c:v>07-02-2022</c:v>
                </c:pt>
                <c:pt idx="7379">
                  <c:v>07-02-2022</c:v>
                </c:pt>
                <c:pt idx="7380">
                  <c:v>07-02-2022</c:v>
                </c:pt>
                <c:pt idx="7381">
                  <c:v>07-02-2022</c:v>
                </c:pt>
                <c:pt idx="7382">
                  <c:v>07-02-2022</c:v>
                </c:pt>
                <c:pt idx="7383">
                  <c:v>07-02-2022</c:v>
                </c:pt>
                <c:pt idx="7384">
                  <c:v>07-02-2022</c:v>
                </c:pt>
                <c:pt idx="7385">
                  <c:v>07-02-2022</c:v>
                </c:pt>
                <c:pt idx="7386">
                  <c:v>07-02-2022</c:v>
                </c:pt>
                <c:pt idx="7387">
                  <c:v>07-02-2022</c:v>
                </c:pt>
                <c:pt idx="7388">
                  <c:v>07-02-2022</c:v>
                </c:pt>
                <c:pt idx="7389">
                  <c:v>08-02-2022</c:v>
                </c:pt>
                <c:pt idx="7390">
                  <c:v>08-02-2022</c:v>
                </c:pt>
                <c:pt idx="7391">
                  <c:v>08-02-2022</c:v>
                </c:pt>
                <c:pt idx="7392">
                  <c:v>08-02-2022</c:v>
                </c:pt>
                <c:pt idx="7393">
                  <c:v>08-02-2022</c:v>
                </c:pt>
                <c:pt idx="7394">
                  <c:v>08-02-2022</c:v>
                </c:pt>
                <c:pt idx="7395">
                  <c:v>08-02-2022</c:v>
                </c:pt>
                <c:pt idx="7396">
                  <c:v>08-02-2022</c:v>
                </c:pt>
                <c:pt idx="7397">
                  <c:v>08-02-2022</c:v>
                </c:pt>
                <c:pt idx="7398">
                  <c:v>08-02-2022</c:v>
                </c:pt>
                <c:pt idx="7399">
                  <c:v>08-02-2022</c:v>
                </c:pt>
                <c:pt idx="7400">
                  <c:v>08-02-2022</c:v>
                </c:pt>
                <c:pt idx="7401">
                  <c:v>08-02-2022</c:v>
                </c:pt>
                <c:pt idx="7402">
                  <c:v>08-02-2022</c:v>
                </c:pt>
                <c:pt idx="7403">
                  <c:v>08-02-2022</c:v>
                </c:pt>
                <c:pt idx="7404">
                  <c:v>08-02-2022</c:v>
                </c:pt>
                <c:pt idx="7405">
                  <c:v>08-02-2022</c:v>
                </c:pt>
                <c:pt idx="7406">
                  <c:v>08-02-2022</c:v>
                </c:pt>
                <c:pt idx="7407">
                  <c:v>08-02-2022</c:v>
                </c:pt>
                <c:pt idx="7408">
                  <c:v>08-02-2022</c:v>
                </c:pt>
                <c:pt idx="7409">
                  <c:v>08-02-2022</c:v>
                </c:pt>
                <c:pt idx="7410">
                  <c:v>08-02-2022</c:v>
                </c:pt>
                <c:pt idx="7411">
                  <c:v>08-02-2022</c:v>
                </c:pt>
                <c:pt idx="7412">
                  <c:v>08-02-2022</c:v>
                </c:pt>
                <c:pt idx="7413">
                  <c:v>08-02-2022</c:v>
                </c:pt>
                <c:pt idx="7414">
                  <c:v>08-02-2022</c:v>
                </c:pt>
                <c:pt idx="7415">
                  <c:v>08-02-2022</c:v>
                </c:pt>
                <c:pt idx="7416">
                  <c:v>08-02-2022</c:v>
                </c:pt>
                <c:pt idx="7417">
                  <c:v>09-02-2022</c:v>
                </c:pt>
                <c:pt idx="7418">
                  <c:v>09-02-2022</c:v>
                </c:pt>
                <c:pt idx="7419">
                  <c:v>09-02-2022</c:v>
                </c:pt>
                <c:pt idx="7420">
                  <c:v>09-02-2022</c:v>
                </c:pt>
                <c:pt idx="7421">
                  <c:v>09-02-2022</c:v>
                </c:pt>
                <c:pt idx="7422">
                  <c:v>09-02-2022</c:v>
                </c:pt>
                <c:pt idx="7423">
                  <c:v>09-02-2022</c:v>
                </c:pt>
                <c:pt idx="7424">
                  <c:v>09-02-2022</c:v>
                </c:pt>
                <c:pt idx="7425">
                  <c:v>09-02-2022</c:v>
                </c:pt>
                <c:pt idx="7426">
                  <c:v>09-02-2022</c:v>
                </c:pt>
                <c:pt idx="7427">
                  <c:v>09-02-2022</c:v>
                </c:pt>
                <c:pt idx="7428">
                  <c:v>09-02-2022</c:v>
                </c:pt>
                <c:pt idx="7429">
                  <c:v>09-02-2022</c:v>
                </c:pt>
                <c:pt idx="7430">
                  <c:v>09-02-2022</c:v>
                </c:pt>
                <c:pt idx="7431">
                  <c:v>09-02-2022</c:v>
                </c:pt>
                <c:pt idx="7432">
                  <c:v>09-02-2022</c:v>
                </c:pt>
                <c:pt idx="7433">
                  <c:v>09-02-2022</c:v>
                </c:pt>
                <c:pt idx="7434">
                  <c:v>09-02-2022</c:v>
                </c:pt>
                <c:pt idx="7435">
                  <c:v>09-02-2022</c:v>
                </c:pt>
                <c:pt idx="7436">
                  <c:v>09-02-2022</c:v>
                </c:pt>
                <c:pt idx="7437">
                  <c:v>09-02-2022</c:v>
                </c:pt>
                <c:pt idx="7438">
                  <c:v>09-02-2022</c:v>
                </c:pt>
                <c:pt idx="7439">
                  <c:v>09-02-2022</c:v>
                </c:pt>
                <c:pt idx="7440">
                  <c:v>09-02-2022</c:v>
                </c:pt>
                <c:pt idx="7441">
                  <c:v>09-02-2022</c:v>
                </c:pt>
                <c:pt idx="7442">
                  <c:v>09-02-2022</c:v>
                </c:pt>
                <c:pt idx="7443">
                  <c:v>09-02-2022</c:v>
                </c:pt>
                <c:pt idx="7444">
                  <c:v>09-02-2022</c:v>
                </c:pt>
                <c:pt idx="7445">
                  <c:v>09-02-2022</c:v>
                </c:pt>
                <c:pt idx="7446">
                  <c:v>09-02-2022</c:v>
                </c:pt>
                <c:pt idx="7447">
                  <c:v>10-02-2022</c:v>
                </c:pt>
                <c:pt idx="7448">
                  <c:v>10-02-2022</c:v>
                </c:pt>
                <c:pt idx="7449">
                  <c:v>10-02-2022</c:v>
                </c:pt>
                <c:pt idx="7450">
                  <c:v>10-02-2022</c:v>
                </c:pt>
                <c:pt idx="7451">
                  <c:v>10-02-2022</c:v>
                </c:pt>
                <c:pt idx="7452">
                  <c:v>10-02-2022</c:v>
                </c:pt>
                <c:pt idx="7453">
                  <c:v>10-02-2022</c:v>
                </c:pt>
                <c:pt idx="7454">
                  <c:v>10-02-2022</c:v>
                </c:pt>
                <c:pt idx="7455">
                  <c:v>10-02-2022</c:v>
                </c:pt>
                <c:pt idx="7456">
                  <c:v>10-02-2022</c:v>
                </c:pt>
                <c:pt idx="7457">
                  <c:v>10-02-2022</c:v>
                </c:pt>
                <c:pt idx="7458">
                  <c:v>10-02-2022</c:v>
                </c:pt>
                <c:pt idx="7459">
                  <c:v>10-02-2022</c:v>
                </c:pt>
                <c:pt idx="7460">
                  <c:v>10-02-2022</c:v>
                </c:pt>
                <c:pt idx="7461">
                  <c:v>10-02-2022</c:v>
                </c:pt>
                <c:pt idx="7462">
                  <c:v>10-02-2022</c:v>
                </c:pt>
                <c:pt idx="7463">
                  <c:v>10-02-2022</c:v>
                </c:pt>
                <c:pt idx="7464">
                  <c:v>10-02-2022</c:v>
                </c:pt>
                <c:pt idx="7465">
                  <c:v>10-02-2022</c:v>
                </c:pt>
                <c:pt idx="7466">
                  <c:v>10-02-2022</c:v>
                </c:pt>
                <c:pt idx="7467">
                  <c:v>10-02-2022</c:v>
                </c:pt>
                <c:pt idx="7468">
                  <c:v>10-02-2022</c:v>
                </c:pt>
                <c:pt idx="7469">
                  <c:v>10-02-2022</c:v>
                </c:pt>
                <c:pt idx="7470">
                  <c:v>10-02-2022</c:v>
                </c:pt>
                <c:pt idx="7471">
                  <c:v>10-02-2022</c:v>
                </c:pt>
                <c:pt idx="7472">
                  <c:v>10-02-2022</c:v>
                </c:pt>
                <c:pt idx="7473">
                  <c:v>10-02-2022</c:v>
                </c:pt>
                <c:pt idx="7474">
                  <c:v>10-02-2022</c:v>
                </c:pt>
                <c:pt idx="7475">
                  <c:v>10-02-2022</c:v>
                </c:pt>
                <c:pt idx="7476">
                  <c:v>10-02-2022</c:v>
                </c:pt>
                <c:pt idx="7477">
                  <c:v>10-02-2022</c:v>
                </c:pt>
                <c:pt idx="7478">
                  <c:v>10-02-2022</c:v>
                </c:pt>
                <c:pt idx="7479">
                  <c:v>10-02-2022</c:v>
                </c:pt>
                <c:pt idx="7480">
                  <c:v>10-02-2022</c:v>
                </c:pt>
                <c:pt idx="7481">
                  <c:v>10-02-2022</c:v>
                </c:pt>
                <c:pt idx="7482">
                  <c:v>10-02-2022</c:v>
                </c:pt>
                <c:pt idx="7483">
                  <c:v>10-02-2022</c:v>
                </c:pt>
                <c:pt idx="7484">
                  <c:v>10-02-2022</c:v>
                </c:pt>
                <c:pt idx="7485">
                  <c:v>10-02-2022</c:v>
                </c:pt>
                <c:pt idx="7486">
                  <c:v>10-02-2022</c:v>
                </c:pt>
                <c:pt idx="7487">
                  <c:v>10-02-2022</c:v>
                </c:pt>
                <c:pt idx="7488">
                  <c:v>10-02-2022</c:v>
                </c:pt>
                <c:pt idx="7489">
                  <c:v>10-02-2022</c:v>
                </c:pt>
                <c:pt idx="7490">
                  <c:v>10-02-2022</c:v>
                </c:pt>
                <c:pt idx="7491">
                  <c:v>10-02-2022</c:v>
                </c:pt>
                <c:pt idx="7492">
                  <c:v>10-02-2022</c:v>
                </c:pt>
                <c:pt idx="7493">
                  <c:v>11-02-2022</c:v>
                </c:pt>
                <c:pt idx="7494">
                  <c:v>11-02-2022</c:v>
                </c:pt>
                <c:pt idx="7495">
                  <c:v>11-02-2022</c:v>
                </c:pt>
                <c:pt idx="7496">
                  <c:v>11-02-2022</c:v>
                </c:pt>
                <c:pt idx="7497">
                  <c:v>11-02-2022</c:v>
                </c:pt>
                <c:pt idx="7498">
                  <c:v>11-02-2022</c:v>
                </c:pt>
                <c:pt idx="7499">
                  <c:v>11-02-2022</c:v>
                </c:pt>
                <c:pt idx="7500">
                  <c:v>11-02-2022</c:v>
                </c:pt>
                <c:pt idx="7501">
                  <c:v>11-02-2022</c:v>
                </c:pt>
                <c:pt idx="7502">
                  <c:v>11-02-2022</c:v>
                </c:pt>
                <c:pt idx="7503">
                  <c:v>11-02-2022</c:v>
                </c:pt>
                <c:pt idx="7504">
                  <c:v>11-02-2022</c:v>
                </c:pt>
                <c:pt idx="7505">
                  <c:v>11-02-2022</c:v>
                </c:pt>
                <c:pt idx="7506">
                  <c:v>11-02-2022</c:v>
                </c:pt>
                <c:pt idx="7507">
                  <c:v>11-02-2022</c:v>
                </c:pt>
                <c:pt idx="7508">
                  <c:v>11-02-2022</c:v>
                </c:pt>
                <c:pt idx="7509">
                  <c:v>11-02-2022</c:v>
                </c:pt>
                <c:pt idx="7510">
                  <c:v>11-02-2022</c:v>
                </c:pt>
                <c:pt idx="7511">
                  <c:v>11-02-2022</c:v>
                </c:pt>
                <c:pt idx="7512">
                  <c:v>11-02-2022</c:v>
                </c:pt>
                <c:pt idx="7513">
                  <c:v>11-02-2022</c:v>
                </c:pt>
                <c:pt idx="7514">
                  <c:v>11-02-2022</c:v>
                </c:pt>
                <c:pt idx="7515">
                  <c:v>11-02-2022</c:v>
                </c:pt>
                <c:pt idx="7516">
                  <c:v>11-02-2022</c:v>
                </c:pt>
                <c:pt idx="7517">
                  <c:v>11-02-2022</c:v>
                </c:pt>
                <c:pt idx="7518">
                  <c:v>11-02-2022</c:v>
                </c:pt>
                <c:pt idx="7519">
                  <c:v>11-02-2022</c:v>
                </c:pt>
                <c:pt idx="7520">
                  <c:v>11-02-2022</c:v>
                </c:pt>
                <c:pt idx="7521">
                  <c:v>11-02-2022</c:v>
                </c:pt>
                <c:pt idx="7522">
                  <c:v>11-02-2022</c:v>
                </c:pt>
                <c:pt idx="7523">
                  <c:v>11-02-2022</c:v>
                </c:pt>
                <c:pt idx="7524">
                  <c:v>11-02-2022</c:v>
                </c:pt>
                <c:pt idx="7525">
                  <c:v>11-02-2022</c:v>
                </c:pt>
                <c:pt idx="7526">
                  <c:v>11-02-2022</c:v>
                </c:pt>
                <c:pt idx="7527">
                  <c:v>11-02-2022</c:v>
                </c:pt>
                <c:pt idx="7528">
                  <c:v>11-02-2022</c:v>
                </c:pt>
                <c:pt idx="7529">
                  <c:v>11-02-2022</c:v>
                </c:pt>
                <c:pt idx="7530">
                  <c:v>11-02-2022</c:v>
                </c:pt>
                <c:pt idx="7531">
                  <c:v>11-02-2022</c:v>
                </c:pt>
                <c:pt idx="7532">
                  <c:v>11-02-2022</c:v>
                </c:pt>
                <c:pt idx="7533">
                  <c:v>11-02-2022</c:v>
                </c:pt>
                <c:pt idx="7534">
                  <c:v>11-02-2022</c:v>
                </c:pt>
                <c:pt idx="7535">
                  <c:v>11-02-2022</c:v>
                </c:pt>
                <c:pt idx="7536">
                  <c:v>11-02-2022</c:v>
                </c:pt>
                <c:pt idx="7537">
                  <c:v>11-02-2022</c:v>
                </c:pt>
                <c:pt idx="7538">
                  <c:v>11-02-2022</c:v>
                </c:pt>
                <c:pt idx="7539">
                  <c:v>12-02-2022</c:v>
                </c:pt>
                <c:pt idx="7540">
                  <c:v>12-02-2022</c:v>
                </c:pt>
                <c:pt idx="7541">
                  <c:v>12-02-2022</c:v>
                </c:pt>
                <c:pt idx="7542">
                  <c:v>12-02-2022</c:v>
                </c:pt>
                <c:pt idx="7543">
                  <c:v>12-02-2022</c:v>
                </c:pt>
                <c:pt idx="7544">
                  <c:v>12-02-2022</c:v>
                </c:pt>
                <c:pt idx="7545">
                  <c:v>12-02-2022</c:v>
                </c:pt>
                <c:pt idx="7546">
                  <c:v>12-02-2022</c:v>
                </c:pt>
                <c:pt idx="7547">
                  <c:v>12-02-2022</c:v>
                </c:pt>
                <c:pt idx="7548">
                  <c:v>12-02-2022</c:v>
                </c:pt>
                <c:pt idx="7549">
                  <c:v>12-02-2022</c:v>
                </c:pt>
                <c:pt idx="7550">
                  <c:v>12-02-2022</c:v>
                </c:pt>
                <c:pt idx="7551">
                  <c:v>12-02-2022</c:v>
                </c:pt>
                <c:pt idx="7552">
                  <c:v>12-02-2022</c:v>
                </c:pt>
                <c:pt idx="7553">
                  <c:v>12-02-2022</c:v>
                </c:pt>
                <c:pt idx="7554">
                  <c:v>12-02-2022</c:v>
                </c:pt>
                <c:pt idx="7555">
                  <c:v>12-02-2022</c:v>
                </c:pt>
                <c:pt idx="7556">
                  <c:v>12-02-2022</c:v>
                </c:pt>
                <c:pt idx="7557">
                  <c:v>12-02-2022</c:v>
                </c:pt>
                <c:pt idx="7558">
                  <c:v>12-02-2022</c:v>
                </c:pt>
                <c:pt idx="7559">
                  <c:v>12-02-2022</c:v>
                </c:pt>
                <c:pt idx="7560">
                  <c:v>12-02-2022</c:v>
                </c:pt>
                <c:pt idx="7561">
                  <c:v>12-02-2022</c:v>
                </c:pt>
                <c:pt idx="7562">
                  <c:v>12-02-2022</c:v>
                </c:pt>
                <c:pt idx="7563">
                  <c:v>12-02-2022</c:v>
                </c:pt>
                <c:pt idx="7564">
                  <c:v>12-02-2022</c:v>
                </c:pt>
                <c:pt idx="7565">
                  <c:v>12-02-2022</c:v>
                </c:pt>
                <c:pt idx="7566">
                  <c:v>12-02-2022</c:v>
                </c:pt>
                <c:pt idx="7567">
                  <c:v>12-02-2022</c:v>
                </c:pt>
                <c:pt idx="7568">
                  <c:v>12-02-2022</c:v>
                </c:pt>
                <c:pt idx="7569">
                  <c:v>12-02-2022</c:v>
                </c:pt>
                <c:pt idx="7570">
                  <c:v>12-02-2022</c:v>
                </c:pt>
                <c:pt idx="7571">
                  <c:v>12-02-2022</c:v>
                </c:pt>
                <c:pt idx="7572">
                  <c:v>12-02-2022</c:v>
                </c:pt>
                <c:pt idx="7573">
                  <c:v>12-02-2022</c:v>
                </c:pt>
                <c:pt idx="7574">
                  <c:v>12-02-2022</c:v>
                </c:pt>
                <c:pt idx="7575">
                  <c:v>12-02-2022</c:v>
                </c:pt>
                <c:pt idx="7576">
                  <c:v>12-02-2022</c:v>
                </c:pt>
                <c:pt idx="7577">
                  <c:v>12-02-2022</c:v>
                </c:pt>
                <c:pt idx="7578">
                  <c:v>12-02-2022</c:v>
                </c:pt>
                <c:pt idx="7579">
                  <c:v>12-02-2022</c:v>
                </c:pt>
                <c:pt idx="7580">
                  <c:v>12-02-2022</c:v>
                </c:pt>
                <c:pt idx="7581">
                  <c:v>13-02-2022</c:v>
                </c:pt>
                <c:pt idx="7582">
                  <c:v>13-02-2022</c:v>
                </c:pt>
                <c:pt idx="7583">
                  <c:v>13-02-2022</c:v>
                </c:pt>
                <c:pt idx="7584">
                  <c:v>13-02-2022</c:v>
                </c:pt>
                <c:pt idx="7585">
                  <c:v>13-02-2022</c:v>
                </c:pt>
                <c:pt idx="7586">
                  <c:v>13-02-2022</c:v>
                </c:pt>
                <c:pt idx="7587">
                  <c:v>13-02-2022</c:v>
                </c:pt>
                <c:pt idx="7588">
                  <c:v>13-02-2022</c:v>
                </c:pt>
                <c:pt idx="7589">
                  <c:v>13-02-2022</c:v>
                </c:pt>
                <c:pt idx="7590">
                  <c:v>13-02-2022</c:v>
                </c:pt>
                <c:pt idx="7591">
                  <c:v>13-02-2022</c:v>
                </c:pt>
                <c:pt idx="7592">
                  <c:v>13-02-2022</c:v>
                </c:pt>
                <c:pt idx="7593">
                  <c:v>13-02-2022</c:v>
                </c:pt>
                <c:pt idx="7594">
                  <c:v>13-02-2022</c:v>
                </c:pt>
                <c:pt idx="7595">
                  <c:v>13-02-2022</c:v>
                </c:pt>
                <c:pt idx="7596">
                  <c:v>13-02-2022</c:v>
                </c:pt>
                <c:pt idx="7597">
                  <c:v>13-02-2022</c:v>
                </c:pt>
                <c:pt idx="7598">
                  <c:v>13-02-2022</c:v>
                </c:pt>
                <c:pt idx="7599">
                  <c:v>13-02-2022</c:v>
                </c:pt>
                <c:pt idx="7600">
                  <c:v>13-02-2022</c:v>
                </c:pt>
                <c:pt idx="7601">
                  <c:v>14-02-2022</c:v>
                </c:pt>
                <c:pt idx="7602">
                  <c:v>14-02-2022</c:v>
                </c:pt>
                <c:pt idx="7603">
                  <c:v>14-02-2022</c:v>
                </c:pt>
                <c:pt idx="7604">
                  <c:v>14-02-2022</c:v>
                </c:pt>
                <c:pt idx="7605">
                  <c:v>14-02-2022</c:v>
                </c:pt>
                <c:pt idx="7606">
                  <c:v>14-02-2022</c:v>
                </c:pt>
                <c:pt idx="7607">
                  <c:v>14-02-2022</c:v>
                </c:pt>
                <c:pt idx="7608">
                  <c:v>14-02-2022</c:v>
                </c:pt>
                <c:pt idx="7609">
                  <c:v>14-02-2022</c:v>
                </c:pt>
                <c:pt idx="7610">
                  <c:v>14-02-2022</c:v>
                </c:pt>
                <c:pt idx="7611">
                  <c:v>14-02-2022</c:v>
                </c:pt>
                <c:pt idx="7612">
                  <c:v>14-02-2022</c:v>
                </c:pt>
                <c:pt idx="7613">
                  <c:v>14-02-2022</c:v>
                </c:pt>
                <c:pt idx="7614">
                  <c:v>14-02-2022</c:v>
                </c:pt>
                <c:pt idx="7615">
                  <c:v>14-02-2022</c:v>
                </c:pt>
                <c:pt idx="7616">
                  <c:v>14-02-2022</c:v>
                </c:pt>
                <c:pt idx="7617">
                  <c:v>14-02-2022</c:v>
                </c:pt>
                <c:pt idx="7618">
                  <c:v>14-02-2022</c:v>
                </c:pt>
                <c:pt idx="7619">
                  <c:v>14-02-2022</c:v>
                </c:pt>
                <c:pt idx="7620">
                  <c:v>14-02-2022</c:v>
                </c:pt>
                <c:pt idx="7621">
                  <c:v>14-02-2022</c:v>
                </c:pt>
                <c:pt idx="7622">
                  <c:v>14-02-2022</c:v>
                </c:pt>
                <c:pt idx="7623">
                  <c:v>14-02-2022</c:v>
                </c:pt>
                <c:pt idx="7624">
                  <c:v>14-02-2022</c:v>
                </c:pt>
                <c:pt idx="7625">
                  <c:v>14-02-2022</c:v>
                </c:pt>
                <c:pt idx="7626">
                  <c:v>14-02-2022</c:v>
                </c:pt>
                <c:pt idx="7627">
                  <c:v>14-02-2022</c:v>
                </c:pt>
                <c:pt idx="7628">
                  <c:v>14-02-2022</c:v>
                </c:pt>
                <c:pt idx="7629">
                  <c:v>14-02-2022</c:v>
                </c:pt>
                <c:pt idx="7630">
                  <c:v>15-02-2022</c:v>
                </c:pt>
                <c:pt idx="7631">
                  <c:v>15-02-2022</c:v>
                </c:pt>
                <c:pt idx="7632">
                  <c:v>15-02-2022</c:v>
                </c:pt>
                <c:pt idx="7633">
                  <c:v>15-02-2022</c:v>
                </c:pt>
                <c:pt idx="7634">
                  <c:v>15-02-2022</c:v>
                </c:pt>
                <c:pt idx="7635">
                  <c:v>15-02-2022</c:v>
                </c:pt>
                <c:pt idx="7636">
                  <c:v>15-02-2022</c:v>
                </c:pt>
                <c:pt idx="7637">
                  <c:v>15-02-2022</c:v>
                </c:pt>
                <c:pt idx="7638">
                  <c:v>15-02-2022</c:v>
                </c:pt>
                <c:pt idx="7639">
                  <c:v>15-02-2022</c:v>
                </c:pt>
                <c:pt idx="7640">
                  <c:v>15-02-2022</c:v>
                </c:pt>
                <c:pt idx="7641">
                  <c:v>15-02-2022</c:v>
                </c:pt>
                <c:pt idx="7642">
                  <c:v>15-02-2022</c:v>
                </c:pt>
                <c:pt idx="7643">
                  <c:v>15-02-2022</c:v>
                </c:pt>
                <c:pt idx="7644">
                  <c:v>15-02-2022</c:v>
                </c:pt>
                <c:pt idx="7645">
                  <c:v>15-02-2022</c:v>
                </c:pt>
                <c:pt idx="7646">
                  <c:v>15-02-2022</c:v>
                </c:pt>
                <c:pt idx="7647">
                  <c:v>15-02-2022</c:v>
                </c:pt>
                <c:pt idx="7648">
                  <c:v>15-02-2022</c:v>
                </c:pt>
                <c:pt idx="7649">
                  <c:v>15-02-2022</c:v>
                </c:pt>
                <c:pt idx="7650">
                  <c:v>16-02-2022</c:v>
                </c:pt>
                <c:pt idx="7651">
                  <c:v>16-02-2022</c:v>
                </c:pt>
                <c:pt idx="7652">
                  <c:v>16-02-2022</c:v>
                </c:pt>
                <c:pt idx="7653">
                  <c:v>16-02-2022</c:v>
                </c:pt>
                <c:pt idx="7654">
                  <c:v>16-02-2022</c:v>
                </c:pt>
                <c:pt idx="7655">
                  <c:v>16-02-2022</c:v>
                </c:pt>
                <c:pt idx="7656">
                  <c:v>16-02-2022</c:v>
                </c:pt>
                <c:pt idx="7657">
                  <c:v>16-02-2022</c:v>
                </c:pt>
                <c:pt idx="7658">
                  <c:v>16-02-2022</c:v>
                </c:pt>
                <c:pt idx="7659">
                  <c:v>16-02-2022</c:v>
                </c:pt>
                <c:pt idx="7660">
                  <c:v>16-02-2022</c:v>
                </c:pt>
                <c:pt idx="7661">
                  <c:v>16-02-2022</c:v>
                </c:pt>
                <c:pt idx="7662">
                  <c:v>16-02-2022</c:v>
                </c:pt>
                <c:pt idx="7663">
                  <c:v>16-02-2022</c:v>
                </c:pt>
                <c:pt idx="7664">
                  <c:v>16-02-2022</c:v>
                </c:pt>
                <c:pt idx="7665">
                  <c:v>16-02-2022</c:v>
                </c:pt>
                <c:pt idx="7666">
                  <c:v>16-02-2022</c:v>
                </c:pt>
                <c:pt idx="7667">
                  <c:v>16-02-2022</c:v>
                </c:pt>
                <c:pt idx="7668">
                  <c:v>16-02-2022</c:v>
                </c:pt>
                <c:pt idx="7669">
                  <c:v>16-02-2022</c:v>
                </c:pt>
                <c:pt idx="7670">
                  <c:v>16-02-2022</c:v>
                </c:pt>
                <c:pt idx="7671">
                  <c:v>16-02-2022</c:v>
                </c:pt>
                <c:pt idx="7672">
                  <c:v>16-02-2022</c:v>
                </c:pt>
                <c:pt idx="7673">
                  <c:v>16-02-2022</c:v>
                </c:pt>
                <c:pt idx="7674">
                  <c:v>16-02-2022</c:v>
                </c:pt>
                <c:pt idx="7675">
                  <c:v>16-02-2022</c:v>
                </c:pt>
                <c:pt idx="7676">
                  <c:v>16-02-2022</c:v>
                </c:pt>
                <c:pt idx="7677">
                  <c:v>16-02-2022</c:v>
                </c:pt>
                <c:pt idx="7678">
                  <c:v>16-02-2022</c:v>
                </c:pt>
                <c:pt idx="7679">
                  <c:v>16-02-2022</c:v>
                </c:pt>
                <c:pt idx="7680">
                  <c:v>16-02-2022</c:v>
                </c:pt>
                <c:pt idx="7681">
                  <c:v>16-02-2022</c:v>
                </c:pt>
                <c:pt idx="7682">
                  <c:v>16-02-2022</c:v>
                </c:pt>
                <c:pt idx="7683">
                  <c:v>16-02-2022</c:v>
                </c:pt>
                <c:pt idx="7684">
                  <c:v>16-02-2022</c:v>
                </c:pt>
                <c:pt idx="7685">
                  <c:v>16-02-2022</c:v>
                </c:pt>
                <c:pt idx="7686">
                  <c:v>16-02-2022</c:v>
                </c:pt>
                <c:pt idx="7687">
                  <c:v>16-02-2022</c:v>
                </c:pt>
                <c:pt idx="7688">
                  <c:v>16-02-2022</c:v>
                </c:pt>
                <c:pt idx="7689">
                  <c:v>16-02-2022</c:v>
                </c:pt>
                <c:pt idx="7690">
                  <c:v>16-02-2022</c:v>
                </c:pt>
                <c:pt idx="7691">
                  <c:v>16-02-2022</c:v>
                </c:pt>
                <c:pt idx="7692">
                  <c:v>16-02-2022</c:v>
                </c:pt>
                <c:pt idx="7693">
                  <c:v>17-02-2022</c:v>
                </c:pt>
                <c:pt idx="7694">
                  <c:v>17-02-2022</c:v>
                </c:pt>
                <c:pt idx="7695">
                  <c:v>17-02-2022</c:v>
                </c:pt>
                <c:pt idx="7696">
                  <c:v>17-02-2022</c:v>
                </c:pt>
                <c:pt idx="7697">
                  <c:v>17-02-2022</c:v>
                </c:pt>
                <c:pt idx="7698">
                  <c:v>17-02-2022</c:v>
                </c:pt>
                <c:pt idx="7699">
                  <c:v>17-02-2022</c:v>
                </c:pt>
                <c:pt idx="7700">
                  <c:v>17-02-2022</c:v>
                </c:pt>
                <c:pt idx="7701">
                  <c:v>17-02-2022</c:v>
                </c:pt>
                <c:pt idx="7702">
                  <c:v>17-02-2022</c:v>
                </c:pt>
                <c:pt idx="7703">
                  <c:v>17-02-2022</c:v>
                </c:pt>
                <c:pt idx="7704">
                  <c:v>17-02-2022</c:v>
                </c:pt>
                <c:pt idx="7705">
                  <c:v>17-02-2022</c:v>
                </c:pt>
                <c:pt idx="7706">
                  <c:v>17-02-2022</c:v>
                </c:pt>
                <c:pt idx="7707">
                  <c:v>17-02-2022</c:v>
                </c:pt>
                <c:pt idx="7708">
                  <c:v>17-02-2022</c:v>
                </c:pt>
                <c:pt idx="7709">
                  <c:v>17-02-2022</c:v>
                </c:pt>
                <c:pt idx="7710">
                  <c:v>17-02-2022</c:v>
                </c:pt>
                <c:pt idx="7711">
                  <c:v>17-02-2022</c:v>
                </c:pt>
                <c:pt idx="7712">
                  <c:v>17-02-2022</c:v>
                </c:pt>
                <c:pt idx="7713">
                  <c:v>17-02-2022</c:v>
                </c:pt>
                <c:pt idx="7714">
                  <c:v>17-02-2022</c:v>
                </c:pt>
                <c:pt idx="7715">
                  <c:v>17-02-2022</c:v>
                </c:pt>
                <c:pt idx="7716">
                  <c:v>17-02-2022</c:v>
                </c:pt>
                <c:pt idx="7717">
                  <c:v>17-02-2022</c:v>
                </c:pt>
                <c:pt idx="7718">
                  <c:v>17-02-2022</c:v>
                </c:pt>
                <c:pt idx="7719">
                  <c:v>17-02-2022</c:v>
                </c:pt>
                <c:pt idx="7720">
                  <c:v>17-02-2022</c:v>
                </c:pt>
                <c:pt idx="7721">
                  <c:v>17-02-2022</c:v>
                </c:pt>
                <c:pt idx="7722">
                  <c:v>17-02-2022</c:v>
                </c:pt>
                <c:pt idx="7723">
                  <c:v>17-02-2022</c:v>
                </c:pt>
                <c:pt idx="7724">
                  <c:v>17-02-2022</c:v>
                </c:pt>
                <c:pt idx="7725">
                  <c:v>17-02-2022</c:v>
                </c:pt>
                <c:pt idx="7726">
                  <c:v>17-02-2022</c:v>
                </c:pt>
                <c:pt idx="7727">
                  <c:v>17-02-2022</c:v>
                </c:pt>
                <c:pt idx="7728">
                  <c:v>17-02-2022</c:v>
                </c:pt>
                <c:pt idx="7729">
                  <c:v>17-02-2022</c:v>
                </c:pt>
                <c:pt idx="7730">
                  <c:v>17-02-2022</c:v>
                </c:pt>
                <c:pt idx="7731">
                  <c:v>17-02-2022</c:v>
                </c:pt>
                <c:pt idx="7732">
                  <c:v>17-02-2022</c:v>
                </c:pt>
                <c:pt idx="7733">
                  <c:v>17-02-2022</c:v>
                </c:pt>
                <c:pt idx="7734">
                  <c:v>17-02-2022</c:v>
                </c:pt>
                <c:pt idx="7735">
                  <c:v>17-02-2022</c:v>
                </c:pt>
                <c:pt idx="7736">
                  <c:v>17-02-2022</c:v>
                </c:pt>
                <c:pt idx="7737">
                  <c:v>17-02-2022</c:v>
                </c:pt>
                <c:pt idx="7738">
                  <c:v>17-02-2022</c:v>
                </c:pt>
                <c:pt idx="7739">
                  <c:v>17-02-2022</c:v>
                </c:pt>
                <c:pt idx="7740">
                  <c:v>17-02-2022</c:v>
                </c:pt>
                <c:pt idx="7741">
                  <c:v>17-02-2022</c:v>
                </c:pt>
                <c:pt idx="7742">
                  <c:v>17-02-2022</c:v>
                </c:pt>
                <c:pt idx="7743">
                  <c:v>18-02-2022</c:v>
                </c:pt>
                <c:pt idx="7744">
                  <c:v>18-02-2022</c:v>
                </c:pt>
                <c:pt idx="7745">
                  <c:v>18-02-2022</c:v>
                </c:pt>
                <c:pt idx="7746">
                  <c:v>18-02-2022</c:v>
                </c:pt>
                <c:pt idx="7747">
                  <c:v>18-02-2022</c:v>
                </c:pt>
                <c:pt idx="7748">
                  <c:v>18-02-2022</c:v>
                </c:pt>
                <c:pt idx="7749">
                  <c:v>18-02-2022</c:v>
                </c:pt>
                <c:pt idx="7750">
                  <c:v>18-02-2022</c:v>
                </c:pt>
                <c:pt idx="7751">
                  <c:v>18-02-2022</c:v>
                </c:pt>
                <c:pt idx="7752">
                  <c:v>18-02-2022</c:v>
                </c:pt>
                <c:pt idx="7753">
                  <c:v>18-02-2022</c:v>
                </c:pt>
                <c:pt idx="7754">
                  <c:v>18-02-2022</c:v>
                </c:pt>
                <c:pt idx="7755">
                  <c:v>18-02-2022</c:v>
                </c:pt>
                <c:pt idx="7756">
                  <c:v>18-02-2022</c:v>
                </c:pt>
                <c:pt idx="7757">
                  <c:v>18-02-2022</c:v>
                </c:pt>
                <c:pt idx="7758">
                  <c:v>18-02-2022</c:v>
                </c:pt>
                <c:pt idx="7759">
                  <c:v>18-02-2022</c:v>
                </c:pt>
                <c:pt idx="7760">
                  <c:v>18-02-2022</c:v>
                </c:pt>
                <c:pt idx="7761">
                  <c:v>18-02-2022</c:v>
                </c:pt>
                <c:pt idx="7762">
                  <c:v>18-02-2022</c:v>
                </c:pt>
                <c:pt idx="7763">
                  <c:v>18-02-2022</c:v>
                </c:pt>
                <c:pt idx="7764">
                  <c:v>18-02-2022</c:v>
                </c:pt>
                <c:pt idx="7765">
                  <c:v>18-02-2022</c:v>
                </c:pt>
                <c:pt idx="7766">
                  <c:v>18-02-2022</c:v>
                </c:pt>
                <c:pt idx="7767">
                  <c:v>18-02-2022</c:v>
                </c:pt>
                <c:pt idx="7768">
                  <c:v>18-02-2022</c:v>
                </c:pt>
                <c:pt idx="7769">
                  <c:v>18-02-2022</c:v>
                </c:pt>
                <c:pt idx="7770">
                  <c:v>18-02-2022</c:v>
                </c:pt>
                <c:pt idx="7771">
                  <c:v>18-02-2022</c:v>
                </c:pt>
                <c:pt idx="7772">
                  <c:v>18-02-2022</c:v>
                </c:pt>
                <c:pt idx="7773">
                  <c:v>18-02-2022</c:v>
                </c:pt>
                <c:pt idx="7774">
                  <c:v>18-02-2022</c:v>
                </c:pt>
                <c:pt idx="7775">
                  <c:v>18-02-2022</c:v>
                </c:pt>
                <c:pt idx="7776">
                  <c:v>18-02-2022</c:v>
                </c:pt>
                <c:pt idx="7777">
                  <c:v>18-02-2022</c:v>
                </c:pt>
                <c:pt idx="7778">
                  <c:v>18-02-2022</c:v>
                </c:pt>
                <c:pt idx="7779">
                  <c:v>18-02-2022</c:v>
                </c:pt>
                <c:pt idx="7780">
                  <c:v>18-02-2022</c:v>
                </c:pt>
                <c:pt idx="7781">
                  <c:v>18-02-2022</c:v>
                </c:pt>
                <c:pt idx="7782">
                  <c:v>18-02-2022</c:v>
                </c:pt>
                <c:pt idx="7783">
                  <c:v>18-02-2022</c:v>
                </c:pt>
                <c:pt idx="7784">
                  <c:v>18-02-2022</c:v>
                </c:pt>
                <c:pt idx="7785">
                  <c:v>18-02-2022</c:v>
                </c:pt>
                <c:pt idx="7786">
                  <c:v>19-02-2022</c:v>
                </c:pt>
                <c:pt idx="7787">
                  <c:v>19-02-2022</c:v>
                </c:pt>
                <c:pt idx="7788">
                  <c:v>19-02-2022</c:v>
                </c:pt>
                <c:pt idx="7789">
                  <c:v>19-02-2022</c:v>
                </c:pt>
                <c:pt idx="7790">
                  <c:v>19-02-2022</c:v>
                </c:pt>
                <c:pt idx="7791">
                  <c:v>19-02-2022</c:v>
                </c:pt>
                <c:pt idx="7792">
                  <c:v>19-02-2022</c:v>
                </c:pt>
                <c:pt idx="7793">
                  <c:v>19-02-2022</c:v>
                </c:pt>
                <c:pt idx="7794">
                  <c:v>19-02-2022</c:v>
                </c:pt>
                <c:pt idx="7795">
                  <c:v>19-02-2022</c:v>
                </c:pt>
                <c:pt idx="7796">
                  <c:v>19-02-2022</c:v>
                </c:pt>
                <c:pt idx="7797">
                  <c:v>19-02-2022</c:v>
                </c:pt>
                <c:pt idx="7798">
                  <c:v>19-02-2022</c:v>
                </c:pt>
                <c:pt idx="7799">
                  <c:v>19-02-2022</c:v>
                </c:pt>
                <c:pt idx="7800">
                  <c:v>19-02-2022</c:v>
                </c:pt>
                <c:pt idx="7801">
                  <c:v>19-02-2022</c:v>
                </c:pt>
                <c:pt idx="7802">
                  <c:v>19-02-2022</c:v>
                </c:pt>
                <c:pt idx="7803">
                  <c:v>19-02-2022</c:v>
                </c:pt>
                <c:pt idx="7804">
                  <c:v>19-02-2022</c:v>
                </c:pt>
                <c:pt idx="7805">
                  <c:v>19-02-2022</c:v>
                </c:pt>
                <c:pt idx="7806">
                  <c:v>19-02-2022</c:v>
                </c:pt>
                <c:pt idx="7807">
                  <c:v>19-02-2022</c:v>
                </c:pt>
                <c:pt idx="7808">
                  <c:v>19-02-2022</c:v>
                </c:pt>
                <c:pt idx="7809">
                  <c:v>19-02-2022</c:v>
                </c:pt>
                <c:pt idx="7810">
                  <c:v>19-02-2022</c:v>
                </c:pt>
                <c:pt idx="7811">
                  <c:v>19-02-2022</c:v>
                </c:pt>
                <c:pt idx="7812">
                  <c:v>19-02-2022</c:v>
                </c:pt>
                <c:pt idx="7813">
                  <c:v>19-02-2022</c:v>
                </c:pt>
                <c:pt idx="7814">
                  <c:v>19-02-2022</c:v>
                </c:pt>
                <c:pt idx="7815">
                  <c:v>19-02-2022</c:v>
                </c:pt>
                <c:pt idx="7816">
                  <c:v>19-02-2022</c:v>
                </c:pt>
                <c:pt idx="7817">
                  <c:v>19-02-2022</c:v>
                </c:pt>
                <c:pt idx="7818">
                  <c:v>19-02-2022</c:v>
                </c:pt>
                <c:pt idx="7819">
                  <c:v>19-02-2022</c:v>
                </c:pt>
                <c:pt idx="7820">
                  <c:v>19-02-2022</c:v>
                </c:pt>
                <c:pt idx="7821">
                  <c:v>19-02-2022</c:v>
                </c:pt>
                <c:pt idx="7822">
                  <c:v>19-02-2022</c:v>
                </c:pt>
                <c:pt idx="7823">
                  <c:v>19-02-2022</c:v>
                </c:pt>
                <c:pt idx="7824">
                  <c:v>19-02-2022</c:v>
                </c:pt>
                <c:pt idx="7825">
                  <c:v>19-02-2022</c:v>
                </c:pt>
                <c:pt idx="7826">
                  <c:v>19-02-2022</c:v>
                </c:pt>
                <c:pt idx="7827">
                  <c:v>19-02-2022</c:v>
                </c:pt>
                <c:pt idx="7828">
                  <c:v>19-02-2022</c:v>
                </c:pt>
                <c:pt idx="7829">
                  <c:v>19-02-2022</c:v>
                </c:pt>
                <c:pt idx="7830">
                  <c:v>19-02-2022</c:v>
                </c:pt>
                <c:pt idx="7831">
                  <c:v>19-02-2022</c:v>
                </c:pt>
                <c:pt idx="7832">
                  <c:v>19-02-2022</c:v>
                </c:pt>
                <c:pt idx="7833">
                  <c:v>19-02-2022</c:v>
                </c:pt>
                <c:pt idx="7834">
                  <c:v>19-02-2022</c:v>
                </c:pt>
                <c:pt idx="7835">
                  <c:v>19-02-2022</c:v>
                </c:pt>
                <c:pt idx="7836">
                  <c:v>20-02-2022</c:v>
                </c:pt>
                <c:pt idx="7837">
                  <c:v>20-02-2022</c:v>
                </c:pt>
                <c:pt idx="7838">
                  <c:v>20-02-2022</c:v>
                </c:pt>
                <c:pt idx="7839">
                  <c:v>20-02-2022</c:v>
                </c:pt>
                <c:pt idx="7840">
                  <c:v>20-02-2022</c:v>
                </c:pt>
                <c:pt idx="7841">
                  <c:v>20-02-2022</c:v>
                </c:pt>
                <c:pt idx="7842">
                  <c:v>20-02-2022</c:v>
                </c:pt>
                <c:pt idx="7843">
                  <c:v>20-02-2022</c:v>
                </c:pt>
                <c:pt idx="7844">
                  <c:v>20-02-2022</c:v>
                </c:pt>
                <c:pt idx="7845">
                  <c:v>20-02-2022</c:v>
                </c:pt>
                <c:pt idx="7846">
                  <c:v>20-02-2022</c:v>
                </c:pt>
                <c:pt idx="7847">
                  <c:v>20-02-2022</c:v>
                </c:pt>
                <c:pt idx="7848">
                  <c:v>20-02-2022</c:v>
                </c:pt>
                <c:pt idx="7849">
                  <c:v>20-02-2022</c:v>
                </c:pt>
                <c:pt idx="7850">
                  <c:v>20-02-2022</c:v>
                </c:pt>
                <c:pt idx="7851">
                  <c:v>20-02-2022</c:v>
                </c:pt>
                <c:pt idx="7852">
                  <c:v>20-02-2022</c:v>
                </c:pt>
                <c:pt idx="7853">
                  <c:v>20-02-2022</c:v>
                </c:pt>
                <c:pt idx="7854">
                  <c:v>20-02-2022</c:v>
                </c:pt>
                <c:pt idx="7855">
                  <c:v>20-02-2022</c:v>
                </c:pt>
                <c:pt idx="7856">
                  <c:v>20-02-2022</c:v>
                </c:pt>
                <c:pt idx="7857">
                  <c:v>20-02-2022</c:v>
                </c:pt>
                <c:pt idx="7858">
                  <c:v>20-02-2022</c:v>
                </c:pt>
                <c:pt idx="7859">
                  <c:v>20-02-2022</c:v>
                </c:pt>
                <c:pt idx="7860">
                  <c:v>20-02-2022</c:v>
                </c:pt>
                <c:pt idx="7861">
                  <c:v>20-02-2022</c:v>
                </c:pt>
                <c:pt idx="7862">
                  <c:v>20-02-2022</c:v>
                </c:pt>
                <c:pt idx="7863">
                  <c:v>20-02-2022</c:v>
                </c:pt>
                <c:pt idx="7864">
                  <c:v>20-02-2022</c:v>
                </c:pt>
                <c:pt idx="7865">
                  <c:v>20-02-2022</c:v>
                </c:pt>
                <c:pt idx="7866">
                  <c:v>20-02-2022</c:v>
                </c:pt>
                <c:pt idx="7867">
                  <c:v>20-02-2022</c:v>
                </c:pt>
                <c:pt idx="7868">
                  <c:v>20-02-2022</c:v>
                </c:pt>
                <c:pt idx="7869">
                  <c:v>20-02-2022</c:v>
                </c:pt>
                <c:pt idx="7870">
                  <c:v>20-02-2022</c:v>
                </c:pt>
                <c:pt idx="7871">
                  <c:v>20-02-2022</c:v>
                </c:pt>
                <c:pt idx="7872">
                  <c:v>20-02-2022</c:v>
                </c:pt>
                <c:pt idx="7873">
                  <c:v>20-02-2022</c:v>
                </c:pt>
                <c:pt idx="7874">
                  <c:v>20-02-2022</c:v>
                </c:pt>
                <c:pt idx="7875">
                  <c:v>20-02-2022</c:v>
                </c:pt>
                <c:pt idx="7876">
                  <c:v>20-02-2022</c:v>
                </c:pt>
                <c:pt idx="7877">
                  <c:v>20-02-2022</c:v>
                </c:pt>
                <c:pt idx="7878">
                  <c:v>20-02-2022</c:v>
                </c:pt>
                <c:pt idx="7879">
                  <c:v>20-02-2022</c:v>
                </c:pt>
                <c:pt idx="7880">
                  <c:v>20-02-2022</c:v>
                </c:pt>
                <c:pt idx="7881">
                  <c:v>20-02-2022</c:v>
                </c:pt>
                <c:pt idx="7882">
                  <c:v>20-02-2022</c:v>
                </c:pt>
                <c:pt idx="7883">
                  <c:v>20-02-2022</c:v>
                </c:pt>
                <c:pt idx="7884">
                  <c:v>20-02-2022</c:v>
                </c:pt>
                <c:pt idx="7885">
                  <c:v>20-02-2022</c:v>
                </c:pt>
                <c:pt idx="7886">
                  <c:v>21-02-2022</c:v>
                </c:pt>
                <c:pt idx="7887">
                  <c:v>21-02-2022</c:v>
                </c:pt>
                <c:pt idx="7888">
                  <c:v>21-02-2022</c:v>
                </c:pt>
                <c:pt idx="7889">
                  <c:v>21-02-2022</c:v>
                </c:pt>
                <c:pt idx="7890">
                  <c:v>21-02-2022</c:v>
                </c:pt>
                <c:pt idx="7891">
                  <c:v>21-02-2022</c:v>
                </c:pt>
                <c:pt idx="7892">
                  <c:v>21-02-2022</c:v>
                </c:pt>
                <c:pt idx="7893">
                  <c:v>21-02-2022</c:v>
                </c:pt>
                <c:pt idx="7894">
                  <c:v>21-02-2022</c:v>
                </c:pt>
                <c:pt idx="7895">
                  <c:v>21-02-2022</c:v>
                </c:pt>
                <c:pt idx="7896">
                  <c:v>21-02-2022</c:v>
                </c:pt>
                <c:pt idx="7897">
                  <c:v>21-02-2022</c:v>
                </c:pt>
                <c:pt idx="7898">
                  <c:v>21-02-2022</c:v>
                </c:pt>
                <c:pt idx="7899">
                  <c:v>21-02-2022</c:v>
                </c:pt>
                <c:pt idx="7900">
                  <c:v>21-02-2022</c:v>
                </c:pt>
                <c:pt idx="7901">
                  <c:v>21-02-2022</c:v>
                </c:pt>
                <c:pt idx="7902">
                  <c:v>21-02-2022</c:v>
                </c:pt>
                <c:pt idx="7903">
                  <c:v>21-02-2022</c:v>
                </c:pt>
                <c:pt idx="7904">
                  <c:v>21-02-2022</c:v>
                </c:pt>
                <c:pt idx="7905">
                  <c:v>21-02-2022</c:v>
                </c:pt>
                <c:pt idx="7906">
                  <c:v>21-02-2022</c:v>
                </c:pt>
                <c:pt idx="7907">
                  <c:v>21-02-2022</c:v>
                </c:pt>
                <c:pt idx="7908">
                  <c:v>21-02-2022</c:v>
                </c:pt>
                <c:pt idx="7909">
                  <c:v>21-02-2022</c:v>
                </c:pt>
                <c:pt idx="7910">
                  <c:v>21-02-2022</c:v>
                </c:pt>
                <c:pt idx="7911">
                  <c:v>21-02-2022</c:v>
                </c:pt>
                <c:pt idx="7912">
                  <c:v>21-02-2022</c:v>
                </c:pt>
                <c:pt idx="7913">
                  <c:v>21-02-2022</c:v>
                </c:pt>
                <c:pt idx="7914">
                  <c:v>21-02-2022</c:v>
                </c:pt>
                <c:pt idx="7915">
                  <c:v>21-02-2022</c:v>
                </c:pt>
                <c:pt idx="7916">
                  <c:v>21-02-2022</c:v>
                </c:pt>
                <c:pt idx="7917">
                  <c:v>21-02-2022</c:v>
                </c:pt>
                <c:pt idx="7918">
                  <c:v>21-02-2022</c:v>
                </c:pt>
                <c:pt idx="7919">
                  <c:v>21-02-2022</c:v>
                </c:pt>
                <c:pt idx="7920">
                  <c:v>21-02-2022</c:v>
                </c:pt>
                <c:pt idx="7921">
                  <c:v>21-02-2022</c:v>
                </c:pt>
                <c:pt idx="7922">
                  <c:v>21-02-2022</c:v>
                </c:pt>
                <c:pt idx="7923">
                  <c:v>21-02-2022</c:v>
                </c:pt>
                <c:pt idx="7924">
                  <c:v>21-02-2022</c:v>
                </c:pt>
                <c:pt idx="7925">
                  <c:v>21-02-2022</c:v>
                </c:pt>
                <c:pt idx="7926">
                  <c:v>21-02-2022</c:v>
                </c:pt>
                <c:pt idx="7927">
                  <c:v>21-02-2022</c:v>
                </c:pt>
                <c:pt idx="7928">
                  <c:v>21-02-2022</c:v>
                </c:pt>
                <c:pt idx="7929">
                  <c:v>21-02-2022</c:v>
                </c:pt>
                <c:pt idx="7930">
                  <c:v>21-02-2022</c:v>
                </c:pt>
                <c:pt idx="7931">
                  <c:v>21-02-2022</c:v>
                </c:pt>
                <c:pt idx="7932">
                  <c:v>21-02-2022</c:v>
                </c:pt>
                <c:pt idx="7933">
                  <c:v>21-02-2022</c:v>
                </c:pt>
                <c:pt idx="7934">
                  <c:v>21-02-2022</c:v>
                </c:pt>
                <c:pt idx="7935">
                  <c:v>21-02-2022</c:v>
                </c:pt>
                <c:pt idx="7936">
                  <c:v>22-02-2022</c:v>
                </c:pt>
                <c:pt idx="7937">
                  <c:v>22-02-2022</c:v>
                </c:pt>
                <c:pt idx="7938">
                  <c:v>22-02-2022</c:v>
                </c:pt>
                <c:pt idx="7939">
                  <c:v>22-02-2022</c:v>
                </c:pt>
                <c:pt idx="7940">
                  <c:v>22-02-2022</c:v>
                </c:pt>
                <c:pt idx="7941">
                  <c:v>22-02-2022</c:v>
                </c:pt>
                <c:pt idx="7942">
                  <c:v>22-02-2022</c:v>
                </c:pt>
                <c:pt idx="7943">
                  <c:v>22-02-2022</c:v>
                </c:pt>
                <c:pt idx="7944">
                  <c:v>22-02-2022</c:v>
                </c:pt>
                <c:pt idx="7945">
                  <c:v>22-02-2022</c:v>
                </c:pt>
                <c:pt idx="7946">
                  <c:v>22-02-2022</c:v>
                </c:pt>
                <c:pt idx="7947">
                  <c:v>22-02-2022</c:v>
                </c:pt>
                <c:pt idx="7948">
                  <c:v>22-02-2022</c:v>
                </c:pt>
                <c:pt idx="7949">
                  <c:v>22-02-2022</c:v>
                </c:pt>
                <c:pt idx="7950">
                  <c:v>22-02-2022</c:v>
                </c:pt>
                <c:pt idx="7951">
                  <c:v>22-02-2022</c:v>
                </c:pt>
                <c:pt idx="7952">
                  <c:v>22-02-2022</c:v>
                </c:pt>
                <c:pt idx="7953">
                  <c:v>22-02-2022</c:v>
                </c:pt>
                <c:pt idx="7954">
                  <c:v>22-02-2022</c:v>
                </c:pt>
                <c:pt idx="7955">
                  <c:v>22-02-2022</c:v>
                </c:pt>
                <c:pt idx="7956">
                  <c:v>22-02-2022</c:v>
                </c:pt>
                <c:pt idx="7957">
                  <c:v>22-02-2022</c:v>
                </c:pt>
                <c:pt idx="7958">
                  <c:v>22-02-2022</c:v>
                </c:pt>
                <c:pt idx="7959">
                  <c:v>22-02-2022</c:v>
                </c:pt>
                <c:pt idx="7960">
                  <c:v>22-02-2022</c:v>
                </c:pt>
                <c:pt idx="7961">
                  <c:v>22-02-2022</c:v>
                </c:pt>
                <c:pt idx="7962">
                  <c:v>22-02-2022</c:v>
                </c:pt>
                <c:pt idx="7963">
                  <c:v>22-02-2022</c:v>
                </c:pt>
                <c:pt idx="7964">
                  <c:v>22-02-2022</c:v>
                </c:pt>
                <c:pt idx="7965">
                  <c:v>22-02-2022</c:v>
                </c:pt>
                <c:pt idx="7966">
                  <c:v>22-02-2022</c:v>
                </c:pt>
                <c:pt idx="7967">
                  <c:v>22-02-2022</c:v>
                </c:pt>
                <c:pt idx="7968">
                  <c:v>22-02-2022</c:v>
                </c:pt>
                <c:pt idx="7969">
                  <c:v>22-02-2022</c:v>
                </c:pt>
                <c:pt idx="7970">
                  <c:v>22-02-2022</c:v>
                </c:pt>
                <c:pt idx="7971">
                  <c:v>22-02-2022</c:v>
                </c:pt>
                <c:pt idx="7972">
                  <c:v>22-02-2022</c:v>
                </c:pt>
                <c:pt idx="7973">
                  <c:v>22-02-2022</c:v>
                </c:pt>
                <c:pt idx="7974">
                  <c:v>22-02-2022</c:v>
                </c:pt>
                <c:pt idx="7975">
                  <c:v>22-02-2022</c:v>
                </c:pt>
                <c:pt idx="7976">
                  <c:v>22-02-2022</c:v>
                </c:pt>
                <c:pt idx="7977">
                  <c:v>22-02-2022</c:v>
                </c:pt>
                <c:pt idx="7978">
                  <c:v>22-02-2022</c:v>
                </c:pt>
                <c:pt idx="7979">
                  <c:v>22-02-2022</c:v>
                </c:pt>
                <c:pt idx="7980">
                  <c:v>22-02-2022</c:v>
                </c:pt>
                <c:pt idx="7981">
                  <c:v>22-02-2022</c:v>
                </c:pt>
                <c:pt idx="7982">
                  <c:v>22-02-2022</c:v>
                </c:pt>
                <c:pt idx="7983">
                  <c:v>22-02-2022</c:v>
                </c:pt>
                <c:pt idx="7984">
                  <c:v>22-02-2022</c:v>
                </c:pt>
                <c:pt idx="7985">
                  <c:v>22-02-2022</c:v>
                </c:pt>
                <c:pt idx="7986">
                  <c:v>23-02-2022</c:v>
                </c:pt>
                <c:pt idx="7987">
                  <c:v>23-02-2022</c:v>
                </c:pt>
                <c:pt idx="7988">
                  <c:v>23-02-2022</c:v>
                </c:pt>
                <c:pt idx="7989">
                  <c:v>23-02-2022</c:v>
                </c:pt>
                <c:pt idx="7990">
                  <c:v>23-02-2022</c:v>
                </c:pt>
                <c:pt idx="7991">
                  <c:v>23-02-2022</c:v>
                </c:pt>
                <c:pt idx="7992">
                  <c:v>23-02-2022</c:v>
                </c:pt>
                <c:pt idx="7993">
                  <c:v>23-02-2022</c:v>
                </c:pt>
                <c:pt idx="7994">
                  <c:v>23-02-2022</c:v>
                </c:pt>
                <c:pt idx="7995">
                  <c:v>23-02-2022</c:v>
                </c:pt>
                <c:pt idx="7996">
                  <c:v>23-02-2022</c:v>
                </c:pt>
                <c:pt idx="7997">
                  <c:v>23-02-2022</c:v>
                </c:pt>
                <c:pt idx="7998">
                  <c:v>23-02-2022</c:v>
                </c:pt>
                <c:pt idx="7999">
                  <c:v>23-02-2022</c:v>
                </c:pt>
                <c:pt idx="8000">
                  <c:v>23-02-2022</c:v>
                </c:pt>
                <c:pt idx="8001">
                  <c:v>23-02-2022</c:v>
                </c:pt>
                <c:pt idx="8002">
                  <c:v>23-02-2022</c:v>
                </c:pt>
                <c:pt idx="8003">
                  <c:v>23-02-2022</c:v>
                </c:pt>
                <c:pt idx="8004">
                  <c:v>23-02-2022</c:v>
                </c:pt>
                <c:pt idx="8005">
                  <c:v>23-02-2022</c:v>
                </c:pt>
                <c:pt idx="8006">
                  <c:v>23-02-2022</c:v>
                </c:pt>
                <c:pt idx="8007">
                  <c:v>23-02-2022</c:v>
                </c:pt>
                <c:pt idx="8008">
                  <c:v>23-02-2022</c:v>
                </c:pt>
                <c:pt idx="8009">
                  <c:v>23-02-2022</c:v>
                </c:pt>
                <c:pt idx="8010">
                  <c:v>23-02-2022</c:v>
                </c:pt>
                <c:pt idx="8011">
                  <c:v>23-02-2022</c:v>
                </c:pt>
                <c:pt idx="8012">
                  <c:v>23-02-2022</c:v>
                </c:pt>
                <c:pt idx="8013">
                  <c:v>23-02-2022</c:v>
                </c:pt>
                <c:pt idx="8014">
                  <c:v>23-02-2022</c:v>
                </c:pt>
                <c:pt idx="8015">
                  <c:v>23-02-2022</c:v>
                </c:pt>
                <c:pt idx="8016">
                  <c:v>23-02-2022</c:v>
                </c:pt>
                <c:pt idx="8017">
                  <c:v>23-02-2022</c:v>
                </c:pt>
                <c:pt idx="8018">
                  <c:v>23-02-2022</c:v>
                </c:pt>
                <c:pt idx="8019">
                  <c:v>23-02-2022</c:v>
                </c:pt>
                <c:pt idx="8020">
                  <c:v>23-02-2022</c:v>
                </c:pt>
                <c:pt idx="8021">
                  <c:v>23-02-2022</c:v>
                </c:pt>
                <c:pt idx="8022">
                  <c:v>23-02-2022</c:v>
                </c:pt>
                <c:pt idx="8023">
                  <c:v>23-02-2022</c:v>
                </c:pt>
                <c:pt idx="8024">
                  <c:v>23-02-2022</c:v>
                </c:pt>
                <c:pt idx="8025">
                  <c:v>23-02-2022</c:v>
                </c:pt>
                <c:pt idx="8026">
                  <c:v>23-02-2022</c:v>
                </c:pt>
                <c:pt idx="8027">
                  <c:v>23-02-2022</c:v>
                </c:pt>
                <c:pt idx="8028">
                  <c:v>23-02-2022</c:v>
                </c:pt>
                <c:pt idx="8029">
                  <c:v>23-02-2022</c:v>
                </c:pt>
                <c:pt idx="8030">
                  <c:v>23-02-2022</c:v>
                </c:pt>
                <c:pt idx="8031">
                  <c:v>23-02-2022</c:v>
                </c:pt>
                <c:pt idx="8032">
                  <c:v>23-02-2022</c:v>
                </c:pt>
                <c:pt idx="8033">
                  <c:v>23-02-2022</c:v>
                </c:pt>
                <c:pt idx="8034">
                  <c:v>24-02-2022</c:v>
                </c:pt>
                <c:pt idx="8035">
                  <c:v>24-02-2022</c:v>
                </c:pt>
                <c:pt idx="8036">
                  <c:v>24-02-2022</c:v>
                </c:pt>
                <c:pt idx="8037">
                  <c:v>24-02-2022</c:v>
                </c:pt>
                <c:pt idx="8038">
                  <c:v>24-02-2022</c:v>
                </c:pt>
                <c:pt idx="8039">
                  <c:v>24-02-2022</c:v>
                </c:pt>
                <c:pt idx="8040">
                  <c:v>24-02-2022</c:v>
                </c:pt>
                <c:pt idx="8041">
                  <c:v>24-02-2022</c:v>
                </c:pt>
                <c:pt idx="8042">
                  <c:v>24-02-2022</c:v>
                </c:pt>
                <c:pt idx="8043">
                  <c:v>24-02-2022</c:v>
                </c:pt>
                <c:pt idx="8044">
                  <c:v>24-02-2022</c:v>
                </c:pt>
                <c:pt idx="8045">
                  <c:v>24-02-2022</c:v>
                </c:pt>
                <c:pt idx="8046">
                  <c:v>24-02-2022</c:v>
                </c:pt>
                <c:pt idx="8047">
                  <c:v>24-02-2022</c:v>
                </c:pt>
                <c:pt idx="8048">
                  <c:v>24-02-2022</c:v>
                </c:pt>
                <c:pt idx="8049">
                  <c:v>24-02-2022</c:v>
                </c:pt>
                <c:pt idx="8050">
                  <c:v>24-02-2022</c:v>
                </c:pt>
                <c:pt idx="8051">
                  <c:v>24-02-2022</c:v>
                </c:pt>
                <c:pt idx="8052">
                  <c:v>24-02-2022</c:v>
                </c:pt>
                <c:pt idx="8053">
                  <c:v>24-02-2022</c:v>
                </c:pt>
                <c:pt idx="8054">
                  <c:v>24-02-2022</c:v>
                </c:pt>
                <c:pt idx="8055">
                  <c:v>24-02-2022</c:v>
                </c:pt>
                <c:pt idx="8056">
                  <c:v>24-02-2022</c:v>
                </c:pt>
                <c:pt idx="8057">
                  <c:v>24-02-2022</c:v>
                </c:pt>
                <c:pt idx="8058">
                  <c:v>24-02-2022</c:v>
                </c:pt>
                <c:pt idx="8059">
                  <c:v>24-02-2022</c:v>
                </c:pt>
                <c:pt idx="8060">
                  <c:v>24-02-2022</c:v>
                </c:pt>
                <c:pt idx="8061">
                  <c:v>24-02-2022</c:v>
                </c:pt>
                <c:pt idx="8062">
                  <c:v>24-02-2022</c:v>
                </c:pt>
                <c:pt idx="8063">
                  <c:v>24-02-2022</c:v>
                </c:pt>
                <c:pt idx="8064">
                  <c:v>24-02-2022</c:v>
                </c:pt>
                <c:pt idx="8065">
                  <c:v>24-02-2022</c:v>
                </c:pt>
                <c:pt idx="8066">
                  <c:v>24-02-2022</c:v>
                </c:pt>
                <c:pt idx="8067">
                  <c:v>24-02-2022</c:v>
                </c:pt>
                <c:pt idx="8068">
                  <c:v>24-02-2022</c:v>
                </c:pt>
                <c:pt idx="8069">
                  <c:v>24-02-2022</c:v>
                </c:pt>
                <c:pt idx="8070">
                  <c:v>24-02-2022</c:v>
                </c:pt>
                <c:pt idx="8071">
                  <c:v>24-02-2022</c:v>
                </c:pt>
                <c:pt idx="8072">
                  <c:v>24-02-2022</c:v>
                </c:pt>
                <c:pt idx="8073">
                  <c:v>24-02-2022</c:v>
                </c:pt>
                <c:pt idx="8074">
                  <c:v>24-02-2022</c:v>
                </c:pt>
                <c:pt idx="8075">
                  <c:v>24-02-2022</c:v>
                </c:pt>
                <c:pt idx="8076">
                  <c:v>24-02-2022</c:v>
                </c:pt>
                <c:pt idx="8077">
                  <c:v>24-02-2022</c:v>
                </c:pt>
                <c:pt idx="8078">
                  <c:v>24-02-2022</c:v>
                </c:pt>
                <c:pt idx="8079">
                  <c:v>24-02-2022</c:v>
                </c:pt>
                <c:pt idx="8080">
                  <c:v>24-02-2022</c:v>
                </c:pt>
                <c:pt idx="8081">
                  <c:v>24-02-2022</c:v>
                </c:pt>
                <c:pt idx="8082">
                  <c:v>24-02-2022</c:v>
                </c:pt>
                <c:pt idx="8083">
                  <c:v>24-02-2022</c:v>
                </c:pt>
                <c:pt idx="8084">
                  <c:v>24-02-2022</c:v>
                </c:pt>
                <c:pt idx="8085">
                  <c:v>25-02-2022</c:v>
                </c:pt>
                <c:pt idx="8086">
                  <c:v>25-02-2022</c:v>
                </c:pt>
                <c:pt idx="8087">
                  <c:v>25-02-2022</c:v>
                </c:pt>
                <c:pt idx="8088">
                  <c:v>25-02-2022</c:v>
                </c:pt>
                <c:pt idx="8089">
                  <c:v>25-02-2022</c:v>
                </c:pt>
                <c:pt idx="8090">
                  <c:v>25-02-2022</c:v>
                </c:pt>
                <c:pt idx="8091">
                  <c:v>25-02-2022</c:v>
                </c:pt>
                <c:pt idx="8092">
                  <c:v>25-02-2022</c:v>
                </c:pt>
                <c:pt idx="8093">
                  <c:v>25-02-2022</c:v>
                </c:pt>
                <c:pt idx="8094">
                  <c:v>25-02-2022</c:v>
                </c:pt>
                <c:pt idx="8095">
                  <c:v>25-02-2022</c:v>
                </c:pt>
                <c:pt idx="8096">
                  <c:v>25-02-2022</c:v>
                </c:pt>
                <c:pt idx="8097">
                  <c:v>25-02-2022</c:v>
                </c:pt>
                <c:pt idx="8098">
                  <c:v>25-02-2022</c:v>
                </c:pt>
                <c:pt idx="8099">
                  <c:v>25-02-2022</c:v>
                </c:pt>
                <c:pt idx="8100">
                  <c:v>25-02-2022</c:v>
                </c:pt>
                <c:pt idx="8101">
                  <c:v>25-02-2022</c:v>
                </c:pt>
                <c:pt idx="8102">
                  <c:v>25-02-2022</c:v>
                </c:pt>
                <c:pt idx="8103">
                  <c:v>25-02-2022</c:v>
                </c:pt>
                <c:pt idx="8104">
                  <c:v>25-02-2022</c:v>
                </c:pt>
                <c:pt idx="8105">
                  <c:v>25-02-2022</c:v>
                </c:pt>
                <c:pt idx="8106">
                  <c:v>25-02-2022</c:v>
                </c:pt>
                <c:pt idx="8107">
                  <c:v>25-02-2022</c:v>
                </c:pt>
                <c:pt idx="8108">
                  <c:v>25-02-2022</c:v>
                </c:pt>
                <c:pt idx="8109">
                  <c:v>25-02-2022</c:v>
                </c:pt>
                <c:pt idx="8110">
                  <c:v>25-02-2022</c:v>
                </c:pt>
                <c:pt idx="8111">
                  <c:v>25-02-2022</c:v>
                </c:pt>
                <c:pt idx="8112">
                  <c:v>25-02-2022</c:v>
                </c:pt>
                <c:pt idx="8113">
                  <c:v>25-02-2022</c:v>
                </c:pt>
                <c:pt idx="8114">
                  <c:v>25-02-2022</c:v>
                </c:pt>
                <c:pt idx="8115">
                  <c:v>25-02-2022</c:v>
                </c:pt>
                <c:pt idx="8116">
                  <c:v>25-02-2022</c:v>
                </c:pt>
                <c:pt idx="8117">
                  <c:v>25-02-2022</c:v>
                </c:pt>
                <c:pt idx="8118">
                  <c:v>25-02-2022</c:v>
                </c:pt>
                <c:pt idx="8119">
                  <c:v>25-02-2022</c:v>
                </c:pt>
                <c:pt idx="8120">
                  <c:v>25-02-2022</c:v>
                </c:pt>
                <c:pt idx="8121">
                  <c:v>25-02-2022</c:v>
                </c:pt>
                <c:pt idx="8122">
                  <c:v>25-02-2022</c:v>
                </c:pt>
                <c:pt idx="8123">
                  <c:v>25-02-2022</c:v>
                </c:pt>
                <c:pt idx="8124">
                  <c:v>25-02-2022</c:v>
                </c:pt>
                <c:pt idx="8125">
                  <c:v>25-02-2022</c:v>
                </c:pt>
                <c:pt idx="8126">
                  <c:v>25-02-2022</c:v>
                </c:pt>
                <c:pt idx="8127">
                  <c:v>25-02-2022</c:v>
                </c:pt>
                <c:pt idx="8128">
                  <c:v>25-02-2022</c:v>
                </c:pt>
                <c:pt idx="8129">
                  <c:v>25-02-2022</c:v>
                </c:pt>
                <c:pt idx="8130">
                  <c:v>25-02-2022</c:v>
                </c:pt>
                <c:pt idx="8131">
                  <c:v>25-02-2022</c:v>
                </c:pt>
                <c:pt idx="8132">
                  <c:v>25-02-2022</c:v>
                </c:pt>
                <c:pt idx="8133">
                  <c:v>25-02-2022</c:v>
                </c:pt>
                <c:pt idx="8134">
                  <c:v>25-02-2022</c:v>
                </c:pt>
                <c:pt idx="8135">
                  <c:v>25-02-2022</c:v>
                </c:pt>
                <c:pt idx="8136">
                  <c:v>26-02-2022</c:v>
                </c:pt>
                <c:pt idx="8137">
                  <c:v>26-02-2022</c:v>
                </c:pt>
                <c:pt idx="8138">
                  <c:v>26-02-2022</c:v>
                </c:pt>
                <c:pt idx="8139">
                  <c:v>26-02-2022</c:v>
                </c:pt>
                <c:pt idx="8140">
                  <c:v>26-02-2022</c:v>
                </c:pt>
                <c:pt idx="8141">
                  <c:v>26-02-2022</c:v>
                </c:pt>
                <c:pt idx="8142">
                  <c:v>26-02-2022</c:v>
                </c:pt>
                <c:pt idx="8143">
                  <c:v>26-02-2022</c:v>
                </c:pt>
                <c:pt idx="8144">
                  <c:v>26-02-2022</c:v>
                </c:pt>
                <c:pt idx="8145">
                  <c:v>26-02-2022</c:v>
                </c:pt>
                <c:pt idx="8146">
                  <c:v>26-02-2022</c:v>
                </c:pt>
                <c:pt idx="8147">
                  <c:v>26-02-2022</c:v>
                </c:pt>
                <c:pt idx="8148">
                  <c:v>26-02-2022</c:v>
                </c:pt>
                <c:pt idx="8149">
                  <c:v>26-02-2022</c:v>
                </c:pt>
                <c:pt idx="8150">
                  <c:v>26-02-2022</c:v>
                </c:pt>
                <c:pt idx="8151">
                  <c:v>26-02-2022</c:v>
                </c:pt>
                <c:pt idx="8152">
                  <c:v>26-02-2022</c:v>
                </c:pt>
                <c:pt idx="8153">
                  <c:v>26-02-2022</c:v>
                </c:pt>
                <c:pt idx="8154">
                  <c:v>26-02-2022</c:v>
                </c:pt>
                <c:pt idx="8155">
                  <c:v>26-02-2022</c:v>
                </c:pt>
                <c:pt idx="8156">
                  <c:v>26-02-2022</c:v>
                </c:pt>
                <c:pt idx="8157">
                  <c:v>26-02-2022</c:v>
                </c:pt>
                <c:pt idx="8158">
                  <c:v>26-02-2022</c:v>
                </c:pt>
                <c:pt idx="8159">
                  <c:v>26-02-2022</c:v>
                </c:pt>
                <c:pt idx="8160">
                  <c:v>26-02-2022</c:v>
                </c:pt>
                <c:pt idx="8161">
                  <c:v>26-02-2022</c:v>
                </c:pt>
                <c:pt idx="8162">
                  <c:v>26-02-2022</c:v>
                </c:pt>
                <c:pt idx="8163">
                  <c:v>26-02-2022</c:v>
                </c:pt>
                <c:pt idx="8164">
                  <c:v>26-02-2022</c:v>
                </c:pt>
                <c:pt idx="8165">
                  <c:v>26-02-2022</c:v>
                </c:pt>
                <c:pt idx="8166">
                  <c:v>26-02-2022</c:v>
                </c:pt>
                <c:pt idx="8167">
                  <c:v>26-02-2022</c:v>
                </c:pt>
                <c:pt idx="8168">
                  <c:v>26-02-2022</c:v>
                </c:pt>
                <c:pt idx="8169">
                  <c:v>26-02-2022</c:v>
                </c:pt>
                <c:pt idx="8170">
                  <c:v>26-02-2022</c:v>
                </c:pt>
                <c:pt idx="8171">
                  <c:v>26-02-2022</c:v>
                </c:pt>
                <c:pt idx="8172">
                  <c:v>26-02-2022</c:v>
                </c:pt>
                <c:pt idx="8173">
                  <c:v>26-02-2022</c:v>
                </c:pt>
                <c:pt idx="8174">
                  <c:v>26-02-2022</c:v>
                </c:pt>
                <c:pt idx="8175">
                  <c:v>26-02-2022</c:v>
                </c:pt>
                <c:pt idx="8176">
                  <c:v>26-02-2022</c:v>
                </c:pt>
                <c:pt idx="8177">
                  <c:v>26-02-2022</c:v>
                </c:pt>
                <c:pt idx="8178">
                  <c:v>26-02-2022</c:v>
                </c:pt>
                <c:pt idx="8179">
                  <c:v>26-02-2022</c:v>
                </c:pt>
                <c:pt idx="8180">
                  <c:v>26-02-2022</c:v>
                </c:pt>
                <c:pt idx="8181">
                  <c:v>26-02-2022</c:v>
                </c:pt>
                <c:pt idx="8182">
                  <c:v>26-02-2022</c:v>
                </c:pt>
                <c:pt idx="8183">
                  <c:v>26-02-2022</c:v>
                </c:pt>
                <c:pt idx="8184">
                  <c:v>26-02-2022</c:v>
                </c:pt>
                <c:pt idx="8185">
                  <c:v>26-02-2022</c:v>
                </c:pt>
                <c:pt idx="8186">
                  <c:v>26-02-2022</c:v>
                </c:pt>
                <c:pt idx="8187">
                  <c:v>27-02-2022</c:v>
                </c:pt>
                <c:pt idx="8188">
                  <c:v>27-02-2022</c:v>
                </c:pt>
                <c:pt idx="8189">
                  <c:v>27-02-2022</c:v>
                </c:pt>
                <c:pt idx="8190">
                  <c:v>27-02-2022</c:v>
                </c:pt>
                <c:pt idx="8191">
                  <c:v>27-02-2022</c:v>
                </c:pt>
                <c:pt idx="8192">
                  <c:v>27-02-2022</c:v>
                </c:pt>
                <c:pt idx="8193">
                  <c:v>27-02-2022</c:v>
                </c:pt>
                <c:pt idx="8194">
                  <c:v>27-02-2022</c:v>
                </c:pt>
                <c:pt idx="8195">
                  <c:v>27-02-2022</c:v>
                </c:pt>
                <c:pt idx="8196">
                  <c:v>27-02-2022</c:v>
                </c:pt>
                <c:pt idx="8197">
                  <c:v>27-02-2022</c:v>
                </c:pt>
                <c:pt idx="8198">
                  <c:v>27-02-2022</c:v>
                </c:pt>
                <c:pt idx="8199">
                  <c:v>27-02-2022</c:v>
                </c:pt>
                <c:pt idx="8200">
                  <c:v>27-02-2022</c:v>
                </c:pt>
                <c:pt idx="8201">
                  <c:v>27-02-2022</c:v>
                </c:pt>
                <c:pt idx="8202">
                  <c:v>27-02-2022</c:v>
                </c:pt>
                <c:pt idx="8203">
                  <c:v>27-02-2022</c:v>
                </c:pt>
                <c:pt idx="8204">
                  <c:v>27-02-2022</c:v>
                </c:pt>
                <c:pt idx="8205">
                  <c:v>27-02-2022</c:v>
                </c:pt>
                <c:pt idx="8206">
                  <c:v>27-02-2022</c:v>
                </c:pt>
                <c:pt idx="8207">
                  <c:v>27-02-2022</c:v>
                </c:pt>
                <c:pt idx="8208">
                  <c:v>27-02-2022</c:v>
                </c:pt>
                <c:pt idx="8209">
                  <c:v>27-02-2022</c:v>
                </c:pt>
                <c:pt idx="8210">
                  <c:v>27-02-2022</c:v>
                </c:pt>
                <c:pt idx="8211">
                  <c:v>27-02-2022</c:v>
                </c:pt>
                <c:pt idx="8212">
                  <c:v>27-02-2022</c:v>
                </c:pt>
                <c:pt idx="8213">
                  <c:v>27-02-2022</c:v>
                </c:pt>
                <c:pt idx="8214">
                  <c:v>27-02-2022</c:v>
                </c:pt>
                <c:pt idx="8215">
                  <c:v>27-02-2022</c:v>
                </c:pt>
                <c:pt idx="8216">
                  <c:v>27-02-2022</c:v>
                </c:pt>
                <c:pt idx="8217">
                  <c:v>27-02-2022</c:v>
                </c:pt>
                <c:pt idx="8218">
                  <c:v>27-02-2022</c:v>
                </c:pt>
                <c:pt idx="8219">
                  <c:v>27-02-2022</c:v>
                </c:pt>
                <c:pt idx="8220">
                  <c:v>27-02-2022</c:v>
                </c:pt>
                <c:pt idx="8221">
                  <c:v>27-02-2022</c:v>
                </c:pt>
                <c:pt idx="8222">
                  <c:v>27-02-2022</c:v>
                </c:pt>
                <c:pt idx="8223">
                  <c:v>27-02-2022</c:v>
                </c:pt>
                <c:pt idx="8224">
                  <c:v>27-02-2022</c:v>
                </c:pt>
                <c:pt idx="8225">
                  <c:v>27-02-2022</c:v>
                </c:pt>
                <c:pt idx="8226">
                  <c:v>27-02-2022</c:v>
                </c:pt>
                <c:pt idx="8227">
                  <c:v>27-02-2022</c:v>
                </c:pt>
                <c:pt idx="8228">
                  <c:v>27-02-2022</c:v>
                </c:pt>
                <c:pt idx="8229">
                  <c:v>27-02-2022</c:v>
                </c:pt>
                <c:pt idx="8230">
                  <c:v>27-02-2022</c:v>
                </c:pt>
                <c:pt idx="8231">
                  <c:v>27-02-2022</c:v>
                </c:pt>
                <c:pt idx="8232">
                  <c:v>27-02-2022</c:v>
                </c:pt>
                <c:pt idx="8233">
                  <c:v>27-02-2022</c:v>
                </c:pt>
                <c:pt idx="8234">
                  <c:v>27-02-2022</c:v>
                </c:pt>
                <c:pt idx="8235">
                  <c:v>27-02-2022</c:v>
                </c:pt>
                <c:pt idx="8236">
                  <c:v>27-02-2022</c:v>
                </c:pt>
                <c:pt idx="8237">
                  <c:v>27-02-2022</c:v>
                </c:pt>
                <c:pt idx="8238">
                  <c:v>28-02-2022</c:v>
                </c:pt>
                <c:pt idx="8239">
                  <c:v>28-02-2022</c:v>
                </c:pt>
                <c:pt idx="8240">
                  <c:v>28-02-2022</c:v>
                </c:pt>
                <c:pt idx="8241">
                  <c:v>28-02-2022</c:v>
                </c:pt>
                <c:pt idx="8242">
                  <c:v>28-02-2022</c:v>
                </c:pt>
                <c:pt idx="8243">
                  <c:v>28-02-2022</c:v>
                </c:pt>
                <c:pt idx="8244">
                  <c:v>28-02-2022</c:v>
                </c:pt>
                <c:pt idx="8245">
                  <c:v>28-02-2022</c:v>
                </c:pt>
                <c:pt idx="8246">
                  <c:v>28-02-2022</c:v>
                </c:pt>
                <c:pt idx="8247">
                  <c:v>28-02-2022</c:v>
                </c:pt>
                <c:pt idx="8248">
                  <c:v>28-02-2022</c:v>
                </c:pt>
                <c:pt idx="8249">
                  <c:v>28-02-2022</c:v>
                </c:pt>
                <c:pt idx="8250">
                  <c:v>28-02-2022</c:v>
                </c:pt>
                <c:pt idx="8251">
                  <c:v>28-02-2022</c:v>
                </c:pt>
                <c:pt idx="8252">
                  <c:v>28-02-2022</c:v>
                </c:pt>
                <c:pt idx="8253">
                  <c:v>28-02-2022</c:v>
                </c:pt>
                <c:pt idx="8254">
                  <c:v>28-02-2022</c:v>
                </c:pt>
                <c:pt idx="8255">
                  <c:v>28-02-2022</c:v>
                </c:pt>
                <c:pt idx="8256">
                  <c:v>28-02-2022</c:v>
                </c:pt>
                <c:pt idx="8257">
                  <c:v>28-02-2022</c:v>
                </c:pt>
                <c:pt idx="8258">
                  <c:v>28-02-2022</c:v>
                </c:pt>
                <c:pt idx="8259">
                  <c:v>28-02-2022</c:v>
                </c:pt>
                <c:pt idx="8260">
                  <c:v>28-02-2022</c:v>
                </c:pt>
                <c:pt idx="8261">
                  <c:v>28-02-2022</c:v>
                </c:pt>
                <c:pt idx="8262">
                  <c:v>28-02-2022</c:v>
                </c:pt>
                <c:pt idx="8263">
                  <c:v>28-02-2022</c:v>
                </c:pt>
                <c:pt idx="8264">
                  <c:v>28-02-2022</c:v>
                </c:pt>
                <c:pt idx="8265">
                  <c:v>28-02-2022</c:v>
                </c:pt>
                <c:pt idx="8266">
                  <c:v>28-02-2022</c:v>
                </c:pt>
                <c:pt idx="8267">
                  <c:v>28-02-2022</c:v>
                </c:pt>
                <c:pt idx="8268">
                  <c:v>28-02-2022</c:v>
                </c:pt>
                <c:pt idx="8269">
                  <c:v>28-02-2022</c:v>
                </c:pt>
                <c:pt idx="8270">
                  <c:v>28-02-2022</c:v>
                </c:pt>
                <c:pt idx="8271">
                  <c:v>28-02-2022</c:v>
                </c:pt>
                <c:pt idx="8272">
                  <c:v>28-02-2022</c:v>
                </c:pt>
                <c:pt idx="8273">
                  <c:v>28-02-2022</c:v>
                </c:pt>
                <c:pt idx="8274">
                  <c:v>28-02-2022</c:v>
                </c:pt>
                <c:pt idx="8275">
                  <c:v>28-02-2022</c:v>
                </c:pt>
                <c:pt idx="8276">
                  <c:v>28-02-2022</c:v>
                </c:pt>
                <c:pt idx="8277">
                  <c:v>28-02-2022</c:v>
                </c:pt>
                <c:pt idx="8278">
                  <c:v>28-02-2022</c:v>
                </c:pt>
                <c:pt idx="8279">
                  <c:v>28-02-2022</c:v>
                </c:pt>
                <c:pt idx="8280">
                  <c:v>28-02-2022</c:v>
                </c:pt>
                <c:pt idx="8281">
                  <c:v>28-02-2022</c:v>
                </c:pt>
                <c:pt idx="8282">
                  <c:v>28-02-2022</c:v>
                </c:pt>
                <c:pt idx="8283">
                  <c:v>28-02-2022</c:v>
                </c:pt>
                <c:pt idx="8284">
                  <c:v>28-02-2022</c:v>
                </c:pt>
                <c:pt idx="8285">
                  <c:v>28-02-2022</c:v>
                </c:pt>
                <c:pt idx="8286">
                  <c:v>28-02-2022</c:v>
                </c:pt>
                <c:pt idx="8287">
                  <c:v>28-02-2022</c:v>
                </c:pt>
                <c:pt idx="8288">
                  <c:v>28-02-2022</c:v>
                </c:pt>
                <c:pt idx="8289">
                  <c:v>01-03-2022</c:v>
                </c:pt>
                <c:pt idx="8290">
                  <c:v>01-03-2022</c:v>
                </c:pt>
                <c:pt idx="8291">
                  <c:v>01-03-2022</c:v>
                </c:pt>
                <c:pt idx="8292">
                  <c:v>01-03-2022</c:v>
                </c:pt>
                <c:pt idx="8293">
                  <c:v>01-03-2022</c:v>
                </c:pt>
                <c:pt idx="8294">
                  <c:v>01-03-2022</c:v>
                </c:pt>
                <c:pt idx="8295">
                  <c:v>01-03-2022</c:v>
                </c:pt>
                <c:pt idx="8296">
                  <c:v>01-03-2022</c:v>
                </c:pt>
                <c:pt idx="8297">
                  <c:v>01-03-2022</c:v>
                </c:pt>
                <c:pt idx="8298">
                  <c:v>01-03-2022</c:v>
                </c:pt>
                <c:pt idx="8299">
                  <c:v>01-03-2022</c:v>
                </c:pt>
                <c:pt idx="8300">
                  <c:v>01-03-2022</c:v>
                </c:pt>
                <c:pt idx="8301">
                  <c:v>01-03-2022</c:v>
                </c:pt>
                <c:pt idx="8302">
                  <c:v>01-03-2022</c:v>
                </c:pt>
                <c:pt idx="8303">
                  <c:v>01-03-2022</c:v>
                </c:pt>
                <c:pt idx="8304">
                  <c:v>01-03-2022</c:v>
                </c:pt>
                <c:pt idx="8305">
                  <c:v>01-03-2022</c:v>
                </c:pt>
                <c:pt idx="8306">
                  <c:v>01-03-2022</c:v>
                </c:pt>
                <c:pt idx="8307">
                  <c:v>01-03-2022</c:v>
                </c:pt>
                <c:pt idx="8308">
                  <c:v>01-03-2022</c:v>
                </c:pt>
                <c:pt idx="8309">
                  <c:v>01-03-2022</c:v>
                </c:pt>
                <c:pt idx="8310">
                  <c:v>01-03-2022</c:v>
                </c:pt>
                <c:pt idx="8311">
                  <c:v>01-03-2022</c:v>
                </c:pt>
                <c:pt idx="8312">
                  <c:v>01-03-2022</c:v>
                </c:pt>
                <c:pt idx="8313">
                  <c:v>01-03-2022</c:v>
                </c:pt>
                <c:pt idx="8314">
                  <c:v>01-03-2022</c:v>
                </c:pt>
                <c:pt idx="8315">
                  <c:v>01-03-2022</c:v>
                </c:pt>
                <c:pt idx="8316">
                  <c:v>01-03-2022</c:v>
                </c:pt>
                <c:pt idx="8317">
                  <c:v>01-03-2022</c:v>
                </c:pt>
                <c:pt idx="8318">
                  <c:v>01-03-2022</c:v>
                </c:pt>
                <c:pt idx="8319">
                  <c:v>01-03-2022</c:v>
                </c:pt>
                <c:pt idx="8320">
                  <c:v>01-03-2022</c:v>
                </c:pt>
                <c:pt idx="8321">
                  <c:v>01-03-2022</c:v>
                </c:pt>
                <c:pt idx="8322">
                  <c:v>01-03-2022</c:v>
                </c:pt>
                <c:pt idx="8323">
                  <c:v>01-03-2022</c:v>
                </c:pt>
                <c:pt idx="8324">
                  <c:v>01-03-2022</c:v>
                </c:pt>
                <c:pt idx="8325">
                  <c:v>01-03-2022</c:v>
                </c:pt>
                <c:pt idx="8326">
                  <c:v>01-03-2022</c:v>
                </c:pt>
                <c:pt idx="8327">
                  <c:v>01-03-2022</c:v>
                </c:pt>
                <c:pt idx="8328">
                  <c:v>01-03-2022</c:v>
                </c:pt>
                <c:pt idx="8329">
                  <c:v>01-03-2022</c:v>
                </c:pt>
                <c:pt idx="8330">
                  <c:v>01-03-2022</c:v>
                </c:pt>
                <c:pt idx="8331">
                  <c:v>01-03-2022</c:v>
                </c:pt>
                <c:pt idx="8332">
                  <c:v>01-03-2022</c:v>
                </c:pt>
                <c:pt idx="8333">
                  <c:v>01-03-2022</c:v>
                </c:pt>
                <c:pt idx="8334">
                  <c:v>01-03-2022</c:v>
                </c:pt>
                <c:pt idx="8335">
                  <c:v>01-03-2022</c:v>
                </c:pt>
                <c:pt idx="8336">
                  <c:v>01-03-2022</c:v>
                </c:pt>
                <c:pt idx="8337">
                  <c:v>01-03-2022</c:v>
                </c:pt>
                <c:pt idx="8338">
                  <c:v>01-03-2022</c:v>
                </c:pt>
                <c:pt idx="8339">
                  <c:v>01-03-2022</c:v>
                </c:pt>
                <c:pt idx="8340">
                  <c:v>02-03-2022</c:v>
                </c:pt>
                <c:pt idx="8341">
                  <c:v>02-03-2022</c:v>
                </c:pt>
                <c:pt idx="8342">
                  <c:v>02-03-2022</c:v>
                </c:pt>
                <c:pt idx="8343">
                  <c:v>02-03-2022</c:v>
                </c:pt>
                <c:pt idx="8344">
                  <c:v>02-03-2022</c:v>
                </c:pt>
                <c:pt idx="8345">
                  <c:v>02-03-2022</c:v>
                </c:pt>
                <c:pt idx="8346">
                  <c:v>02-03-2022</c:v>
                </c:pt>
                <c:pt idx="8347">
                  <c:v>02-03-2022</c:v>
                </c:pt>
                <c:pt idx="8348">
                  <c:v>02-03-2022</c:v>
                </c:pt>
                <c:pt idx="8349">
                  <c:v>02-03-2022</c:v>
                </c:pt>
                <c:pt idx="8350">
                  <c:v>02-03-2022</c:v>
                </c:pt>
                <c:pt idx="8351">
                  <c:v>02-03-2022</c:v>
                </c:pt>
                <c:pt idx="8352">
                  <c:v>02-03-2022</c:v>
                </c:pt>
                <c:pt idx="8353">
                  <c:v>02-03-2022</c:v>
                </c:pt>
                <c:pt idx="8354">
                  <c:v>02-03-2022</c:v>
                </c:pt>
                <c:pt idx="8355">
                  <c:v>02-03-2022</c:v>
                </c:pt>
                <c:pt idx="8356">
                  <c:v>02-03-2022</c:v>
                </c:pt>
                <c:pt idx="8357">
                  <c:v>02-03-2022</c:v>
                </c:pt>
                <c:pt idx="8358">
                  <c:v>02-03-2022</c:v>
                </c:pt>
                <c:pt idx="8359">
                  <c:v>02-03-2022</c:v>
                </c:pt>
                <c:pt idx="8360">
                  <c:v>02-03-2022</c:v>
                </c:pt>
                <c:pt idx="8361">
                  <c:v>02-03-2022</c:v>
                </c:pt>
                <c:pt idx="8362">
                  <c:v>02-03-2022</c:v>
                </c:pt>
                <c:pt idx="8363">
                  <c:v>02-03-2022</c:v>
                </c:pt>
                <c:pt idx="8364">
                  <c:v>02-03-2022</c:v>
                </c:pt>
                <c:pt idx="8365">
                  <c:v>02-03-2022</c:v>
                </c:pt>
                <c:pt idx="8366">
                  <c:v>02-03-2022</c:v>
                </c:pt>
                <c:pt idx="8367">
                  <c:v>02-03-2022</c:v>
                </c:pt>
                <c:pt idx="8368">
                  <c:v>02-03-2022</c:v>
                </c:pt>
                <c:pt idx="8369">
                  <c:v>02-03-2022</c:v>
                </c:pt>
                <c:pt idx="8370">
                  <c:v>02-03-2022</c:v>
                </c:pt>
                <c:pt idx="8371">
                  <c:v>02-03-2022</c:v>
                </c:pt>
                <c:pt idx="8372">
                  <c:v>02-03-2022</c:v>
                </c:pt>
                <c:pt idx="8373">
                  <c:v>02-03-2022</c:v>
                </c:pt>
                <c:pt idx="8374">
                  <c:v>02-03-2022</c:v>
                </c:pt>
                <c:pt idx="8375">
                  <c:v>02-03-2022</c:v>
                </c:pt>
                <c:pt idx="8376">
                  <c:v>02-03-2022</c:v>
                </c:pt>
                <c:pt idx="8377">
                  <c:v>02-03-2022</c:v>
                </c:pt>
                <c:pt idx="8378">
                  <c:v>02-03-2022</c:v>
                </c:pt>
                <c:pt idx="8379">
                  <c:v>02-03-2022</c:v>
                </c:pt>
                <c:pt idx="8380">
                  <c:v>02-03-2022</c:v>
                </c:pt>
                <c:pt idx="8381">
                  <c:v>02-03-2022</c:v>
                </c:pt>
                <c:pt idx="8382">
                  <c:v>02-03-2022</c:v>
                </c:pt>
                <c:pt idx="8383">
                  <c:v>02-03-2022</c:v>
                </c:pt>
                <c:pt idx="8384">
                  <c:v>02-03-2022</c:v>
                </c:pt>
                <c:pt idx="8385">
                  <c:v>02-03-2022</c:v>
                </c:pt>
                <c:pt idx="8386">
                  <c:v>02-03-2022</c:v>
                </c:pt>
                <c:pt idx="8387">
                  <c:v>02-03-2022</c:v>
                </c:pt>
                <c:pt idx="8388">
                  <c:v>02-03-2022</c:v>
                </c:pt>
                <c:pt idx="8389">
                  <c:v>02-03-2022</c:v>
                </c:pt>
                <c:pt idx="8390">
                  <c:v>02-03-2022</c:v>
                </c:pt>
                <c:pt idx="8391">
                  <c:v>03-03-2022</c:v>
                </c:pt>
                <c:pt idx="8392">
                  <c:v>03-03-2022</c:v>
                </c:pt>
                <c:pt idx="8393">
                  <c:v>03-03-2022</c:v>
                </c:pt>
                <c:pt idx="8394">
                  <c:v>03-03-2022</c:v>
                </c:pt>
                <c:pt idx="8395">
                  <c:v>03-03-2022</c:v>
                </c:pt>
                <c:pt idx="8396">
                  <c:v>03-03-2022</c:v>
                </c:pt>
                <c:pt idx="8397">
                  <c:v>03-03-2022</c:v>
                </c:pt>
                <c:pt idx="8398">
                  <c:v>03-03-2022</c:v>
                </c:pt>
                <c:pt idx="8399">
                  <c:v>03-03-2022</c:v>
                </c:pt>
                <c:pt idx="8400">
                  <c:v>03-03-2022</c:v>
                </c:pt>
                <c:pt idx="8401">
                  <c:v>03-03-2022</c:v>
                </c:pt>
                <c:pt idx="8402">
                  <c:v>03-03-2022</c:v>
                </c:pt>
                <c:pt idx="8403">
                  <c:v>03-03-2022</c:v>
                </c:pt>
                <c:pt idx="8404">
                  <c:v>03-03-2022</c:v>
                </c:pt>
                <c:pt idx="8405">
                  <c:v>03-03-2022</c:v>
                </c:pt>
                <c:pt idx="8406">
                  <c:v>03-03-2022</c:v>
                </c:pt>
                <c:pt idx="8407">
                  <c:v>03-03-2022</c:v>
                </c:pt>
                <c:pt idx="8408">
                  <c:v>03-03-2022</c:v>
                </c:pt>
                <c:pt idx="8409">
                  <c:v>03-03-2022</c:v>
                </c:pt>
                <c:pt idx="8410">
                  <c:v>03-03-2022</c:v>
                </c:pt>
                <c:pt idx="8411">
                  <c:v>03-03-2022</c:v>
                </c:pt>
                <c:pt idx="8412">
                  <c:v>03-03-2022</c:v>
                </c:pt>
                <c:pt idx="8413">
                  <c:v>03-03-2022</c:v>
                </c:pt>
                <c:pt idx="8414">
                  <c:v>03-03-2022</c:v>
                </c:pt>
                <c:pt idx="8415">
                  <c:v>03-03-2022</c:v>
                </c:pt>
                <c:pt idx="8416">
                  <c:v>03-03-2022</c:v>
                </c:pt>
                <c:pt idx="8417">
                  <c:v>03-03-2022</c:v>
                </c:pt>
                <c:pt idx="8418">
                  <c:v>03-03-2022</c:v>
                </c:pt>
                <c:pt idx="8419">
                  <c:v>03-03-2022</c:v>
                </c:pt>
                <c:pt idx="8420">
                  <c:v>03-03-2022</c:v>
                </c:pt>
                <c:pt idx="8421">
                  <c:v>03-03-2022</c:v>
                </c:pt>
                <c:pt idx="8422">
                  <c:v>03-03-2022</c:v>
                </c:pt>
                <c:pt idx="8423">
                  <c:v>03-03-2022</c:v>
                </c:pt>
                <c:pt idx="8424">
                  <c:v>03-03-2022</c:v>
                </c:pt>
                <c:pt idx="8425">
                  <c:v>03-03-2022</c:v>
                </c:pt>
                <c:pt idx="8426">
                  <c:v>03-03-2022</c:v>
                </c:pt>
                <c:pt idx="8427">
                  <c:v>03-03-2022</c:v>
                </c:pt>
                <c:pt idx="8428">
                  <c:v>03-03-2022</c:v>
                </c:pt>
                <c:pt idx="8429">
                  <c:v>03-03-2022</c:v>
                </c:pt>
                <c:pt idx="8430">
                  <c:v>03-03-2022</c:v>
                </c:pt>
                <c:pt idx="8431">
                  <c:v>03-03-2022</c:v>
                </c:pt>
                <c:pt idx="8432">
                  <c:v>03-03-2022</c:v>
                </c:pt>
                <c:pt idx="8433">
                  <c:v>03-03-2022</c:v>
                </c:pt>
                <c:pt idx="8434">
                  <c:v>03-03-2022</c:v>
                </c:pt>
                <c:pt idx="8435">
                  <c:v>03-03-2022</c:v>
                </c:pt>
                <c:pt idx="8436">
                  <c:v>03-03-2022</c:v>
                </c:pt>
                <c:pt idx="8437">
                  <c:v>03-03-2022</c:v>
                </c:pt>
                <c:pt idx="8438">
                  <c:v>03-03-2022</c:v>
                </c:pt>
                <c:pt idx="8439">
                  <c:v>03-03-2022</c:v>
                </c:pt>
                <c:pt idx="8440">
                  <c:v>03-03-2022</c:v>
                </c:pt>
                <c:pt idx="8441">
                  <c:v>03-03-2022</c:v>
                </c:pt>
                <c:pt idx="8442">
                  <c:v>04-03-2022</c:v>
                </c:pt>
                <c:pt idx="8443">
                  <c:v>04-03-2022</c:v>
                </c:pt>
                <c:pt idx="8444">
                  <c:v>04-03-2022</c:v>
                </c:pt>
                <c:pt idx="8445">
                  <c:v>04-03-2022</c:v>
                </c:pt>
                <c:pt idx="8446">
                  <c:v>04-03-2022</c:v>
                </c:pt>
                <c:pt idx="8447">
                  <c:v>04-03-2022</c:v>
                </c:pt>
                <c:pt idx="8448">
                  <c:v>04-03-2022</c:v>
                </c:pt>
                <c:pt idx="8449">
                  <c:v>04-03-2022</c:v>
                </c:pt>
                <c:pt idx="8450">
                  <c:v>04-03-2022</c:v>
                </c:pt>
                <c:pt idx="8451">
                  <c:v>04-03-2022</c:v>
                </c:pt>
                <c:pt idx="8452">
                  <c:v>04-03-2022</c:v>
                </c:pt>
                <c:pt idx="8453">
                  <c:v>04-03-2022</c:v>
                </c:pt>
                <c:pt idx="8454">
                  <c:v>04-03-2022</c:v>
                </c:pt>
                <c:pt idx="8455">
                  <c:v>04-03-2022</c:v>
                </c:pt>
                <c:pt idx="8456">
                  <c:v>04-03-2022</c:v>
                </c:pt>
                <c:pt idx="8457">
                  <c:v>04-03-2022</c:v>
                </c:pt>
                <c:pt idx="8458">
                  <c:v>04-03-2022</c:v>
                </c:pt>
                <c:pt idx="8459">
                  <c:v>04-03-2022</c:v>
                </c:pt>
                <c:pt idx="8460">
                  <c:v>04-03-2022</c:v>
                </c:pt>
                <c:pt idx="8461">
                  <c:v>04-03-2022</c:v>
                </c:pt>
                <c:pt idx="8462">
                  <c:v>04-03-2022</c:v>
                </c:pt>
                <c:pt idx="8463">
                  <c:v>04-03-2022</c:v>
                </c:pt>
                <c:pt idx="8464">
                  <c:v>04-03-2022</c:v>
                </c:pt>
                <c:pt idx="8465">
                  <c:v>04-03-2022</c:v>
                </c:pt>
                <c:pt idx="8466">
                  <c:v>04-03-2022</c:v>
                </c:pt>
                <c:pt idx="8467">
                  <c:v>04-03-2022</c:v>
                </c:pt>
                <c:pt idx="8468">
                  <c:v>04-03-2022</c:v>
                </c:pt>
                <c:pt idx="8469">
                  <c:v>04-03-2022</c:v>
                </c:pt>
                <c:pt idx="8470">
                  <c:v>04-03-2022</c:v>
                </c:pt>
                <c:pt idx="8471">
                  <c:v>04-03-2022</c:v>
                </c:pt>
                <c:pt idx="8472">
                  <c:v>04-03-2022</c:v>
                </c:pt>
                <c:pt idx="8473">
                  <c:v>04-03-2022</c:v>
                </c:pt>
                <c:pt idx="8474">
                  <c:v>04-03-2022</c:v>
                </c:pt>
                <c:pt idx="8475">
                  <c:v>04-03-2022</c:v>
                </c:pt>
                <c:pt idx="8476">
                  <c:v>04-03-2022</c:v>
                </c:pt>
                <c:pt idx="8477">
                  <c:v>04-03-2022</c:v>
                </c:pt>
                <c:pt idx="8478">
                  <c:v>04-03-2022</c:v>
                </c:pt>
                <c:pt idx="8479">
                  <c:v>04-03-2022</c:v>
                </c:pt>
                <c:pt idx="8480">
                  <c:v>04-03-2022</c:v>
                </c:pt>
                <c:pt idx="8481">
                  <c:v>04-03-2022</c:v>
                </c:pt>
                <c:pt idx="8482">
                  <c:v>04-03-2022</c:v>
                </c:pt>
                <c:pt idx="8483">
                  <c:v>04-03-2022</c:v>
                </c:pt>
                <c:pt idx="8484">
                  <c:v>04-03-2022</c:v>
                </c:pt>
                <c:pt idx="8485">
                  <c:v>04-03-2022</c:v>
                </c:pt>
                <c:pt idx="8486">
                  <c:v>04-03-2022</c:v>
                </c:pt>
                <c:pt idx="8487">
                  <c:v>04-03-2022</c:v>
                </c:pt>
                <c:pt idx="8488">
                  <c:v>04-03-2022</c:v>
                </c:pt>
                <c:pt idx="8489">
                  <c:v>04-03-2022</c:v>
                </c:pt>
                <c:pt idx="8490">
                  <c:v>04-03-2022</c:v>
                </c:pt>
                <c:pt idx="8491">
                  <c:v>04-03-2022</c:v>
                </c:pt>
                <c:pt idx="8492">
                  <c:v>04-03-2022</c:v>
                </c:pt>
                <c:pt idx="8493">
                  <c:v>05-03-2022</c:v>
                </c:pt>
                <c:pt idx="8494">
                  <c:v>05-03-2022</c:v>
                </c:pt>
                <c:pt idx="8495">
                  <c:v>05-03-2022</c:v>
                </c:pt>
                <c:pt idx="8496">
                  <c:v>05-03-2022</c:v>
                </c:pt>
                <c:pt idx="8497">
                  <c:v>05-03-2022</c:v>
                </c:pt>
                <c:pt idx="8498">
                  <c:v>05-03-2022</c:v>
                </c:pt>
                <c:pt idx="8499">
                  <c:v>05-03-2022</c:v>
                </c:pt>
                <c:pt idx="8500">
                  <c:v>05-03-2022</c:v>
                </c:pt>
                <c:pt idx="8501">
                  <c:v>05-03-2022</c:v>
                </c:pt>
                <c:pt idx="8502">
                  <c:v>05-03-2022</c:v>
                </c:pt>
                <c:pt idx="8503">
                  <c:v>05-03-2022</c:v>
                </c:pt>
                <c:pt idx="8504">
                  <c:v>05-03-2022</c:v>
                </c:pt>
                <c:pt idx="8505">
                  <c:v>05-03-2022</c:v>
                </c:pt>
                <c:pt idx="8506">
                  <c:v>05-03-2022</c:v>
                </c:pt>
                <c:pt idx="8507">
                  <c:v>05-03-2022</c:v>
                </c:pt>
                <c:pt idx="8508">
                  <c:v>05-03-2022</c:v>
                </c:pt>
                <c:pt idx="8509">
                  <c:v>05-03-2022</c:v>
                </c:pt>
                <c:pt idx="8510">
                  <c:v>05-03-2022</c:v>
                </c:pt>
                <c:pt idx="8511">
                  <c:v>05-03-2022</c:v>
                </c:pt>
                <c:pt idx="8512">
                  <c:v>05-03-2022</c:v>
                </c:pt>
                <c:pt idx="8513">
                  <c:v>05-03-2022</c:v>
                </c:pt>
                <c:pt idx="8514">
                  <c:v>05-03-2022</c:v>
                </c:pt>
                <c:pt idx="8515">
                  <c:v>05-03-2022</c:v>
                </c:pt>
                <c:pt idx="8516">
                  <c:v>05-03-2022</c:v>
                </c:pt>
                <c:pt idx="8517">
                  <c:v>05-03-2022</c:v>
                </c:pt>
                <c:pt idx="8518">
                  <c:v>05-03-2022</c:v>
                </c:pt>
                <c:pt idx="8519">
                  <c:v>05-03-2022</c:v>
                </c:pt>
                <c:pt idx="8520">
                  <c:v>05-03-2022</c:v>
                </c:pt>
                <c:pt idx="8521">
                  <c:v>05-03-2022</c:v>
                </c:pt>
                <c:pt idx="8522">
                  <c:v>05-03-2022</c:v>
                </c:pt>
                <c:pt idx="8523">
                  <c:v>05-03-2022</c:v>
                </c:pt>
                <c:pt idx="8524">
                  <c:v>05-03-2022</c:v>
                </c:pt>
                <c:pt idx="8525">
                  <c:v>05-03-2022</c:v>
                </c:pt>
                <c:pt idx="8526">
                  <c:v>05-03-2022</c:v>
                </c:pt>
                <c:pt idx="8527">
                  <c:v>05-03-2022</c:v>
                </c:pt>
                <c:pt idx="8528">
                  <c:v>05-03-2022</c:v>
                </c:pt>
                <c:pt idx="8529">
                  <c:v>05-03-2022</c:v>
                </c:pt>
                <c:pt idx="8530">
                  <c:v>05-03-2022</c:v>
                </c:pt>
                <c:pt idx="8531">
                  <c:v>05-03-2022</c:v>
                </c:pt>
                <c:pt idx="8532">
                  <c:v>05-03-2022</c:v>
                </c:pt>
                <c:pt idx="8533">
                  <c:v>05-03-2022</c:v>
                </c:pt>
                <c:pt idx="8534">
                  <c:v>05-03-2022</c:v>
                </c:pt>
                <c:pt idx="8535">
                  <c:v>05-03-2022</c:v>
                </c:pt>
                <c:pt idx="8536">
                  <c:v>05-03-2022</c:v>
                </c:pt>
                <c:pt idx="8537">
                  <c:v>05-03-2022</c:v>
                </c:pt>
                <c:pt idx="8538">
                  <c:v>05-03-2022</c:v>
                </c:pt>
                <c:pt idx="8539">
                  <c:v>05-03-2022</c:v>
                </c:pt>
                <c:pt idx="8540">
                  <c:v>05-03-2022</c:v>
                </c:pt>
                <c:pt idx="8541">
                  <c:v>06-03-2022</c:v>
                </c:pt>
                <c:pt idx="8542">
                  <c:v>06-03-2022</c:v>
                </c:pt>
                <c:pt idx="8543">
                  <c:v>06-03-2022</c:v>
                </c:pt>
                <c:pt idx="8544">
                  <c:v>06-03-2022</c:v>
                </c:pt>
                <c:pt idx="8545">
                  <c:v>06-03-2022</c:v>
                </c:pt>
                <c:pt idx="8546">
                  <c:v>06-03-2022</c:v>
                </c:pt>
                <c:pt idx="8547">
                  <c:v>06-03-2022</c:v>
                </c:pt>
                <c:pt idx="8548">
                  <c:v>06-03-2022</c:v>
                </c:pt>
                <c:pt idx="8549">
                  <c:v>06-03-2022</c:v>
                </c:pt>
                <c:pt idx="8550">
                  <c:v>06-03-2022</c:v>
                </c:pt>
                <c:pt idx="8551">
                  <c:v>06-03-2022</c:v>
                </c:pt>
                <c:pt idx="8552">
                  <c:v>06-03-2022</c:v>
                </c:pt>
                <c:pt idx="8553">
                  <c:v>06-03-2022</c:v>
                </c:pt>
                <c:pt idx="8554">
                  <c:v>06-03-2022</c:v>
                </c:pt>
                <c:pt idx="8555">
                  <c:v>06-03-2022</c:v>
                </c:pt>
                <c:pt idx="8556">
                  <c:v>06-03-2022</c:v>
                </c:pt>
                <c:pt idx="8557">
                  <c:v>06-03-2022</c:v>
                </c:pt>
                <c:pt idx="8558">
                  <c:v>06-03-2022</c:v>
                </c:pt>
                <c:pt idx="8559">
                  <c:v>06-03-2022</c:v>
                </c:pt>
                <c:pt idx="8560">
                  <c:v>06-03-2022</c:v>
                </c:pt>
                <c:pt idx="8561">
                  <c:v>06-03-2022</c:v>
                </c:pt>
                <c:pt idx="8562">
                  <c:v>06-03-2022</c:v>
                </c:pt>
                <c:pt idx="8563">
                  <c:v>06-03-2022</c:v>
                </c:pt>
                <c:pt idx="8564">
                  <c:v>06-03-2022</c:v>
                </c:pt>
                <c:pt idx="8565">
                  <c:v>06-03-2022</c:v>
                </c:pt>
                <c:pt idx="8566">
                  <c:v>06-03-2022</c:v>
                </c:pt>
                <c:pt idx="8567">
                  <c:v>06-03-2022</c:v>
                </c:pt>
                <c:pt idx="8568">
                  <c:v>06-03-2022</c:v>
                </c:pt>
                <c:pt idx="8569">
                  <c:v>06-03-2022</c:v>
                </c:pt>
                <c:pt idx="8570">
                  <c:v>06-03-2022</c:v>
                </c:pt>
                <c:pt idx="8571">
                  <c:v>06-03-2022</c:v>
                </c:pt>
                <c:pt idx="8572">
                  <c:v>06-03-2022</c:v>
                </c:pt>
                <c:pt idx="8573">
                  <c:v>06-03-2022</c:v>
                </c:pt>
                <c:pt idx="8574">
                  <c:v>06-03-2022</c:v>
                </c:pt>
                <c:pt idx="8575">
                  <c:v>06-03-2022</c:v>
                </c:pt>
                <c:pt idx="8576">
                  <c:v>06-03-2022</c:v>
                </c:pt>
                <c:pt idx="8577">
                  <c:v>06-03-2022</c:v>
                </c:pt>
                <c:pt idx="8578">
                  <c:v>06-03-2022</c:v>
                </c:pt>
                <c:pt idx="8579">
                  <c:v>06-03-2022</c:v>
                </c:pt>
                <c:pt idx="8580">
                  <c:v>06-03-2022</c:v>
                </c:pt>
                <c:pt idx="8581">
                  <c:v>06-03-2022</c:v>
                </c:pt>
                <c:pt idx="8582">
                  <c:v>06-03-2022</c:v>
                </c:pt>
                <c:pt idx="8583">
                  <c:v>06-03-2022</c:v>
                </c:pt>
                <c:pt idx="8584">
                  <c:v>06-03-2022</c:v>
                </c:pt>
                <c:pt idx="8585">
                  <c:v>06-03-2022</c:v>
                </c:pt>
                <c:pt idx="8586">
                  <c:v>06-03-2022</c:v>
                </c:pt>
                <c:pt idx="8587">
                  <c:v>06-03-2022</c:v>
                </c:pt>
                <c:pt idx="8588">
                  <c:v>06-03-2022</c:v>
                </c:pt>
                <c:pt idx="8589">
                  <c:v>06-03-2022</c:v>
                </c:pt>
                <c:pt idx="8590">
                  <c:v>06-03-2022</c:v>
                </c:pt>
                <c:pt idx="8591">
                  <c:v>06-03-2022</c:v>
                </c:pt>
                <c:pt idx="8592">
                  <c:v>07-03-2022</c:v>
                </c:pt>
                <c:pt idx="8593">
                  <c:v>07-03-2022</c:v>
                </c:pt>
                <c:pt idx="8594">
                  <c:v>07-03-2022</c:v>
                </c:pt>
                <c:pt idx="8595">
                  <c:v>07-03-2022</c:v>
                </c:pt>
                <c:pt idx="8596">
                  <c:v>07-03-2022</c:v>
                </c:pt>
                <c:pt idx="8597">
                  <c:v>07-03-2022</c:v>
                </c:pt>
                <c:pt idx="8598">
                  <c:v>07-03-2022</c:v>
                </c:pt>
                <c:pt idx="8599">
                  <c:v>07-03-2022</c:v>
                </c:pt>
                <c:pt idx="8600">
                  <c:v>07-03-2022</c:v>
                </c:pt>
                <c:pt idx="8601">
                  <c:v>07-03-2022</c:v>
                </c:pt>
                <c:pt idx="8602">
                  <c:v>07-03-2022</c:v>
                </c:pt>
                <c:pt idx="8603">
                  <c:v>07-03-2022</c:v>
                </c:pt>
                <c:pt idx="8604">
                  <c:v>07-03-2022</c:v>
                </c:pt>
                <c:pt idx="8605">
                  <c:v>07-03-2022</c:v>
                </c:pt>
                <c:pt idx="8606">
                  <c:v>07-03-2022</c:v>
                </c:pt>
                <c:pt idx="8607">
                  <c:v>07-03-2022</c:v>
                </c:pt>
                <c:pt idx="8608">
                  <c:v>07-03-2022</c:v>
                </c:pt>
                <c:pt idx="8609">
                  <c:v>07-03-2022</c:v>
                </c:pt>
                <c:pt idx="8610">
                  <c:v>07-03-2022</c:v>
                </c:pt>
                <c:pt idx="8611">
                  <c:v>07-03-2022</c:v>
                </c:pt>
                <c:pt idx="8612">
                  <c:v>07-03-2022</c:v>
                </c:pt>
                <c:pt idx="8613">
                  <c:v>07-03-2022</c:v>
                </c:pt>
                <c:pt idx="8614">
                  <c:v>07-03-2022</c:v>
                </c:pt>
                <c:pt idx="8615">
                  <c:v>07-03-2022</c:v>
                </c:pt>
                <c:pt idx="8616">
                  <c:v>07-03-2022</c:v>
                </c:pt>
                <c:pt idx="8617">
                  <c:v>07-03-2022</c:v>
                </c:pt>
                <c:pt idx="8618">
                  <c:v>07-03-2022</c:v>
                </c:pt>
                <c:pt idx="8619">
                  <c:v>07-03-2022</c:v>
                </c:pt>
                <c:pt idx="8620">
                  <c:v>07-03-2022</c:v>
                </c:pt>
                <c:pt idx="8621">
                  <c:v>07-03-2022</c:v>
                </c:pt>
                <c:pt idx="8622">
                  <c:v>07-03-2022</c:v>
                </c:pt>
                <c:pt idx="8623">
                  <c:v>07-03-2022</c:v>
                </c:pt>
                <c:pt idx="8624">
                  <c:v>07-03-2022</c:v>
                </c:pt>
                <c:pt idx="8625">
                  <c:v>07-03-2022</c:v>
                </c:pt>
                <c:pt idx="8626">
                  <c:v>07-03-2022</c:v>
                </c:pt>
                <c:pt idx="8627">
                  <c:v>07-03-2022</c:v>
                </c:pt>
                <c:pt idx="8628">
                  <c:v>07-03-2022</c:v>
                </c:pt>
                <c:pt idx="8629">
                  <c:v>07-03-2022</c:v>
                </c:pt>
                <c:pt idx="8630">
                  <c:v>07-03-2022</c:v>
                </c:pt>
                <c:pt idx="8631">
                  <c:v>07-03-2022</c:v>
                </c:pt>
                <c:pt idx="8632">
                  <c:v>07-03-2022</c:v>
                </c:pt>
                <c:pt idx="8633">
                  <c:v>07-03-2022</c:v>
                </c:pt>
                <c:pt idx="8634">
                  <c:v>07-03-2022</c:v>
                </c:pt>
                <c:pt idx="8635">
                  <c:v>07-03-2022</c:v>
                </c:pt>
                <c:pt idx="8636">
                  <c:v>07-03-2022</c:v>
                </c:pt>
                <c:pt idx="8637">
                  <c:v>07-03-2022</c:v>
                </c:pt>
                <c:pt idx="8638">
                  <c:v>07-03-2022</c:v>
                </c:pt>
                <c:pt idx="8639">
                  <c:v>07-03-2022</c:v>
                </c:pt>
                <c:pt idx="8640">
                  <c:v>07-03-2022</c:v>
                </c:pt>
                <c:pt idx="8641">
                  <c:v>07-03-2022</c:v>
                </c:pt>
                <c:pt idx="8642">
                  <c:v>07-03-2022</c:v>
                </c:pt>
                <c:pt idx="8643">
                  <c:v>08-03-2022</c:v>
                </c:pt>
                <c:pt idx="8644">
                  <c:v>08-03-2022</c:v>
                </c:pt>
                <c:pt idx="8645">
                  <c:v>08-03-2022</c:v>
                </c:pt>
                <c:pt idx="8646">
                  <c:v>08-03-2022</c:v>
                </c:pt>
                <c:pt idx="8647">
                  <c:v>08-03-2022</c:v>
                </c:pt>
                <c:pt idx="8648">
                  <c:v>08-03-2022</c:v>
                </c:pt>
                <c:pt idx="8649">
                  <c:v>08-03-2022</c:v>
                </c:pt>
                <c:pt idx="8650">
                  <c:v>08-03-2022</c:v>
                </c:pt>
                <c:pt idx="8651">
                  <c:v>08-03-2022</c:v>
                </c:pt>
                <c:pt idx="8652">
                  <c:v>08-03-2022</c:v>
                </c:pt>
                <c:pt idx="8653">
                  <c:v>08-03-2022</c:v>
                </c:pt>
                <c:pt idx="8654">
                  <c:v>08-03-2022</c:v>
                </c:pt>
                <c:pt idx="8655">
                  <c:v>08-03-2022</c:v>
                </c:pt>
                <c:pt idx="8656">
                  <c:v>08-03-2022</c:v>
                </c:pt>
                <c:pt idx="8657">
                  <c:v>08-03-2022</c:v>
                </c:pt>
                <c:pt idx="8658">
                  <c:v>08-03-2022</c:v>
                </c:pt>
                <c:pt idx="8659">
                  <c:v>08-03-2022</c:v>
                </c:pt>
                <c:pt idx="8660">
                  <c:v>08-03-2022</c:v>
                </c:pt>
                <c:pt idx="8661">
                  <c:v>08-03-2022</c:v>
                </c:pt>
                <c:pt idx="8662">
                  <c:v>08-03-2022</c:v>
                </c:pt>
                <c:pt idx="8663">
                  <c:v>08-03-2022</c:v>
                </c:pt>
                <c:pt idx="8664">
                  <c:v>08-03-2022</c:v>
                </c:pt>
                <c:pt idx="8665">
                  <c:v>08-03-2022</c:v>
                </c:pt>
                <c:pt idx="8666">
                  <c:v>08-03-2022</c:v>
                </c:pt>
                <c:pt idx="8667">
                  <c:v>08-03-2022</c:v>
                </c:pt>
                <c:pt idx="8668">
                  <c:v>08-03-2022</c:v>
                </c:pt>
                <c:pt idx="8669">
                  <c:v>08-03-2022</c:v>
                </c:pt>
                <c:pt idx="8670">
                  <c:v>08-03-2022</c:v>
                </c:pt>
                <c:pt idx="8671">
                  <c:v>08-03-2022</c:v>
                </c:pt>
                <c:pt idx="8672">
                  <c:v>08-03-2022</c:v>
                </c:pt>
                <c:pt idx="8673">
                  <c:v>08-03-2022</c:v>
                </c:pt>
                <c:pt idx="8674">
                  <c:v>08-03-2022</c:v>
                </c:pt>
                <c:pt idx="8675">
                  <c:v>08-03-2022</c:v>
                </c:pt>
                <c:pt idx="8676">
                  <c:v>08-03-2022</c:v>
                </c:pt>
                <c:pt idx="8677">
                  <c:v>08-03-2022</c:v>
                </c:pt>
                <c:pt idx="8678">
                  <c:v>08-03-2022</c:v>
                </c:pt>
                <c:pt idx="8679">
                  <c:v>08-03-2022</c:v>
                </c:pt>
                <c:pt idx="8680">
                  <c:v>08-03-2022</c:v>
                </c:pt>
                <c:pt idx="8681">
                  <c:v>08-03-2022</c:v>
                </c:pt>
                <c:pt idx="8682">
                  <c:v>08-03-2022</c:v>
                </c:pt>
                <c:pt idx="8683">
                  <c:v>08-03-2022</c:v>
                </c:pt>
                <c:pt idx="8684">
                  <c:v>08-03-2022</c:v>
                </c:pt>
                <c:pt idx="8685">
                  <c:v>08-03-2022</c:v>
                </c:pt>
                <c:pt idx="8686">
                  <c:v>08-03-2022</c:v>
                </c:pt>
                <c:pt idx="8687">
                  <c:v>08-03-2022</c:v>
                </c:pt>
                <c:pt idx="8688">
                  <c:v>09-03-2022</c:v>
                </c:pt>
                <c:pt idx="8689">
                  <c:v>09-03-2022</c:v>
                </c:pt>
                <c:pt idx="8690">
                  <c:v>09-03-2022</c:v>
                </c:pt>
                <c:pt idx="8691">
                  <c:v>09-03-2022</c:v>
                </c:pt>
                <c:pt idx="8692">
                  <c:v>09-03-2022</c:v>
                </c:pt>
                <c:pt idx="8693">
                  <c:v>09-03-2022</c:v>
                </c:pt>
                <c:pt idx="8694">
                  <c:v>09-03-2022</c:v>
                </c:pt>
                <c:pt idx="8695">
                  <c:v>09-03-2022</c:v>
                </c:pt>
                <c:pt idx="8696">
                  <c:v>09-03-2022</c:v>
                </c:pt>
                <c:pt idx="8697">
                  <c:v>09-03-2022</c:v>
                </c:pt>
                <c:pt idx="8698">
                  <c:v>09-03-2022</c:v>
                </c:pt>
                <c:pt idx="8699">
                  <c:v>09-03-2022</c:v>
                </c:pt>
                <c:pt idx="8700">
                  <c:v>09-03-2022</c:v>
                </c:pt>
                <c:pt idx="8701">
                  <c:v>09-03-2022</c:v>
                </c:pt>
                <c:pt idx="8702">
                  <c:v>09-03-2022</c:v>
                </c:pt>
                <c:pt idx="8703">
                  <c:v>09-03-2022</c:v>
                </c:pt>
                <c:pt idx="8704">
                  <c:v>09-03-2022</c:v>
                </c:pt>
                <c:pt idx="8705">
                  <c:v>09-03-2022</c:v>
                </c:pt>
                <c:pt idx="8706">
                  <c:v>09-03-2022</c:v>
                </c:pt>
                <c:pt idx="8707">
                  <c:v>09-03-2022</c:v>
                </c:pt>
                <c:pt idx="8708">
                  <c:v>09-03-2022</c:v>
                </c:pt>
                <c:pt idx="8709">
                  <c:v>09-03-2022</c:v>
                </c:pt>
                <c:pt idx="8710">
                  <c:v>09-03-2022</c:v>
                </c:pt>
                <c:pt idx="8711">
                  <c:v>09-03-2022</c:v>
                </c:pt>
                <c:pt idx="8712">
                  <c:v>09-03-2022</c:v>
                </c:pt>
                <c:pt idx="8713">
                  <c:v>09-03-2022</c:v>
                </c:pt>
                <c:pt idx="8714">
                  <c:v>09-03-2022</c:v>
                </c:pt>
                <c:pt idx="8715">
                  <c:v>09-03-2022</c:v>
                </c:pt>
                <c:pt idx="8716">
                  <c:v>09-03-2022</c:v>
                </c:pt>
                <c:pt idx="8717">
                  <c:v>09-03-2022</c:v>
                </c:pt>
                <c:pt idx="8718">
                  <c:v>09-03-2022</c:v>
                </c:pt>
                <c:pt idx="8719">
                  <c:v>09-03-2022</c:v>
                </c:pt>
                <c:pt idx="8720">
                  <c:v>09-03-2022</c:v>
                </c:pt>
                <c:pt idx="8721">
                  <c:v>09-03-2022</c:v>
                </c:pt>
                <c:pt idx="8722">
                  <c:v>09-03-2022</c:v>
                </c:pt>
                <c:pt idx="8723">
                  <c:v>09-03-2022</c:v>
                </c:pt>
                <c:pt idx="8724">
                  <c:v>09-03-2022</c:v>
                </c:pt>
                <c:pt idx="8725">
                  <c:v>09-03-2022</c:v>
                </c:pt>
                <c:pt idx="8726">
                  <c:v>09-03-2022</c:v>
                </c:pt>
                <c:pt idx="8727">
                  <c:v>09-03-2022</c:v>
                </c:pt>
                <c:pt idx="8728">
                  <c:v>09-03-2022</c:v>
                </c:pt>
                <c:pt idx="8729">
                  <c:v>09-03-2022</c:v>
                </c:pt>
                <c:pt idx="8730">
                  <c:v>09-03-2022</c:v>
                </c:pt>
                <c:pt idx="8731">
                  <c:v>09-03-2022</c:v>
                </c:pt>
                <c:pt idx="8732">
                  <c:v>09-03-2022</c:v>
                </c:pt>
                <c:pt idx="8733">
                  <c:v>09-03-2022</c:v>
                </c:pt>
                <c:pt idx="8734">
                  <c:v>09-03-2022</c:v>
                </c:pt>
                <c:pt idx="8735">
                  <c:v>09-03-2022</c:v>
                </c:pt>
                <c:pt idx="8736">
                  <c:v>09-03-2022</c:v>
                </c:pt>
                <c:pt idx="8737">
                  <c:v>09-03-2022</c:v>
                </c:pt>
                <c:pt idx="8738">
                  <c:v>09-03-2022</c:v>
                </c:pt>
                <c:pt idx="8739">
                  <c:v>10-03-2022</c:v>
                </c:pt>
                <c:pt idx="8740">
                  <c:v>10-03-2022</c:v>
                </c:pt>
                <c:pt idx="8741">
                  <c:v>10-03-2022</c:v>
                </c:pt>
                <c:pt idx="8742">
                  <c:v>10-03-2022</c:v>
                </c:pt>
                <c:pt idx="8743">
                  <c:v>10-03-2022</c:v>
                </c:pt>
                <c:pt idx="8744">
                  <c:v>10-03-2022</c:v>
                </c:pt>
                <c:pt idx="8745">
                  <c:v>10-03-2022</c:v>
                </c:pt>
                <c:pt idx="8746">
                  <c:v>10-03-2022</c:v>
                </c:pt>
                <c:pt idx="8747">
                  <c:v>10-03-2022</c:v>
                </c:pt>
                <c:pt idx="8748">
                  <c:v>10-03-2022</c:v>
                </c:pt>
                <c:pt idx="8749">
                  <c:v>10-03-2022</c:v>
                </c:pt>
                <c:pt idx="8750">
                  <c:v>10-03-2022</c:v>
                </c:pt>
                <c:pt idx="8751">
                  <c:v>10-03-2022</c:v>
                </c:pt>
                <c:pt idx="8752">
                  <c:v>10-03-2022</c:v>
                </c:pt>
                <c:pt idx="8753">
                  <c:v>10-03-2022</c:v>
                </c:pt>
                <c:pt idx="8754">
                  <c:v>10-03-2022</c:v>
                </c:pt>
                <c:pt idx="8755">
                  <c:v>10-03-2022</c:v>
                </c:pt>
                <c:pt idx="8756">
                  <c:v>10-03-2022</c:v>
                </c:pt>
                <c:pt idx="8757">
                  <c:v>10-03-2022</c:v>
                </c:pt>
                <c:pt idx="8758">
                  <c:v>10-03-2022</c:v>
                </c:pt>
                <c:pt idx="8759">
                  <c:v>10-03-2022</c:v>
                </c:pt>
                <c:pt idx="8760">
                  <c:v>10-03-2022</c:v>
                </c:pt>
                <c:pt idx="8761">
                  <c:v>10-03-2022</c:v>
                </c:pt>
                <c:pt idx="8762">
                  <c:v>10-03-2022</c:v>
                </c:pt>
                <c:pt idx="8763">
                  <c:v>10-03-2022</c:v>
                </c:pt>
                <c:pt idx="8764">
                  <c:v>10-03-2022</c:v>
                </c:pt>
                <c:pt idx="8765">
                  <c:v>10-03-2022</c:v>
                </c:pt>
                <c:pt idx="8766">
                  <c:v>10-03-2022</c:v>
                </c:pt>
                <c:pt idx="8767">
                  <c:v>10-03-2022</c:v>
                </c:pt>
                <c:pt idx="8768">
                  <c:v>10-03-2022</c:v>
                </c:pt>
                <c:pt idx="8769">
                  <c:v>10-03-2022</c:v>
                </c:pt>
                <c:pt idx="8770">
                  <c:v>10-03-2022</c:v>
                </c:pt>
                <c:pt idx="8771">
                  <c:v>10-03-2022</c:v>
                </c:pt>
                <c:pt idx="8772">
                  <c:v>10-03-2022</c:v>
                </c:pt>
                <c:pt idx="8773">
                  <c:v>10-03-2022</c:v>
                </c:pt>
                <c:pt idx="8774">
                  <c:v>10-03-2022</c:v>
                </c:pt>
                <c:pt idx="8775">
                  <c:v>10-03-2022</c:v>
                </c:pt>
                <c:pt idx="8776">
                  <c:v>10-03-2022</c:v>
                </c:pt>
                <c:pt idx="8777">
                  <c:v>10-03-2022</c:v>
                </c:pt>
                <c:pt idx="8778">
                  <c:v>10-03-2022</c:v>
                </c:pt>
                <c:pt idx="8779">
                  <c:v>10-03-2022</c:v>
                </c:pt>
                <c:pt idx="8780">
                  <c:v>10-03-2022</c:v>
                </c:pt>
                <c:pt idx="8781">
                  <c:v>10-03-2022</c:v>
                </c:pt>
                <c:pt idx="8782">
                  <c:v>10-03-2022</c:v>
                </c:pt>
                <c:pt idx="8783">
                  <c:v>10-03-2022</c:v>
                </c:pt>
                <c:pt idx="8784">
                  <c:v>10-03-2022</c:v>
                </c:pt>
                <c:pt idx="8785">
                  <c:v>10-03-2022</c:v>
                </c:pt>
                <c:pt idx="8786">
                  <c:v>10-03-2022</c:v>
                </c:pt>
                <c:pt idx="8787">
                  <c:v>10-03-2022</c:v>
                </c:pt>
                <c:pt idx="8788">
                  <c:v>10-03-2022</c:v>
                </c:pt>
                <c:pt idx="8789">
                  <c:v>10-03-2022</c:v>
                </c:pt>
                <c:pt idx="8790">
                  <c:v>11-03-2022</c:v>
                </c:pt>
                <c:pt idx="8791">
                  <c:v>11-03-2022</c:v>
                </c:pt>
                <c:pt idx="8792">
                  <c:v>11-03-2022</c:v>
                </c:pt>
                <c:pt idx="8793">
                  <c:v>11-03-2022</c:v>
                </c:pt>
                <c:pt idx="8794">
                  <c:v>11-03-2022</c:v>
                </c:pt>
                <c:pt idx="8795">
                  <c:v>11-03-2022</c:v>
                </c:pt>
                <c:pt idx="8796">
                  <c:v>11-03-2022</c:v>
                </c:pt>
                <c:pt idx="8797">
                  <c:v>11-03-2022</c:v>
                </c:pt>
                <c:pt idx="8798">
                  <c:v>11-03-2022</c:v>
                </c:pt>
                <c:pt idx="8799">
                  <c:v>11-03-2022</c:v>
                </c:pt>
                <c:pt idx="8800">
                  <c:v>11-03-2022</c:v>
                </c:pt>
                <c:pt idx="8801">
                  <c:v>11-03-2022</c:v>
                </c:pt>
                <c:pt idx="8802">
                  <c:v>11-03-2022</c:v>
                </c:pt>
                <c:pt idx="8803">
                  <c:v>11-03-2022</c:v>
                </c:pt>
                <c:pt idx="8804">
                  <c:v>11-03-2022</c:v>
                </c:pt>
                <c:pt idx="8805">
                  <c:v>11-03-2022</c:v>
                </c:pt>
                <c:pt idx="8806">
                  <c:v>11-03-2022</c:v>
                </c:pt>
                <c:pt idx="8807">
                  <c:v>11-03-2022</c:v>
                </c:pt>
                <c:pt idx="8808">
                  <c:v>11-03-2022</c:v>
                </c:pt>
                <c:pt idx="8809">
                  <c:v>11-03-2022</c:v>
                </c:pt>
                <c:pt idx="8810">
                  <c:v>11-03-2022</c:v>
                </c:pt>
                <c:pt idx="8811">
                  <c:v>11-03-2022</c:v>
                </c:pt>
                <c:pt idx="8812">
                  <c:v>11-03-2022</c:v>
                </c:pt>
                <c:pt idx="8813">
                  <c:v>11-03-2022</c:v>
                </c:pt>
                <c:pt idx="8814">
                  <c:v>11-03-2022</c:v>
                </c:pt>
                <c:pt idx="8815">
                  <c:v>11-03-2022</c:v>
                </c:pt>
                <c:pt idx="8816">
                  <c:v>11-03-2022</c:v>
                </c:pt>
                <c:pt idx="8817">
                  <c:v>11-03-2022</c:v>
                </c:pt>
                <c:pt idx="8818">
                  <c:v>11-03-2022</c:v>
                </c:pt>
                <c:pt idx="8819">
                  <c:v>11-03-2022</c:v>
                </c:pt>
                <c:pt idx="8820">
                  <c:v>11-03-2022</c:v>
                </c:pt>
                <c:pt idx="8821">
                  <c:v>11-03-2022</c:v>
                </c:pt>
                <c:pt idx="8822">
                  <c:v>11-03-2022</c:v>
                </c:pt>
                <c:pt idx="8823">
                  <c:v>11-03-2022</c:v>
                </c:pt>
                <c:pt idx="8824">
                  <c:v>11-03-2022</c:v>
                </c:pt>
                <c:pt idx="8825">
                  <c:v>11-03-2022</c:v>
                </c:pt>
                <c:pt idx="8826">
                  <c:v>11-03-2022</c:v>
                </c:pt>
                <c:pt idx="8827">
                  <c:v>11-03-2022</c:v>
                </c:pt>
                <c:pt idx="8828">
                  <c:v>11-03-2022</c:v>
                </c:pt>
                <c:pt idx="8829">
                  <c:v>11-03-2022</c:v>
                </c:pt>
                <c:pt idx="8830">
                  <c:v>11-03-2022</c:v>
                </c:pt>
                <c:pt idx="8831">
                  <c:v>11-03-2022</c:v>
                </c:pt>
                <c:pt idx="8832">
                  <c:v>11-03-2022</c:v>
                </c:pt>
                <c:pt idx="8833">
                  <c:v>11-03-2022</c:v>
                </c:pt>
                <c:pt idx="8834">
                  <c:v>11-03-2022</c:v>
                </c:pt>
                <c:pt idx="8835">
                  <c:v>12-03-2022</c:v>
                </c:pt>
                <c:pt idx="8836">
                  <c:v>12-03-2022</c:v>
                </c:pt>
                <c:pt idx="8837">
                  <c:v>12-03-2022</c:v>
                </c:pt>
                <c:pt idx="8838">
                  <c:v>12-03-2022</c:v>
                </c:pt>
                <c:pt idx="8839">
                  <c:v>12-03-2022</c:v>
                </c:pt>
                <c:pt idx="8840">
                  <c:v>12-03-2022</c:v>
                </c:pt>
                <c:pt idx="8841">
                  <c:v>12-03-2022</c:v>
                </c:pt>
                <c:pt idx="8842">
                  <c:v>12-03-2022</c:v>
                </c:pt>
                <c:pt idx="8843">
                  <c:v>12-03-2022</c:v>
                </c:pt>
                <c:pt idx="8844">
                  <c:v>12-03-2022</c:v>
                </c:pt>
                <c:pt idx="8845">
                  <c:v>12-03-2022</c:v>
                </c:pt>
                <c:pt idx="8846">
                  <c:v>12-03-2022</c:v>
                </c:pt>
                <c:pt idx="8847">
                  <c:v>12-03-2022</c:v>
                </c:pt>
                <c:pt idx="8848">
                  <c:v>12-03-2022</c:v>
                </c:pt>
                <c:pt idx="8849">
                  <c:v>12-03-2022</c:v>
                </c:pt>
                <c:pt idx="8850">
                  <c:v>12-03-2022</c:v>
                </c:pt>
                <c:pt idx="8851">
                  <c:v>12-03-2022</c:v>
                </c:pt>
                <c:pt idx="8852">
                  <c:v>12-03-2022</c:v>
                </c:pt>
                <c:pt idx="8853">
                  <c:v>12-03-2022</c:v>
                </c:pt>
                <c:pt idx="8854">
                  <c:v>12-03-2022</c:v>
                </c:pt>
                <c:pt idx="8855">
                  <c:v>12-03-2022</c:v>
                </c:pt>
                <c:pt idx="8856">
                  <c:v>12-03-2022</c:v>
                </c:pt>
                <c:pt idx="8857">
                  <c:v>12-03-2022</c:v>
                </c:pt>
                <c:pt idx="8858">
                  <c:v>12-03-2022</c:v>
                </c:pt>
                <c:pt idx="8859">
                  <c:v>12-03-2022</c:v>
                </c:pt>
                <c:pt idx="8860">
                  <c:v>12-03-2022</c:v>
                </c:pt>
                <c:pt idx="8861">
                  <c:v>12-03-2022</c:v>
                </c:pt>
                <c:pt idx="8862">
                  <c:v>12-03-2022</c:v>
                </c:pt>
                <c:pt idx="8863">
                  <c:v>12-03-2022</c:v>
                </c:pt>
                <c:pt idx="8864">
                  <c:v>12-03-2022</c:v>
                </c:pt>
                <c:pt idx="8865">
                  <c:v>12-03-2022</c:v>
                </c:pt>
                <c:pt idx="8866">
                  <c:v>12-03-2022</c:v>
                </c:pt>
                <c:pt idx="8867">
                  <c:v>12-03-2022</c:v>
                </c:pt>
                <c:pt idx="8868">
                  <c:v>12-03-2022</c:v>
                </c:pt>
                <c:pt idx="8869">
                  <c:v>12-03-2022</c:v>
                </c:pt>
                <c:pt idx="8870">
                  <c:v>12-03-2022</c:v>
                </c:pt>
                <c:pt idx="8871">
                  <c:v>12-03-2022</c:v>
                </c:pt>
                <c:pt idx="8872">
                  <c:v>12-03-2022</c:v>
                </c:pt>
                <c:pt idx="8873">
                  <c:v>12-03-2022</c:v>
                </c:pt>
                <c:pt idx="8874">
                  <c:v>12-03-2022</c:v>
                </c:pt>
                <c:pt idx="8875">
                  <c:v>12-03-2022</c:v>
                </c:pt>
                <c:pt idx="8876">
                  <c:v>12-03-2022</c:v>
                </c:pt>
                <c:pt idx="8877">
                  <c:v>12-03-2022</c:v>
                </c:pt>
                <c:pt idx="8878">
                  <c:v>12-03-2022</c:v>
                </c:pt>
                <c:pt idx="8879">
                  <c:v>12-03-2022</c:v>
                </c:pt>
                <c:pt idx="8880">
                  <c:v>13-03-2022</c:v>
                </c:pt>
                <c:pt idx="8881">
                  <c:v>13-03-2022</c:v>
                </c:pt>
                <c:pt idx="8882">
                  <c:v>13-03-2022</c:v>
                </c:pt>
                <c:pt idx="8883">
                  <c:v>13-03-2022</c:v>
                </c:pt>
                <c:pt idx="8884">
                  <c:v>13-03-2022</c:v>
                </c:pt>
                <c:pt idx="8885">
                  <c:v>13-03-2022</c:v>
                </c:pt>
                <c:pt idx="8886">
                  <c:v>13-03-2022</c:v>
                </c:pt>
                <c:pt idx="8887">
                  <c:v>13-03-2022</c:v>
                </c:pt>
                <c:pt idx="8888">
                  <c:v>13-03-2022</c:v>
                </c:pt>
                <c:pt idx="8889">
                  <c:v>13-03-2022</c:v>
                </c:pt>
                <c:pt idx="8890">
                  <c:v>13-03-2022</c:v>
                </c:pt>
                <c:pt idx="8891">
                  <c:v>13-03-2022</c:v>
                </c:pt>
                <c:pt idx="8892">
                  <c:v>13-03-2022</c:v>
                </c:pt>
                <c:pt idx="8893">
                  <c:v>13-03-2022</c:v>
                </c:pt>
                <c:pt idx="8894">
                  <c:v>13-03-2022</c:v>
                </c:pt>
                <c:pt idx="8895">
                  <c:v>13-03-2022</c:v>
                </c:pt>
                <c:pt idx="8896">
                  <c:v>13-03-2022</c:v>
                </c:pt>
                <c:pt idx="8897">
                  <c:v>13-03-2022</c:v>
                </c:pt>
                <c:pt idx="8898">
                  <c:v>13-03-2022</c:v>
                </c:pt>
                <c:pt idx="8899">
                  <c:v>13-03-2022</c:v>
                </c:pt>
                <c:pt idx="8900">
                  <c:v>13-03-2022</c:v>
                </c:pt>
                <c:pt idx="8901">
                  <c:v>13-03-2022</c:v>
                </c:pt>
                <c:pt idx="8902">
                  <c:v>13-03-2022</c:v>
                </c:pt>
                <c:pt idx="8903">
                  <c:v>13-03-2022</c:v>
                </c:pt>
                <c:pt idx="8904">
                  <c:v>13-03-2022</c:v>
                </c:pt>
                <c:pt idx="8905">
                  <c:v>13-03-2022</c:v>
                </c:pt>
                <c:pt idx="8906">
                  <c:v>13-03-2022</c:v>
                </c:pt>
                <c:pt idx="8907">
                  <c:v>13-03-2022</c:v>
                </c:pt>
                <c:pt idx="8908">
                  <c:v>13-03-2022</c:v>
                </c:pt>
                <c:pt idx="8909">
                  <c:v>13-03-2022</c:v>
                </c:pt>
                <c:pt idx="8910">
                  <c:v>13-03-2022</c:v>
                </c:pt>
                <c:pt idx="8911">
                  <c:v>13-03-2022</c:v>
                </c:pt>
                <c:pt idx="8912">
                  <c:v>13-03-2022</c:v>
                </c:pt>
                <c:pt idx="8913">
                  <c:v>13-03-2022</c:v>
                </c:pt>
                <c:pt idx="8914">
                  <c:v>13-03-2022</c:v>
                </c:pt>
                <c:pt idx="8915">
                  <c:v>13-03-2022</c:v>
                </c:pt>
                <c:pt idx="8916">
                  <c:v>13-03-2022</c:v>
                </c:pt>
                <c:pt idx="8917">
                  <c:v>13-03-2022</c:v>
                </c:pt>
                <c:pt idx="8918">
                  <c:v>13-03-2022</c:v>
                </c:pt>
                <c:pt idx="8919">
                  <c:v>13-03-2022</c:v>
                </c:pt>
                <c:pt idx="8920">
                  <c:v>14-03-2022</c:v>
                </c:pt>
                <c:pt idx="8921">
                  <c:v>14-03-2022</c:v>
                </c:pt>
                <c:pt idx="8922">
                  <c:v>14-03-2022</c:v>
                </c:pt>
                <c:pt idx="8923">
                  <c:v>14-03-2022</c:v>
                </c:pt>
                <c:pt idx="8924">
                  <c:v>14-03-2022</c:v>
                </c:pt>
                <c:pt idx="8925">
                  <c:v>14-03-2022</c:v>
                </c:pt>
                <c:pt idx="8926">
                  <c:v>14-03-2022</c:v>
                </c:pt>
                <c:pt idx="8927">
                  <c:v>14-03-2022</c:v>
                </c:pt>
                <c:pt idx="8928">
                  <c:v>14-03-2022</c:v>
                </c:pt>
                <c:pt idx="8929">
                  <c:v>14-03-2022</c:v>
                </c:pt>
                <c:pt idx="8930">
                  <c:v>14-03-2022</c:v>
                </c:pt>
                <c:pt idx="8931">
                  <c:v>14-03-2022</c:v>
                </c:pt>
                <c:pt idx="8932">
                  <c:v>14-03-2022</c:v>
                </c:pt>
                <c:pt idx="8933">
                  <c:v>14-03-2022</c:v>
                </c:pt>
                <c:pt idx="8934">
                  <c:v>14-03-2022</c:v>
                </c:pt>
                <c:pt idx="8935">
                  <c:v>14-03-2022</c:v>
                </c:pt>
                <c:pt idx="8936">
                  <c:v>14-03-2022</c:v>
                </c:pt>
                <c:pt idx="8937">
                  <c:v>14-03-2022</c:v>
                </c:pt>
                <c:pt idx="8938">
                  <c:v>14-03-2022</c:v>
                </c:pt>
                <c:pt idx="8939">
                  <c:v>14-03-2022</c:v>
                </c:pt>
                <c:pt idx="8940">
                  <c:v>14-03-2022</c:v>
                </c:pt>
                <c:pt idx="8941">
                  <c:v>14-03-2022</c:v>
                </c:pt>
                <c:pt idx="8942">
                  <c:v>14-03-2022</c:v>
                </c:pt>
                <c:pt idx="8943">
                  <c:v>14-03-2022</c:v>
                </c:pt>
                <c:pt idx="8944">
                  <c:v>14-03-2022</c:v>
                </c:pt>
                <c:pt idx="8945">
                  <c:v>14-03-2022</c:v>
                </c:pt>
                <c:pt idx="8946">
                  <c:v>14-03-2022</c:v>
                </c:pt>
                <c:pt idx="8947">
                  <c:v>14-03-2022</c:v>
                </c:pt>
                <c:pt idx="8948">
                  <c:v>14-03-2022</c:v>
                </c:pt>
                <c:pt idx="8949">
                  <c:v>14-03-2022</c:v>
                </c:pt>
                <c:pt idx="8950">
                  <c:v>14-03-2022</c:v>
                </c:pt>
                <c:pt idx="8951">
                  <c:v>14-03-2022</c:v>
                </c:pt>
                <c:pt idx="8952">
                  <c:v>14-03-2022</c:v>
                </c:pt>
                <c:pt idx="8953">
                  <c:v>14-03-2022</c:v>
                </c:pt>
                <c:pt idx="8954">
                  <c:v>14-03-2022</c:v>
                </c:pt>
                <c:pt idx="8955">
                  <c:v>14-03-2022</c:v>
                </c:pt>
                <c:pt idx="8956">
                  <c:v>14-03-2022</c:v>
                </c:pt>
                <c:pt idx="8957">
                  <c:v>14-03-2022</c:v>
                </c:pt>
                <c:pt idx="8958">
                  <c:v>14-03-2022</c:v>
                </c:pt>
                <c:pt idx="8959">
                  <c:v>14-03-2022</c:v>
                </c:pt>
                <c:pt idx="8960">
                  <c:v>15-03-2022</c:v>
                </c:pt>
                <c:pt idx="8961">
                  <c:v>15-03-2022</c:v>
                </c:pt>
                <c:pt idx="8962">
                  <c:v>15-03-2022</c:v>
                </c:pt>
                <c:pt idx="8963">
                  <c:v>15-03-2022</c:v>
                </c:pt>
                <c:pt idx="8964">
                  <c:v>15-03-2022</c:v>
                </c:pt>
                <c:pt idx="8965">
                  <c:v>15-03-2022</c:v>
                </c:pt>
                <c:pt idx="8966">
                  <c:v>15-03-2022</c:v>
                </c:pt>
                <c:pt idx="8967">
                  <c:v>15-03-2022</c:v>
                </c:pt>
                <c:pt idx="8968">
                  <c:v>15-03-2022</c:v>
                </c:pt>
                <c:pt idx="8969">
                  <c:v>15-03-2022</c:v>
                </c:pt>
                <c:pt idx="8970">
                  <c:v>15-03-2022</c:v>
                </c:pt>
                <c:pt idx="8971">
                  <c:v>15-03-2022</c:v>
                </c:pt>
                <c:pt idx="8972">
                  <c:v>15-03-2022</c:v>
                </c:pt>
                <c:pt idx="8973">
                  <c:v>15-03-2022</c:v>
                </c:pt>
                <c:pt idx="8974">
                  <c:v>15-03-2022</c:v>
                </c:pt>
                <c:pt idx="8975">
                  <c:v>15-03-2022</c:v>
                </c:pt>
                <c:pt idx="8976">
                  <c:v>15-03-2022</c:v>
                </c:pt>
                <c:pt idx="8977">
                  <c:v>15-03-2022</c:v>
                </c:pt>
                <c:pt idx="8978">
                  <c:v>15-03-2022</c:v>
                </c:pt>
                <c:pt idx="8979">
                  <c:v>15-03-2022</c:v>
                </c:pt>
                <c:pt idx="8980">
                  <c:v>15-03-2022</c:v>
                </c:pt>
                <c:pt idx="8981">
                  <c:v>15-03-2022</c:v>
                </c:pt>
                <c:pt idx="8982">
                  <c:v>15-03-2022</c:v>
                </c:pt>
                <c:pt idx="8983">
                  <c:v>15-03-2022</c:v>
                </c:pt>
                <c:pt idx="8984">
                  <c:v>15-03-2022</c:v>
                </c:pt>
                <c:pt idx="8985">
                  <c:v>15-03-2022</c:v>
                </c:pt>
                <c:pt idx="8986">
                  <c:v>15-03-2022</c:v>
                </c:pt>
                <c:pt idx="8987">
                  <c:v>15-03-2022</c:v>
                </c:pt>
                <c:pt idx="8988">
                  <c:v>15-03-2022</c:v>
                </c:pt>
                <c:pt idx="8989">
                  <c:v>15-03-2022</c:v>
                </c:pt>
                <c:pt idx="8990">
                  <c:v>15-03-2022</c:v>
                </c:pt>
                <c:pt idx="8991">
                  <c:v>15-03-2022</c:v>
                </c:pt>
                <c:pt idx="8992">
                  <c:v>15-03-2022</c:v>
                </c:pt>
                <c:pt idx="8993">
                  <c:v>15-03-2022</c:v>
                </c:pt>
                <c:pt idx="8994">
                  <c:v>15-03-2022</c:v>
                </c:pt>
                <c:pt idx="8995">
                  <c:v>15-03-2022</c:v>
                </c:pt>
                <c:pt idx="8996">
                  <c:v>15-03-2022</c:v>
                </c:pt>
                <c:pt idx="8997">
                  <c:v>15-03-2022</c:v>
                </c:pt>
                <c:pt idx="8998">
                  <c:v>15-03-2022</c:v>
                </c:pt>
                <c:pt idx="8999">
                  <c:v>15-03-2022</c:v>
                </c:pt>
                <c:pt idx="9000">
                  <c:v>15-03-2022</c:v>
                </c:pt>
                <c:pt idx="9001">
                  <c:v>15-03-2022</c:v>
                </c:pt>
                <c:pt idx="9002">
                  <c:v>15-03-2022</c:v>
                </c:pt>
                <c:pt idx="9003">
                  <c:v>15-03-2022</c:v>
                </c:pt>
                <c:pt idx="9004">
                  <c:v>15-03-2022</c:v>
                </c:pt>
                <c:pt idx="9005">
                  <c:v>15-03-2022</c:v>
                </c:pt>
                <c:pt idx="9006">
                  <c:v>15-03-2022</c:v>
                </c:pt>
                <c:pt idx="9007">
                  <c:v>15-03-2022</c:v>
                </c:pt>
                <c:pt idx="9008">
                  <c:v>16-03-2022</c:v>
                </c:pt>
                <c:pt idx="9009">
                  <c:v>16-03-2022</c:v>
                </c:pt>
                <c:pt idx="9010">
                  <c:v>16-03-2022</c:v>
                </c:pt>
                <c:pt idx="9011">
                  <c:v>16-03-2022</c:v>
                </c:pt>
                <c:pt idx="9012">
                  <c:v>16-03-2022</c:v>
                </c:pt>
                <c:pt idx="9013">
                  <c:v>16-03-2022</c:v>
                </c:pt>
                <c:pt idx="9014">
                  <c:v>16-03-2022</c:v>
                </c:pt>
                <c:pt idx="9015">
                  <c:v>16-03-2022</c:v>
                </c:pt>
                <c:pt idx="9016">
                  <c:v>16-03-2022</c:v>
                </c:pt>
                <c:pt idx="9017">
                  <c:v>16-03-2022</c:v>
                </c:pt>
                <c:pt idx="9018">
                  <c:v>16-03-2022</c:v>
                </c:pt>
                <c:pt idx="9019">
                  <c:v>16-03-2022</c:v>
                </c:pt>
                <c:pt idx="9020">
                  <c:v>16-03-2022</c:v>
                </c:pt>
                <c:pt idx="9021">
                  <c:v>16-03-2022</c:v>
                </c:pt>
                <c:pt idx="9022">
                  <c:v>16-03-2022</c:v>
                </c:pt>
                <c:pt idx="9023">
                  <c:v>16-03-2022</c:v>
                </c:pt>
                <c:pt idx="9024">
                  <c:v>16-03-2022</c:v>
                </c:pt>
                <c:pt idx="9025">
                  <c:v>16-03-2022</c:v>
                </c:pt>
                <c:pt idx="9026">
                  <c:v>16-03-2022</c:v>
                </c:pt>
                <c:pt idx="9027">
                  <c:v>16-03-2022</c:v>
                </c:pt>
                <c:pt idx="9028">
                  <c:v>16-03-2022</c:v>
                </c:pt>
                <c:pt idx="9029">
                  <c:v>16-03-2022</c:v>
                </c:pt>
                <c:pt idx="9030">
                  <c:v>16-03-2022</c:v>
                </c:pt>
                <c:pt idx="9031">
                  <c:v>16-03-2022</c:v>
                </c:pt>
                <c:pt idx="9032">
                  <c:v>16-03-2022</c:v>
                </c:pt>
                <c:pt idx="9033">
                  <c:v>16-03-2022</c:v>
                </c:pt>
                <c:pt idx="9034">
                  <c:v>16-03-2022</c:v>
                </c:pt>
                <c:pt idx="9035">
                  <c:v>16-03-2022</c:v>
                </c:pt>
                <c:pt idx="9036">
                  <c:v>16-03-2022</c:v>
                </c:pt>
                <c:pt idx="9037">
                  <c:v>16-03-2022</c:v>
                </c:pt>
                <c:pt idx="9038">
                  <c:v>16-03-2022</c:v>
                </c:pt>
                <c:pt idx="9039">
                  <c:v>16-03-2022</c:v>
                </c:pt>
                <c:pt idx="9040">
                  <c:v>16-03-2022</c:v>
                </c:pt>
                <c:pt idx="9041">
                  <c:v>16-03-2022</c:v>
                </c:pt>
                <c:pt idx="9042">
                  <c:v>16-03-2022</c:v>
                </c:pt>
                <c:pt idx="9043">
                  <c:v>16-03-2022</c:v>
                </c:pt>
                <c:pt idx="9044">
                  <c:v>16-03-2022</c:v>
                </c:pt>
                <c:pt idx="9045">
                  <c:v>16-03-2022</c:v>
                </c:pt>
                <c:pt idx="9046">
                  <c:v>16-03-2022</c:v>
                </c:pt>
                <c:pt idx="9047">
                  <c:v>16-03-2022</c:v>
                </c:pt>
                <c:pt idx="9048">
                  <c:v>16-03-2022</c:v>
                </c:pt>
                <c:pt idx="9049">
                  <c:v>16-03-2022</c:v>
                </c:pt>
                <c:pt idx="9050">
                  <c:v>16-03-2022</c:v>
                </c:pt>
                <c:pt idx="9051">
                  <c:v>16-03-2022</c:v>
                </c:pt>
                <c:pt idx="9052">
                  <c:v>16-03-2022</c:v>
                </c:pt>
                <c:pt idx="9053">
                  <c:v>16-03-2022</c:v>
                </c:pt>
                <c:pt idx="9054">
                  <c:v>16-03-2022</c:v>
                </c:pt>
                <c:pt idx="9055">
                  <c:v>16-03-2022</c:v>
                </c:pt>
                <c:pt idx="9056">
                  <c:v>17-03-2022</c:v>
                </c:pt>
                <c:pt idx="9057">
                  <c:v>17-03-2022</c:v>
                </c:pt>
                <c:pt idx="9058">
                  <c:v>17-03-2022</c:v>
                </c:pt>
                <c:pt idx="9059">
                  <c:v>17-03-2022</c:v>
                </c:pt>
                <c:pt idx="9060">
                  <c:v>17-03-2022</c:v>
                </c:pt>
                <c:pt idx="9061">
                  <c:v>17-03-2022</c:v>
                </c:pt>
                <c:pt idx="9062">
                  <c:v>17-03-2022</c:v>
                </c:pt>
                <c:pt idx="9063">
                  <c:v>17-03-2022</c:v>
                </c:pt>
                <c:pt idx="9064">
                  <c:v>17-03-2022</c:v>
                </c:pt>
                <c:pt idx="9065">
                  <c:v>17-03-2022</c:v>
                </c:pt>
                <c:pt idx="9066">
                  <c:v>17-03-2022</c:v>
                </c:pt>
                <c:pt idx="9067">
                  <c:v>17-03-2022</c:v>
                </c:pt>
                <c:pt idx="9068">
                  <c:v>17-03-2022</c:v>
                </c:pt>
                <c:pt idx="9069">
                  <c:v>17-03-2022</c:v>
                </c:pt>
                <c:pt idx="9070">
                  <c:v>17-03-2022</c:v>
                </c:pt>
                <c:pt idx="9071">
                  <c:v>17-03-2022</c:v>
                </c:pt>
                <c:pt idx="9072">
                  <c:v>17-03-2022</c:v>
                </c:pt>
                <c:pt idx="9073">
                  <c:v>17-03-2022</c:v>
                </c:pt>
                <c:pt idx="9074">
                  <c:v>17-03-2022</c:v>
                </c:pt>
                <c:pt idx="9075">
                  <c:v>17-03-2022</c:v>
                </c:pt>
                <c:pt idx="9076">
                  <c:v>17-03-2022</c:v>
                </c:pt>
                <c:pt idx="9077">
                  <c:v>17-03-2022</c:v>
                </c:pt>
                <c:pt idx="9078">
                  <c:v>17-03-2022</c:v>
                </c:pt>
                <c:pt idx="9079">
                  <c:v>17-03-2022</c:v>
                </c:pt>
                <c:pt idx="9080">
                  <c:v>17-03-2022</c:v>
                </c:pt>
                <c:pt idx="9081">
                  <c:v>17-03-2022</c:v>
                </c:pt>
                <c:pt idx="9082">
                  <c:v>17-03-2022</c:v>
                </c:pt>
                <c:pt idx="9083">
                  <c:v>17-03-2022</c:v>
                </c:pt>
                <c:pt idx="9084">
                  <c:v>17-03-2022</c:v>
                </c:pt>
                <c:pt idx="9085">
                  <c:v>17-03-2022</c:v>
                </c:pt>
                <c:pt idx="9086">
                  <c:v>17-03-2022</c:v>
                </c:pt>
                <c:pt idx="9087">
                  <c:v>17-03-2022</c:v>
                </c:pt>
                <c:pt idx="9088">
                  <c:v>17-03-2022</c:v>
                </c:pt>
                <c:pt idx="9089">
                  <c:v>17-03-2022</c:v>
                </c:pt>
                <c:pt idx="9090">
                  <c:v>17-03-2022</c:v>
                </c:pt>
                <c:pt idx="9091">
                  <c:v>17-03-2022</c:v>
                </c:pt>
                <c:pt idx="9092">
                  <c:v>17-03-2022</c:v>
                </c:pt>
                <c:pt idx="9093">
                  <c:v>17-03-2022</c:v>
                </c:pt>
                <c:pt idx="9094">
                  <c:v>17-03-2022</c:v>
                </c:pt>
                <c:pt idx="9095">
                  <c:v>17-03-2022</c:v>
                </c:pt>
                <c:pt idx="9096">
                  <c:v>17-03-2022</c:v>
                </c:pt>
                <c:pt idx="9097">
                  <c:v>17-03-2022</c:v>
                </c:pt>
                <c:pt idx="9098">
                  <c:v>17-03-2022</c:v>
                </c:pt>
                <c:pt idx="9099">
                  <c:v>17-03-2022</c:v>
                </c:pt>
                <c:pt idx="9100">
                  <c:v>17-03-2022</c:v>
                </c:pt>
                <c:pt idx="9101">
                  <c:v>18-03-2022</c:v>
                </c:pt>
                <c:pt idx="9102">
                  <c:v>18-03-2022</c:v>
                </c:pt>
                <c:pt idx="9103">
                  <c:v>18-03-2022</c:v>
                </c:pt>
                <c:pt idx="9104">
                  <c:v>18-03-2022</c:v>
                </c:pt>
                <c:pt idx="9105">
                  <c:v>18-03-2022</c:v>
                </c:pt>
                <c:pt idx="9106">
                  <c:v>18-03-2022</c:v>
                </c:pt>
                <c:pt idx="9107">
                  <c:v>18-03-2022</c:v>
                </c:pt>
                <c:pt idx="9108">
                  <c:v>18-03-2022</c:v>
                </c:pt>
                <c:pt idx="9109">
                  <c:v>18-03-2022</c:v>
                </c:pt>
                <c:pt idx="9110">
                  <c:v>18-03-2022</c:v>
                </c:pt>
                <c:pt idx="9111">
                  <c:v>18-03-2022</c:v>
                </c:pt>
                <c:pt idx="9112">
                  <c:v>18-03-2022</c:v>
                </c:pt>
                <c:pt idx="9113">
                  <c:v>18-03-2022</c:v>
                </c:pt>
                <c:pt idx="9114">
                  <c:v>18-03-2022</c:v>
                </c:pt>
                <c:pt idx="9115">
                  <c:v>18-03-2022</c:v>
                </c:pt>
                <c:pt idx="9116">
                  <c:v>18-03-2022</c:v>
                </c:pt>
                <c:pt idx="9117">
                  <c:v>18-03-2022</c:v>
                </c:pt>
                <c:pt idx="9118">
                  <c:v>18-03-2022</c:v>
                </c:pt>
                <c:pt idx="9119">
                  <c:v>18-03-2022</c:v>
                </c:pt>
                <c:pt idx="9120">
                  <c:v>18-03-2022</c:v>
                </c:pt>
                <c:pt idx="9121">
                  <c:v>18-03-2022</c:v>
                </c:pt>
                <c:pt idx="9122">
                  <c:v>18-03-2022</c:v>
                </c:pt>
                <c:pt idx="9123">
                  <c:v>18-03-2022</c:v>
                </c:pt>
                <c:pt idx="9124">
                  <c:v>18-03-2022</c:v>
                </c:pt>
                <c:pt idx="9125">
                  <c:v>18-03-2022</c:v>
                </c:pt>
                <c:pt idx="9126">
                  <c:v>18-03-2022</c:v>
                </c:pt>
                <c:pt idx="9127">
                  <c:v>18-03-2022</c:v>
                </c:pt>
                <c:pt idx="9128">
                  <c:v>18-03-2022</c:v>
                </c:pt>
                <c:pt idx="9129">
                  <c:v>18-03-2022</c:v>
                </c:pt>
                <c:pt idx="9130">
                  <c:v>18-03-2022</c:v>
                </c:pt>
                <c:pt idx="9131">
                  <c:v>18-03-2022</c:v>
                </c:pt>
                <c:pt idx="9132">
                  <c:v>18-03-2022</c:v>
                </c:pt>
                <c:pt idx="9133">
                  <c:v>18-03-2022</c:v>
                </c:pt>
                <c:pt idx="9134">
                  <c:v>18-03-2022</c:v>
                </c:pt>
                <c:pt idx="9135">
                  <c:v>18-03-2022</c:v>
                </c:pt>
                <c:pt idx="9136">
                  <c:v>18-03-2022</c:v>
                </c:pt>
                <c:pt idx="9137">
                  <c:v>18-03-2022</c:v>
                </c:pt>
                <c:pt idx="9138">
                  <c:v>18-03-2022</c:v>
                </c:pt>
                <c:pt idx="9139">
                  <c:v>18-03-2022</c:v>
                </c:pt>
                <c:pt idx="9140">
                  <c:v>18-03-2022</c:v>
                </c:pt>
                <c:pt idx="9141">
                  <c:v>19-03-2022</c:v>
                </c:pt>
                <c:pt idx="9142">
                  <c:v>19-03-2022</c:v>
                </c:pt>
                <c:pt idx="9143">
                  <c:v>19-03-2022</c:v>
                </c:pt>
                <c:pt idx="9144">
                  <c:v>19-03-2022</c:v>
                </c:pt>
                <c:pt idx="9145">
                  <c:v>19-03-2022</c:v>
                </c:pt>
                <c:pt idx="9146">
                  <c:v>19-03-2022</c:v>
                </c:pt>
                <c:pt idx="9147">
                  <c:v>19-03-2022</c:v>
                </c:pt>
                <c:pt idx="9148">
                  <c:v>19-03-2022</c:v>
                </c:pt>
                <c:pt idx="9149">
                  <c:v>19-03-2022</c:v>
                </c:pt>
                <c:pt idx="9150">
                  <c:v>19-03-2022</c:v>
                </c:pt>
                <c:pt idx="9151">
                  <c:v>19-03-2022</c:v>
                </c:pt>
                <c:pt idx="9152">
                  <c:v>19-03-2022</c:v>
                </c:pt>
                <c:pt idx="9153">
                  <c:v>19-03-2022</c:v>
                </c:pt>
                <c:pt idx="9154">
                  <c:v>19-03-2022</c:v>
                </c:pt>
                <c:pt idx="9155">
                  <c:v>19-03-2022</c:v>
                </c:pt>
                <c:pt idx="9156">
                  <c:v>19-03-2022</c:v>
                </c:pt>
                <c:pt idx="9157">
                  <c:v>19-03-2022</c:v>
                </c:pt>
                <c:pt idx="9158">
                  <c:v>19-03-2022</c:v>
                </c:pt>
                <c:pt idx="9159">
                  <c:v>19-03-2022</c:v>
                </c:pt>
                <c:pt idx="9160">
                  <c:v>19-03-2022</c:v>
                </c:pt>
                <c:pt idx="9161">
                  <c:v>19-03-2022</c:v>
                </c:pt>
                <c:pt idx="9162">
                  <c:v>19-03-2022</c:v>
                </c:pt>
                <c:pt idx="9163">
                  <c:v>19-03-2022</c:v>
                </c:pt>
                <c:pt idx="9164">
                  <c:v>19-03-2022</c:v>
                </c:pt>
                <c:pt idx="9165">
                  <c:v>19-03-2022</c:v>
                </c:pt>
                <c:pt idx="9166">
                  <c:v>19-03-2022</c:v>
                </c:pt>
                <c:pt idx="9167">
                  <c:v>19-03-2022</c:v>
                </c:pt>
                <c:pt idx="9168">
                  <c:v>19-03-2022</c:v>
                </c:pt>
                <c:pt idx="9169">
                  <c:v>19-03-2022</c:v>
                </c:pt>
                <c:pt idx="9170">
                  <c:v>19-03-2022</c:v>
                </c:pt>
                <c:pt idx="9171">
                  <c:v>19-03-2022</c:v>
                </c:pt>
                <c:pt idx="9172">
                  <c:v>19-03-2022</c:v>
                </c:pt>
                <c:pt idx="9173">
                  <c:v>19-03-2022</c:v>
                </c:pt>
                <c:pt idx="9174">
                  <c:v>19-03-2022</c:v>
                </c:pt>
                <c:pt idx="9175">
                  <c:v>19-03-2022</c:v>
                </c:pt>
                <c:pt idx="9176">
                  <c:v>19-03-2022</c:v>
                </c:pt>
                <c:pt idx="9177">
                  <c:v>19-03-2022</c:v>
                </c:pt>
                <c:pt idx="9178">
                  <c:v>19-03-2022</c:v>
                </c:pt>
                <c:pt idx="9179">
                  <c:v>19-03-2022</c:v>
                </c:pt>
                <c:pt idx="9180">
                  <c:v>19-03-2022</c:v>
                </c:pt>
                <c:pt idx="9181">
                  <c:v>19-03-2022</c:v>
                </c:pt>
                <c:pt idx="9182">
                  <c:v>19-03-2022</c:v>
                </c:pt>
                <c:pt idx="9183">
                  <c:v>19-03-2022</c:v>
                </c:pt>
                <c:pt idx="9184">
                  <c:v>19-03-2022</c:v>
                </c:pt>
                <c:pt idx="9185">
                  <c:v>19-03-2022</c:v>
                </c:pt>
                <c:pt idx="9186">
                  <c:v>20-03-2022</c:v>
                </c:pt>
                <c:pt idx="9187">
                  <c:v>20-03-2022</c:v>
                </c:pt>
                <c:pt idx="9188">
                  <c:v>20-03-2022</c:v>
                </c:pt>
                <c:pt idx="9189">
                  <c:v>20-03-2022</c:v>
                </c:pt>
                <c:pt idx="9190">
                  <c:v>20-03-2022</c:v>
                </c:pt>
                <c:pt idx="9191">
                  <c:v>20-03-2022</c:v>
                </c:pt>
                <c:pt idx="9192">
                  <c:v>20-03-2022</c:v>
                </c:pt>
                <c:pt idx="9193">
                  <c:v>20-03-2022</c:v>
                </c:pt>
                <c:pt idx="9194">
                  <c:v>20-03-2022</c:v>
                </c:pt>
                <c:pt idx="9195">
                  <c:v>20-03-2022</c:v>
                </c:pt>
                <c:pt idx="9196">
                  <c:v>20-03-2022</c:v>
                </c:pt>
                <c:pt idx="9197">
                  <c:v>20-03-2022</c:v>
                </c:pt>
                <c:pt idx="9198">
                  <c:v>20-03-2022</c:v>
                </c:pt>
                <c:pt idx="9199">
                  <c:v>20-03-2022</c:v>
                </c:pt>
                <c:pt idx="9200">
                  <c:v>20-03-2022</c:v>
                </c:pt>
                <c:pt idx="9201">
                  <c:v>20-03-2022</c:v>
                </c:pt>
                <c:pt idx="9202">
                  <c:v>20-03-2022</c:v>
                </c:pt>
                <c:pt idx="9203">
                  <c:v>20-03-2022</c:v>
                </c:pt>
                <c:pt idx="9204">
                  <c:v>20-03-2022</c:v>
                </c:pt>
                <c:pt idx="9205">
                  <c:v>20-03-2022</c:v>
                </c:pt>
                <c:pt idx="9206">
                  <c:v>20-03-2022</c:v>
                </c:pt>
                <c:pt idx="9207">
                  <c:v>20-03-2022</c:v>
                </c:pt>
                <c:pt idx="9208">
                  <c:v>20-03-2022</c:v>
                </c:pt>
                <c:pt idx="9209">
                  <c:v>20-03-2022</c:v>
                </c:pt>
                <c:pt idx="9210">
                  <c:v>20-03-2022</c:v>
                </c:pt>
                <c:pt idx="9211">
                  <c:v>20-03-2022</c:v>
                </c:pt>
                <c:pt idx="9212">
                  <c:v>20-03-2022</c:v>
                </c:pt>
                <c:pt idx="9213">
                  <c:v>20-03-2022</c:v>
                </c:pt>
                <c:pt idx="9214">
                  <c:v>20-03-2022</c:v>
                </c:pt>
                <c:pt idx="9215">
                  <c:v>20-03-2022</c:v>
                </c:pt>
                <c:pt idx="9216">
                  <c:v>20-03-2022</c:v>
                </c:pt>
                <c:pt idx="9217">
                  <c:v>20-03-2022</c:v>
                </c:pt>
                <c:pt idx="9218">
                  <c:v>20-03-2022</c:v>
                </c:pt>
                <c:pt idx="9219">
                  <c:v>20-03-2022</c:v>
                </c:pt>
                <c:pt idx="9220">
                  <c:v>20-03-2022</c:v>
                </c:pt>
                <c:pt idx="9221">
                  <c:v>20-03-2022</c:v>
                </c:pt>
                <c:pt idx="9222">
                  <c:v>20-03-2022</c:v>
                </c:pt>
                <c:pt idx="9223">
                  <c:v>20-03-2022</c:v>
                </c:pt>
                <c:pt idx="9224">
                  <c:v>20-03-2022</c:v>
                </c:pt>
                <c:pt idx="9225">
                  <c:v>20-03-2022</c:v>
                </c:pt>
                <c:pt idx="9226">
                  <c:v>21-03-2022</c:v>
                </c:pt>
                <c:pt idx="9227">
                  <c:v>21-03-2022</c:v>
                </c:pt>
                <c:pt idx="9228">
                  <c:v>21-03-2022</c:v>
                </c:pt>
                <c:pt idx="9229">
                  <c:v>21-03-2022</c:v>
                </c:pt>
                <c:pt idx="9230">
                  <c:v>21-03-2022</c:v>
                </c:pt>
                <c:pt idx="9231">
                  <c:v>21-03-2022</c:v>
                </c:pt>
                <c:pt idx="9232">
                  <c:v>21-03-2022</c:v>
                </c:pt>
                <c:pt idx="9233">
                  <c:v>21-03-2022</c:v>
                </c:pt>
                <c:pt idx="9234">
                  <c:v>21-03-2022</c:v>
                </c:pt>
                <c:pt idx="9235">
                  <c:v>21-03-2022</c:v>
                </c:pt>
                <c:pt idx="9236">
                  <c:v>21-03-2022</c:v>
                </c:pt>
                <c:pt idx="9237">
                  <c:v>21-03-2022</c:v>
                </c:pt>
                <c:pt idx="9238">
                  <c:v>21-03-2022</c:v>
                </c:pt>
                <c:pt idx="9239">
                  <c:v>21-03-2022</c:v>
                </c:pt>
                <c:pt idx="9240">
                  <c:v>21-03-2022</c:v>
                </c:pt>
                <c:pt idx="9241">
                  <c:v>21-03-2022</c:v>
                </c:pt>
                <c:pt idx="9242">
                  <c:v>21-03-2022</c:v>
                </c:pt>
                <c:pt idx="9243">
                  <c:v>21-03-2022</c:v>
                </c:pt>
                <c:pt idx="9244">
                  <c:v>21-03-2022</c:v>
                </c:pt>
                <c:pt idx="9245">
                  <c:v>21-03-2022</c:v>
                </c:pt>
                <c:pt idx="9246">
                  <c:v>21-03-2022</c:v>
                </c:pt>
                <c:pt idx="9247">
                  <c:v>21-03-2022</c:v>
                </c:pt>
                <c:pt idx="9248">
                  <c:v>21-03-2022</c:v>
                </c:pt>
                <c:pt idx="9249">
                  <c:v>21-03-2022</c:v>
                </c:pt>
                <c:pt idx="9250">
                  <c:v>21-03-2022</c:v>
                </c:pt>
                <c:pt idx="9251">
                  <c:v>21-03-2022</c:v>
                </c:pt>
                <c:pt idx="9252">
                  <c:v>21-03-2022</c:v>
                </c:pt>
                <c:pt idx="9253">
                  <c:v>21-03-2022</c:v>
                </c:pt>
                <c:pt idx="9254">
                  <c:v>21-03-2022</c:v>
                </c:pt>
                <c:pt idx="9255">
                  <c:v>21-03-2022</c:v>
                </c:pt>
                <c:pt idx="9256">
                  <c:v>21-03-2022</c:v>
                </c:pt>
                <c:pt idx="9257">
                  <c:v>21-03-2022</c:v>
                </c:pt>
                <c:pt idx="9258">
                  <c:v>21-03-2022</c:v>
                </c:pt>
                <c:pt idx="9259">
                  <c:v>21-03-2022</c:v>
                </c:pt>
                <c:pt idx="9260">
                  <c:v>21-03-2022</c:v>
                </c:pt>
                <c:pt idx="9261">
                  <c:v>21-03-2022</c:v>
                </c:pt>
                <c:pt idx="9262">
                  <c:v>21-03-2022</c:v>
                </c:pt>
                <c:pt idx="9263">
                  <c:v>21-03-2022</c:v>
                </c:pt>
                <c:pt idx="9264">
                  <c:v>21-03-2022</c:v>
                </c:pt>
                <c:pt idx="9265">
                  <c:v>21-03-2022</c:v>
                </c:pt>
                <c:pt idx="9266">
                  <c:v>21-03-2022</c:v>
                </c:pt>
                <c:pt idx="9267">
                  <c:v>21-03-2022</c:v>
                </c:pt>
                <c:pt idx="9268">
                  <c:v>21-03-2022</c:v>
                </c:pt>
                <c:pt idx="9269">
                  <c:v>21-03-2022</c:v>
                </c:pt>
                <c:pt idx="9270">
                  <c:v>21-03-2022</c:v>
                </c:pt>
                <c:pt idx="9271">
                  <c:v>21-03-2022</c:v>
                </c:pt>
                <c:pt idx="9272">
                  <c:v>21-03-2022</c:v>
                </c:pt>
                <c:pt idx="9273">
                  <c:v>21-03-2022</c:v>
                </c:pt>
                <c:pt idx="9274">
                  <c:v>21-03-2022</c:v>
                </c:pt>
                <c:pt idx="9275">
                  <c:v>21-03-2022</c:v>
                </c:pt>
                <c:pt idx="9276">
                  <c:v>22-03-2022</c:v>
                </c:pt>
                <c:pt idx="9277">
                  <c:v>22-03-2022</c:v>
                </c:pt>
                <c:pt idx="9278">
                  <c:v>22-03-2022</c:v>
                </c:pt>
                <c:pt idx="9279">
                  <c:v>22-03-2022</c:v>
                </c:pt>
                <c:pt idx="9280">
                  <c:v>22-03-2022</c:v>
                </c:pt>
                <c:pt idx="9281">
                  <c:v>22-03-2022</c:v>
                </c:pt>
                <c:pt idx="9282">
                  <c:v>22-03-2022</c:v>
                </c:pt>
                <c:pt idx="9283">
                  <c:v>22-03-2022</c:v>
                </c:pt>
                <c:pt idx="9284">
                  <c:v>22-03-2022</c:v>
                </c:pt>
                <c:pt idx="9285">
                  <c:v>22-03-2022</c:v>
                </c:pt>
                <c:pt idx="9286">
                  <c:v>22-03-2022</c:v>
                </c:pt>
                <c:pt idx="9287">
                  <c:v>22-03-2022</c:v>
                </c:pt>
                <c:pt idx="9288">
                  <c:v>22-03-2022</c:v>
                </c:pt>
                <c:pt idx="9289">
                  <c:v>22-03-2022</c:v>
                </c:pt>
                <c:pt idx="9290">
                  <c:v>22-03-2022</c:v>
                </c:pt>
                <c:pt idx="9291">
                  <c:v>22-03-2022</c:v>
                </c:pt>
                <c:pt idx="9292">
                  <c:v>22-03-2022</c:v>
                </c:pt>
                <c:pt idx="9293">
                  <c:v>22-03-2022</c:v>
                </c:pt>
                <c:pt idx="9294">
                  <c:v>22-03-2022</c:v>
                </c:pt>
                <c:pt idx="9295">
                  <c:v>22-03-2022</c:v>
                </c:pt>
                <c:pt idx="9296">
                  <c:v>22-03-2022</c:v>
                </c:pt>
                <c:pt idx="9297">
                  <c:v>22-03-2022</c:v>
                </c:pt>
                <c:pt idx="9298">
                  <c:v>22-03-2022</c:v>
                </c:pt>
                <c:pt idx="9299">
                  <c:v>22-03-2022</c:v>
                </c:pt>
                <c:pt idx="9300">
                  <c:v>22-03-2022</c:v>
                </c:pt>
                <c:pt idx="9301">
                  <c:v>22-03-2022</c:v>
                </c:pt>
                <c:pt idx="9302">
                  <c:v>22-03-2022</c:v>
                </c:pt>
                <c:pt idx="9303">
                  <c:v>22-03-2022</c:v>
                </c:pt>
                <c:pt idx="9304">
                  <c:v>22-03-2022</c:v>
                </c:pt>
                <c:pt idx="9305">
                  <c:v>22-03-2022</c:v>
                </c:pt>
                <c:pt idx="9306">
                  <c:v>22-03-2022</c:v>
                </c:pt>
                <c:pt idx="9307">
                  <c:v>22-03-2022</c:v>
                </c:pt>
                <c:pt idx="9308">
                  <c:v>22-03-2022</c:v>
                </c:pt>
                <c:pt idx="9309">
                  <c:v>22-03-2022</c:v>
                </c:pt>
                <c:pt idx="9310">
                  <c:v>22-03-2022</c:v>
                </c:pt>
                <c:pt idx="9311">
                  <c:v>22-03-2022</c:v>
                </c:pt>
                <c:pt idx="9312">
                  <c:v>22-03-2022</c:v>
                </c:pt>
                <c:pt idx="9313">
                  <c:v>22-03-2022</c:v>
                </c:pt>
                <c:pt idx="9314">
                  <c:v>22-03-2022</c:v>
                </c:pt>
                <c:pt idx="9315">
                  <c:v>22-03-2022</c:v>
                </c:pt>
                <c:pt idx="9316">
                  <c:v>22-03-2022</c:v>
                </c:pt>
                <c:pt idx="9317">
                  <c:v>22-03-2022</c:v>
                </c:pt>
                <c:pt idx="9318">
                  <c:v>22-03-2022</c:v>
                </c:pt>
                <c:pt idx="9319">
                  <c:v>22-03-2022</c:v>
                </c:pt>
                <c:pt idx="9320">
                  <c:v>22-03-2022</c:v>
                </c:pt>
                <c:pt idx="9321">
                  <c:v>22-03-2022</c:v>
                </c:pt>
                <c:pt idx="9322">
                  <c:v>22-03-2022</c:v>
                </c:pt>
                <c:pt idx="9323">
                  <c:v>22-03-2022</c:v>
                </c:pt>
                <c:pt idx="9324">
                  <c:v>22-03-2022</c:v>
                </c:pt>
                <c:pt idx="9325">
                  <c:v>23-03-2022</c:v>
                </c:pt>
                <c:pt idx="9326">
                  <c:v>23-03-2022</c:v>
                </c:pt>
                <c:pt idx="9327">
                  <c:v>23-03-2022</c:v>
                </c:pt>
                <c:pt idx="9328">
                  <c:v>23-03-2022</c:v>
                </c:pt>
                <c:pt idx="9329">
                  <c:v>23-03-2022</c:v>
                </c:pt>
                <c:pt idx="9330">
                  <c:v>23-03-2022</c:v>
                </c:pt>
                <c:pt idx="9331">
                  <c:v>23-03-2022</c:v>
                </c:pt>
                <c:pt idx="9332">
                  <c:v>23-03-2022</c:v>
                </c:pt>
                <c:pt idx="9333">
                  <c:v>23-03-2022</c:v>
                </c:pt>
                <c:pt idx="9334">
                  <c:v>23-03-2022</c:v>
                </c:pt>
                <c:pt idx="9335">
                  <c:v>23-03-2022</c:v>
                </c:pt>
                <c:pt idx="9336">
                  <c:v>23-03-2022</c:v>
                </c:pt>
                <c:pt idx="9337">
                  <c:v>23-03-2022</c:v>
                </c:pt>
                <c:pt idx="9338">
                  <c:v>23-03-2022</c:v>
                </c:pt>
                <c:pt idx="9339">
                  <c:v>23-03-2022</c:v>
                </c:pt>
                <c:pt idx="9340">
                  <c:v>23-03-2022</c:v>
                </c:pt>
                <c:pt idx="9341">
                  <c:v>23-03-2022</c:v>
                </c:pt>
                <c:pt idx="9342">
                  <c:v>23-03-2022</c:v>
                </c:pt>
                <c:pt idx="9343">
                  <c:v>23-03-2022</c:v>
                </c:pt>
                <c:pt idx="9344">
                  <c:v>23-03-2022</c:v>
                </c:pt>
                <c:pt idx="9345">
                  <c:v>23-03-2022</c:v>
                </c:pt>
                <c:pt idx="9346">
                  <c:v>23-03-2022</c:v>
                </c:pt>
                <c:pt idx="9347">
                  <c:v>23-03-2022</c:v>
                </c:pt>
                <c:pt idx="9348">
                  <c:v>23-03-2022</c:v>
                </c:pt>
                <c:pt idx="9349">
                  <c:v>23-03-2022</c:v>
                </c:pt>
                <c:pt idx="9350">
                  <c:v>23-03-2022</c:v>
                </c:pt>
                <c:pt idx="9351">
                  <c:v>23-03-2022</c:v>
                </c:pt>
                <c:pt idx="9352">
                  <c:v>23-03-2022</c:v>
                </c:pt>
                <c:pt idx="9353">
                  <c:v>23-03-2022</c:v>
                </c:pt>
                <c:pt idx="9354">
                  <c:v>23-03-2022</c:v>
                </c:pt>
                <c:pt idx="9355">
                  <c:v>23-03-2022</c:v>
                </c:pt>
                <c:pt idx="9356">
                  <c:v>23-03-2022</c:v>
                </c:pt>
                <c:pt idx="9357">
                  <c:v>23-03-2022</c:v>
                </c:pt>
                <c:pt idx="9358">
                  <c:v>23-03-2022</c:v>
                </c:pt>
                <c:pt idx="9359">
                  <c:v>23-03-2022</c:v>
                </c:pt>
                <c:pt idx="9360">
                  <c:v>23-03-2022</c:v>
                </c:pt>
                <c:pt idx="9361">
                  <c:v>23-03-2022</c:v>
                </c:pt>
                <c:pt idx="9362">
                  <c:v>23-03-2022</c:v>
                </c:pt>
                <c:pt idx="9363">
                  <c:v>23-03-2022</c:v>
                </c:pt>
                <c:pt idx="9364">
                  <c:v>23-03-2022</c:v>
                </c:pt>
                <c:pt idx="9365">
                  <c:v>23-03-2022</c:v>
                </c:pt>
                <c:pt idx="9366">
                  <c:v>23-03-2022</c:v>
                </c:pt>
                <c:pt idx="9367">
                  <c:v>23-03-2022</c:v>
                </c:pt>
                <c:pt idx="9368">
                  <c:v>23-03-2022</c:v>
                </c:pt>
                <c:pt idx="9369">
                  <c:v>23-03-2022</c:v>
                </c:pt>
                <c:pt idx="9370">
                  <c:v>23-03-2022</c:v>
                </c:pt>
                <c:pt idx="9371">
                  <c:v>23-03-2022</c:v>
                </c:pt>
                <c:pt idx="9372">
                  <c:v>23-03-2022</c:v>
                </c:pt>
                <c:pt idx="9373">
                  <c:v>24-03-2022</c:v>
                </c:pt>
                <c:pt idx="9374">
                  <c:v>24-03-2022</c:v>
                </c:pt>
                <c:pt idx="9375">
                  <c:v>24-03-2022</c:v>
                </c:pt>
                <c:pt idx="9376">
                  <c:v>24-03-2022</c:v>
                </c:pt>
                <c:pt idx="9377">
                  <c:v>24-03-2022</c:v>
                </c:pt>
                <c:pt idx="9378">
                  <c:v>24-03-2022</c:v>
                </c:pt>
                <c:pt idx="9379">
                  <c:v>24-03-2022</c:v>
                </c:pt>
                <c:pt idx="9380">
                  <c:v>24-03-2022</c:v>
                </c:pt>
                <c:pt idx="9381">
                  <c:v>24-03-2022</c:v>
                </c:pt>
                <c:pt idx="9382">
                  <c:v>24-03-2022</c:v>
                </c:pt>
                <c:pt idx="9383">
                  <c:v>24-03-2022</c:v>
                </c:pt>
                <c:pt idx="9384">
                  <c:v>24-03-2022</c:v>
                </c:pt>
                <c:pt idx="9385">
                  <c:v>24-03-2022</c:v>
                </c:pt>
                <c:pt idx="9386">
                  <c:v>24-03-2022</c:v>
                </c:pt>
                <c:pt idx="9387">
                  <c:v>24-03-2022</c:v>
                </c:pt>
                <c:pt idx="9388">
                  <c:v>24-03-2022</c:v>
                </c:pt>
                <c:pt idx="9389">
                  <c:v>24-03-2022</c:v>
                </c:pt>
                <c:pt idx="9390">
                  <c:v>24-03-2022</c:v>
                </c:pt>
                <c:pt idx="9391">
                  <c:v>24-03-2022</c:v>
                </c:pt>
                <c:pt idx="9392">
                  <c:v>24-03-2022</c:v>
                </c:pt>
                <c:pt idx="9393">
                  <c:v>24-03-2022</c:v>
                </c:pt>
                <c:pt idx="9394">
                  <c:v>24-03-2022</c:v>
                </c:pt>
                <c:pt idx="9395">
                  <c:v>24-03-2022</c:v>
                </c:pt>
                <c:pt idx="9396">
                  <c:v>24-03-2022</c:v>
                </c:pt>
                <c:pt idx="9397">
                  <c:v>24-03-2022</c:v>
                </c:pt>
                <c:pt idx="9398">
                  <c:v>24-03-2022</c:v>
                </c:pt>
                <c:pt idx="9399">
                  <c:v>24-03-2022</c:v>
                </c:pt>
                <c:pt idx="9400">
                  <c:v>24-03-2022</c:v>
                </c:pt>
                <c:pt idx="9401">
                  <c:v>24-03-2022</c:v>
                </c:pt>
                <c:pt idx="9402">
                  <c:v>24-03-2022</c:v>
                </c:pt>
                <c:pt idx="9403">
                  <c:v>24-03-2022</c:v>
                </c:pt>
                <c:pt idx="9404">
                  <c:v>24-03-2022</c:v>
                </c:pt>
                <c:pt idx="9405">
                  <c:v>24-03-2022</c:v>
                </c:pt>
                <c:pt idx="9406">
                  <c:v>24-03-2022</c:v>
                </c:pt>
                <c:pt idx="9407">
                  <c:v>24-03-2022</c:v>
                </c:pt>
                <c:pt idx="9408">
                  <c:v>24-03-2022</c:v>
                </c:pt>
                <c:pt idx="9409">
                  <c:v>24-03-2022</c:v>
                </c:pt>
                <c:pt idx="9410">
                  <c:v>24-03-2022</c:v>
                </c:pt>
                <c:pt idx="9411">
                  <c:v>24-03-2022</c:v>
                </c:pt>
                <c:pt idx="9412">
                  <c:v>24-03-2022</c:v>
                </c:pt>
                <c:pt idx="9413">
                  <c:v>24-03-2022</c:v>
                </c:pt>
                <c:pt idx="9414">
                  <c:v>24-03-2022</c:v>
                </c:pt>
                <c:pt idx="9415">
                  <c:v>24-03-2022</c:v>
                </c:pt>
                <c:pt idx="9416">
                  <c:v>24-03-2022</c:v>
                </c:pt>
                <c:pt idx="9417">
                  <c:v>24-03-2022</c:v>
                </c:pt>
                <c:pt idx="9418">
                  <c:v>24-03-2022</c:v>
                </c:pt>
                <c:pt idx="9419">
                  <c:v>24-03-2022</c:v>
                </c:pt>
                <c:pt idx="9420">
                  <c:v>24-03-2022</c:v>
                </c:pt>
                <c:pt idx="9421">
                  <c:v>25-03-2022</c:v>
                </c:pt>
                <c:pt idx="9422">
                  <c:v>25-03-2022</c:v>
                </c:pt>
                <c:pt idx="9423">
                  <c:v>25-03-2022</c:v>
                </c:pt>
                <c:pt idx="9424">
                  <c:v>25-03-2022</c:v>
                </c:pt>
                <c:pt idx="9425">
                  <c:v>25-03-2022</c:v>
                </c:pt>
                <c:pt idx="9426">
                  <c:v>25-03-2022</c:v>
                </c:pt>
                <c:pt idx="9427">
                  <c:v>25-03-2022</c:v>
                </c:pt>
                <c:pt idx="9428">
                  <c:v>25-03-2022</c:v>
                </c:pt>
                <c:pt idx="9429">
                  <c:v>25-03-2022</c:v>
                </c:pt>
                <c:pt idx="9430">
                  <c:v>25-03-2022</c:v>
                </c:pt>
                <c:pt idx="9431">
                  <c:v>25-03-2022</c:v>
                </c:pt>
                <c:pt idx="9432">
                  <c:v>25-03-2022</c:v>
                </c:pt>
                <c:pt idx="9433">
                  <c:v>25-03-2022</c:v>
                </c:pt>
                <c:pt idx="9434">
                  <c:v>25-03-2022</c:v>
                </c:pt>
                <c:pt idx="9435">
                  <c:v>25-03-2022</c:v>
                </c:pt>
                <c:pt idx="9436">
                  <c:v>25-03-2022</c:v>
                </c:pt>
                <c:pt idx="9437">
                  <c:v>25-03-2022</c:v>
                </c:pt>
                <c:pt idx="9438">
                  <c:v>25-03-2022</c:v>
                </c:pt>
                <c:pt idx="9439">
                  <c:v>25-03-2022</c:v>
                </c:pt>
                <c:pt idx="9440">
                  <c:v>25-03-2022</c:v>
                </c:pt>
                <c:pt idx="9441">
                  <c:v>25-03-2022</c:v>
                </c:pt>
                <c:pt idx="9442">
                  <c:v>25-03-2022</c:v>
                </c:pt>
                <c:pt idx="9443">
                  <c:v>25-03-2022</c:v>
                </c:pt>
                <c:pt idx="9444">
                  <c:v>25-03-2022</c:v>
                </c:pt>
                <c:pt idx="9445">
                  <c:v>25-03-2022</c:v>
                </c:pt>
                <c:pt idx="9446">
                  <c:v>25-03-2022</c:v>
                </c:pt>
                <c:pt idx="9447">
                  <c:v>25-03-2022</c:v>
                </c:pt>
                <c:pt idx="9448">
                  <c:v>25-03-2022</c:v>
                </c:pt>
                <c:pt idx="9449">
                  <c:v>25-03-2022</c:v>
                </c:pt>
                <c:pt idx="9450">
                  <c:v>25-03-2022</c:v>
                </c:pt>
                <c:pt idx="9451">
                  <c:v>25-03-2022</c:v>
                </c:pt>
                <c:pt idx="9452">
                  <c:v>25-03-2022</c:v>
                </c:pt>
                <c:pt idx="9453">
                  <c:v>25-03-2022</c:v>
                </c:pt>
                <c:pt idx="9454">
                  <c:v>25-03-2022</c:v>
                </c:pt>
                <c:pt idx="9455">
                  <c:v>25-03-2022</c:v>
                </c:pt>
                <c:pt idx="9456">
                  <c:v>25-03-2022</c:v>
                </c:pt>
                <c:pt idx="9457">
                  <c:v>25-03-2022</c:v>
                </c:pt>
                <c:pt idx="9458">
                  <c:v>25-03-2022</c:v>
                </c:pt>
                <c:pt idx="9459">
                  <c:v>25-03-2022</c:v>
                </c:pt>
                <c:pt idx="9460">
                  <c:v>25-03-2022</c:v>
                </c:pt>
                <c:pt idx="9461">
                  <c:v>26-03-2022</c:v>
                </c:pt>
                <c:pt idx="9462">
                  <c:v>26-03-2022</c:v>
                </c:pt>
                <c:pt idx="9463">
                  <c:v>26-03-2022</c:v>
                </c:pt>
                <c:pt idx="9464">
                  <c:v>26-03-2022</c:v>
                </c:pt>
                <c:pt idx="9465">
                  <c:v>26-03-2022</c:v>
                </c:pt>
                <c:pt idx="9466">
                  <c:v>26-03-2022</c:v>
                </c:pt>
                <c:pt idx="9467">
                  <c:v>26-03-2022</c:v>
                </c:pt>
                <c:pt idx="9468">
                  <c:v>26-03-2022</c:v>
                </c:pt>
                <c:pt idx="9469">
                  <c:v>26-03-2022</c:v>
                </c:pt>
                <c:pt idx="9470">
                  <c:v>26-03-2022</c:v>
                </c:pt>
                <c:pt idx="9471">
                  <c:v>26-03-2022</c:v>
                </c:pt>
                <c:pt idx="9472">
                  <c:v>26-03-2022</c:v>
                </c:pt>
                <c:pt idx="9473">
                  <c:v>26-03-2022</c:v>
                </c:pt>
                <c:pt idx="9474">
                  <c:v>26-03-2022</c:v>
                </c:pt>
                <c:pt idx="9475">
                  <c:v>26-03-2022</c:v>
                </c:pt>
                <c:pt idx="9476">
                  <c:v>26-03-2022</c:v>
                </c:pt>
                <c:pt idx="9477">
                  <c:v>26-03-2022</c:v>
                </c:pt>
                <c:pt idx="9478">
                  <c:v>26-03-2022</c:v>
                </c:pt>
                <c:pt idx="9479">
                  <c:v>26-03-2022</c:v>
                </c:pt>
                <c:pt idx="9480">
                  <c:v>26-03-2022</c:v>
                </c:pt>
                <c:pt idx="9481">
                  <c:v>26-03-2022</c:v>
                </c:pt>
                <c:pt idx="9482">
                  <c:v>26-03-2022</c:v>
                </c:pt>
                <c:pt idx="9483">
                  <c:v>26-03-2022</c:v>
                </c:pt>
                <c:pt idx="9484">
                  <c:v>26-03-2022</c:v>
                </c:pt>
                <c:pt idx="9485">
                  <c:v>26-03-2022</c:v>
                </c:pt>
                <c:pt idx="9486">
                  <c:v>26-03-2022</c:v>
                </c:pt>
                <c:pt idx="9487">
                  <c:v>26-03-2022</c:v>
                </c:pt>
                <c:pt idx="9488">
                  <c:v>26-03-2022</c:v>
                </c:pt>
                <c:pt idx="9489">
                  <c:v>26-03-2022</c:v>
                </c:pt>
                <c:pt idx="9490">
                  <c:v>26-03-2022</c:v>
                </c:pt>
                <c:pt idx="9491">
                  <c:v>26-03-2022</c:v>
                </c:pt>
                <c:pt idx="9492">
                  <c:v>26-03-2022</c:v>
                </c:pt>
                <c:pt idx="9493">
                  <c:v>26-03-2022</c:v>
                </c:pt>
                <c:pt idx="9494">
                  <c:v>26-03-2022</c:v>
                </c:pt>
                <c:pt idx="9495">
                  <c:v>26-03-2022</c:v>
                </c:pt>
                <c:pt idx="9496">
                  <c:v>26-03-2022</c:v>
                </c:pt>
                <c:pt idx="9497">
                  <c:v>26-03-2022</c:v>
                </c:pt>
                <c:pt idx="9498">
                  <c:v>26-03-2022</c:v>
                </c:pt>
                <c:pt idx="9499">
                  <c:v>26-03-2022</c:v>
                </c:pt>
                <c:pt idx="9500">
                  <c:v>26-03-2022</c:v>
                </c:pt>
                <c:pt idx="9501">
                  <c:v>26-03-2022</c:v>
                </c:pt>
                <c:pt idx="9502">
                  <c:v>26-03-2022</c:v>
                </c:pt>
                <c:pt idx="9503">
                  <c:v>27-03-2022</c:v>
                </c:pt>
                <c:pt idx="9504">
                  <c:v>27-03-2022</c:v>
                </c:pt>
                <c:pt idx="9505">
                  <c:v>27-03-2022</c:v>
                </c:pt>
                <c:pt idx="9506">
                  <c:v>27-03-2022</c:v>
                </c:pt>
                <c:pt idx="9507">
                  <c:v>27-03-2022</c:v>
                </c:pt>
                <c:pt idx="9508">
                  <c:v>27-03-2022</c:v>
                </c:pt>
                <c:pt idx="9509">
                  <c:v>27-03-2022</c:v>
                </c:pt>
                <c:pt idx="9510">
                  <c:v>27-03-2022</c:v>
                </c:pt>
                <c:pt idx="9511">
                  <c:v>27-03-2022</c:v>
                </c:pt>
                <c:pt idx="9512">
                  <c:v>27-03-2022</c:v>
                </c:pt>
                <c:pt idx="9513">
                  <c:v>27-03-2022</c:v>
                </c:pt>
                <c:pt idx="9514">
                  <c:v>27-03-2022</c:v>
                </c:pt>
                <c:pt idx="9515">
                  <c:v>27-03-2022</c:v>
                </c:pt>
                <c:pt idx="9516">
                  <c:v>27-03-2022</c:v>
                </c:pt>
                <c:pt idx="9517">
                  <c:v>27-03-2022</c:v>
                </c:pt>
                <c:pt idx="9518">
                  <c:v>27-03-2022</c:v>
                </c:pt>
                <c:pt idx="9519">
                  <c:v>27-03-2022</c:v>
                </c:pt>
                <c:pt idx="9520">
                  <c:v>27-03-2022</c:v>
                </c:pt>
                <c:pt idx="9521">
                  <c:v>27-03-2022</c:v>
                </c:pt>
                <c:pt idx="9522">
                  <c:v>27-03-2022</c:v>
                </c:pt>
                <c:pt idx="9523">
                  <c:v>27-03-2022</c:v>
                </c:pt>
                <c:pt idx="9524">
                  <c:v>27-03-2022</c:v>
                </c:pt>
                <c:pt idx="9525">
                  <c:v>27-03-2022</c:v>
                </c:pt>
                <c:pt idx="9526">
                  <c:v>27-03-2022</c:v>
                </c:pt>
                <c:pt idx="9527">
                  <c:v>27-03-2022</c:v>
                </c:pt>
                <c:pt idx="9528">
                  <c:v>27-03-2022</c:v>
                </c:pt>
                <c:pt idx="9529">
                  <c:v>27-03-2022</c:v>
                </c:pt>
                <c:pt idx="9530">
                  <c:v>27-03-2022</c:v>
                </c:pt>
                <c:pt idx="9531">
                  <c:v>27-03-2022</c:v>
                </c:pt>
                <c:pt idx="9532">
                  <c:v>27-03-2022</c:v>
                </c:pt>
                <c:pt idx="9533">
                  <c:v>27-03-2022</c:v>
                </c:pt>
                <c:pt idx="9534">
                  <c:v>27-03-2022</c:v>
                </c:pt>
                <c:pt idx="9535">
                  <c:v>27-03-2022</c:v>
                </c:pt>
                <c:pt idx="9536">
                  <c:v>27-03-2022</c:v>
                </c:pt>
                <c:pt idx="9537">
                  <c:v>27-03-2022</c:v>
                </c:pt>
                <c:pt idx="9538">
                  <c:v>27-03-2022</c:v>
                </c:pt>
                <c:pt idx="9539">
                  <c:v>27-03-2022</c:v>
                </c:pt>
                <c:pt idx="9540">
                  <c:v>27-03-2022</c:v>
                </c:pt>
                <c:pt idx="9541">
                  <c:v>27-03-2022</c:v>
                </c:pt>
                <c:pt idx="9542">
                  <c:v>27-03-2022</c:v>
                </c:pt>
                <c:pt idx="9543">
                  <c:v>28-03-2022</c:v>
                </c:pt>
                <c:pt idx="9544">
                  <c:v>28-03-2022</c:v>
                </c:pt>
                <c:pt idx="9545">
                  <c:v>28-03-2022</c:v>
                </c:pt>
                <c:pt idx="9546">
                  <c:v>28-03-2022</c:v>
                </c:pt>
                <c:pt idx="9547">
                  <c:v>28-03-2022</c:v>
                </c:pt>
                <c:pt idx="9548">
                  <c:v>28-03-2022</c:v>
                </c:pt>
                <c:pt idx="9549">
                  <c:v>28-03-2022</c:v>
                </c:pt>
                <c:pt idx="9550">
                  <c:v>28-03-2022</c:v>
                </c:pt>
                <c:pt idx="9551">
                  <c:v>28-03-2022</c:v>
                </c:pt>
                <c:pt idx="9552">
                  <c:v>28-03-2022</c:v>
                </c:pt>
                <c:pt idx="9553">
                  <c:v>28-03-2022</c:v>
                </c:pt>
                <c:pt idx="9554">
                  <c:v>28-03-2022</c:v>
                </c:pt>
                <c:pt idx="9555">
                  <c:v>28-03-2022</c:v>
                </c:pt>
                <c:pt idx="9556">
                  <c:v>28-03-2022</c:v>
                </c:pt>
                <c:pt idx="9557">
                  <c:v>28-03-2022</c:v>
                </c:pt>
                <c:pt idx="9558">
                  <c:v>28-03-2022</c:v>
                </c:pt>
                <c:pt idx="9559">
                  <c:v>28-03-2022</c:v>
                </c:pt>
                <c:pt idx="9560">
                  <c:v>28-03-2022</c:v>
                </c:pt>
                <c:pt idx="9561">
                  <c:v>28-03-2022</c:v>
                </c:pt>
                <c:pt idx="9562">
                  <c:v>28-03-2022</c:v>
                </c:pt>
                <c:pt idx="9563">
                  <c:v>28-03-2022</c:v>
                </c:pt>
                <c:pt idx="9564">
                  <c:v>28-03-2022</c:v>
                </c:pt>
                <c:pt idx="9565">
                  <c:v>28-03-2022</c:v>
                </c:pt>
                <c:pt idx="9566">
                  <c:v>28-03-2022</c:v>
                </c:pt>
                <c:pt idx="9567">
                  <c:v>28-03-2022</c:v>
                </c:pt>
                <c:pt idx="9568">
                  <c:v>28-03-2022</c:v>
                </c:pt>
                <c:pt idx="9569">
                  <c:v>28-03-2022</c:v>
                </c:pt>
                <c:pt idx="9570">
                  <c:v>28-03-2022</c:v>
                </c:pt>
                <c:pt idx="9571">
                  <c:v>28-03-2022</c:v>
                </c:pt>
                <c:pt idx="9572">
                  <c:v>28-03-2022</c:v>
                </c:pt>
                <c:pt idx="9573">
                  <c:v>28-03-2022</c:v>
                </c:pt>
                <c:pt idx="9574">
                  <c:v>28-03-2022</c:v>
                </c:pt>
                <c:pt idx="9575">
                  <c:v>28-03-2022</c:v>
                </c:pt>
                <c:pt idx="9576">
                  <c:v>28-03-2022</c:v>
                </c:pt>
                <c:pt idx="9577">
                  <c:v>28-03-2022</c:v>
                </c:pt>
                <c:pt idx="9578">
                  <c:v>28-03-2022</c:v>
                </c:pt>
                <c:pt idx="9579">
                  <c:v>28-03-2022</c:v>
                </c:pt>
                <c:pt idx="9580">
                  <c:v>28-03-2022</c:v>
                </c:pt>
                <c:pt idx="9581">
                  <c:v>28-03-2022</c:v>
                </c:pt>
                <c:pt idx="9582">
                  <c:v>28-03-2022</c:v>
                </c:pt>
                <c:pt idx="9583">
                  <c:v>28-03-2022</c:v>
                </c:pt>
                <c:pt idx="9584">
                  <c:v>28-03-2022</c:v>
                </c:pt>
                <c:pt idx="9585">
                  <c:v>28-03-2022</c:v>
                </c:pt>
                <c:pt idx="9586">
                  <c:v>28-03-2022</c:v>
                </c:pt>
                <c:pt idx="9587">
                  <c:v>28-03-2022</c:v>
                </c:pt>
                <c:pt idx="9588">
                  <c:v>28-03-2022</c:v>
                </c:pt>
                <c:pt idx="9589">
                  <c:v>28-03-2022</c:v>
                </c:pt>
                <c:pt idx="9590">
                  <c:v>29-03-2022</c:v>
                </c:pt>
                <c:pt idx="9591">
                  <c:v>29-03-2022</c:v>
                </c:pt>
                <c:pt idx="9592">
                  <c:v>29-03-2022</c:v>
                </c:pt>
                <c:pt idx="9593">
                  <c:v>29-03-2022</c:v>
                </c:pt>
                <c:pt idx="9594">
                  <c:v>29-03-2022</c:v>
                </c:pt>
                <c:pt idx="9595">
                  <c:v>29-03-2022</c:v>
                </c:pt>
                <c:pt idx="9596">
                  <c:v>29-03-2022</c:v>
                </c:pt>
                <c:pt idx="9597">
                  <c:v>29-03-2022</c:v>
                </c:pt>
                <c:pt idx="9598">
                  <c:v>29-03-2022</c:v>
                </c:pt>
                <c:pt idx="9599">
                  <c:v>29-03-2022</c:v>
                </c:pt>
                <c:pt idx="9600">
                  <c:v>29-03-2022</c:v>
                </c:pt>
                <c:pt idx="9601">
                  <c:v>29-03-2022</c:v>
                </c:pt>
                <c:pt idx="9602">
                  <c:v>29-03-2022</c:v>
                </c:pt>
                <c:pt idx="9603">
                  <c:v>29-03-2022</c:v>
                </c:pt>
                <c:pt idx="9604">
                  <c:v>29-03-2022</c:v>
                </c:pt>
                <c:pt idx="9605">
                  <c:v>29-03-2022</c:v>
                </c:pt>
                <c:pt idx="9606">
                  <c:v>29-03-2022</c:v>
                </c:pt>
                <c:pt idx="9607">
                  <c:v>29-03-2022</c:v>
                </c:pt>
                <c:pt idx="9608">
                  <c:v>29-03-2022</c:v>
                </c:pt>
                <c:pt idx="9609">
                  <c:v>29-03-2022</c:v>
                </c:pt>
                <c:pt idx="9610">
                  <c:v>29-03-2022</c:v>
                </c:pt>
                <c:pt idx="9611">
                  <c:v>29-03-2022</c:v>
                </c:pt>
                <c:pt idx="9612">
                  <c:v>29-03-2022</c:v>
                </c:pt>
                <c:pt idx="9613">
                  <c:v>29-03-2022</c:v>
                </c:pt>
                <c:pt idx="9614">
                  <c:v>29-03-2022</c:v>
                </c:pt>
                <c:pt idx="9615">
                  <c:v>29-03-2022</c:v>
                </c:pt>
                <c:pt idx="9616">
                  <c:v>29-03-2022</c:v>
                </c:pt>
                <c:pt idx="9617">
                  <c:v>29-03-2022</c:v>
                </c:pt>
                <c:pt idx="9618">
                  <c:v>29-03-2022</c:v>
                </c:pt>
                <c:pt idx="9619">
                  <c:v>29-03-2022</c:v>
                </c:pt>
                <c:pt idx="9620">
                  <c:v>29-03-2022</c:v>
                </c:pt>
                <c:pt idx="9621">
                  <c:v>29-03-2022</c:v>
                </c:pt>
                <c:pt idx="9622">
                  <c:v>29-03-2022</c:v>
                </c:pt>
                <c:pt idx="9623">
                  <c:v>29-03-2022</c:v>
                </c:pt>
                <c:pt idx="9624">
                  <c:v>29-03-2022</c:v>
                </c:pt>
                <c:pt idx="9625">
                  <c:v>29-03-2022</c:v>
                </c:pt>
                <c:pt idx="9626">
                  <c:v>29-03-2022</c:v>
                </c:pt>
                <c:pt idx="9627">
                  <c:v>29-03-2022</c:v>
                </c:pt>
                <c:pt idx="9628">
                  <c:v>29-03-2022</c:v>
                </c:pt>
                <c:pt idx="9629">
                  <c:v>29-03-2022</c:v>
                </c:pt>
                <c:pt idx="9630">
                  <c:v>30-03-2022</c:v>
                </c:pt>
                <c:pt idx="9631">
                  <c:v>30-03-2022</c:v>
                </c:pt>
                <c:pt idx="9632">
                  <c:v>30-03-2022</c:v>
                </c:pt>
                <c:pt idx="9633">
                  <c:v>30-03-2022</c:v>
                </c:pt>
                <c:pt idx="9634">
                  <c:v>30-03-2022</c:v>
                </c:pt>
                <c:pt idx="9635">
                  <c:v>30-03-2022</c:v>
                </c:pt>
                <c:pt idx="9636">
                  <c:v>30-03-2022</c:v>
                </c:pt>
                <c:pt idx="9637">
                  <c:v>30-03-2022</c:v>
                </c:pt>
                <c:pt idx="9638">
                  <c:v>30-03-2022</c:v>
                </c:pt>
                <c:pt idx="9639">
                  <c:v>30-03-2022</c:v>
                </c:pt>
                <c:pt idx="9640">
                  <c:v>30-03-2022</c:v>
                </c:pt>
                <c:pt idx="9641">
                  <c:v>30-03-2022</c:v>
                </c:pt>
                <c:pt idx="9642">
                  <c:v>30-03-2022</c:v>
                </c:pt>
                <c:pt idx="9643">
                  <c:v>30-03-2022</c:v>
                </c:pt>
                <c:pt idx="9644">
                  <c:v>30-03-2022</c:v>
                </c:pt>
                <c:pt idx="9645">
                  <c:v>30-03-2022</c:v>
                </c:pt>
                <c:pt idx="9646">
                  <c:v>30-03-2022</c:v>
                </c:pt>
                <c:pt idx="9647">
                  <c:v>30-03-2022</c:v>
                </c:pt>
                <c:pt idx="9648">
                  <c:v>30-03-2022</c:v>
                </c:pt>
                <c:pt idx="9649">
                  <c:v>30-03-2022</c:v>
                </c:pt>
                <c:pt idx="9650">
                  <c:v>30-03-2022</c:v>
                </c:pt>
                <c:pt idx="9651">
                  <c:v>30-03-2022</c:v>
                </c:pt>
                <c:pt idx="9652">
                  <c:v>30-03-2022</c:v>
                </c:pt>
                <c:pt idx="9653">
                  <c:v>30-03-2022</c:v>
                </c:pt>
                <c:pt idx="9654">
                  <c:v>30-03-2022</c:v>
                </c:pt>
                <c:pt idx="9655">
                  <c:v>30-03-2022</c:v>
                </c:pt>
                <c:pt idx="9656">
                  <c:v>30-03-2022</c:v>
                </c:pt>
                <c:pt idx="9657">
                  <c:v>30-03-2022</c:v>
                </c:pt>
                <c:pt idx="9658">
                  <c:v>30-03-2022</c:v>
                </c:pt>
                <c:pt idx="9659">
                  <c:v>30-03-2022</c:v>
                </c:pt>
                <c:pt idx="9660">
                  <c:v>30-03-2022</c:v>
                </c:pt>
                <c:pt idx="9661">
                  <c:v>30-03-2022</c:v>
                </c:pt>
                <c:pt idx="9662">
                  <c:v>30-03-2022</c:v>
                </c:pt>
                <c:pt idx="9663">
                  <c:v>30-03-2022</c:v>
                </c:pt>
                <c:pt idx="9664">
                  <c:v>30-03-2022</c:v>
                </c:pt>
                <c:pt idx="9665">
                  <c:v>30-03-2022</c:v>
                </c:pt>
                <c:pt idx="9666">
                  <c:v>30-03-2022</c:v>
                </c:pt>
                <c:pt idx="9667">
                  <c:v>30-03-2022</c:v>
                </c:pt>
                <c:pt idx="9668">
                  <c:v>30-03-2022</c:v>
                </c:pt>
                <c:pt idx="9669">
                  <c:v>30-03-2022</c:v>
                </c:pt>
                <c:pt idx="9670">
                  <c:v>30-03-2022</c:v>
                </c:pt>
                <c:pt idx="9671">
                  <c:v>30-03-2022</c:v>
                </c:pt>
                <c:pt idx="9672">
                  <c:v>30-03-2022</c:v>
                </c:pt>
                <c:pt idx="9673">
                  <c:v>30-03-2022</c:v>
                </c:pt>
                <c:pt idx="9674">
                  <c:v>30-03-2022</c:v>
                </c:pt>
                <c:pt idx="9675">
                  <c:v>30-03-2022</c:v>
                </c:pt>
                <c:pt idx="9676">
                  <c:v>30-03-2022</c:v>
                </c:pt>
                <c:pt idx="9677">
                  <c:v>30-03-2022</c:v>
                </c:pt>
                <c:pt idx="9678">
                  <c:v>30-03-2022</c:v>
                </c:pt>
                <c:pt idx="9679">
                  <c:v>30-03-2022</c:v>
                </c:pt>
                <c:pt idx="9680">
                  <c:v>30-03-2022</c:v>
                </c:pt>
                <c:pt idx="9681">
                  <c:v>31-03-2022</c:v>
                </c:pt>
                <c:pt idx="9682">
                  <c:v>31-03-2022</c:v>
                </c:pt>
                <c:pt idx="9683">
                  <c:v>31-03-2022</c:v>
                </c:pt>
                <c:pt idx="9684">
                  <c:v>31-03-2022</c:v>
                </c:pt>
                <c:pt idx="9685">
                  <c:v>31-03-2022</c:v>
                </c:pt>
                <c:pt idx="9686">
                  <c:v>31-03-2022</c:v>
                </c:pt>
                <c:pt idx="9687">
                  <c:v>31-03-2022</c:v>
                </c:pt>
                <c:pt idx="9688">
                  <c:v>31-03-2022</c:v>
                </c:pt>
                <c:pt idx="9689">
                  <c:v>31-03-2022</c:v>
                </c:pt>
                <c:pt idx="9690">
                  <c:v>31-03-2022</c:v>
                </c:pt>
                <c:pt idx="9691">
                  <c:v>31-03-2022</c:v>
                </c:pt>
                <c:pt idx="9692">
                  <c:v>31-03-2022</c:v>
                </c:pt>
                <c:pt idx="9693">
                  <c:v>31-03-2022</c:v>
                </c:pt>
                <c:pt idx="9694">
                  <c:v>31-03-2022</c:v>
                </c:pt>
                <c:pt idx="9695">
                  <c:v>31-03-2022</c:v>
                </c:pt>
                <c:pt idx="9696">
                  <c:v>31-03-2022</c:v>
                </c:pt>
                <c:pt idx="9697">
                  <c:v>31-03-2022</c:v>
                </c:pt>
                <c:pt idx="9698">
                  <c:v>31-03-2022</c:v>
                </c:pt>
                <c:pt idx="9699">
                  <c:v>31-03-2022</c:v>
                </c:pt>
                <c:pt idx="9700">
                  <c:v>31-03-2022</c:v>
                </c:pt>
                <c:pt idx="9701">
                  <c:v>31-03-2022</c:v>
                </c:pt>
                <c:pt idx="9702">
                  <c:v>31-03-2022</c:v>
                </c:pt>
                <c:pt idx="9703">
                  <c:v>31-03-2022</c:v>
                </c:pt>
                <c:pt idx="9704">
                  <c:v>31-03-2022</c:v>
                </c:pt>
                <c:pt idx="9705">
                  <c:v>31-03-2022</c:v>
                </c:pt>
                <c:pt idx="9706">
                  <c:v>31-03-2022</c:v>
                </c:pt>
                <c:pt idx="9707">
                  <c:v>31-03-2022</c:v>
                </c:pt>
                <c:pt idx="9708">
                  <c:v>31-03-2022</c:v>
                </c:pt>
                <c:pt idx="9709">
                  <c:v>31-03-2022</c:v>
                </c:pt>
                <c:pt idx="9710">
                  <c:v>31-03-2022</c:v>
                </c:pt>
                <c:pt idx="9711">
                  <c:v>31-03-2022</c:v>
                </c:pt>
                <c:pt idx="9712">
                  <c:v>31-03-2022</c:v>
                </c:pt>
                <c:pt idx="9713">
                  <c:v>31-03-2022</c:v>
                </c:pt>
                <c:pt idx="9714">
                  <c:v>31-03-2022</c:v>
                </c:pt>
                <c:pt idx="9715">
                  <c:v>31-03-2022</c:v>
                </c:pt>
                <c:pt idx="9716">
                  <c:v>31-03-2022</c:v>
                </c:pt>
                <c:pt idx="9717">
                  <c:v>31-03-2022</c:v>
                </c:pt>
                <c:pt idx="9718">
                  <c:v>31-03-2022</c:v>
                </c:pt>
                <c:pt idx="9719">
                  <c:v>31-03-2022</c:v>
                </c:pt>
                <c:pt idx="9720">
                  <c:v>31-03-2022</c:v>
                </c:pt>
                <c:pt idx="9721">
                  <c:v>31-03-2022</c:v>
                </c:pt>
                <c:pt idx="9722">
                  <c:v>31-03-2022</c:v>
                </c:pt>
                <c:pt idx="9723">
                  <c:v>31-03-2022</c:v>
                </c:pt>
                <c:pt idx="9724">
                  <c:v>31-03-2022</c:v>
                </c:pt>
                <c:pt idx="9725">
                  <c:v>31-03-2022</c:v>
                </c:pt>
                <c:pt idx="9726">
                  <c:v>31-03-2022</c:v>
                </c:pt>
                <c:pt idx="9727">
                  <c:v>31-03-2022</c:v>
                </c:pt>
                <c:pt idx="9728">
                  <c:v>31-03-2022</c:v>
                </c:pt>
                <c:pt idx="9729">
                  <c:v>31-03-2022</c:v>
                </c:pt>
                <c:pt idx="9730">
                  <c:v>31-03-2022</c:v>
                </c:pt>
                <c:pt idx="9731">
                  <c:v>01-04-2022</c:v>
                </c:pt>
                <c:pt idx="9732">
                  <c:v>01-04-2022</c:v>
                </c:pt>
                <c:pt idx="9733">
                  <c:v>01-04-2022</c:v>
                </c:pt>
                <c:pt idx="9734">
                  <c:v>01-04-2022</c:v>
                </c:pt>
                <c:pt idx="9735">
                  <c:v>01-04-2022</c:v>
                </c:pt>
                <c:pt idx="9736">
                  <c:v>01-04-2022</c:v>
                </c:pt>
                <c:pt idx="9737">
                  <c:v>01-04-2022</c:v>
                </c:pt>
                <c:pt idx="9738">
                  <c:v>01-04-2022</c:v>
                </c:pt>
                <c:pt idx="9739">
                  <c:v>01-04-2022</c:v>
                </c:pt>
                <c:pt idx="9740">
                  <c:v>01-04-2022</c:v>
                </c:pt>
                <c:pt idx="9741">
                  <c:v>01-04-2022</c:v>
                </c:pt>
                <c:pt idx="9742">
                  <c:v>01-04-2022</c:v>
                </c:pt>
                <c:pt idx="9743">
                  <c:v>01-04-2022</c:v>
                </c:pt>
                <c:pt idx="9744">
                  <c:v>01-04-2022</c:v>
                </c:pt>
                <c:pt idx="9745">
                  <c:v>01-04-2022</c:v>
                </c:pt>
                <c:pt idx="9746">
                  <c:v>01-04-2022</c:v>
                </c:pt>
                <c:pt idx="9747">
                  <c:v>01-04-2022</c:v>
                </c:pt>
                <c:pt idx="9748">
                  <c:v>01-04-2022</c:v>
                </c:pt>
                <c:pt idx="9749">
                  <c:v>01-04-2022</c:v>
                </c:pt>
                <c:pt idx="9750">
                  <c:v>01-04-2022</c:v>
                </c:pt>
                <c:pt idx="9751">
                  <c:v>01-04-2022</c:v>
                </c:pt>
                <c:pt idx="9752">
                  <c:v>01-04-2022</c:v>
                </c:pt>
                <c:pt idx="9753">
                  <c:v>01-04-2022</c:v>
                </c:pt>
                <c:pt idx="9754">
                  <c:v>01-04-2022</c:v>
                </c:pt>
                <c:pt idx="9755">
                  <c:v>01-04-2022</c:v>
                </c:pt>
                <c:pt idx="9756">
                  <c:v>01-04-2022</c:v>
                </c:pt>
                <c:pt idx="9757">
                  <c:v>01-04-2022</c:v>
                </c:pt>
                <c:pt idx="9758">
                  <c:v>01-04-2022</c:v>
                </c:pt>
                <c:pt idx="9759">
                  <c:v>01-04-2022</c:v>
                </c:pt>
                <c:pt idx="9760">
                  <c:v>01-04-2022</c:v>
                </c:pt>
                <c:pt idx="9761">
                  <c:v>01-04-2022</c:v>
                </c:pt>
                <c:pt idx="9762">
                  <c:v>01-04-2022</c:v>
                </c:pt>
                <c:pt idx="9763">
                  <c:v>01-04-2022</c:v>
                </c:pt>
                <c:pt idx="9764">
                  <c:v>01-04-2022</c:v>
                </c:pt>
                <c:pt idx="9765">
                  <c:v>01-04-2022</c:v>
                </c:pt>
                <c:pt idx="9766">
                  <c:v>01-04-2022</c:v>
                </c:pt>
                <c:pt idx="9767">
                  <c:v>01-04-2022</c:v>
                </c:pt>
                <c:pt idx="9768">
                  <c:v>01-04-2022</c:v>
                </c:pt>
                <c:pt idx="9769">
                  <c:v>01-04-2022</c:v>
                </c:pt>
                <c:pt idx="9770">
                  <c:v>01-04-2022</c:v>
                </c:pt>
                <c:pt idx="9771">
                  <c:v>03-04-2022</c:v>
                </c:pt>
                <c:pt idx="9772">
                  <c:v>03-04-2022</c:v>
                </c:pt>
                <c:pt idx="9773">
                  <c:v>03-04-2022</c:v>
                </c:pt>
                <c:pt idx="9774">
                  <c:v>03-04-2022</c:v>
                </c:pt>
                <c:pt idx="9775">
                  <c:v>03-04-2022</c:v>
                </c:pt>
                <c:pt idx="9776">
                  <c:v>03-04-2022</c:v>
                </c:pt>
                <c:pt idx="9777">
                  <c:v>03-04-2022</c:v>
                </c:pt>
                <c:pt idx="9778">
                  <c:v>03-04-2022</c:v>
                </c:pt>
                <c:pt idx="9779">
                  <c:v>03-04-2022</c:v>
                </c:pt>
                <c:pt idx="9780">
                  <c:v>03-04-2022</c:v>
                </c:pt>
                <c:pt idx="9781">
                  <c:v>03-04-2022</c:v>
                </c:pt>
                <c:pt idx="9782">
                  <c:v>03-04-2022</c:v>
                </c:pt>
                <c:pt idx="9783">
                  <c:v>03-04-2022</c:v>
                </c:pt>
                <c:pt idx="9784">
                  <c:v>03-04-2022</c:v>
                </c:pt>
                <c:pt idx="9785">
                  <c:v>03-04-2022</c:v>
                </c:pt>
                <c:pt idx="9786">
                  <c:v>03-04-2022</c:v>
                </c:pt>
                <c:pt idx="9787">
                  <c:v>03-04-2022</c:v>
                </c:pt>
                <c:pt idx="9788">
                  <c:v>03-04-2022</c:v>
                </c:pt>
                <c:pt idx="9789">
                  <c:v>03-04-2022</c:v>
                </c:pt>
                <c:pt idx="9790">
                  <c:v>03-04-2022</c:v>
                </c:pt>
                <c:pt idx="9791">
                  <c:v>03-04-2022</c:v>
                </c:pt>
                <c:pt idx="9792">
                  <c:v>03-04-2022</c:v>
                </c:pt>
                <c:pt idx="9793">
                  <c:v>03-04-2022</c:v>
                </c:pt>
                <c:pt idx="9794">
                  <c:v>03-04-2022</c:v>
                </c:pt>
                <c:pt idx="9795">
                  <c:v>03-04-2022</c:v>
                </c:pt>
                <c:pt idx="9796">
                  <c:v>03-04-2022</c:v>
                </c:pt>
                <c:pt idx="9797">
                  <c:v>03-04-2022</c:v>
                </c:pt>
                <c:pt idx="9798">
                  <c:v>03-04-2022</c:v>
                </c:pt>
                <c:pt idx="9799">
                  <c:v>03-04-2022</c:v>
                </c:pt>
                <c:pt idx="9800">
                  <c:v>03-04-2022</c:v>
                </c:pt>
                <c:pt idx="9801">
                  <c:v>03-04-2022</c:v>
                </c:pt>
                <c:pt idx="9802">
                  <c:v>03-04-2022</c:v>
                </c:pt>
                <c:pt idx="9803">
                  <c:v>03-04-2022</c:v>
                </c:pt>
                <c:pt idx="9804">
                  <c:v>03-04-2022</c:v>
                </c:pt>
                <c:pt idx="9805">
                  <c:v>03-04-2022</c:v>
                </c:pt>
                <c:pt idx="9806">
                  <c:v>03-04-2022</c:v>
                </c:pt>
                <c:pt idx="9807">
                  <c:v>03-04-2022</c:v>
                </c:pt>
                <c:pt idx="9808">
                  <c:v>03-04-2022</c:v>
                </c:pt>
                <c:pt idx="9809">
                  <c:v>03-04-2022</c:v>
                </c:pt>
                <c:pt idx="9810">
                  <c:v>03-04-2022</c:v>
                </c:pt>
                <c:pt idx="9811">
                  <c:v>04-04-2022</c:v>
                </c:pt>
                <c:pt idx="9812">
                  <c:v>04-04-2022</c:v>
                </c:pt>
                <c:pt idx="9813">
                  <c:v>04-04-2022</c:v>
                </c:pt>
                <c:pt idx="9814">
                  <c:v>04-04-2022</c:v>
                </c:pt>
                <c:pt idx="9815">
                  <c:v>04-04-2022</c:v>
                </c:pt>
                <c:pt idx="9816">
                  <c:v>04-04-2022</c:v>
                </c:pt>
                <c:pt idx="9817">
                  <c:v>04-04-2022</c:v>
                </c:pt>
                <c:pt idx="9818">
                  <c:v>04-04-2022</c:v>
                </c:pt>
                <c:pt idx="9819">
                  <c:v>04-04-2022</c:v>
                </c:pt>
                <c:pt idx="9820">
                  <c:v>04-04-2022</c:v>
                </c:pt>
                <c:pt idx="9821">
                  <c:v>04-04-2022</c:v>
                </c:pt>
                <c:pt idx="9822">
                  <c:v>04-04-2022</c:v>
                </c:pt>
                <c:pt idx="9823">
                  <c:v>04-04-2022</c:v>
                </c:pt>
                <c:pt idx="9824">
                  <c:v>04-04-2022</c:v>
                </c:pt>
                <c:pt idx="9825">
                  <c:v>04-04-2022</c:v>
                </c:pt>
                <c:pt idx="9826">
                  <c:v>04-04-2022</c:v>
                </c:pt>
                <c:pt idx="9827">
                  <c:v>04-04-2022</c:v>
                </c:pt>
                <c:pt idx="9828">
                  <c:v>04-04-2022</c:v>
                </c:pt>
                <c:pt idx="9829">
                  <c:v>04-04-2022</c:v>
                </c:pt>
                <c:pt idx="9830">
                  <c:v>04-04-2022</c:v>
                </c:pt>
                <c:pt idx="9831">
                  <c:v>04-04-2022</c:v>
                </c:pt>
                <c:pt idx="9832">
                  <c:v>04-04-2022</c:v>
                </c:pt>
                <c:pt idx="9833">
                  <c:v>04-04-2022</c:v>
                </c:pt>
                <c:pt idx="9834">
                  <c:v>04-04-2022</c:v>
                </c:pt>
                <c:pt idx="9835">
                  <c:v>04-04-2022</c:v>
                </c:pt>
                <c:pt idx="9836">
                  <c:v>04-04-2022</c:v>
                </c:pt>
                <c:pt idx="9837">
                  <c:v>04-04-2022</c:v>
                </c:pt>
                <c:pt idx="9838">
                  <c:v>04-04-2022</c:v>
                </c:pt>
                <c:pt idx="9839">
                  <c:v>04-04-2022</c:v>
                </c:pt>
                <c:pt idx="9840">
                  <c:v>04-04-2022</c:v>
                </c:pt>
                <c:pt idx="9841">
                  <c:v>04-04-2022</c:v>
                </c:pt>
                <c:pt idx="9842">
                  <c:v>04-04-2022</c:v>
                </c:pt>
                <c:pt idx="9843">
                  <c:v>04-04-2022</c:v>
                </c:pt>
                <c:pt idx="9844">
                  <c:v>04-04-2022</c:v>
                </c:pt>
                <c:pt idx="9845">
                  <c:v>04-04-2022</c:v>
                </c:pt>
                <c:pt idx="9846">
                  <c:v>04-04-2022</c:v>
                </c:pt>
                <c:pt idx="9847">
                  <c:v>04-04-2022</c:v>
                </c:pt>
                <c:pt idx="9848">
                  <c:v>04-04-2022</c:v>
                </c:pt>
                <c:pt idx="9849">
                  <c:v>04-04-2022</c:v>
                </c:pt>
                <c:pt idx="9850">
                  <c:v>04-04-2022</c:v>
                </c:pt>
                <c:pt idx="9851">
                  <c:v>05-04-2022</c:v>
                </c:pt>
                <c:pt idx="9852">
                  <c:v>05-04-2022</c:v>
                </c:pt>
                <c:pt idx="9853">
                  <c:v>05-04-2022</c:v>
                </c:pt>
                <c:pt idx="9854">
                  <c:v>05-04-2022</c:v>
                </c:pt>
                <c:pt idx="9855">
                  <c:v>05-04-2022</c:v>
                </c:pt>
                <c:pt idx="9856">
                  <c:v>05-04-2022</c:v>
                </c:pt>
                <c:pt idx="9857">
                  <c:v>05-04-2022</c:v>
                </c:pt>
                <c:pt idx="9858">
                  <c:v>05-04-2022</c:v>
                </c:pt>
                <c:pt idx="9859">
                  <c:v>05-04-2022</c:v>
                </c:pt>
                <c:pt idx="9860">
                  <c:v>05-04-2022</c:v>
                </c:pt>
                <c:pt idx="9861">
                  <c:v>05-04-2022</c:v>
                </c:pt>
                <c:pt idx="9862">
                  <c:v>05-04-2022</c:v>
                </c:pt>
                <c:pt idx="9863">
                  <c:v>05-04-2022</c:v>
                </c:pt>
                <c:pt idx="9864">
                  <c:v>05-04-2022</c:v>
                </c:pt>
                <c:pt idx="9865">
                  <c:v>05-04-2022</c:v>
                </c:pt>
                <c:pt idx="9866">
                  <c:v>05-04-2022</c:v>
                </c:pt>
                <c:pt idx="9867">
                  <c:v>05-04-2022</c:v>
                </c:pt>
                <c:pt idx="9868">
                  <c:v>05-04-2022</c:v>
                </c:pt>
                <c:pt idx="9869">
                  <c:v>05-04-2022</c:v>
                </c:pt>
                <c:pt idx="9870">
                  <c:v>05-04-2022</c:v>
                </c:pt>
                <c:pt idx="9871">
                  <c:v>05-04-2022</c:v>
                </c:pt>
                <c:pt idx="9872">
                  <c:v>05-04-2022</c:v>
                </c:pt>
                <c:pt idx="9873">
                  <c:v>05-04-2022</c:v>
                </c:pt>
                <c:pt idx="9874">
                  <c:v>05-04-2022</c:v>
                </c:pt>
                <c:pt idx="9875">
                  <c:v>05-04-2022</c:v>
                </c:pt>
                <c:pt idx="9876">
                  <c:v>05-04-2022</c:v>
                </c:pt>
                <c:pt idx="9877">
                  <c:v>05-04-2022</c:v>
                </c:pt>
                <c:pt idx="9878">
                  <c:v>05-04-2022</c:v>
                </c:pt>
                <c:pt idx="9879">
                  <c:v>05-04-2022</c:v>
                </c:pt>
                <c:pt idx="9880">
                  <c:v>05-04-2022</c:v>
                </c:pt>
                <c:pt idx="9881">
                  <c:v>05-04-2022</c:v>
                </c:pt>
                <c:pt idx="9882">
                  <c:v>05-04-2022</c:v>
                </c:pt>
                <c:pt idx="9883">
                  <c:v>05-04-2022</c:v>
                </c:pt>
                <c:pt idx="9884">
                  <c:v>05-04-2022</c:v>
                </c:pt>
                <c:pt idx="9885">
                  <c:v>05-04-2022</c:v>
                </c:pt>
                <c:pt idx="9886">
                  <c:v>05-04-2022</c:v>
                </c:pt>
                <c:pt idx="9887">
                  <c:v>05-04-2022</c:v>
                </c:pt>
                <c:pt idx="9888">
                  <c:v>05-04-2022</c:v>
                </c:pt>
                <c:pt idx="9889">
                  <c:v>05-04-2022</c:v>
                </c:pt>
                <c:pt idx="9890">
                  <c:v>05-04-2022</c:v>
                </c:pt>
                <c:pt idx="9891">
                  <c:v>06-04-2022</c:v>
                </c:pt>
                <c:pt idx="9892">
                  <c:v>06-04-2022</c:v>
                </c:pt>
                <c:pt idx="9893">
                  <c:v>06-04-2022</c:v>
                </c:pt>
                <c:pt idx="9894">
                  <c:v>06-04-2022</c:v>
                </c:pt>
                <c:pt idx="9895">
                  <c:v>06-04-2022</c:v>
                </c:pt>
                <c:pt idx="9896">
                  <c:v>06-04-2022</c:v>
                </c:pt>
                <c:pt idx="9897">
                  <c:v>06-04-2022</c:v>
                </c:pt>
                <c:pt idx="9898">
                  <c:v>06-04-2022</c:v>
                </c:pt>
                <c:pt idx="9899">
                  <c:v>06-04-2022</c:v>
                </c:pt>
                <c:pt idx="9900">
                  <c:v>06-04-2022</c:v>
                </c:pt>
                <c:pt idx="9901">
                  <c:v>06-04-2022</c:v>
                </c:pt>
                <c:pt idx="9902">
                  <c:v>06-04-2022</c:v>
                </c:pt>
                <c:pt idx="9903">
                  <c:v>06-04-2022</c:v>
                </c:pt>
                <c:pt idx="9904">
                  <c:v>06-04-2022</c:v>
                </c:pt>
                <c:pt idx="9905">
                  <c:v>06-04-2022</c:v>
                </c:pt>
                <c:pt idx="9906">
                  <c:v>06-04-2022</c:v>
                </c:pt>
                <c:pt idx="9907">
                  <c:v>06-04-2022</c:v>
                </c:pt>
                <c:pt idx="9908">
                  <c:v>06-04-2022</c:v>
                </c:pt>
                <c:pt idx="9909">
                  <c:v>06-04-2022</c:v>
                </c:pt>
                <c:pt idx="9910">
                  <c:v>06-04-2022</c:v>
                </c:pt>
                <c:pt idx="9911">
                  <c:v>06-04-2022</c:v>
                </c:pt>
                <c:pt idx="9912">
                  <c:v>06-04-2022</c:v>
                </c:pt>
                <c:pt idx="9913">
                  <c:v>06-04-2022</c:v>
                </c:pt>
                <c:pt idx="9914">
                  <c:v>06-04-2022</c:v>
                </c:pt>
                <c:pt idx="9915">
                  <c:v>06-04-2022</c:v>
                </c:pt>
                <c:pt idx="9916">
                  <c:v>06-04-2022</c:v>
                </c:pt>
                <c:pt idx="9917">
                  <c:v>06-04-2022</c:v>
                </c:pt>
                <c:pt idx="9918">
                  <c:v>06-04-2022</c:v>
                </c:pt>
                <c:pt idx="9919">
                  <c:v>06-04-2022</c:v>
                </c:pt>
                <c:pt idx="9920">
                  <c:v>06-04-2022</c:v>
                </c:pt>
                <c:pt idx="9921">
                  <c:v>06-04-2022</c:v>
                </c:pt>
                <c:pt idx="9922">
                  <c:v>06-04-2022</c:v>
                </c:pt>
                <c:pt idx="9923">
                  <c:v>06-04-2022</c:v>
                </c:pt>
                <c:pt idx="9924">
                  <c:v>06-04-2022</c:v>
                </c:pt>
                <c:pt idx="9925">
                  <c:v>06-04-2022</c:v>
                </c:pt>
                <c:pt idx="9926">
                  <c:v>06-04-2022</c:v>
                </c:pt>
                <c:pt idx="9927">
                  <c:v>06-04-2022</c:v>
                </c:pt>
                <c:pt idx="9928">
                  <c:v>06-04-2022</c:v>
                </c:pt>
                <c:pt idx="9929">
                  <c:v>06-04-2022</c:v>
                </c:pt>
                <c:pt idx="9930">
                  <c:v>06-04-2022</c:v>
                </c:pt>
                <c:pt idx="9931">
                  <c:v>07-04-2022</c:v>
                </c:pt>
                <c:pt idx="9932">
                  <c:v>07-04-2022</c:v>
                </c:pt>
                <c:pt idx="9933">
                  <c:v>07-04-2022</c:v>
                </c:pt>
                <c:pt idx="9934">
                  <c:v>07-04-2022</c:v>
                </c:pt>
                <c:pt idx="9935">
                  <c:v>07-04-2022</c:v>
                </c:pt>
                <c:pt idx="9936">
                  <c:v>07-04-2022</c:v>
                </c:pt>
                <c:pt idx="9937">
                  <c:v>07-04-2022</c:v>
                </c:pt>
                <c:pt idx="9938">
                  <c:v>07-04-2022</c:v>
                </c:pt>
                <c:pt idx="9939">
                  <c:v>07-04-2022</c:v>
                </c:pt>
                <c:pt idx="9940">
                  <c:v>07-04-2022</c:v>
                </c:pt>
                <c:pt idx="9941">
                  <c:v>07-04-2022</c:v>
                </c:pt>
                <c:pt idx="9942">
                  <c:v>07-04-2022</c:v>
                </c:pt>
                <c:pt idx="9943">
                  <c:v>07-04-2022</c:v>
                </c:pt>
                <c:pt idx="9944">
                  <c:v>07-04-2022</c:v>
                </c:pt>
                <c:pt idx="9945">
                  <c:v>07-04-2022</c:v>
                </c:pt>
                <c:pt idx="9946">
                  <c:v>07-04-2022</c:v>
                </c:pt>
                <c:pt idx="9947">
                  <c:v>07-04-2022</c:v>
                </c:pt>
                <c:pt idx="9948">
                  <c:v>07-04-2022</c:v>
                </c:pt>
                <c:pt idx="9949">
                  <c:v>07-04-2022</c:v>
                </c:pt>
                <c:pt idx="9950">
                  <c:v>07-04-2022</c:v>
                </c:pt>
                <c:pt idx="9951">
                  <c:v>07-04-2022</c:v>
                </c:pt>
                <c:pt idx="9952">
                  <c:v>07-04-2022</c:v>
                </c:pt>
                <c:pt idx="9953">
                  <c:v>07-04-2022</c:v>
                </c:pt>
                <c:pt idx="9954">
                  <c:v>07-04-2022</c:v>
                </c:pt>
                <c:pt idx="9955">
                  <c:v>07-04-2022</c:v>
                </c:pt>
                <c:pt idx="9956">
                  <c:v>07-04-2022</c:v>
                </c:pt>
                <c:pt idx="9957">
                  <c:v>07-04-2022</c:v>
                </c:pt>
                <c:pt idx="9958">
                  <c:v>07-04-2022</c:v>
                </c:pt>
                <c:pt idx="9959">
                  <c:v>07-04-2022</c:v>
                </c:pt>
                <c:pt idx="9960">
                  <c:v>07-04-2022</c:v>
                </c:pt>
                <c:pt idx="9961">
                  <c:v>07-04-2022</c:v>
                </c:pt>
                <c:pt idx="9962">
                  <c:v>07-04-2022</c:v>
                </c:pt>
                <c:pt idx="9963">
                  <c:v>07-04-2022</c:v>
                </c:pt>
                <c:pt idx="9964">
                  <c:v>07-04-2022</c:v>
                </c:pt>
                <c:pt idx="9965">
                  <c:v>07-04-2022</c:v>
                </c:pt>
                <c:pt idx="9966">
                  <c:v>07-04-2022</c:v>
                </c:pt>
                <c:pt idx="9967">
                  <c:v>07-04-2022</c:v>
                </c:pt>
                <c:pt idx="9968">
                  <c:v>07-04-2022</c:v>
                </c:pt>
                <c:pt idx="9969">
                  <c:v>07-04-2022</c:v>
                </c:pt>
                <c:pt idx="9970">
                  <c:v>07-04-2022</c:v>
                </c:pt>
                <c:pt idx="9971">
                  <c:v>08-04-2022</c:v>
                </c:pt>
                <c:pt idx="9972">
                  <c:v>08-04-2022</c:v>
                </c:pt>
                <c:pt idx="9973">
                  <c:v>08-04-2022</c:v>
                </c:pt>
                <c:pt idx="9974">
                  <c:v>08-04-2022</c:v>
                </c:pt>
                <c:pt idx="9975">
                  <c:v>08-04-2022</c:v>
                </c:pt>
                <c:pt idx="9976">
                  <c:v>08-04-2022</c:v>
                </c:pt>
                <c:pt idx="9977">
                  <c:v>08-04-2022</c:v>
                </c:pt>
                <c:pt idx="9978">
                  <c:v>08-04-2022</c:v>
                </c:pt>
                <c:pt idx="9979">
                  <c:v>08-04-2022</c:v>
                </c:pt>
                <c:pt idx="9980">
                  <c:v>08-04-2022</c:v>
                </c:pt>
                <c:pt idx="9981">
                  <c:v>08-04-2022</c:v>
                </c:pt>
                <c:pt idx="9982">
                  <c:v>08-04-2022</c:v>
                </c:pt>
                <c:pt idx="9983">
                  <c:v>08-04-2022</c:v>
                </c:pt>
                <c:pt idx="9984">
                  <c:v>08-04-2022</c:v>
                </c:pt>
                <c:pt idx="9985">
                  <c:v>08-04-2022</c:v>
                </c:pt>
                <c:pt idx="9986">
                  <c:v>08-04-2022</c:v>
                </c:pt>
                <c:pt idx="9987">
                  <c:v>08-04-2022</c:v>
                </c:pt>
                <c:pt idx="9988">
                  <c:v>08-04-2022</c:v>
                </c:pt>
                <c:pt idx="9989">
                  <c:v>08-04-2022</c:v>
                </c:pt>
                <c:pt idx="9990">
                  <c:v>08-04-2022</c:v>
                </c:pt>
                <c:pt idx="9991">
                  <c:v>08-04-2022</c:v>
                </c:pt>
                <c:pt idx="9992">
                  <c:v>08-04-2022</c:v>
                </c:pt>
                <c:pt idx="9993">
                  <c:v>08-04-2022</c:v>
                </c:pt>
                <c:pt idx="9994">
                  <c:v>08-04-2022</c:v>
                </c:pt>
                <c:pt idx="9995">
                  <c:v>08-04-2022</c:v>
                </c:pt>
                <c:pt idx="9996">
                  <c:v>08-04-2022</c:v>
                </c:pt>
                <c:pt idx="9997">
                  <c:v>08-04-2022</c:v>
                </c:pt>
                <c:pt idx="9998">
                  <c:v>08-04-2022</c:v>
                </c:pt>
                <c:pt idx="9999">
                  <c:v>08-04-2022</c:v>
                </c:pt>
                <c:pt idx="10000">
                  <c:v>08-04-2022</c:v>
                </c:pt>
                <c:pt idx="10001">
                  <c:v>08-04-2022</c:v>
                </c:pt>
                <c:pt idx="10002">
                  <c:v>08-04-2022</c:v>
                </c:pt>
                <c:pt idx="10003">
                  <c:v>08-04-2022</c:v>
                </c:pt>
                <c:pt idx="10004">
                  <c:v>08-04-2022</c:v>
                </c:pt>
                <c:pt idx="10005">
                  <c:v>08-04-2022</c:v>
                </c:pt>
                <c:pt idx="10006">
                  <c:v>08-04-2022</c:v>
                </c:pt>
                <c:pt idx="10007">
                  <c:v>08-04-2022</c:v>
                </c:pt>
                <c:pt idx="10008">
                  <c:v>08-04-2022</c:v>
                </c:pt>
                <c:pt idx="10009">
                  <c:v>08-04-2022</c:v>
                </c:pt>
                <c:pt idx="10010">
                  <c:v>08-04-2022</c:v>
                </c:pt>
                <c:pt idx="10011">
                  <c:v>09-04-2022</c:v>
                </c:pt>
                <c:pt idx="10012">
                  <c:v>09-04-2022</c:v>
                </c:pt>
                <c:pt idx="10013">
                  <c:v>09-04-2022</c:v>
                </c:pt>
                <c:pt idx="10014">
                  <c:v>09-04-2022</c:v>
                </c:pt>
                <c:pt idx="10015">
                  <c:v>09-04-2022</c:v>
                </c:pt>
                <c:pt idx="10016">
                  <c:v>09-04-2022</c:v>
                </c:pt>
                <c:pt idx="10017">
                  <c:v>09-04-2022</c:v>
                </c:pt>
                <c:pt idx="10018">
                  <c:v>09-04-2022</c:v>
                </c:pt>
                <c:pt idx="10019">
                  <c:v>09-04-2022</c:v>
                </c:pt>
                <c:pt idx="10020">
                  <c:v>09-04-2022</c:v>
                </c:pt>
                <c:pt idx="10021">
                  <c:v>09-04-2022</c:v>
                </c:pt>
                <c:pt idx="10022">
                  <c:v>09-04-2022</c:v>
                </c:pt>
                <c:pt idx="10023">
                  <c:v>09-04-2022</c:v>
                </c:pt>
                <c:pt idx="10024">
                  <c:v>09-04-2022</c:v>
                </c:pt>
                <c:pt idx="10025">
                  <c:v>09-04-2022</c:v>
                </c:pt>
                <c:pt idx="10026">
                  <c:v>09-04-2022</c:v>
                </c:pt>
                <c:pt idx="10027">
                  <c:v>09-04-2022</c:v>
                </c:pt>
                <c:pt idx="10028">
                  <c:v>09-04-2022</c:v>
                </c:pt>
                <c:pt idx="10029">
                  <c:v>09-04-2022</c:v>
                </c:pt>
                <c:pt idx="10030">
                  <c:v>09-04-2022</c:v>
                </c:pt>
                <c:pt idx="10031">
                  <c:v>09-04-2022</c:v>
                </c:pt>
                <c:pt idx="10032">
                  <c:v>09-04-2022</c:v>
                </c:pt>
                <c:pt idx="10033">
                  <c:v>09-04-2022</c:v>
                </c:pt>
                <c:pt idx="10034">
                  <c:v>09-04-2022</c:v>
                </c:pt>
                <c:pt idx="10035">
                  <c:v>09-04-2022</c:v>
                </c:pt>
                <c:pt idx="10036">
                  <c:v>09-04-2022</c:v>
                </c:pt>
                <c:pt idx="10037">
                  <c:v>09-04-2022</c:v>
                </c:pt>
                <c:pt idx="10038">
                  <c:v>09-04-2022</c:v>
                </c:pt>
                <c:pt idx="10039">
                  <c:v>09-04-2022</c:v>
                </c:pt>
                <c:pt idx="10040">
                  <c:v>09-04-2022</c:v>
                </c:pt>
                <c:pt idx="10041">
                  <c:v>09-04-2022</c:v>
                </c:pt>
                <c:pt idx="10042">
                  <c:v>09-04-2022</c:v>
                </c:pt>
                <c:pt idx="10043">
                  <c:v>09-04-2022</c:v>
                </c:pt>
                <c:pt idx="10044">
                  <c:v>09-04-2022</c:v>
                </c:pt>
                <c:pt idx="10045">
                  <c:v>09-04-2022</c:v>
                </c:pt>
                <c:pt idx="10046">
                  <c:v>09-04-2022</c:v>
                </c:pt>
                <c:pt idx="10047">
                  <c:v>09-04-2022</c:v>
                </c:pt>
                <c:pt idx="10048">
                  <c:v>09-04-2022</c:v>
                </c:pt>
                <c:pt idx="10049">
                  <c:v>09-04-2022</c:v>
                </c:pt>
                <c:pt idx="10050">
                  <c:v>09-04-2022</c:v>
                </c:pt>
                <c:pt idx="10051">
                  <c:v>10-04-2022</c:v>
                </c:pt>
                <c:pt idx="10052">
                  <c:v>10-04-2022</c:v>
                </c:pt>
                <c:pt idx="10053">
                  <c:v>10-04-2022</c:v>
                </c:pt>
                <c:pt idx="10054">
                  <c:v>10-04-2022</c:v>
                </c:pt>
                <c:pt idx="10055">
                  <c:v>10-04-2022</c:v>
                </c:pt>
                <c:pt idx="10056">
                  <c:v>10-04-2022</c:v>
                </c:pt>
                <c:pt idx="10057">
                  <c:v>10-04-2022</c:v>
                </c:pt>
                <c:pt idx="10058">
                  <c:v>10-04-2022</c:v>
                </c:pt>
                <c:pt idx="10059">
                  <c:v>10-04-2022</c:v>
                </c:pt>
                <c:pt idx="10060">
                  <c:v>10-04-2022</c:v>
                </c:pt>
                <c:pt idx="10061">
                  <c:v>10-04-2022</c:v>
                </c:pt>
                <c:pt idx="10062">
                  <c:v>10-04-2022</c:v>
                </c:pt>
                <c:pt idx="10063">
                  <c:v>10-04-2022</c:v>
                </c:pt>
                <c:pt idx="10064">
                  <c:v>10-04-2022</c:v>
                </c:pt>
                <c:pt idx="10065">
                  <c:v>10-04-2022</c:v>
                </c:pt>
                <c:pt idx="10066">
                  <c:v>10-04-2022</c:v>
                </c:pt>
                <c:pt idx="10067">
                  <c:v>10-04-2022</c:v>
                </c:pt>
                <c:pt idx="10068">
                  <c:v>10-04-2022</c:v>
                </c:pt>
                <c:pt idx="10069">
                  <c:v>10-04-2022</c:v>
                </c:pt>
                <c:pt idx="10070">
                  <c:v>10-04-2022</c:v>
                </c:pt>
                <c:pt idx="10071">
                  <c:v>10-04-2022</c:v>
                </c:pt>
                <c:pt idx="10072">
                  <c:v>10-04-2022</c:v>
                </c:pt>
                <c:pt idx="10073">
                  <c:v>10-04-2022</c:v>
                </c:pt>
                <c:pt idx="10074">
                  <c:v>10-04-2022</c:v>
                </c:pt>
                <c:pt idx="10075">
                  <c:v>10-04-2022</c:v>
                </c:pt>
                <c:pt idx="10076">
                  <c:v>10-04-2022</c:v>
                </c:pt>
                <c:pt idx="10077">
                  <c:v>10-04-2022</c:v>
                </c:pt>
                <c:pt idx="10078">
                  <c:v>10-04-2022</c:v>
                </c:pt>
                <c:pt idx="10079">
                  <c:v>10-04-2022</c:v>
                </c:pt>
                <c:pt idx="10080">
                  <c:v>10-04-2022</c:v>
                </c:pt>
                <c:pt idx="10081">
                  <c:v>10-04-2022</c:v>
                </c:pt>
                <c:pt idx="10082">
                  <c:v>10-04-2022</c:v>
                </c:pt>
                <c:pt idx="10083">
                  <c:v>10-04-2022</c:v>
                </c:pt>
                <c:pt idx="10084">
                  <c:v>10-04-2022</c:v>
                </c:pt>
                <c:pt idx="10085">
                  <c:v>10-04-2022</c:v>
                </c:pt>
                <c:pt idx="10086">
                  <c:v>10-04-2022</c:v>
                </c:pt>
                <c:pt idx="10087">
                  <c:v>10-04-2022</c:v>
                </c:pt>
                <c:pt idx="10088">
                  <c:v>10-04-2022</c:v>
                </c:pt>
                <c:pt idx="10089">
                  <c:v>10-04-2022</c:v>
                </c:pt>
                <c:pt idx="10090">
                  <c:v>10-04-2022</c:v>
                </c:pt>
                <c:pt idx="10091">
                  <c:v>10-04-2022</c:v>
                </c:pt>
                <c:pt idx="10092">
                  <c:v>10-04-2022</c:v>
                </c:pt>
                <c:pt idx="10093">
                  <c:v>10-04-2022</c:v>
                </c:pt>
                <c:pt idx="10094">
                  <c:v>10-04-2022</c:v>
                </c:pt>
                <c:pt idx="10095">
                  <c:v>10-04-2022</c:v>
                </c:pt>
                <c:pt idx="10096">
                  <c:v>10-04-2022</c:v>
                </c:pt>
                <c:pt idx="10097">
                  <c:v>10-04-2022</c:v>
                </c:pt>
                <c:pt idx="10098">
                  <c:v>10-04-2022</c:v>
                </c:pt>
                <c:pt idx="10099">
                  <c:v>10-04-2022</c:v>
                </c:pt>
                <c:pt idx="10100">
                  <c:v>11-04-2022</c:v>
                </c:pt>
                <c:pt idx="10101">
                  <c:v>11-04-2022</c:v>
                </c:pt>
                <c:pt idx="10102">
                  <c:v>11-04-2022</c:v>
                </c:pt>
                <c:pt idx="10103">
                  <c:v>11-04-2022</c:v>
                </c:pt>
                <c:pt idx="10104">
                  <c:v>11-04-2022</c:v>
                </c:pt>
                <c:pt idx="10105">
                  <c:v>11-04-2022</c:v>
                </c:pt>
                <c:pt idx="10106">
                  <c:v>11-04-2022</c:v>
                </c:pt>
                <c:pt idx="10107">
                  <c:v>11-04-2022</c:v>
                </c:pt>
                <c:pt idx="10108">
                  <c:v>11-04-2022</c:v>
                </c:pt>
                <c:pt idx="10109">
                  <c:v>11-04-2022</c:v>
                </c:pt>
                <c:pt idx="10110">
                  <c:v>11-04-2022</c:v>
                </c:pt>
                <c:pt idx="10111">
                  <c:v>11-04-2022</c:v>
                </c:pt>
                <c:pt idx="10112">
                  <c:v>11-04-2022</c:v>
                </c:pt>
                <c:pt idx="10113">
                  <c:v>11-04-2022</c:v>
                </c:pt>
                <c:pt idx="10114">
                  <c:v>11-04-2022</c:v>
                </c:pt>
                <c:pt idx="10115">
                  <c:v>11-04-2022</c:v>
                </c:pt>
                <c:pt idx="10116">
                  <c:v>11-04-2022</c:v>
                </c:pt>
                <c:pt idx="10117">
                  <c:v>11-04-2022</c:v>
                </c:pt>
                <c:pt idx="10118">
                  <c:v>11-04-2022</c:v>
                </c:pt>
                <c:pt idx="10119">
                  <c:v>11-04-2022</c:v>
                </c:pt>
                <c:pt idx="10120">
                  <c:v>11-04-2022</c:v>
                </c:pt>
                <c:pt idx="10121">
                  <c:v>11-04-2022</c:v>
                </c:pt>
                <c:pt idx="10122">
                  <c:v>11-04-2022</c:v>
                </c:pt>
                <c:pt idx="10123">
                  <c:v>11-04-2022</c:v>
                </c:pt>
                <c:pt idx="10124">
                  <c:v>11-04-2022</c:v>
                </c:pt>
                <c:pt idx="10125">
                  <c:v>11-04-2022</c:v>
                </c:pt>
                <c:pt idx="10126">
                  <c:v>11-04-2022</c:v>
                </c:pt>
                <c:pt idx="10127">
                  <c:v>11-04-2022</c:v>
                </c:pt>
                <c:pt idx="10128">
                  <c:v>11-04-2022</c:v>
                </c:pt>
                <c:pt idx="10129">
                  <c:v>11-04-2022</c:v>
                </c:pt>
                <c:pt idx="10130">
                  <c:v>11-04-2022</c:v>
                </c:pt>
                <c:pt idx="10131">
                  <c:v>11-04-2022</c:v>
                </c:pt>
                <c:pt idx="10132">
                  <c:v>11-04-2022</c:v>
                </c:pt>
                <c:pt idx="10133">
                  <c:v>11-04-2022</c:v>
                </c:pt>
                <c:pt idx="10134">
                  <c:v>11-04-2022</c:v>
                </c:pt>
                <c:pt idx="10135">
                  <c:v>11-04-2022</c:v>
                </c:pt>
                <c:pt idx="10136">
                  <c:v>11-04-2022</c:v>
                </c:pt>
                <c:pt idx="10137">
                  <c:v>11-04-2022</c:v>
                </c:pt>
                <c:pt idx="10138">
                  <c:v>11-04-2022</c:v>
                </c:pt>
                <c:pt idx="10139">
                  <c:v>11-04-2022</c:v>
                </c:pt>
                <c:pt idx="10140">
                  <c:v>11-04-2022</c:v>
                </c:pt>
                <c:pt idx="10141">
                  <c:v>11-04-2022</c:v>
                </c:pt>
                <c:pt idx="10142">
                  <c:v>11-04-2022</c:v>
                </c:pt>
                <c:pt idx="10143">
                  <c:v>11-04-2022</c:v>
                </c:pt>
                <c:pt idx="10144">
                  <c:v>11-04-2022</c:v>
                </c:pt>
                <c:pt idx="10145">
                  <c:v>11-04-2022</c:v>
                </c:pt>
                <c:pt idx="10146">
                  <c:v>11-04-2022</c:v>
                </c:pt>
                <c:pt idx="10147">
                  <c:v>12-04-2022</c:v>
                </c:pt>
                <c:pt idx="10148">
                  <c:v>12-04-2022</c:v>
                </c:pt>
                <c:pt idx="10149">
                  <c:v>12-04-2022</c:v>
                </c:pt>
                <c:pt idx="10150">
                  <c:v>12-04-2022</c:v>
                </c:pt>
                <c:pt idx="10151">
                  <c:v>12-04-2022</c:v>
                </c:pt>
                <c:pt idx="10152">
                  <c:v>12-04-2022</c:v>
                </c:pt>
                <c:pt idx="10153">
                  <c:v>12-04-2022</c:v>
                </c:pt>
                <c:pt idx="10154">
                  <c:v>12-04-2022</c:v>
                </c:pt>
                <c:pt idx="10155">
                  <c:v>12-04-2022</c:v>
                </c:pt>
                <c:pt idx="10156">
                  <c:v>12-04-2022</c:v>
                </c:pt>
                <c:pt idx="10157">
                  <c:v>12-04-2022</c:v>
                </c:pt>
                <c:pt idx="10158">
                  <c:v>12-04-2022</c:v>
                </c:pt>
                <c:pt idx="10159">
                  <c:v>12-04-2022</c:v>
                </c:pt>
                <c:pt idx="10160">
                  <c:v>12-04-2022</c:v>
                </c:pt>
                <c:pt idx="10161">
                  <c:v>12-04-2022</c:v>
                </c:pt>
                <c:pt idx="10162">
                  <c:v>12-04-2022</c:v>
                </c:pt>
                <c:pt idx="10163">
                  <c:v>12-04-2022</c:v>
                </c:pt>
                <c:pt idx="10164">
                  <c:v>12-04-2022</c:v>
                </c:pt>
                <c:pt idx="10165">
                  <c:v>12-04-2022</c:v>
                </c:pt>
                <c:pt idx="10166">
                  <c:v>12-04-2022</c:v>
                </c:pt>
                <c:pt idx="10167">
                  <c:v>12-04-2022</c:v>
                </c:pt>
                <c:pt idx="10168">
                  <c:v>12-04-2022</c:v>
                </c:pt>
                <c:pt idx="10169">
                  <c:v>12-04-2022</c:v>
                </c:pt>
                <c:pt idx="10170">
                  <c:v>12-04-2022</c:v>
                </c:pt>
                <c:pt idx="10171">
                  <c:v>12-04-2022</c:v>
                </c:pt>
                <c:pt idx="10172">
                  <c:v>12-04-2022</c:v>
                </c:pt>
                <c:pt idx="10173">
                  <c:v>12-04-2022</c:v>
                </c:pt>
                <c:pt idx="10174">
                  <c:v>12-04-2022</c:v>
                </c:pt>
                <c:pt idx="10175">
                  <c:v>12-04-2022</c:v>
                </c:pt>
                <c:pt idx="10176">
                  <c:v>12-04-2022</c:v>
                </c:pt>
                <c:pt idx="10177">
                  <c:v>12-04-2022</c:v>
                </c:pt>
                <c:pt idx="10178">
                  <c:v>12-04-2022</c:v>
                </c:pt>
                <c:pt idx="10179">
                  <c:v>12-04-2022</c:v>
                </c:pt>
                <c:pt idx="10180">
                  <c:v>12-04-2022</c:v>
                </c:pt>
                <c:pt idx="10181">
                  <c:v>12-04-2022</c:v>
                </c:pt>
                <c:pt idx="10182">
                  <c:v>12-04-2022</c:v>
                </c:pt>
                <c:pt idx="10183">
                  <c:v>12-04-2022</c:v>
                </c:pt>
                <c:pt idx="10184">
                  <c:v>12-04-2022</c:v>
                </c:pt>
                <c:pt idx="10185">
                  <c:v>12-04-2022</c:v>
                </c:pt>
                <c:pt idx="10186">
                  <c:v>12-04-2022</c:v>
                </c:pt>
                <c:pt idx="10187">
                  <c:v>13-04-2022</c:v>
                </c:pt>
                <c:pt idx="10188">
                  <c:v>13-04-2022</c:v>
                </c:pt>
                <c:pt idx="10189">
                  <c:v>13-04-2022</c:v>
                </c:pt>
                <c:pt idx="10190">
                  <c:v>13-04-2022</c:v>
                </c:pt>
                <c:pt idx="10191">
                  <c:v>13-04-2022</c:v>
                </c:pt>
                <c:pt idx="10192">
                  <c:v>13-04-2022</c:v>
                </c:pt>
                <c:pt idx="10193">
                  <c:v>13-04-2022</c:v>
                </c:pt>
                <c:pt idx="10194">
                  <c:v>13-04-2022</c:v>
                </c:pt>
                <c:pt idx="10195">
                  <c:v>13-04-2022</c:v>
                </c:pt>
                <c:pt idx="10196">
                  <c:v>13-04-2022</c:v>
                </c:pt>
                <c:pt idx="10197">
                  <c:v>13-04-2022</c:v>
                </c:pt>
                <c:pt idx="10198">
                  <c:v>13-04-2022</c:v>
                </c:pt>
                <c:pt idx="10199">
                  <c:v>13-04-2022</c:v>
                </c:pt>
                <c:pt idx="10200">
                  <c:v>13-04-2022</c:v>
                </c:pt>
                <c:pt idx="10201">
                  <c:v>13-04-2022</c:v>
                </c:pt>
                <c:pt idx="10202">
                  <c:v>13-04-2022</c:v>
                </c:pt>
                <c:pt idx="10203">
                  <c:v>13-04-2022</c:v>
                </c:pt>
                <c:pt idx="10204">
                  <c:v>13-04-2022</c:v>
                </c:pt>
                <c:pt idx="10205">
                  <c:v>13-04-2022</c:v>
                </c:pt>
                <c:pt idx="10206">
                  <c:v>13-04-2022</c:v>
                </c:pt>
                <c:pt idx="10207">
                  <c:v>13-04-2022</c:v>
                </c:pt>
                <c:pt idx="10208">
                  <c:v>13-04-2022</c:v>
                </c:pt>
                <c:pt idx="10209">
                  <c:v>13-04-2022</c:v>
                </c:pt>
                <c:pt idx="10210">
                  <c:v>13-04-2022</c:v>
                </c:pt>
                <c:pt idx="10211">
                  <c:v>13-04-2022</c:v>
                </c:pt>
                <c:pt idx="10212">
                  <c:v>13-04-2022</c:v>
                </c:pt>
                <c:pt idx="10213">
                  <c:v>13-04-2022</c:v>
                </c:pt>
                <c:pt idx="10214">
                  <c:v>13-04-2022</c:v>
                </c:pt>
                <c:pt idx="10215">
                  <c:v>13-04-2022</c:v>
                </c:pt>
                <c:pt idx="10216">
                  <c:v>13-04-2022</c:v>
                </c:pt>
                <c:pt idx="10217">
                  <c:v>13-04-2022</c:v>
                </c:pt>
                <c:pt idx="10218">
                  <c:v>13-04-2022</c:v>
                </c:pt>
                <c:pt idx="10219">
                  <c:v>13-04-2022</c:v>
                </c:pt>
                <c:pt idx="10220">
                  <c:v>13-04-2022</c:v>
                </c:pt>
                <c:pt idx="10221">
                  <c:v>13-04-2022</c:v>
                </c:pt>
                <c:pt idx="10222">
                  <c:v>13-04-2022</c:v>
                </c:pt>
                <c:pt idx="10223">
                  <c:v>13-04-2022</c:v>
                </c:pt>
                <c:pt idx="10224">
                  <c:v>13-04-2022</c:v>
                </c:pt>
                <c:pt idx="10225">
                  <c:v>13-04-2022</c:v>
                </c:pt>
                <c:pt idx="10226">
                  <c:v>13-04-2022</c:v>
                </c:pt>
                <c:pt idx="10227">
                  <c:v>14-04-2022</c:v>
                </c:pt>
                <c:pt idx="10228">
                  <c:v>14-04-2022</c:v>
                </c:pt>
                <c:pt idx="10229">
                  <c:v>14-04-2022</c:v>
                </c:pt>
                <c:pt idx="10230">
                  <c:v>14-04-2022</c:v>
                </c:pt>
                <c:pt idx="10231">
                  <c:v>14-04-2022</c:v>
                </c:pt>
                <c:pt idx="10232">
                  <c:v>14-04-2022</c:v>
                </c:pt>
                <c:pt idx="10233">
                  <c:v>14-04-2022</c:v>
                </c:pt>
                <c:pt idx="10234">
                  <c:v>14-04-2022</c:v>
                </c:pt>
                <c:pt idx="10235">
                  <c:v>14-04-2022</c:v>
                </c:pt>
                <c:pt idx="10236">
                  <c:v>14-04-2022</c:v>
                </c:pt>
                <c:pt idx="10237">
                  <c:v>14-04-2022</c:v>
                </c:pt>
                <c:pt idx="10238">
                  <c:v>14-04-2022</c:v>
                </c:pt>
                <c:pt idx="10239">
                  <c:v>14-04-2022</c:v>
                </c:pt>
                <c:pt idx="10240">
                  <c:v>14-04-2022</c:v>
                </c:pt>
                <c:pt idx="10241">
                  <c:v>14-04-2022</c:v>
                </c:pt>
                <c:pt idx="10242">
                  <c:v>14-04-2022</c:v>
                </c:pt>
                <c:pt idx="10243">
                  <c:v>14-04-2022</c:v>
                </c:pt>
                <c:pt idx="10244">
                  <c:v>14-04-2022</c:v>
                </c:pt>
                <c:pt idx="10245">
                  <c:v>14-04-2022</c:v>
                </c:pt>
                <c:pt idx="10246">
                  <c:v>14-04-2022</c:v>
                </c:pt>
                <c:pt idx="10247">
                  <c:v>14-04-2022</c:v>
                </c:pt>
                <c:pt idx="10248">
                  <c:v>14-04-2022</c:v>
                </c:pt>
                <c:pt idx="10249">
                  <c:v>14-04-2022</c:v>
                </c:pt>
                <c:pt idx="10250">
                  <c:v>14-04-2022</c:v>
                </c:pt>
                <c:pt idx="10251">
                  <c:v>14-04-2022</c:v>
                </c:pt>
                <c:pt idx="10252">
                  <c:v>14-04-2022</c:v>
                </c:pt>
                <c:pt idx="10253">
                  <c:v>14-04-2022</c:v>
                </c:pt>
                <c:pt idx="10254">
                  <c:v>14-04-2022</c:v>
                </c:pt>
                <c:pt idx="10255">
                  <c:v>14-04-2022</c:v>
                </c:pt>
                <c:pt idx="10256">
                  <c:v>14-04-2022</c:v>
                </c:pt>
                <c:pt idx="10257">
                  <c:v>14-04-2022</c:v>
                </c:pt>
                <c:pt idx="10258">
                  <c:v>14-04-2022</c:v>
                </c:pt>
                <c:pt idx="10259">
                  <c:v>14-04-2022</c:v>
                </c:pt>
                <c:pt idx="10260">
                  <c:v>14-04-2022</c:v>
                </c:pt>
                <c:pt idx="10261">
                  <c:v>14-04-2022</c:v>
                </c:pt>
                <c:pt idx="10262">
                  <c:v>14-04-2022</c:v>
                </c:pt>
                <c:pt idx="10263">
                  <c:v>14-04-2022</c:v>
                </c:pt>
                <c:pt idx="10264">
                  <c:v>14-04-2022</c:v>
                </c:pt>
                <c:pt idx="10265">
                  <c:v>14-04-2022</c:v>
                </c:pt>
                <c:pt idx="10266">
                  <c:v>14-04-2022</c:v>
                </c:pt>
                <c:pt idx="10267">
                  <c:v>15-04-2022</c:v>
                </c:pt>
                <c:pt idx="10268">
                  <c:v>15-04-2022</c:v>
                </c:pt>
                <c:pt idx="10269">
                  <c:v>15-04-2022</c:v>
                </c:pt>
                <c:pt idx="10270">
                  <c:v>15-04-2022</c:v>
                </c:pt>
                <c:pt idx="10271">
                  <c:v>15-04-2022</c:v>
                </c:pt>
                <c:pt idx="10272">
                  <c:v>15-04-2022</c:v>
                </c:pt>
                <c:pt idx="10273">
                  <c:v>15-04-2022</c:v>
                </c:pt>
                <c:pt idx="10274">
                  <c:v>15-04-2022</c:v>
                </c:pt>
                <c:pt idx="10275">
                  <c:v>15-04-2022</c:v>
                </c:pt>
                <c:pt idx="10276">
                  <c:v>15-04-2022</c:v>
                </c:pt>
                <c:pt idx="10277">
                  <c:v>15-04-2022</c:v>
                </c:pt>
                <c:pt idx="10278">
                  <c:v>15-04-2022</c:v>
                </c:pt>
                <c:pt idx="10279">
                  <c:v>15-04-2022</c:v>
                </c:pt>
                <c:pt idx="10280">
                  <c:v>15-04-2022</c:v>
                </c:pt>
                <c:pt idx="10281">
                  <c:v>15-04-2022</c:v>
                </c:pt>
                <c:pt idx="10282">
                  <c:v>15-04-2022</c:v>
                </c:pt>
                <c:pt idx="10283">
                  <c:v>15-04-2022</c:v>
                </c:pt>
                <c:pt idx="10284">
                  <c:v>15-04-2022</c:v>
                </c:pt>
                <c:pt idx="10285">
                  <c:v>15-04-2022</c:v>
                </c:pt>
                <c:pt idx="10286">
                  <c:v>15-04-2022</c:v>
                </c:pt>
                <c:pt idx="10287">
                  <c:v>15-04-2022</c:v>
                </c:pt>
                <c:pt idx="10288">
                  <c:v>15-04-2022</c:v>
                </c:pt>
                <c:pt idx="10289">
                  <c:v>15-04-2022</c:v>
                </c:pt>
                <c:pt idx="10290">
                  <c:v>15-04-2022</c:v>
                </c:pt>
                <c:pt idx="10291">
                  <c:v>15-04-2022</c:v>
                </c:pt>
                <c:pt idx="10292">
                  <c:v>15-04-2022</c:v>
                </c:pt>
                <c:pt idx="10293">
                  <c:v>15-04-2022</c:v>
                </c:pt>
                <c:pt idx="10294">
                  <c:v>15-04-2022</c:v>
                </c:pt>
                <c:pt idx="10295">
                  <c:v>15-04-2022</c:v>
                </c:pt>
                <c:pt idx="10296">
                  <c:v>15-04-2022</c:v>
                </c:pt>
                <c:pt idx="10297">
                  <c:v>15-04-2022</c:v>
                </c:pt>
                <c:pt idx="10298">
                  <c:v>15-04-2022</c:v>
                </c:pt>
                <c:pt idx="10299">
                  <c:v>15-04-2022</c:v>
                </c:pt>
                <c:pt idx="10300">
                  <c:v>15-04-2022</c:v>
                </c:pt>
                <c:pt idx="10301">
                  <c:v>15-04-2022</c:v>
                </c:pt>
                <c:pt idx="10302">
                  <c:v>15-04-2022</c:v>
                </c:pt>
                <c:pt idx="10303">
                  <c:v>15-04-2022</c:v>
                </c:pt>
                <c:pt idx="10304">
                  <c:v>15-04-2022</c:v>
                </c:pt>
                <c:pt idx="10305">
                  <c:v>15-04-2022</c:v>
                </c:pt>
                <c:pt idx="10306">
                  <c:v>15-04-2022</c:v>
                </c:pt>
                <c:pt idx="10307">
                  <c:v>16-04-2022</c:v>
                </c:pt>
                <c:pt idx="10308">
                  <c:v>16-04-2022</c:v>
                </c:pt>
                <c:pt idx="10309">
                  <c:v>16-04-2022</c:v>
                </c:pt>
                <c:pt idx="10310">
                  <c:v>16-04-2022</c:v>
                </c:pt>
                <c:pt idx="10311">
                  <c:v>16-04-2022</c:v>
                </c:pt>
                <c:pt idx="10312">
                  <c:v>16-04-2022</c:v>
                </c:pt>
                <c:pt idx="10313">
                  <c:v>16-04-2022</c:v>
                </c:pt>
                <c:pt idx="10314">
                  <c:v>16-04-2022</c:v>
                </c:pt>
                <c:pt idx="10315">
                  <c:v>16-04-2022</c:v>
                </c:pt>
                <c:pt idx="10316">
                  <c:v>16-04-2022</c:v>
                </c:pt>
                <c:pt idx="10317">
                  <c:v>16-04-2022</c:v>
                </c:pt>
                <c:pt idx="10318">
                  <c:v>16-04-2022</c:v>
                </c:pt>
                <c:pt idx="10319">
                  <c:v>16-04-2022</c:v>
                </c:pt>
                <c:pt idx="10320">
                  <c:v>16-04-2022</c:v>
                </c:pt>
                <c:pt idx="10321">
                  <c:v>16-04-2022</c:v>
                </c:pt>
                <c:pt idx="10322">
                  <c:v>16-04-2022</c:v>
                </c:pt>
                <c:pt idx="10323">
                  <c:v>16-04-2022</c:v>
                </c:pt>
                <c:pt idx="10324">
                  <c:v>16-04-2022</c:v>
                </c:pt>
                <c:pt idx="10325">
                  <c:v>16-04-2022</c:v>
                </c:pt>
                <c:pt idx="10326">
                  <c:v>16-04-2022</c:v>
                </c:pt>
                <c:pt idx="10327">
                  <c:v>16-04-2022</c:v>
                </c:pt>
                <c:pt idx="10328">
                  <c:v>16-04-2022</c:v>
                </c:pt>
                <c:pt idx="10329">
                  <c:v>16-04-2022</c:v>
                </c:pt>
                <c:pt idx="10330">
                  <c:v>16-04-2022</c:v>
                </c:pt>
                <c:pt idx="10331">
                  <c:v>16-04-2022</c:v>
                </c:pt>
                <c:pt idx="10332">
                  <c:v>16-04-2022</c:v>
                </c:pt>
                <c:pt idx="10333">
                  <c:v>16-04-2022</c:v>
                </c:pt>
                <c:pt idx="10334">
                  <c:v>16-04-2022</c:v>
                </c:pt>
                <c:pt idx="10335">
                  <c:v>16-04-2022</c:v>
                </c:pt>
                <c:pt idx="10336">
                  <c:v>16-04-2022</c:v>
                </c:pt>
                <c:pt idx="10337">
                  <c:v>16-04-2022</c:v>
                </c:pt>
                <c:pt idx="10338">
                  <c:v>16-04-2022</c:v>
                </c:pt>
                <c:pt idx="10339">
                  <c:v>16-04-2022</c:v>
                </c:pt>
                <c:pt idx="10340">
                  <c:v>16-04-2022</c:v>
                </c:pt>
                <c:pt idx="10341">
                  <c:v>16-04-2022</c:v>
                </c:pt>
                <c:pt idx="10342">
                  <c:v>16-04-2022</c:v>
                </c:pt>
                <c:pt idx="10343">
                  <c:v>16-04-2022</c:v>
                </c:pt>
                <c:pt idx="10344">
                  <c:v>16-04-2022</c:v>
                </c:pt>
                <c:pt idx="10345">
                  <c:v>16-04-2022</c:v>
                </c:pt>
                <c:pt idx="10346">
                  <c:v>16-04-2022</c:v>
                </c:pt>
                <c:pt idx="10347">
                  <c:v>17-04-2022</c:v>
                </c:pt>
                <c:pt idx="10348">
                  <c:v>17-04-2022</c:v>
                </c:pt>
                <c:pt idx="10349">
                  <c:v>17-04-2022</c:v>
                </c:pt>
                <c:pt idx="10350">
                  <c:v>17-04-2022</c:v>
                </c:pt>
                <c:pt idx="10351">
                  <c:v>17-04-2022</c:v>
                </c:pt>
                <c:pt idx="10352">
                  <c:v>17-04-2022</c:v>
                </c:pt>
                <c:pt idx="10353">
                  <c:v>17-04-2022</c:v>
                </c:pt>
                <c:pt idx="10354">
                  <c:v>17-04-2022</c:v>
                </c:pt>
                <c:pt idx="10355">
                  <c:v>17-04-2022</c:v>
                </c:pt>
                <c:pt idx="10356">
                  <c:v>17-04-2022</c:v>
                </c:pt>
                <c:pt idx="10357">
                  <c:v>17-04-2022</c:v>
                </c:pt>
                <c:pt idx="10358">
                  <c:v>17-04-2022</c:v>
                </c:pt>
                <c:pt idx="10359">
                  <c:v>17-04-2022</c:v>
                </c:pt>
                <c:pt idx="10360">
                  <c:v>17-04-2022</c:v>
                </c:pt>
                <c:pt idx="10361">
                  <c:v>17-04-2022</c:v>
                </c:pt>
                <c:pt idx="10362">
                  <c:v>17-04-2022</c:v>
                </c:pt>
                <c:pt idx="10363">
                  <c:v>17-04-2022</c:v>
                </c:pt>
                <c:pt idx="10364">
                  <c:v>17-04-2022</c:v>
                </c:pt>
                <c:pt idx="10365">
                  <c:v>17-04-2022</c:v>
                </c:pt>
                <c:pt idx="10366">
                  <c:v>17-04-2022</c:v>
                </c:pt>
                <c:pt idx="10367">
                  <c:v>17-04-2022</c:v>
                </c:pt>
                <c:pt idx="10368">
                  <c:v>17-04-2022</c:v>
                </c:pt>
                <c:pt idx="10369">
                  <c:v>17-04-2022</c:v>
                </c:pt>
                <c:pt idx="10370">
                  <c:v>17-04-2022</c:v>
                </c:pt>
                <c:pt idx="10371">
                  <c:v>17-04-2022</c:v>
                </c:pt>
                <c:pt idx="10372">
                  <c:v>17-04-2022</c:v>
                </c:pt>
                <c:pt idx="10373">
                  <c:v>17-04-2022</c:v>
                </c:pt>
                <c:pt idx="10374">
                  <c:v>17-04-2022</c:v>
                </c:pt>
                <c:pt idx="10375">
                  <c:v>17-04-2022</c:v>
                </c:pt>
                <c:pt idx="10376">
                  <c:v>17-04-2022</c:v>
                </c:pt>
                <c:pt idx="10377">
                  <c:v>17-04-2022</c:v>
                </c:pt>
                <c:pt idx="10378">
                  <c:v>17-04-2022</c:v>
                </c:pt>
                <c:pt idx="10379">
                  <c:v>17-04-2022</c:v>
                </c:pt>
                <c:pt idx="10380">
                  <c:v>17-04-2022</c:v>
                </c:pt>
                <c:pt idx="10381">
                  <c:v>17-04-2022</c:v>
                </c:pt>
                <c:pt idx="10382">
                  <c:v>17-04-2022</c:v>
                </c:pt>
                <c:pt idx="10383">
                  <c:v>17-04-2022</c:v>
                </c:pt>
                <c:pt idx="10384">
                  <c:v>17-04-2022</c:v>
                </c:pt>
                <c:pt idx="10385">
                  <c:v>17-04-2022</c:v>
                </c:pt>
                <c:pt idx="10386">
                  <c:v>17-04-2022</c:v>
                </c:pt>
                <c:pt idx="10387">
                  <c:v>18-04-2022</c:v>
                </c:pt>
                <c:pt idx="10388">
                  <c:v>18-04-2022</c:v>
                </c:pt>
                <c:pt idx="10389">
                  <c:v>18-04-2022</c:v>
                </c:pt>
                <c:pt idx="10390">
                  <c:v>18-04-2022</c:v>
                </c:pt>
                <c:pt idx="10391">
                  <c:v>18-04-2022</c:v>
                </c:pt>
                <c:pt idx="10392">
                  <c:v>18-04-2022</c:v>
                </c:pt>
                <c:pt idx="10393">
                  <c:v>18-04-2022</c:v>
                </c:pt>
                <c:pt idx="10394">
                  <c:v>18-04-2022</c:v>
                </c:pt>
                <c:pt idx="10395">
                  <c:v>18-04-2022</c:v>
                </c:pt>
                <c:pt idx="10396">
                  <c:v>18-04-2022</c:v>
                </c:pt>
                <c:pt idx="10397">
                  <c:v>18-04-2022</c:v>
                </c:pt>
                <c:pt idx="10398">
                  <c:v>18-04-2022</c:v>
                </c:pt>
                <c:pt idx="10399">
                  <c:v>18-04-2022</c:v>
                </c:pt>
                <c:pt idx="10400">
                  <c:v>18-04-2022</c:v>
                </c:pt>
                <c:pt idx="10401">
                  <c:v>18-04-2022</c:v>
                </c:pt>
                <c:pt idx="10402">
                  <c:v>18-04-2022</c:v>
                </c:pt>
                <c:pt idx="10403">
                  <c:v>18-04-2022</c:v>
                </c:pt>
                <c:pt idx="10404">
                  <c:v>18-04-2022</c:v>
                </c:pt>
                <c:pt idx="10405">
                  <c:v>18-04-2022</c:v>
                </c:pt>
                <c:pt idx="10406">
                  <c:v>18-04-2022</c:v>
                </c:pt>
                <c:pt idx="10407">
                  <c:v>18-04-2022</c:v>
                </c:pt>
                <c:pt idx="10408">
                  <c:v>18-04-2022</c:v>
                </c:pt>
                <c:pt idx="10409">
                  <c:v>18-04-2022</c:v>
                </c:pt>
                <c:pt idx="10410">
                  <c:v>18-04-2022</c:v>
                </c:pt>
                <c:pt idx="10411">
                  <c:v>18-04-2022</c:v>
                </c:pt>
                <c:pt idx="10412">
                  <c:v>18-04-2022</c:v>
                </c:pt>
                <c:pt idx="10413">
                  <c:v>18-04-2022</c:v>
                </c:pt>
                <c:pt idx="10414">
                  <c:v>18-04-2022</c:v>
                </c:pt>
                <c:pt idx="10415">
                  <c:v>18-04-2022</c:v>
                </c:pt>
                <c:pt idx="10416">
                  <c:v>18-04-2022</c:v>
                </c:pt>
                <c:pt idx="10417">
                  <c:v>18-04-2022</c:v>
                </c:pt>
                <c:pt idx="10418">
                  <c:v>18-04-2022</c:v>
                </c:pt>
                <c:pt idx="10419">
                  <c:v>18-04-2022</c:v>
                </c:pt>
                <c:pt idx="10420">
                  <c:v>18-04-2022</c:v>
                </c:pt>
                <c:pt idx="10421">
                  <c:v>18-04-2022</c:v>
                </c:pt>
                <c:pt idx="10422">
                  <c:v>18-04-2022</c:v>
                </c:pt>
                <c:pt idx="10423">
                  <c:v>18-04-2022</c:v>
                </c:pt>
                <c:pt idx="10424">
                  <c:v>18-04-2022</c:v>
                </c:pt>
                <c:pt idx="10425">
                  <c:v>18-04-2022</c:v>
                </c:pt>
                <c:pt idx="10426">
                  <c:v>18-04-2022</c:v>
                </c:pt>
                <c:pt idx="10427">
                  <c:v>19-04-2022</c:v>
                </c:pt>
                <c:pt idx="10428">
                  <c:v>19-04-2022</c:v>
                </c:pt>
                <c:pt idx="10429">
                  <c:v>19-04-2022</c:v>
                </c:pt>
                <c:pt idx="10430">
                  <c:v>19-04-2022</c:v>
                </c:pt>
                <c:pt idx="10431">
                  <c:v>19-04-2022</c:v>
                </c:pt>
                <c:pt idx="10432">
                  <c:v>19-04-2022</c:v>
                </c:pt>
                <c:pt idx="10433">
                  <c:v>19-04-2022</c:v>
                </c:pt>
                <c:pt idx="10434">
                  <c:v>19-04-2022</c:v>
                </c:pt>
                <c:pt idx="10435">
                  <c:v>19-04-2022</c:v>
                </c:pt>
                <c:pt idx="10436">
                  <c:v>19-04-2022</c:v>
                </c:pt>
                <c:pt idx="10437">
                  <c:v>19-04-2022</c:v>
                </c:pt>
                <c:pt idx="10438">
                  <c:v>19-04-2022</c:v>
                </c:pt>
                <c:pt idx="10439">
                  <c:v>19-04-2022</c:v>
                </c:pt>
                <c:pt idx="10440">
                  <c:v>19-04-2022</c:v>
                </c:pt>
                <c:pt idx="10441">
                  <c:v>19-04-2022</c:v>
                </c:pt>
                <c:pt idx="10442">
                  <c:v>19-04-2022</c:v>
                </c:pt>
                <c:pt idx="10443">
                  <c:v>19-04-2022</c:v>
                </c:pt>
                <c:pt idx="10444">
                  <c:v>19-04-2022</c:v>
                </c:pt>
                <c:pt idx="10445">
                  <c:v>19-04-2022</c:v>
                </c:pt>
                <c:pt idx="10446">
                  <c:v>19-04-2022</c:v>
                </c:pt>
                <c:pt idx="10447">
                  <c:v>19-04-2022</c:v>
                </c:pt>
                <c:pt idx="10448">
                  <c:v>19-04-2022</c:v>
                </c:pt>
                <c:pt idx="10449">
                  <c:v>19-04-2022</c:v>
                </c:pt>
                <c:pt idx="10450">
                  <c:v>19-04-2022</c:v>
                </c:pt>
                <c:pt idx="10451">
                  <c:v>19-04-2022</c:v>
                </c:pt>
                <c:pt idx="10452">
                  <c:v>19-04-2022</c:v>
                </c:pt>
                <c:pt idx="10453">
                  <c:v>19-04-2022</c:v>
                </c:pt>
                <c:pt idx="10454">
                  <c:v>19-04-2022</c:v>
                </c:pt>
                <c:pt idx="10455">
                  <c:v>19-04-2022</c:v>
                </c:pt>
                <c:pt idx="10456">
                  <c:v>19-04-2022</c:v>
                </c:pt>
                <c:pt idx="10457">
                  <c:v>19-04-2022</c:v>
                </c:pt>
                <c:pt idx="10458">
                  <c:v>19-04-2022</c:v>
                </c:pt>
                <c:pt idx="10459">
                  <c:v>19-04-2022</c:v>
                </c:pt>
                <c:pt idx="10460">
                  <c:v>19-04-2022</c:v>
                </c:pt>
                <c:pt idx="10461">
                  <c:v>19-04-2022</c:v>
                </c:pt>
                <c:pt idx="10462">
                  <c:v>19-04-2022</c:v>
                </c:pt>
                <c:pt idx="10463">
                  <c:v>19-04-2022</c:v>
                </c:pt>
                <c:pt idx="10464">
                  <c:v>19-04-2022</c:v>
                </c:pt>
                <c:pt idx="10465">
                  <c:v>19-04-2022</c:v>
                </c:pt>
                <c:pt idx="10466">
                  <c:v>19-04-2022</c:v>
                </c:pt>
                <c:pt idx="10467">
                  <c:v>20-04-2022</c:v>
                </c:pt>
                <c:pt idx="10468">
                  <c:v>20-04-2022</c:v>
                </c:pt>
                <c:pt idx="10469">
                  <c:v>20-04-2022</c:v>
                </c:pt>
                <c:pt idx="10470">
                  <c:v>20-04-2022</c:v>
                </c:pt>
                <c:pt idx="10471">
                  <c:v>20-04-2022</c:v>
                </c:pt>
                <c:pt idx="10472">
                  <c:v>20-04-2022</c:v>
                </c:pt>
                <c:pt idx="10473">
                  <c:v>20-04-2022</c:v>
                </c:pt>
                <c:pt idx="10474">
                  <c:v>20-04-2022</c:v>
                </c:pt>
                <c:pt idx="10475">
                  <c:v>20-04-2022</c:v>
                </c:pt>
                <c:pt idx="10476">
                  <c:v>20-04-2022</c:v>
                </c:pt>
                <c:pt idx="10477">
                  <c:v>20-04-2022</c:v>
                </c:pt>
                <c:pt idx="10478">
                  <c:v>20-04-2022</c:v>
                </c:pt>
                <c:pt idx="10479">
                  <c:v>20-04-2022</c:v>
                </c:pt>
                <c:pt idx="10480">
                  <c:v>20-04-2022</c:v>
                </c:pt>
                <c:pt idx="10481">
                  <c:v>20-04-2022</c:v>
                </c:pt>
                <c:pt idx="10482">
                  <c:v>20-04-2022</c:v>
                </c:pt>
                <c:pt idx="10483">
                  <c:v>20-04-2022</c:v>
                </c:pt>
                <c:pt idx="10484">
                  <c:v>20-04-2022</c:v>
                </c:pt>
                <c:pt idx="10485">
                  <c:v>20-04-2022</c:v>
                </c:pt>
                <c:pt idx="10486">
                  <c:v>20-04-2022</c:v>
                </c:pt>
                <c:pt idx="10487">
                  <c:v>20-04-2022</c:v>
                </c:pt>
                <c:pt idx="10488">
                  <c:v>20-04-2022</c:v>
                </c:pt>
                <c:pt idx="10489">
                  <c:v>20-04-2022</c:v>
                </c:pt>
                <c:pt idx="10490">
                  <c:v>20-04-2022</c:v>
                </c:pt>
                <c:pt idx="10491">
                  <c:v>20-04-2022</c:v>
                </c:pt>
                <c:pt idx="10492">
                  <c:v>20-04-2022</c:v>
                </c:pt>
                <c:pt idx="10493">
                  <c:v>20-04-2022</c:v>
                </c:pt>
                <c:pt idx="10494">
                  <c:v>20-04-2022</c:v>
                </c:pt>
                <c:pt idx="10495">
                  <c:v>20-04-2022</c:v>
                </c:pt>
                <c:pt idx="10496">
                  <c:v>20-04-2022</c:v>
                </c:pt>
                <c:pt idx="10497">
                  <c:v>20-04-2022</c:v>
                </c:pt>
                <c:pt idx="10498">
                  <c:v>20-04-2022</c:v>
                </c:pt>
                <c:pt idx="10499">
                  <c:v>20-04-2022</c:v>
                </c:pt>
                <c:pt idx="10500">
                  <c:v>20-04-2022</c:v>
                </c:pt>
                <c:pt idx="10501">
                  <c:v>20-04-2022</c:v>
                </c:pt>
                <c:pt idx="10502">
                  <c:v>20-04-2022</c:v>
                </c:pt>
                <c:pt idx="10503">
                  <c:v>20-04-2022</c:v>
                </c:pt>
                <c:pt idx="10504">
                  <c:v>20-04-2022</c:v>
                </c:pt>
                <c:pt idx="10505">
                  <c:v>20-04-2022</c:v>
                </c:pt>
                <c:pt idx="10506">
                  <c:v>20-04-2022</c:v>
                </c:pt>
                <c:pt idx="10507">
                  <c:v>21-04-2022</c:v>
                </c:pt>
                <c:pt idx="10508">
                  <c:v>21-04-2022</c:v>
                </c:pt>
                <c:pt idx="10509">
                  <c:v>21-04-2022</c:v>
                </c:pt>
                <c:pt idx="10510">
                  <c:v>21-04-2022</c:v>
                </c:pt>
                <c:pt idx="10511">
                  <c:v>21-04-2022</c:v>
                </c:pt>
                <c:pt idx="10512">
                  <c:v>21-04-2022</c:v>
                </c:pt>
                <c:pt idx="10513">
                  <c:v>21-04-2022</c:v>
                </c:pt>
                <c:pt idx="10514">
                  <c:v>21-04-2022</c:v>
                </c:pt>
                <c:pt idx="10515">
                  <c:v>21-04-2022</c:v>
                </c:pt>
                <c:pt idx="10516">
                  <c:v>21-04-2022</c:v>
                </c:pt>
                <c:pt idx="10517">
                  <c:v>21-04-2022</c:v>
                </c:pt>
                <c:pt idx="10518">
                  <c:v>21-04-2022</c:v>
                </c:pt>
                <c:pt idx="10519">
                  <c:v>21-04-2022</c:v>
                </c:pt>
                <c:pt idx="10520">
                  <c:v>21-04-2022</c:v>
                </c:pt>
                <c:pt idx="10521">
                  <c:v>21-04-2022</c:v>
                </c:pt>
                <c:pt idx="10522">
                  <c:v>21-04-2022</c:v>
                </c:pt>
                <c:pt idx="10523">
                  <c:v>21-04-2022</c:v>
                </c:pt>
                <c:pt idx="10524">
                  <c:v>21-04-2022</c:v>
                </c:pt>
                <c:pt idx="10525">
                  <c:v>21-04-2022</c:v>
                </c:pt>
                <c:pt idx="10526">
                  <c:v>21-04-2022</c:v>
                </c:pt>
                <c:pt idx="10527">
                  <c:v>21-04-2022</c:v>
                </c:pt>
                <c:pt idx="10528">
                  <c:v>21-04-2022</c:v>
                </c:pt>
                <c:pt idx="10529">
                  <c:v>21-04-2022</c:v>
                </c:pt>
                <c:pt idx="10530">
                  <c:v>21-04-2022</c:v>
                </c:pt>
                <c:pt idx="10531">
                  <c:v>21-04-2022</c:v>
                </c:pt>
                <c:pt idx="10532">
                  <c:v>21-04-2022</c:v>
                </c:pt>
                <c:pt idx="10533">
                  <c:v>21-04-2022</c:v>
                </c:pt>
                <c:pt idx="10534">
                  <c:v>21-04-2022</c:v>
                </c:pt>
                <c:pt idx="10535">
                  <c:v>21-04-2022</c:v>
                </c:pt>
                <c:pt idx="10536">
                  <c:v>21-04-2022</c:v>
                </c:pt>
                <c:pt idx="10537">
                  <c:v>21-04-2022</c:v>
                </c:pt>
                <c:pt idx="10538">
                  <c:v>21-04-2022</c:v>
                </c:pt>
                <c:pt idx="10539">
                  <c:v>21-04-2022</c:v>
                </c:pt>
                <c:pt idx="10540">
                  <c:v>21-04-2022</c:v>
                </c:pt>
                <c:pt idx="10541">
                  <c:v>21-04-2022</c:v>
                </c:pt>
                <c:pt idx="10542">
                  <c:v>21-04-2022</c:v>
                </c:pt>
                <c:pt idx="10543">
                  <c:v>21-04-2022</c:v>
                </c:pt>
                <c:pt idx="10544">
                  <c:v>21-04-2022</c:v>
                </c:pt>
                <c:pt idx="10545">
                  <c:v>21-04-2022</c:v>
                </c:pt>
                <c:pt idx="10546">
                  <c:v>21-04-2022</c:v>
                </c:pt>
                <c:pt idx="10547">
                  <c:v>22-04-2022</c:v>
                </c:pt>
                <c:pt idx="10548">
                  <c:v>22-04-2022</c:v>
                </c:pt>
                <c:pt idx="10549">
                  <c:v>22-04-2022</c:v>
                </c:pt>
                <c:pt idx="10550">
                  <c:v>22-04-2022</c:v>
                </c:pt>
                <c:pt idx="10551">
                  <c:v>22-04-2022</c:v>
                </c:pt>
                <c:pt idx="10552">
                  <c:v>22-04-2022</c:v>
                </c:pt>
                <c:pt idx="10553">
                  <c:v>22-04-2022</c:v>
                </c:pt>
                <c:pt idx="10554">
                  <c:v>22-04-2022</c:v>
                </c:pt>
                <c:pt idx="10555">
                  <c:v>22-04-2022</c:v>
                </c:pt>
                <c:pt idx="10556">
                  <c:v>22-04-2022</c:v>
                </c:pt>
                <c:pt idx="10557">
                  <c:v>22-04-2022</c:v>
                </c:pt>
                <c:pt idx="10558">
                  <c:v>22-04-2022</c:v>
                </c:pt>
                <c:pt idx="10559">
                  <c:v>22-04-2022</c:v>
                </c:pt>
                <c:pt idx="10560">
                  <c:v>22-04-2022</c:v>
                </c:pt>
                <c:pt idx="10561">
                  <c:v>22-04-2022</c:v>
                </c:pt>
                <c:pt idx="10562">
                  <c:v>22-04-2022</c:v>
                </c:pt>
                <c:pt idx="10563">
                  <c:v>22-04-2022</c:v>
                </c:pt>
                <c:pt idx="10564">
                  <c:v>22-04-2022</c:v>
                </c:pt>
                <c:pt idx="10565">
                  <c:v>22-04-2022</c:v>
                </c:pt>
                <c:pt idx="10566">
                  <c:v>22-04-2022</c:v>
                </c:pt>
                <c:pt idx="10567">
                  <c:v>22-04-2022</c:v>
                </c:pt>
                <c:pt idx="10568">
                  <c:v>22-04-2022</c:v>
                </c:pt>
                <c:pt idx="10569">
                  <c:v>22-04-2022</c:v>
                </c:pt>
                <c:pt idx="10570">
                  <c:v>22-04-2022</c:v>
                </c:pt>
                <c:pt idx="10571">
                  <c:v>22-04-2022</c:v>
                </c:pt>
                <c:pt idx="10572">
                  <c:v>22-04-2022</c:v>
                </c:pt>
                <c:pt idx="10573">
                  <c:v>22-04-2022</c:v>
                </c:pt>
                <c:pt idx="10574">
                  <c:v>22-04-2022</c:v>
                </c:pt>
                <c:pt idx="10575">
                  <c:v>22-04-2022</c:v>
                </c:pt>
                <c:pt idx="10576">
                  <c:v>22-04-2022</c:v>
                </c:pt>
                <c:pt idx="10577">
                  <c:v>22-04-2022</c:v>
                </c:pt>
                <c:pt idx="10578">
                  <c:v>22-04-2022</c:v>
                </c:pt>
                <c:pt idx="10579">
                  <c:v>22-04-2022</c:v>
                </c:pt>
                <c:pt idx="10580">
                  <c:v>22-04-2022</c:v>
                </c:pt>
                <c:pt idx="10581">
                  <c:v>22-04-2022</c:v>
                </c:pt>
                <c:pt idx="10582">
                  <c:v>22-04-2022</c:v>
                </c:pt>
                <c:pt idx="10583">
                  <c:v>22-04-2022</c:v>
                </c:pt>
                <c:pt idx="10584">
                  <c:v>22-04-2022</c:v>
                </c:pt>
                <c:pt idx="10585">
                  <c:v>22-04-2022</c:v>
                </c:pt>
                <c:pt idx="10586">
                  <c:v>22-04-2022</c:v>
                </c:pt>
                <c:pt idx="10587">
                  <c:v>23-04-2022</c:v>
                </c:pt>
                <c:pt idx="10588">
                  <c:v>23-04-2022</c:v>
                </c:pt>
                <c:pt idx="10589">
                  <c:v>23-04-2022</c:v>
                </c:pt>
                <c:pt idx="10590">
                  <c:v>23-04-2022</c:v>
                </c:pt>
                <c:pt idx="10591">
                  <c:v>23-04-2022</c:v>
                </c:pt>
                <c:pt idx="10592">
                  <c:v>23-04-2022</c:v>
                </c:pt>
                <c:pt idx="10593">
                  <c:v>23-04-2022</c:v>
                </c:pt>
                <c:pt idx="10594">
                  <c:v>23-04-2022</c:v>
                </c:pt>
                <c:pt idx="10595">
                  <c:v>23-04-2022</c:v>
                </c:pt>
                <c:pt idx="10596">
                  <c:v>23-04-2022</c:v>
                </c:pt>
                <c:pt idx="10597">
                  <c:v>23-04-2022</c:v>
                </c:pt>
                <c:pt idx="10598">
                  <c:v>23-04-2022</c:v>
                </c:pt>
                <c:pt idx="10599">
                  <c:v>23-04-2022</c:v>
                </c:pt>
                <c:pt idx="10600">
                  <c:v>23-04-2022</c:v>
                </c:pt>
                <c:pt idx="10601">
                  <c:v>23-04-2022</c:v>
                </c:pt>
                <c:pt idx="10602">
                  <c:v>23-04-2022</c:v>
                </c:pt>
                <c:pt idx="10603">
                  <c:v>23-04-2022</c:v>
                </c:pt>
                <c:pt idx="10604">
                  <c:v>23-04-2022</c:v>
                </c:pt>
                <c:pt idx="10605">
                  <c:v>23-04-2022</c:v>
                </c:pt>
                <c:pt idx="10606">
                  <c:v>23-04-2022</c:v>
                </c:pt>
                <c:pt idx="10607">
                  <c:v>23-04-2022</c:v>
                </c:pt>
                <c:pt idx="10608">
                  <c:v>23-04-2022</c:v>
                </c:pt>
                <c:pt idx="10609">
                  <c:v>23-04-2022</c:v>
                </c:pt>
                <c:pt idx="10610">
                  <c:v>23-04-2022</c:v>
                </c:pt>
                <c:pt idx="10611">
                  <c:v>23-04-2022</c:v>
                </c:pt>
                <c:pt idx="10612">
                  <c:v>23-04-2022</c:v>
                </c:pt>
                <c:pt idx="10613">
                  <c:v>23-04-2022</c:v>
                </c:pt>
                <c:pt idx="10614">
                  <c:v>23-04-2022</c:v>
                </c:pt>
                <c:pt idx="10615">
                  <c:v>23-04-2022</c:v>
                </c:pt>
                <c:pt idx="10616">
                  <c:v>23-04-2022</c:v>
                </c:pt>
                <c:pt idx="10617">
                  <c:v>23-04-2022</c:v>
                </c:pt>
                <c:pt idx="10618">
                  <c:v>23-04-2022</c:v>
                </c:pt>
                <c:pt idx="10619">
                  <c:v>23-04-2022</c:v>
                </c:pt>
                <c:pt idx="10620">
                  <c:v>23-04-2022</c:v>
                </c:pt>
                <c:pt idx="10621">
                  <c:v>23-04-2022</c:v>
                </c:pt>
                <c:pt idx="10622">
                  <c:v>23-04-2022</c:v>
                </c:pt>
                <c:pt idx="10623">
                  <c:v>23-04-2022</c:v>
                </c:pt>
                <c:pt idx="10624">
                  <c:v>23-04-2022</c:v>
                </c:pt>
                <c:pt idx="10625">
                  <c:v>23-04-2022</c:v>
                </c:pt>
                <c:pt idx="10626">
                  <c:v>23-04-2022</c:v>
                </c:pt>
                <c:pt idx="10627">
                  <c:v>23-04-2022</c:v>
                </c:pt>
                <c:pt idx="10628">
                  <c:v>23-04-2022</c:v>
                </c:pt>
                <c:pt idx="10629">
                  <c:v>23-04-2022</c:v>
                </c:pt>
                <c:pt idx="10630">
                  <c:v>23-04-2022</c:v>
                </c:pt>
                <c:pt idx="10631">
                  <c:v>23-04-2022</c:v>
                </c:pt>
                <c:pt idx="10632">
                  <c:v>23-04-2022</c:v>
                </c:pt>
                <c:pt idx="10633">
                  <c:v>23-04-2022</c:v>
                </c:pt>
                <c:pt idx="10634">
                  <c:v>23-04-2022</c:v>
                </c:pt>
                <c:pt idx="10635">
                  <c:v>23-04-2022</c:v>
                </c:pt>
                <c:pt idx="10636">
                  <c:v>23-04-2022</c:v>
                </c:pt>
                <c:pt idx="10637">
                  <c:v>23-04-2022</c:v>
                </c:pt>
                <c:pt idx="10638">
                  <c:v>23-04-2022</c:v>
                </c:pt>
                <c:pt idx="10639">
                  <c:v>24-04-2022</c:v>
                </c:pt>
                <c:pt idx="10640">
                  <c:v>24-04-2022</c:v>
                </c:pt>
                <c:pt idx="10641">
                  <c:v>24-04-2022</c:v>
                </c:pt>
                <c:pt idx="10642">
                  <c:v>24-04-2022</c:v>
                </c:pt>
                <c:pt idx="10643">
                  <c:v>24-04-2022</c:v>
                </c:pt>
                <c:pt idx="10644">
                  <c:v>24-04-2022</c:v>
                </c:pt>
                <c:pt idx="10645">
                  <c:v>24-04-2022</c:v>
                </c:pt>
                <c:pt idx="10646">
                  <c:v>24-04-2022</c:v>
                </c:pt>
                <c:pt idx="10647">
                  <c:v>24-04-2022</c:v>
                </c:pt>
                <c:pt idx="10648">
                  <c:v>24-04-2022</c:v>
                </c:pt>
                <c:pt idx="10649">
                  <c:v>24-04-2022</c:v>
                </c:pt>
                <c:pt idx="10650">
                  <c:v>24-04-2022</c:v>
                </c:pt>
                <c:pt idx="10651">
                  <c:v>24-04-2022</c:v>
                </c:pt>
                <c:pt idx="10652">
                  <c:v>24-04-2022</c:v>
                </c:pt>
                <c:pt idx="10653">
                  <c:v>24-04-2022</c:v>
                </c:pt>
                <c:pt idx="10654">
                  <c:v>24-04-2022</c:v>
                </c:pt>
                <c:pt idx="10655">
                  <c:v>24-04-2022</c:v>
                </c:pt>
                <c:pt idx="10656">
                  <c:v>24-04-2022</c:v>
                </c:pt>
                <c:pt idx="10657">
                  <c:v>24-04-2022</c:v>
                </c:pt>
                <c:pt idx="10658">
                  <c:v>24-04-2022</c:v>
                </c:pt>
                <c:pt idx="10659">
                  <c:v>24-04-2022</c:v>
                </c:pt>
                <c:pt idx="10660">
                  <c:v>24-04-2022</c:v>
                </c:pt>
                <c:pt idx="10661">
                  <c:v>24-04-2022</c:v>
                </c:pt>
                <c:pt idx="10662">
                  <c:v>24-04-2022</c:v>
                </c:pt>
                <c:pt idx="10663">
                  <c:v>24-04-2022</c:v>
                </c:pt>
                <c:pt idx="10664">
                  <c:v>24-04-2022</c:v>
                </c:pt>
                <c:pt idx="10665">
                  <c:v>24-04-2022</c:v>
                </c:pt>
                <c:pt idx="10666">
                  <c:v>24-04-2022</c:v>
                </c:pt>
                <c:pt idx="10667">
                  <c:v>24-04-2022</c:v>
                </c:pt>
                <c:pt idx="10668">
                  <c:v>24-04-2022</c:v>
                </c:pt>
                <c:pt idx="10669">
                  <c:v>24-04-2022</c:v>
                </c:pt>
                <c:pt idx="10670">
                  <c:v>24-04-2022</c:v>
                </c:pt>
                <c:pt idx="10671">
                  <c:v>24-04-2022</c:v>
                </c:pt>
                <c:pt idx="10672">
                  <c:v>24-04-2022</c:v>
                </c:pt>
                <c:pt idx="10673">
                  <c:v>24-04-2022</c:v>
                </c:pt>
                <c:pt idx="10674">
                  <c:v>24-04-2022</c:v>
                </c:pt>
                <c:pt idx="10675">
                  <c:v>24-04-2022</c:v>
                </c:pt>
                <c:pt idx="10676">
                  <c:v>24-04-2022</c:v>
                </c:pt>
                <c:pt idx="10677">
                  <c:v>24-04-2022</c:v>
                </c:pt>
                <c:pt idx="10678">
                  <c:v>24-04-2022</c:v>
                </c:pt>
                <c:pt idx="10679">
                  <c:v>24-04-2022</c:v>
                </c:pt>
                <c:pt idx="10680">
                  <c:v>24-04-2022</c:v>
                </c:pt>
                <c:pt idx="10681">
                  <c:v>24-04-2022</c:v>
                </c:pt>
                <c:pt idx="10682">
                  <c:v>24-04-2022</c:v>
                </c:pt>
                <c:pt idx="10683">
                  <c:v>24-04-2022</c:v>
                </c:pt>
                <c:pt idx="10684">
                  <c:v>24-04-2022</c:v>
                </c:pt>
                <c:pt idx="10685">
                  <c:v>24-04-2022</c:v>
                </c:pt>
                <c:pt idx="10686">
                  <c:v>24-04-2022</c:v>
                </c:pt>
                <c:pt idx="10687">
                  <c:v>24-04-2022</c:v>
                </c:pt>
                <c:pt idx="10688">
                  <c:v>24-04-2022</c:v>
                </c:pt>
                <c:pt idx="10689">
                  <c:v>24-04-2022</c:v>
                </c:pt>
                <c:pt idx="10690">
                  <c:v>24-04-2022</c:v>
                </c:pt>
                <c:pt idx="10691">
                  <c:v>25-04-2022</c:v>
                </c:pt>
                <c:pt idx="10692">
                  <c:v>25-04-2022</c:v>
                </c:pt>
                <c:pt idx="10693">
                  <c:v>25-04-2022</c:v>
                </c:pt>
                <c:pt idx="10694">
                  <c:v>25-04-2022</c:v>
                </c:pt>
                <c:pt idx="10695">
                  <c:v>25-04-2022</c:v>
                </c:pt>
                <c:pt idx="10696">
                  <c:v>25-04-2022</c:v>
                </c:pt>
                <c:pt idx="10697">
                  <c:v>25-04-2022</c:v>
                </c:pt>
                <c:pt idx="10698">
                  <c:v>25-04-2022</c:v>
                </c:pt>
                <c:pt idx="10699">
                  <c:v>25-04-2022</c:v>
                </c:pt>
                <c:pt idx="10700">
                  <c:v>25-04-2022</c:v>
                </c:pt>
                <c:pt idx="10701">
                  <c:v>25-04-2022</c:v>
                </c:pt>
                <c:pt idx="10702">
                  <c:v>25-04-2022</c:v>
                </c:pt>
                <c:pt idx="10703">
                  <c:v>25-04-2022</c:v>
                </c:pt>
                <c:pt idx="10704">
                  <c:v>25-04-2022</c:v>
                </c:pt>
                <c:pt idx="10705">
                  <c:v>25-04-2022</c:v>
                </c:pt>
                <c:pt idx="10706">
                  <c:v>25-04-2022</c:v>
                </c:pt>
                <c:pt idx="10707">
                  <c:v>25-04-2022</c:v>
                </c:pt>
                <c:pt idx="10708">
                  <c:v>25-04-2022</c:v>
                </c:pt>
                <c:pt idx="10709">
                  <c:v>25-04-2022</c:v>
                </c:pt>
                <c:pt idx="10710">
                  <c:v>25-04-2022</c:v>
                </c:pt>
                <c:pt idx="10711">
                  <c:v>25-04-2022</c:v>
                </c:pt>
                <c:pt idx="10712">
                  <c:v>25-04-2022</c:v>
                </c:pt>
                <c:pt idx="10713">
                  <c:v>25-04-2022</c:v>
                </c:pt>
                <c:pt idx="10714">
                  <c:v>25-04-2022</c:v>
                </c:pt>
                <c:pt idx="10715">
                  <c:v>25-04-2022</c:v>
                </c:pt>
                <c:pt idx="10716">
                  <c:v>25-04-2022</c:v>
                </c:pt>
                <c:pt idx="10717">
                  <c:v>25-04-2022</c:v>
                </c:pt>
                <c:pt idx="10718">
                  <c:v>25-04-2022</c:v>
                </c:pt>
                <c:pt idx="10719">
                  <c:v>25-04-2022</c:v>
                </c:pt>
                <c:pt idx="10720">
                  <c:v>25-04-2022</c:v>
                </c:pt>
                <c:pt idx="10721">
                  <c:v>25-04-2022</c:v>
                </c:pt>
                <c:pt idx="10722">
                  <c:v>25-04-2022</c:v>
                </c:pt>
                <c:pt idx="10723">
                  <c:v>25-04-2022</c:v>
                </c:pt>
                <c:pt idx="10724">
                  <c:v>25-04-2022</c:v>
                </c:pt>
                <c:pt idx="10725">
                  <c:v>25-04-2022</c:v>
                </c:pt>
                <c:pt idx="10726">
                  <c:v>25-04-2022</c:v>
                </c:pt>
                <c:pt idx="10727">
                  <c:v>25-04-2022</c:v>
                </c:pt>
                <c:pt idx="10728">
                  <c:v>25-04-2022</c:v>
                </c:pt>
                <c:pt idx="10729">
                  <c:v>25-04-2022</c:v>
                </c:pt>
                <c:pt idx="10730">
                  <c:v>25-04-2022</c:v>
                </c:pt>
                <c:pt idx="10731">
                  <c:v>25-04-2022</c:v>
                </c:pt>
                <c:pt idx="10732">
                  <c:v>25-04-2022</c:v>
                </c:pt>
                <c:pt idx="10733">
                  <c:v>25-04-2022</c:v>
                </c:pt>
                <c:pt idx="10734">
                  <c:v>25-04-2022</c:v>
                </c:pt>
                <c:pt idx="10735">
                  <c:v>25-04-2022</c:v>
                </c:pt>
                <c:pt idx="10736">
                  <c:v>25-04-2022</c:v>
                </c:pt>
                <c:pt idx="10737">
                  <c:v>25-04-2022</c:v>
                </c:pt>
                <c:pt idx="10738">
                  <c:v>25-04-2022</c:v>
                </c:pt>
                <c:pt idx="10739">
                  <c:v>25-04-2022</c:v>
                </c:pt>
                <c:pt idx="10740">
                  <c:v>25-04-2022</c:v>
                </c:pt>
                <c:pt idx="10741">
                  <c:v>25-04-2022</c:v>
                </c:pt>
                <c:pt idx="10742">
                  <c:v>25-04-2022</c:v>
                </c:pt>
                <c:pt idx="10743">
                  <c:v>26-04-2022</c:v>
                </c:pt>
                <c:pt idx="10744">
                  <c:v>26-04-2022</c:v>
                </c:pt>
                <c:pt idx="10745">
                  <c:v>26-04-2022</c:v>
                </c:pt>
                <c:pt idx="10746">
                  <c:v>26-04-2022</c:v>
                </c:pt>
                <c:pt idx="10747">
                  <c:v>26-04-2022</c:v>
                </c:pt>
                <c:pt idx="10748">
                  <c:v>26-04-2022</c:v>
                </c:pt>
                <c:pt idx="10749">
                  <c:v>26-04-2022</c:v>
                </c:pt>
                <c:pt idx="10750">
                  <c:v>26-04-2022</c:v>
                </c:pt>
                <c:pt idx="10751">
                  <c:v>26-04-2022</c:v>
                </c:pt>
                <c:pt idx="10752">
                  <c:v>26-04-2022</c:v>
                </c:pt>
                <c:pt idx="10753">
                  <c:v>26-04-2022</c:v>
                </c:pt>
                <c:pt idx="10754">
                  <c:v>26-04-2022</c:v>
                </c:pt>
                <c:pt idx="10755">
                  <c:v>26-04-2022</c:v>
                </c:pt>
                <c:pt idx="10756">
                  <c:v>26-04-2022</c:v>
                </c:pt>
                <c:pt idx="10757">
                  <c:v>26-04-2022</c:v>
                </c:pt>
                <c:pt idx="10758">
                  <c:v>26-04-2022</c:v>
                </c:pt>
                <c:pt idx="10759">
                  <c:v>26-04-2022</c:v>
                </c:pt>
                <c:pt idx="10760">
                  <c:v>26-04-2022</c:v>
                </c:pt>
                <c:pt idx="10761">
                  <c:v>26-04-2022</c:v>
                </c:pt>
                <c:pt idx="10762">
                  <c:v>26-04-2022</c:v>
                </c:pt>
                <c:pt idx="10763">
                  <c:v>26-04-2022</c:v>
                </c:pt>
                <c:pt idx="10764">
                  <c:v>26-04-2022</c:v>
                </c:pt>
                <c:pt idx="10765">
                  <c:v>26-04-2022</c:v>
                </c:pt>
                <c:pt idx="10766">
                  <c:v>26-04-2022</c:v>
                </c:pt>
                <c:pt idx="10767">
                  <c:v>26-04-2022</c:v>
                </c:pt>
                <c:pt idx="10768">
                  <c:v>26-04-2022</c:v>
                </c:pt>
                <c:pt idx="10769">
                  <c:v>26-04-2022</c:v>
                </c:pt>
                <c:pt idx="10770">
                  <c:v>26-04-2022</c:v>
                </c:pt>
                <c:pt idx="10771">
                  <c:v>26-04-2022</c:v>
                </c:pt>
                <c:pt idx="10772">
                  <c:v>26-04-2022</c:v>
                </c:pt>
                <c:pt idx="10773">
                  <c:v>26-04-2022</c:v>
                </c:pt>
                <c:pt idx="10774">
                  <c:v>26-04-2022</c:v>
                </c:pt>
                <c:pt idx="10775">
                  <c:v>26-04-2022</c:v>
                </c:pt>
                <c:pt idx="10776">
                  <c:v>26-04-2022</c:v>
                </c:pt>
                <c:pt idx="10777">
                  <c:v>26-04-2022</c:v>
                </c:pt>
                <c:pt idx="10778">
                  <c:v>26-04-2022</c:v>
                </c:pt>
                <c:pt idx="10779">
                  <c:v>26-04-2022</c:v>
                </c:pt>
                <c:pt idx="10780">
                  <c:v>26-04-2022</c:v>
                </c:pt>
                <c:pt idx="10781">
                  <c:v>26-04-2022</c:v>
                </c:pt>
                <c:pt idx="10782">
                  <c:v>26-04-2022</c:v>
                </c:pt>
                <c:pt idx="10783">
                  <c:v>26-04-2022</c:v>
                </c:pt>
                <c:pt idx="10784">
                  <c:v>26-04-2022</c:v>
                </c:pt>
                <c:pt idx="10785">
                  <c:v>26-04-2022</c:v>
                </c:pt>
                <c:pt idx="10786">
                  <c:v>26-04-2022</c:v>
                </c:pt>
                <c:pt idx="10787">
                  <c:v>26-04-2022</c:v>
                </c:pt>
                <c:pt idx="10788">
                  <c:v>26-04-2022</c:v>
                </c:pt>
                <c:pt idx="10789">
                  <c:v>26-04-2022</c:v>
                </c:pt>
                <c:pt idx="10790">
                  <c:v>26-04-2022</c:v>
                </c:pt>
                <c:pt idx="10791">
                  <c:v>26-04-2022</c:v>
                </c:pt>
                <c:pt idx="10792">
                  <c:v>26-04-2022</c:v>
                </c:pt>
                <c:pt idx="10793">
                  <c:v>26-04-2022</c:v>
                </c:pt>
                <c:pt idx="10794">
                  <c:v>27-04-2022</c:v>
                </c:pt>
                <c:pt idx="10795">
                  <c:v>27-04-2022</c:v>
                </c:pt>
                <c:pt idx="10796">
                  <c:v>27-04-2022</c:v>
                </c:pt>
                <c:pt idx="10797">
                  <c:v>27-04-2022</c:v>
                </c:pt>
                <c:pt idx="10798">
                  <c:v>27-04-2022</c:v>
                </c:pt>
                <c:pt idx="10799">
                  <c:v>27-04-2022</c:v>
                </c:pt>
                <c:pt idx="10800">
                  <c:v>27-04-2022</c:v>
                </c:pt>
                <c:pt idx="10801">
                  <c:v>27-04-2022</c:v>
                </c:pt>
                <c:pt idx="10802">
                  <c:v>27-04-2022</c:v>
                </c:pt>
                <c:pt idx="10803">
                  <c:v>27-04-2022</c:v>
                </c:pt>
                <c:pt idx="10804">
                  <c:v>27-04-2022</c:v>
                </c:pt>
                <c:pt idx="10805">
                  <c:v>27-04-2022</c:v>
                </c:pt>
                <c:pt idx="10806">
                  <c:v>27-04-2022</c:v>
                </c:pt>
                <c:pt idx="10807">
                  <c:v>27-04-2022</c:v>
                </c:pt>
                <c:pt idx="10808">
                  <c:v>27-04-2022</c:v>
                </c:pt>
                <c:pt idx="10809">
                  <c:v>27-04-2022</c:v>
                </c:pt>
                <c:pt idx="10810">
                  <c:v>27-04-2022</c:v>
                </c:pt>
                <c:pt idx="10811">
                  <c:v>27-04-2022</c:v>
                </c:pt>
                <c:pt idx="10812">
                  <c:v>27-04-2022</c:v>
                </c:pt>
                <c:pt idx="10813">
                  <c:v>27-04-2022</c:v>
                </c:pt>
                <c:pt idx="10814">
                  <c:v>27-04-2022</c:v>
                </c:pt>
                <c:pt idx="10815">
                  <c:v>27-04-2022</c:v>
                </c:pt>
                <c:pt idx="10816">
                  <c:v>27-04-2022</c:v>
                </c:pt>
                <c:pt idx="10817">
                  <c:v>27-04-2022</c:v>
                </c:pt>
                <c:pt idx="10818">
                  <c:v>27-04-2022</c:v>
                </c:pt>
                <c:pt idx="10819">
                  <c:v>27-04-2022</c:v>
                </c:pt>
                <c:pt idx="10820">
                  <c:v>27-04-2022</c:v>
                </c:pt>
                <c:pt idx="10821">
                  <c:v>27-04-2022</c:v>
                </c:pt>
                <c:pt idx="10822">
                  <c:v>27-04-2022</c:v>
                </c:pt>
                <c:pt idx="10823">
                  <c:v>27-04-2022</c:v>
                </c:pt>
                <c:pt idx="10824">
                  <c:v>27-04-2022</c:v>
                </c:pt>
                <c:pt idx="10825">
                  <c:v>27-04-2022</c:v>
                </c:pt>
                <c:pt idx="10826">
                  <c:v>27-04-2022</c:v>
                </c:pt>
                <c:pt idx="10827">
                  <c:v>27-04-2022</c:v>
                </c:pt>
                <c:pt idx="10828">
                  <c:v>27-04-2022</c:v>
                </c:pt>
                <c:pt idx="10829">
                  <c:v>27-04-2022</c:v>
                </c:pt>
                <c:pt idx="10830">
                  <c:v>27-04-2022</c:v>
                </c:pt>
                <c:pt idx="10831">
                  <c:v>27-04-2022</c:v>
                </c:pt>
                <c:pt idx="10832">
                  <c:v>27-04-2022</c:v>
                </c:pt>
                <c:pt idx="10833">
                  <c:v>27-04-2022</c:v>
                </c:pt>
                <c:pt idx="10834">
                  <c:v>27-04-2022</c:v>
                </c:pt>
                <c:pt idx="10835">
                  <c:v>27-04-2022</c:v>
                </c:pt>
                <c:pt idx="10836">
                  <c:v>27-04-2022</c:v>
                </c:pt>
                <c:pt idx="10837">
                  <c:v>27-04-2022</c:v>
                </c:pt>
                <c:pt idx="10838">
                  <c:v>27-04-2022</c:v>
                </c:pt>
                <c:pt idx="10839">
                  <c:v>27-04-2022</c:v>
                </c:pt>
                <c:pt idx="10840">
                  <c:v>27-04-2022</c:v>
                </c:pt>
                <c:pt idx="10841">
                  <c:v>27-04-2022</c:v>
                </c:pt>
                <c:pt idx="10842">
                  <c:v>27-04-2022</c:v>
                </c:pt>
                <c:pt idx="10843">
                  <c:v>27-04-2022</c:v>
                </c:pt>
                <c:pt idx="10844">
                  <c:v>27-04-2022</c:v>
                </c:pt>
                <c:pt idx="10845">
                  <c:v>27-04-2022</c:v>
                </c:pt>
                <c:pt idx="10846">
                  <c:v>28-04-2022</c:v>
                </c:pt>
                <c:pt idx="10847">
                  <c:v>28-04-2022</c:v>
                </c:pt>
                <c:pt idx="10848">
                  <c:v>28-04-2022</c:v>
                </c:pt>
                <c:pt idx="10849">
                  <c:v>28-04-2022</c:v>
                </c:pt>
                <c:pt idx="10850">
                  <c:v>28-04-2022</c:v>
                </c:pt>
                <c:pt idx="10851">
                  <c:v>28-04-2022</c:v>
                </c:pt>
                <c:pt idx="10852">
                  <c:v>28-04-2022</c:v>
                </c:pt>
                <c:pt idx="10853">
                  <c:v>28-04-2022</c:v>
                </c:pt>
                <c:pt idx="10854">
                  <c:v>28-04-2022</c:v>
                </c:pt>
                <c:pt idx="10855">
                  <c:v>28-04-2022</c:v>
                </c:pt>
                <c:pt idx="10856">
                  <c:v>28-04-2022</c:v>
                </c:pt>
                <c:pt idx="10857">
                  <c:v>28-04-2022</c:v>
                </c:pt>
                <c:pt idx="10858">
                  <c:v>28-04-2022</c:v>
                </c:pt>
                <c:pt idx="10859">
                  <c:v>28-04-2022</c:v>
                </c:pt>
                <c:pt idx="10860">
                  <c:v>28-04-2022</c:v>
                </c:pt>
                <c:pt idx="10861">
                  <c:v>28-04-2022</c:v>
                </c:pt>
                <c:pt idx="10862">
                  <c:v>28-04-2022</c:v>
                </c:pt>
                <c:pt idx="10863">
                  <c:v>28-04-2022</c:v>
                </c:pt>
                <c:pt idx="10864">
                  <c:v>28-04-2022</c:v>
                </c:pt>
                <c:pt idx="10865">
                  <c:v>28-04-2022</c:v>
                </c:pt>
                <c:pt idx="10866">
                  <c:v>28-04-2022</c:v>
                </c:pt>
                <c:pt idx="10867">
                  <c:v>28-04-2022</c:v>
                </c:pt>
                <c:pt idx="10868">
                  <c:v>28-04-2022</c:v>
                </c:pt>
                <c:pt idx="10869">
                  <c:v>28-04-2022</c:v>
                </c:pt>
                <c:pt idx="10870">
                  <c:v>28-04-2022</c:v>
                </c:pt>
                <c:pt idx="10871">
                  <c:v>28-04-2022</c:v>
                </c:pt>
                <c:pt idx="10872">
                  <c:v>28-04-2022</c:v>
                </c:pt>
                <c:pt idx="10873">
                  <c:v>28-04-2022</c:v>
                </c:pt>
                <c:pt idx="10874">
                  <c:v>28-04-2022</c:v>
                </c:pt>
                <c:pt idx="10875">
                  <c:v>28-04-2022</c:v>
                </c:pt>
                <c:pt idx="10876">
                  <c:v>28-04-2022</c:v>
                </c:pt>
                <c:pt idx="10877">
                  <c:v>28-04-2022</c:v>
                </c:pt>
                <c:pt idx="10878">
                  <c:v>28-04-2022</c:v>
                </c:pt>
                <c:pt idx="10879">
                  <c:v>28-04-2022</c:v>
                </c:pt>
                <c:pt idx="10880">
                  <c:v>28-04-2022</c:v>
                </c:pt>
                <c:pt idx="10881">
                  <c:v>28-04-2022</c:v>
                </c:pt>
                <c:pt idx="10882">
                  <c:v>28-04-2022</c:v>
                </c:pt>
                <c:pt idx="10883">
                  <c:v>28-04-2022</c:v>
                </c:pt>
                <c:pt idx="10884">
                  <c:v>28-04-2022</c:v>
                </c:pt>
                <c:pt idx="10885">
                  <c:v>28-04-2022</c:v>
                </c:pt>
                <c:pt idx="10886">
                  <c:v>28-04-2022</c:v>
                </c:pt>
                <c:pt idx="10887">
                  <c:v>28-04-2022</c:v>
                </c:pt>
                <c:pt idx="10888">
                  <c:v>28-04-2022</c:v>
                </c:pt>
                <c:pt idx="10889">
                  <c:v>28-04-2022</c:v>
                </c:pt>
                <c:pt idx="10890">
                  <c:v>28-04-2022</c:v>
                </c:pt>
                <c:pt idx="10891">
                  <c:v>28-04-2022</c:v>
                </c:pt>
                <c:pt idx="10892">
                  <c:v>28-04-2022</c:v>
                </c:pt>
                <c:pt idx="10893">
                  <c:v>28-04-2022</c:v>
                </c:pt>
                <c:pt idx="10894">
                  <c:v>28-04-2022</c:v>
                </c:pt>
                <c:pt idx="10895">
                  <c:v>28-04-2022</c:v>
                </c:pt>
                <c:pt idx="10896">
                  <c:v>28-04-2022</c:v>
                </c:pt>
                <c:pt idx="10897">
                  <c:v>28-04-2022</c:v>
                </c:pt>
                <c:pt idx="10898">
                  <c:v>29-04-2022</c:v>
                </c:pt>
                <c:pt idx="10899">
                  <c:v>29-04-2022</c:v>
                </c:pt>
                <c:pt idx="10900">
                  <c:v>29-04-2022</c:v>
                </c:pt>
                <c:pt idx="10901">
                  <c:v>29-04-2022</c:v>
                </c:pt>
                <c:pt idx="10902">
                  <c:v>29-04-2022</c:v>
                </c:pt>
                <c:pt idx="10903">
                  <c:v>29-04-2022</c:v>
                </c:pt>
                <c:pt idx="10904">
                  <c:v>29-04-2022</c:v>
                </c:pt>
                <c:pt idx="10905">
                  <c:v>29-04-2022</c:v>
                </c:pt>
                <c:pt idx="10906">
                  <c:v>29-04-2022</c:v>
                </c:pt>
                <c:pt idx="10907">
                  <c:v>29-04-2022</c:v>
                </c:pt>
                <c:pt idx="10908">
                  <c:v>29-04-2022</c:v>
                </c:pt>
                <c:pt idx="10909">
                  <c:v>29-04-2022</c:v>
                </c:pt>
                <c:pt idx="10910">
                  <c:v>29-04-2022</c:v>
                </c:pt>
                <c:pt idx="10911">
                  <c:v>29-04-2022</c:v>
                </c:pt>
                <c:pt idx="10912">
                  <c:v>29-04-2022</c:v>
                </c:pt>
                <c:pt idx="10913">
                  <c:v>29-04-2022</c:v>
                </c:pt>
                <c:pt idx="10914">
                  <c:v>29-04-2022</c:v>
                </c:pt>
                <c:pt idx="10915">
                  <c:v>29-04-2022</c:v>
                </c:pt>
                <c:pt idx="10916">
                  <c:v>29-04-2022</c:v>
                </c:pt>
                <c:pt idx="10917">
                  <c:v>29-04-2022</c:v>
                </c:pt>
                <c:pt idx="10918">
                  <c:v>29-04-2022</c:v>
                </c:pt>
                <c:pt idx="10919">
                  <c:v>29-04-2022</c:v>
                </c:pt>
                <c:pt idx="10920">
                  <c:v>29-04-2022</c:v>
                </c:pt>
                <c:pt idx="10921">
                  <c:v>29-04-2022</c:v>
                </c:pt>
                <c:pt idx="10922">
                  <c:v>29-04-2022</c:v>
                </c:pt>
                <c:pt idx="10923">
                  <c:v>29-04-2022</c:v>
                </c:pt>
                <c:pt idx="10924">
                  <c:v>29-04-2022</c:v>
                </c:pt>
                <c:pt idx="10925">
                  <c:v>29-04-2022</c:v>
                </c:pt>
                <c:pt idx="10926">
                  <c:v>29-04-2022</c:v>
                </c:pt>
                <c:pt idx="10927">
                  <c:v>29-04-2022</c:v>
                </c:pt>
                <c:pt idx="10928">
                  <c:v>29-04-2022</c:v>
                </c:pt>
                <c:pt idx="10929">
                  <c:v>29-04-2022</c:v>
                </c:pt>
                <c:pt idx="10930">
                  <c:v>29-04-2022</c:v>
                </c:pt>
                <c:pt idx="10931">
                  <c:v>29-04-2022</c:v>
                </c:pt>
                <c:pt idx="10932">
                  <c:v>29-04-2022</c:v>
                </c:pt>
                <c:pt idx="10933">
                  <c:v>29-04-2022</c:v>
                </c:pt>
                <c:pt idx="10934">
                  <c:v>29-04-2022</c:v>
                </c:pt>
                <c:pt idx="10935">
                  <c:v>29-04-2022</c:v>
                </c:pt>
                <c:pt idx="10936">
                  <c:v>29-04-2022</c:v>
                </c:pt>
                <c:pt idx="10937">
                  <c:v>29-04-2022</c:v>
                </c:pt>
                <c:pt idx="10938">
                  <c:v>29-04-2022</c:v>
                </c:pt>
                <c:pt idx="10939">
                  <c:v>29-04-2022</c:v>
                </c:pt>
                <c:pt idx="10940">
                  <c:v>29-04-2022</c:v>
                </c:pt>
                <c:pt idx="10941">
                  <c:v>29-04-2022</c:v>
                </c:pt>
                <c:pt idx="10942">
                  <c:v>29-04-2022</c:v>
                </c:pt>
                <c:pt idx="10943">
                  <c:v>29-04-2022</c:v>
                </c:pt>
                <c:pt idx="10944">
                  <c:v>29-04-2022</c:v>
                </c:pt>
                <c:pt idx="10945">
                  <c:v>29-04-2022</c:v>
                </c:pt>
                <c:pt idx="10946">
                  <c:v>29-04-2022</c:v>
                </c:pt>
                <c:pt idx="10947">
                  <c:v>29-04-2022</c:v>
                </c:pt>
                <c:pt idx="10948">
                  <c:v>29-04-2022</c:v>
                </c:pt>
                <c:pt idx="10949">
                  <c:v>30-04-2022</c:v>
                </c:pt>
                <c:pt idx="10950">
                  <c:v>30-04-2022</c:v>
                </c:pt>
                <c:pt idx="10951">
                  <c:v>30-04-2022</c:v>
                </c:pt>
                <c:pt idx="10952">
                  <c:v>30-04-2022</c:v>
                </c:pt>
                <c:pt idx="10953">
                  <c:v>30-04-2022</c:v>
                </c:pt>
                <c:pt idx="10954">
                  <c:v>30-04-2022</c:v>
                </c:pt>
                <c:pt idx="10955">
                  <c:v>30-04-2022</c:v>
                </c:pt>
                <c:pt idx="10956">
                  <c:v>30-04-2022</c:v>
                </c:pt>
                <c:pt idx="10957">
                  <c:v>30-04-2022</c:v>
                </c:pt>
                <c:pt idx="10958">
                  <c:v>30-04-2022</c:v>
                </c:pt>
                <c:pt idx="10959">
                  <c:v>30-04-2022</c:v>
                </c:pt>
                <c:pt idx="10960">
                  <c:v>30-04-2022</c:v>
                </c:pt>
                <c:pt idx="10961">
                  <c:v>30-04-2022</c:v>
                </c:pt>
                <c:pt idx="10962">
                  <c:v>30-04-2022</c:v>
                </c:pt>
                <c:pt idx="10963">
                  <c:v>30-04-2022</c:v>
                </c:pt>
                <c:pt idx="10964">
                  <c:v>30-04-2022</c:v>
                </c:pt>
                <c:pt idx="10965">
                  <c:v>30-04-2022</c:v>
                </c:pt>
                <c:pt idx="10966">
                  <c:v>30-04-2022</c:v>
                </c:pt>
                <c:pt idx="10967">
                  <c:v>30-04-2022</c:v>
                </c:pt>
                <c:pt idx="10968">
                  <c:v>30-04-2022</c:v>
                </c:pt>
                <c:pt idx="10969">
                  <c:v>30-04-2022</c:v>
                </c:pt>
                <c:pt idx="10970">
                  <c:v>30-04-2022</c:v>
                </c:pt>
                <c:pt idx="10971">
                  <c:v>30-04-2022</c:v>
                </c:pt>
                <c:pt idx="10972">
                  <c:v>30-04-2022</c:v>
                </c:pt>
                <c:pt idx="10973">
                  <c:v>30-04-2022</c:v>
                </c:pt>
                <c:pt idx="10974">
                  <c:v>30-04-2022</c:v>
                </c:pt>
                <c:pt idx="10975">
                  <c:v>30-04-2022</c:v>
                </c:pt>
                <c:pt idx="10976">
                  <c:v>30-04-2022</c:v>
                </c:pt>
                <c:pt idx="10977">
                  <c:v>30-04-2022</c:v>
                </c:pt>
                <c:pt idx="10978">
                  <c:v>30-04-2022</c:v>
                </c:pt>
                <c:pt idx="10979">
                  <c:v>30-04-2022</c:v>
                </c:pt>
                <c:pt idx="10980">
                  <c:v>30-04-2022</c:v>
                </c:pt>
                <c:pt idx="10981">
                  <c:v>30-04-2022</c:v>
                </c:pt>
                <c:pt idx="10982">
                  <c:v>30-04-2022</c:v>
                </c:pt>
                <c:pt idx="10983">
                  <c:v>30-04-2022</c:v>
                </c:pt>
                <c:pt idx="10984">
                  <c:v>30-04-2022</c:v>
                </c:pt>
                <c:pt idx="10985">
                  <c:v>30-04-2022</c:v>
                </c:pt>
                <c:pt idx="10986">
                  <c:v>30-04-2022</c:v>
                </c:pt>
                <c:pt idx="10987">
                  <c:v>30-04-2022</c:v>
                </c:pt>
                <c:pt idx="10988">
                  <c:v>30-04-2022</c:v>
                </c:pt>
                <c:pt idx="10989">
                  <c:v>30-04-2022</c:v>
                </c:pt>
                <c:pt idx="10990">
                  <c:v>30-04-2022</c:v>
                </c:pt>
                <c:pt idx="10991">
                  <c:v>30-04-2022</c:v>
                </c:pt>
                <c:pt idx="10992">
                  <c:v>30-04-2022</c:v>
                </c:pt>
                <c:pt idx="10993">
                  <c:v>30-04-2022</c:v>
                </c:pt>
                <c:pt idx="10994">
                  <c:v>30-04-2022</c:v>
                </c:pt>
                <c:pt idx="10995">
                  <c:v>30-04-2022</c:v>
                </c:pt>
                <c:pt idx="10996">
                  <c:v>30-04-2022</c:v>
                </c:pt>
                <c:pt idx="10997">
                  <c:v>30-04-2022</c:v>
                </c:pt>
                <c:pt idx="10998">
                  <c:v>30-04-2022</c:v>
                </c:pt>
                <c:pt idx="10999">
                  <c:v>30-04-2022</c:v>
                </c:pt>
                <c:pt idx="11000">
                  <c:v>30-04-2022</c:v>
                </c:pt>
                <c:pt idx="11001">
                  <c:v>01-05-2022</c:v>
                </c:pt>
                <c:pt idx="11002">
                  <c:v>01-05-2022</c:v>
                </c:pt>
                <c:pt idx="11003">
                  <c:v>01-05-2022</c:v>
                </c:pt>
                <c:pt idx="11004">
                  <c:v>01-05-2022</c:v>
                </c:pt>
                <c:pt idx="11005">
                  <c:v>01-05-2022</c:v>
                </c:pt>
                <c:pt idx="11006">
                  <c:v>01-05-2022</c:v>
                </c:pt>
                <c:pt idx="11007">
                  <c:v>01-05-2022</c:v>
                </c:pt>
                <c:pt idx="11008">
                  <c:v>01-05-2022</c:v>
                </c:pt>
                <c:pt idx="11009">
                  <c:v>01-05-2022</c:v>
                </c:pt>
                <c:pt idx="11010">
                  <c:v>01-05-2022</c:v>
                </c:pt>
                <c:pt idx="11011">
                  <c:v>01-05-2022</c:v>
                </c:pt>
                <c:pt idx="11012">
                  <c:v>01-05-2022</c:v>
                </c:pt>
                <c:pt idx="11013">
                  <c:v>01-05-2022</c:v>
                </c:pt>
                <c:pt idx="11014">
                  <c:v>01-05-2022</c:v>
                </c:pt>
                <c:pt idx="11015">
                  <c:v>01-05-2022</c:v>
                </c:pt>
                <c:pt idx="11016">
                  <c:v>01-05-2022</c:v>
                </c:pt>
                <c:pt idx="11017">
                  <c:v>01-05-2022</c:v>
                </c:pt>
                <c:pt idx="11018">
                  <c:v>01-05-2022</c:v>
                </c:pt>
                <c:pt idx="11019">
                  <c:v>01-05-2022</c:v>
                </c:pt>
                <c:pt idx="11020">
                  <c:v>01-05-2022</c:v>
                </c:pt>
                <c:pt idx="11021">
                  <c:v>01-05-2022</c:v>
                </c:pt>
                <c:pt idx="11022">
                  <c:v>01-05-2022</c:v>
                </c:pt>
                <c:pt idx="11023">
                  <c:v>01-05-2022</c:v>
                </c:pt>
                <c:pt idx="11024">
                  <c:v>01-05-2022</c:v>
                </c:pt>
                <c:pt idx="11025">
                  <c:v>01-05-2022</c:v>
                </c:pt>
                <c:pt idx="11026">
                  <c:v>01-05-2022</c:v>
                </c:pt>
                <c:pt idx="11027">
                  <c:v>01-05-2022</c:v>
                </c:pt>
                <c:pt idx="11028">
                  <c:v>01-05-2022</c:v>
                </c:pt>
                <c:pt idx="11029">
                  <c:v>01-05-2022</c:v>
                </c:pt>
                <c:pt idx="11030">
                  <c:v>01-05-2022</c:v>
                </c:pt>
                <c:pt idx="11031">
                  <c:v>01-05-2022</c:v>
                </c:pt>
                <c:pt idx="11032">
                  <c:v>01-05-2022</c:v>
                </c:pt>
                <c:pt idx="11033">
                  <c:v>01-05-2022</c:v>
                </c:pt>
                <c:pt idx="11034">
                  <c:v>01-05-2022</c:v>
                </c:pt>
                <c:pt idx="11035">
                  <c:v>01-05-2022</c:v>
                </c:pt>
                <c:pt idx="11036">
                  <c:v>01-05-2022</c:v>
                </c:pt>
                <c:pt idx="11037">
                  <c:v>01-05-2022</c:v>
                </c:pt>
                <c:pt idx="11038">
                  <c:v>01-05-2022</c:v>
                </c:pt>
                <c:pt idx="11039">
                  <c:v>01-05-2022</c:v>
                </c:pt>
                <c:pt idx="11040">
                  <c:v>01-05-2022</c:v>
                </c:pt>
                <c:pt idx="11041">
                  <c:v>01-05-2022</c:v>
                </c:pt>
                <c:pt idx="11042">
                  <c:v>01-05-2022</c:v>
                </c:pt>
                <c:pt idx="11043">
                  <c:v>01-05-2022</c:v>
                </c:pt>
                <c:pt idx="11044">
                  <c:v>01-05-2022</c:v>
                </c:pt>
                <c:pt idx="11045">
                  <c:v>01-05-2022</c:v>
                </c:pt>
                <c:pt idx="11046">
                  <c:v>02-05-2022</c:v>
                </c:pt>
                <c:pt idx="11047">
                  <c:v>02-05-2022</c:v>
                </c:pt>
                <c:pt idx="11048">
                  <c:v>02-05-2022</c:v>
                </c:pt>
                <c:pt idx="11049">
                  <c:v>02-05-2022</c:v>
                </c:pt>
                <c:pt idx="11050">
                  <c:v>02-05-2022</c:v>
                </c:pt>
                <c:pt idx="11051">
                  <c:v>02-05-2022</c:v>
                </c:pt>
                <c:pt idx="11052">
                  <c:v>02-05-2022</c:v>
                </c:pt>
                <c:pt idx="11053">
                  <c:v>02-05-2022</c:v>
                </c:pt>
                <c:pt idx="11054">
                  <c:v>02-05-2022</c:v>
                </c:pt>
                <c:pt idx="11055">
                  <c:v>02-05-2022</c:v>
                </c:pt>
                <c:pt idx="11056">
                  <c:v>02-05-2022</c:v>
                </c:pt>
                <c:pt idx="11057">
                  <c:v>02-05-2022</c:v>
                </c:pt>
                <c:pt idx="11058">
                  <c:v>02-05-2022</c:v>
                </c:pt>
                <c:pt idx="11059">
                  <c:v>02-05-2022</c:v>
                </c:pt>
                <c:pt idx="11060">
                  <c:v>02-05-2022</c:v>
                </c:pt>
                <c:pt idx="11061">
                  <c:v>02-05-2022</c:v>
                </c:pt>
                <c:pt idx="11062">
                  <c:v>02-05-2022</c:v>
                </c:pt>
                <c:pt idx="11063">
                  <c:v>02-05-2022</c:v>
                </c:pt>
                <c:pt idx="11064">
                  <c:v>02-05-2022</c:v>
                </c:pt>
                <c:pt idx="11065">
                  <c:v>02-05-2022</c:v>
                </c:pt>
                <c:pt idx="11066">
                  <c:v>02-05-2022</c:v>
                </c:pt>
                <c:pt idx="11067">
                  <c:v>02-05-2022</c:v>
                </c:pt>
                <c:pt idx="11068">
                  <c:v>02-05-2022</c:v>
                </c:pt>
                <c:pt idx="11069">
                  <c:v>02-05-2022</c:v>
                </c:pt>
                <c:pt idx="11070">
                  <c:v>02-05-2022</c:v>
                </c:pt>
                <c:pt idx="11071">
                  <c:v>02-05-2022</c:v>
                </c:pt>
                <c:pt idx="11072">
                  <c:v>02-05-2022</c:v>
                </c:pt>
                <c:pt idx="11073">
                  <c:v>02-05-2022</c:v>
                </c:pt>
                <c:pt idx="11074">
                  <c:v>02-05-2022</c:v>
                </c:pt>
                <c:pt idx="11075">
                  <c:v>02-05-2022</c:v>
                </c:pt>
                <c:pt idx="11076">
                  <c:v>02-05-2022</c:v>
                </c:pt>
                <c:pt idx="11077">
                  <c:v>02-05-2022</c:v>
                </c:pt>
                <c:pt idx="11078">
                  <c:v>02-05-2022</c:v>
                </c:pt>
                <c:pt idx="11079">
                  <c:v>02-05-2022</c:v>
                </c:pt>
                <c:pt idx="11080">
                  <c:v>02-05-2022</c:v>
                </c:pt>
                <c:pt idx="11081">
                  <c:v>02-05-2022</c:v>
                </c:pt>
                <c:pt idx="11082">
                  <c:v>02-05-2022</c:v>
                </c:pt>
                <c:pt idx="11083">
                  <c:v>02-05-2022</c:v>
                </c:pt>
                <c:pt idx="11084">
                  <c:v>02-05-2022</c:v>
                </c:pt>
                <c:pt idx="11085">
                  <c:v>02-05-2022</c:v>
                </c:pt>
                <c:pt idx="11086">
                  <c:v>03-05-2022</c:v>
                </c:pt>
                <c:pt idx="11087">
                  <c:v>03-05-2022</c:v>
                </c:pt>
                <c:pt idx="11088">
                  <c:v>03-05-2022</c:v>
                </c:pt>
                <c:pt idx="11089">
                  <c:v>03-05-2022</c:v>
                </c:pt>
                <c:pt idx="11090">
                  <c:v>03-05-2022</c:v>
                </c:pt>
                <c:pt idx="11091">
                  <c:v>03-05-2022</c:v>
                </c:pt>
                <c:pt idx="11092">
                  <c:v>03-05-2022</c:v>
                </c:pt>
                <c:pt idx="11093">
                  <c:v>03-05-2022</c:v>
                </c:pt>
                <c:pt idx="11094">
                  <c:v>03-05-2022</c:v>
                </c:pt>
                <c:pt idx="11095">
                  <c:v>03-05-2022</c:v>
                </c:pt>
                <c:pt idx="11096">
                  <c:v>03-05-2022</c:v>
                </c:pt>
                <c:pt idx="11097">
                  <c:v>03-05-2022</c:v>
                </c:pt>
                <c:pt idx="11098">
                  <c:v>03-05-2022</c:v>
                </c:pt>
                <c:pt idx="11099">
                  <c:v>03-05-2022</c:v>
                </c:pt>
                <c:pt idx="11100">
                  <c:v>03-05-2022</c:v>
                </c:pt>
                <c:pt idx="11101">
                  <c:v>03-05-2022</c:v>
                </c:pt>
                <c:pt idx="11102">
                  <c:v>03-05-2022</c:v>
                </c:pt>
                <c:pt idx="11103">
                  <c:v>03-05-2022</c:v>
                </c:pt>
                <c:pt idx="11104">
                  <c:v>03-05-2022</c:v>
                </c:pt>
                <c:pt idx="11105">
                  <c:v>03-05-2022</c:v>
                </c:pt>
                <c:pt idx="11106">
                  <c:v>03-05-2022</c:v>
                </c:pt>
                <c:pt idx="11107">
                  <c:v>03-05-2022</c:v>
                </c:pt>
                <c:pt idx="11108">
                  <c:v>03-05-2022</c:v>
                </c:pt>
                <c:pt idx="11109">
                  <c:v>03-05-2022</c:v>
                </c:pt>
                <c:pt idx="11110">
                  <c:v>03-05-2022</c:v>
                </c:pt>
                <c:pt idx="11111">
                  <c:v>03-05-2022</c:v>
                </c:pt>
                <c:pt idx="11112">
                  <c:v>03-05-2022</c:v>
                </c:pt>
                <c:pt idx="11113">
                  <c:v>03-05-2022</c:v>
                </c:pt>
                <c:pt idx="11114">
                  <c:v>03-05-2022</c:v>
                </c:pt>
                <c:pt idx="11115">
                  <c:v>03-05-2022</c:v>
                </c:pt>
                <c:pt idx="11116">
                  <c:v>03-05-2022</c:v>
                </c:pt>
                <c:pt idx="11117">
                  <c:v>03-05-2022</c:v>
                </c:pt>
                <c:pt idx="11118">
                  <c:v>03-05-2022</c:v>
                </c:pt>
                <c:pt idx="11119">
                  <c:v>03-05-2022</c:v>
                </c:pt>
                <c:pt idx="11120">
                  <c:v>03-05-2022</c:v>
                </c:pt>
                <c:pt idx="11121">
                  <c:v>03-05-2022</c:v>
                </c:pt>
                <c:pt idx="11122">
                  <c:v>03-05-2022</c:v>
                </c:pt>
                <c:pt idx="11123">
                  <c:v>04-05-2022</c:v>
                </c:pt>
                <c:pt idx="11124">
                  <c:v>04-05-2022</c:v>
                </c:pt>
                <c:pt idx="11125">
                  <c:v>04-05-2022</c:v>
                </c:pt>
                <c:pt idx="11126">
                  <c:v>04-05-2022</c:v>
                </c:pt>
                <c:pt idx="11127">
                  <c:v>04-05-2022</c:v>
                </c:pt>
                <c:pt idx="11128">
                  <c:v>04-05-2022</c:v>
                </c:pt>
                <c:pt idx="11129">
                  <c:v>04-05-2022</c:v>
                </c:pt>
                <c:pt idx="11130">
                  <c:v>04-05-2022</c:v>
                </c:pt>
                <c:pt idx="11131">
                  <c:v>04-05-2022</c:v>
                </c:pt>
                <c:pt idx="11132">
                  <c:v>04-05-2022</c:v>
                </c:pt>
                <c:pt idx="11133">
                  <c:v>04-05-2022</c:v>
                </c:pt>
                <c:pt idx="11134">
                  <c:v>04-05-2022</c:v>
                </c:pt>
                <c:pt idx="11135">
                  <c:v>04-05-2022</c:v>
                </c:pt>
                <c:pt idx="11136">
                  <c:v>04-05-2022</c:v>
                </c:pt>
                <c:pt idx="11137">
                  <c:v>04-05-2022</c:v>
                </c:pt>
                <c:pt idx="11138">
                  <c:v>04-05-2022</c:v>
                </c:pt>
                <c:pt idx="11139">
                  <c:v>04-05-2022</c:v>
                </c:pt>
                <c:pt idx="11140">
                  <c:v>04-05-2022</c:v>
                </c:pt>
                <c:pt idx="11141">
                  <c:v>04-05-2022</c:v>
                </c:pt>
                <c:pt idx="11142">
                  <c:v>04-05-2022</c:v>
                </c:pt>
                <c:pt idx="11143">
                  <c:v>04-05-2022</c:v>
                </c:pt>
                <c:pt idx="11144">
                  <c:v>04-05-2022</c:v>
                </c:pt>
                <c:pt idx="11145">
                  <c:v>04-05-2022</c:v>
                </c:pt>
                <c:pt idx="11146">
                  <c:v>04-05-2022</c:v>
                </c:pt>
                <c:pt idx="11147">
                  <c:v>04-05-2022</c:v>
                </c:pt>
                <c:pt idx="11148">
                  <c:v>04-05-2022</c:v>
                </c:pt>
                <c:pt idx="11149">
                  <c:v>04-05-2022</c:v>
                </c:pt>
                <c:pt idx="11150">
                  <c:v>04-05-2022</c:v>
                </c:pt>
                <c:pt idx="11151">
                  <c:v>04-05-2022</c:v>
                </c:pt>
                <c:pt idx="11152">
                  <c:v>04-05-2022</c:v>
                </c:pt>
                <c:pt idx="11153">
                  <c:v>04-05-2022</c:v>
                </c:pt>
                <c:pt idx="11154">
                  <c:v>04-05-2022</c:v>
                </c:pt>
                <c:pt idx="11155">
                  <c:v>04-05-2022</c:v>
                </c:pt>
                <c:pt idx="11156">
                  <c:v>04-05-2022</c:v>
                </c:pt>
                <c:pt idx="11157">
                  <c:v>04-05-2022</c:v>
                </c:pt>
                <c:pt idx="11158">
                  <c:v>04-05-2022</c:v>
                </c:pt>
                <c:pt idx="11159">
                  <c:v>04-05-2022</c:v>
                </c:pt>
                <c:pt idx="11160">
                  <c:v>04-05-2022</c:v>
                </c:pt>
                <c:pt idx="11161">
                  <c:v>04-05-2022</c:v>
                </c:pt>
                <c:pt idx="11162">
                  <c:v>04-05-2022</c:v>
                </c:pt>
                <c:pt idx="11163">
                  <c:v>05-05-2022</c:v>
                </c:pt>
                <c:pt idx="11164">
                  <c:v>05-05-2022</c:v>
                </c:pt>
                <c:pt idx="11165">
                  <c:v>05-05-2022</c:v>
                </c:pt>
                <c:pt idx="11166">
                  <c:v>05-05-2022</c:v>
                </c:pt>
                <c:pt idx="11167">
                  <c:v>05-05-2022</c:v>
                </c:pt>
                <c:pt idx="11168">
                  <c:v>05-05-2022</c:v>
                </c:pt>
                <c:pt idx="11169">
                  <c:v>05-05-2022</c:v>
                </c:pt>
                <c:pt idx="11170">
                  <c:v>05-05-2022</c:v>
                </c:pt>
                <c:pt idx="11171">
                  <c:v>05-05-2022</c:v>
                </c:pt>
                <c:pt idx="11172">
                  <c:v>05-05-2022</c:v>
                </c:pt>
                <c:pt idx="11173">
                  <c:v>05-05-2022</c:v>
                </c:pt>
                <c:pt idx="11174">
                  <c:v>05-05-2022</c:v>
                </c:pt>
                <c:pt idx="11175">
                  <c:v>05-05-2022</c:v>
                </c:pt>
                <c:pt idx="11176">
                  <c:v>05-05-2022</c:v>
                </c:pt>
                <c:pt idx="11177">
                  <c:v>05-05-2022</c:v>
                </c:pt>
                <c:pt idx="11178">
                  <c:v>05-05-2022</c:v>
                </c:pt>
                <c:pt idx="11179">
                  <c:v>05-05-2022</c:v>
                </c:pt>
                <c:pt idx="11180">
                  <c:v>05-05-2022</c:v>
                </c:pt>
                <c:pt idx="11181">
                  <c:v>05-05-2022</c:v>
                </c:pt>
                <c:pt idx="11182">
                  <c:v>05-05-2022</c:v>
                </c:pt>
                <c:pt idx="11183">
                  <c:v>05-05-2022</c:v>
                </c:pt>
                <c:pt idx="11184">
                  <c:v>05-05-2022</c:v>
                </c:pt>
                <c:pt idx="11185">
                  <c:v>05-05-2022</c:v>
                </c:pt>
                <c:pt idx="11186">
                  <c:v>05-05-2022</c:v>
                </c:pt>
                <c:pt idx="11187">
                  <c:v>05-05-2022</c:v>
                </c:pt>
                <c:pt idx="11188">
                  <c:v>05-05-2022</c:v>
                </c:pt>
                <c:pt idx="11189">
                  <c:v>05-05-2022</c:v>
                </c:pt>
                <c:pt idx="11190">
                  <c:v>05-05-2022</c:v>
                </c:pt>
                <c:pt idx="11191">
                  <c:v>05-05-2022</c:v>
                </c:pt>
                <c:pt idx="11192">
                  <c:v>05-05-2022</c:v>
                </c:pt>
                <c:pt idx="11193">
                  <c:v>05-05-2022</c:v>
                </c:pt>
                <c:pt idx="11194">
                  <c:v>05-05-2022</c:v>
                </c:pt>
                <c:pt idx="11195">
                  <c:v>05-05-2022</c:v>
                </c:pt>
                <c:pt idx="11196">
                  <c:v>05-05-2022</c:v>
                </c:pt>
                <c:pt idx="11197">
                  <c:v>05-05-2022</c:v>
                </c:pt>
                <c:pt idx="11198">
                  <c:v>05-05-2022</c:v>
                </c:pt>
                <c:pt idx="11199">
                  <c:v>05-05-2022</c:v>
                </c:pt>
                <c:pt idx="11200">
                  <c:v>05-05-2022</c:v>
                </c:pt>
                <c:pt idx="11201">
                  <c:v>05-05-2022</c:v>
                </c:pt>
                <c:pt idx="11202">
                  <c:v>05-05-2022</c:v>
                </c:pt>
                <c:pt idx="11203">
                  <c:v>05-05-2022</c:v>
                </c:pt>
                <c:pt idx="11204">
                  <c:v>05-05-2022</c:v>
                </c:pt>
                <c:pt idx="11205">
                  <c:v>05-05-2022</c:v>
                </c:pt>
                <c:pt idx="11206">
                  <c:v>05-05-2022</c:v>
                </c:pt>
                <c:pt idx="11207">
                  <c:v>05-05-2022</c:v>
                </c:pt>
                <c:pt idx="11208">
                  <c:v>05-05-2022</c:v>
                </c:pt>
                <c:pt idx="11209">
                  <c:v>05-05-2022</c:v>
                </c:pt>
                <c:pt idx="11210">
                  <c:v>06-05-2022</c:v>
                </c:pt>
                <c:pt idx="11211">
                  <c:v>06-05-2022</c:v>
                </c:pt>
                <c:pt idx="11212">
                  <c:v>06-05-2022</c:v>
                </c:pt>
                <c:pt idx="11213">
                  <c:v>06-05-2022</c:v>
                </c:pt>
                <c:pt idx="11214">
                  <c:v>06-05-2022</c:v>
                </c:pt>
                <c:pt idx="11215">
                  <c:v>06-05-2022</c:v>
                </c:pt>
                <c:pt idx="11216">
                  <c:v>06-05-2022</c:v>
                </c:pt>
                <c:pt idx="11217">
                  <c:v>06-05-2022</c:v>
                </c:pt>
                <c:pt idx="11218">
                  <c:v>06-05-2022</c:v>
                </c:pt>
                <c:pt idx="11219">
                  <c:v>06-05-2022</c:v>
                </c:pt>
                <c:pt idx="11220">
                  <c:v>06-05-2022</c:v>
                </c:pt>
                <c:pt idx="11221">
                  <c:v>06-05-2022</c:v>
                </c:pt>
                <c:pt idx="11222">
                  <c:v>06-05-2022</c:v>
                </c:pt>
                <c:pt idx="11223">
                  <c:v>06-05-2022</c:v>
                </c:pt>
                <c:pt idx="11224">
                  <c:v>06-05-2022</c:v>
                </c:pt>
                <c:pt idx="11225">
                  <c:v>06-05-2022</c:v>
                </c:pt>
                <c:pt idx="11226">
                  <c:v>06-05-2022</c:v>
                </c:pt>
                <c:pt idx="11227">
                  <c:v>06-05-2022</c:v>
                </c:pt>
                <c:pt idx="11228">
                  <c:v>06-05-2022</c:v>
                </c:pt>
                <c:pt idx="11229">
                  <c:v>06-05-2022</c:v>
                </c:pt>
                <c:pt idx="11230">
                  <c:v>06-05-2022</c:v>
                </c:pt>
                <c:pt idx="11231">
                  <c:v>06-05-2022</c:v>
                </c:pt>
                <c:pt idx="11232">
                  <c:v>06-05-2022</c:v>
                </c:pt>
                <c:pt idx="11233">
                  <c:v>06-05-2022</c:v>
                </c:pt>
                <c:pt idx="11234">
                  <c:v>06-05-2022</c:v>
                </c:pt>
                <c:pt idx="11235">
                  <c:v>06-05-2022</c:v>
                </c:pt>
                <c:pt idx="11236">
                  <c:v>06-05-2022</c:v>
                </c:pt>
                <c:pt idx="11237">
                  <c:v>06-05-2022</c:v>
                </c:pt>
                <c:pt idx="11238">
                  <c:v>06-05-2022</c:v>
                </c:pt>
                <c:pt idx="11239">
                  <c:v>06-05-2022</c:v>
                </c:pt>
                <c:pt idx="11240">
                  <c:v>06-05-2022</c:v>
                </c:pt>
                <c:pt idx="11241">
                  <c:v>06-05-2022</c:v>
                </c:pt>
                <c:pt idx="11242">
                  <c:v>06-05-2022</c:v>
                </c:pt>
                <c:pt idx="11243">
                  <c:v>06-05-2022</c:v>
                </c:pt>
                <c:pt idx="11244">
                  <c:v>06-05-2022</c:v>
                </c:pt>
                <c:pt idx="11245">
                  <c:v>06-05-2022</c:v>
                </c:pt>
                <c:pt idx="11246">
                  <c:v>06-05-2022</c:v>
                </c:pt>
                <c:pt idx="11247">
                  <c:v>06-05-2022</c:v>
                </c:pt>
                <c:pt idx="11248">
                  <c:v>06-05-2022</c:v>
                </c:pt>
                <c:pt idx="11249">
                  <c:v>06-05-2022</c:v>
                </c:pt>
                <c:pt idx="11250">
                  <c:v>06-05-2022</c:v>
                </c:pt>
                <c:pt idx="11251">
                  <c:v>06-05-2022</c:v>
                </c:pt>
                <c:pt idx="11252">
                  <c:v>06-05-2022</c:v>
                </c:pt>
                <c:pt idx="11253">
                  <c:v>06-05-2022</c:v>
                </c:pt>
                <c:pt idx="11254">
                  <c:v>06-05-2022</c:v>
                </c:pt>
                <c:pt idx="11255">
                  <c:v>06-05-2022</c:v>
                </c:pt>
                <c:pt idx="11256">
                  <c:v>06-05-2022</c:v>
                </c:pt>
                <c:pt idx="11257">
                  <c:v>06-05-2022</c:v>
                </c:pt>
                <c:pt idx="11258">
                  <c:v>06-05-2022</c:v>
                </c:pt>
                <c:pt idx="11259">
                  <c:v>06-05-2022</c:v>
                </c:pt>
                <c:pt idx="11260">
                  <c:v>07-05-2022</c:v>
                </c:pt>
                <c:pt idx="11261">
                  <c:v>07-05-2022</c:v>
                </c:pt>
                <c:pt idx="11262">
                  <c:v>07-05-2022</c:v>
                </c:pt>
                <c:pt idx="11263">
                  <c:v>07-05-2022</c:v>
                </c:pt>
                <c:pt idx="11264">
                  <c:v>07-05-2022</c:v>
                </c:pt>
                <c:pt idx="11265">
                  <c:v>07-05-2022</c:v>
                </c:pt>
                <c:pt idx="11266">
                  <c:v>07-05-2022</c:v>
                </c:pt>
                <c:pt idx="11267">
                  <c:v>07-05-2022</c:v>
                </c:pt>
                <c:pt idx="11268">
                  <c:v>07-05-2022</c:v>
                </c:pt>
                <c:pt idx="11269">
                  <c:v>07-05-2022</c:v>
                </c:pt>
                <c:pt idx="11270">
                  <c:v>07-05-2022</c:v>
                </c:pt>
                <c:pt idx="11271">
                  <c:v>07-05-2022</c:v>
                </c:pt>
                <c:pt idx="11272">
                  <c:v>07-05-2022</c:v>
                </c:pt>
                <c:pt idx="11273">
                  <c:v>07-05-2022</c:v>
                </c:pt>
                <c:pt idx="11274">
                  <c:v>07-05-2022</c:v>
                </c:pt>
                <c:pt idx="11275">
                  <c:v>07-05-2022</c:v>
                </c:pt>
                <c:pt idx="11276">
                  <c:v>07-05-2022</c:v>
                </c:pt>
                <c:pt idx="11277">
                  <c:v>07-05-2022</c:v>
                </c:pt>
                <c:pt idx="11278">
                  <c:v>07-05-2022</c:v>
                </c:pt>
                <c:pt idx="11279">
                  <c:v>07-05-2022</c:v>
                </c:pt>
                <c:pt idx="11280">
                  <c:v>07-05-2022</c:v>
                </c:pt>
                <c:pt idx="11281">
                  <c:v>07-05-2022</c:v>
                </c:pt>
                <c:pt idx="11282">
                  <c:v>07-05-2022</c:v>
                </c:pt>
                <c:pt idx="11283">
                  <c:v>07-05-2022</c:v>
                </c:pt>
                <c:pt idx="11284">
                  <c:v>07-05-2022</c:v>
                </c:pt>
                <c:pt idx="11285">
                  <c:v>07-05-2022</c:v>
                </c:pt>
                <c:pt idx="11286">
                  <c:v>07-05-2022</c:v>
                </c:pt>
                <c:pt idx="11287">
                  <c:v>07-05-2022</c:v>
                </c:pt>
                <c:pt idx="11288">
                  <c:v>07-05-2022</c:v>
                </c:pt>
                <c:pt idx="11289">
                  <c:v>07-05-2022</c:v>
                </c:pt>
                <c:pt idx="11290">
                  <c:v>07-05-2022</c:v>
                </c:pt>
                <c:pt idx="11291">
                  <c:v>07-05-2022</c:v>
                </c:pt>
                <c:pt idx="11292">
                  <c:v>07-05-2022</c:v>
                </c:pt>
                <c:pt idx="11293">
                  <c:v>07-05-2022</c:v>
                </c:pt>
                <c:pt idx="11294">
                  <c:v>07-05-2022</c:v>
                </c:pt>
                <c:pt idx="11295">
                  <c:v>07-05-2022</c:v>
                </c:pt>
                <c:pt idx="11296">
                  <c:v>07-05-2022</c:v>
                </c:pt>
                <c:pt idx="11297">
                  <c:v>07-05-2022</c:v>
                </c:pt>
                <c:pt idx="11298">
                  <c:v>07-05-2022</c:v>
                </c:pt>
                <c:pt idx="11299">
                  <c:v>07-05-2022</c:v>
                </c:pt>
                <c:pt idx="11300">
                  <c:v>08-05-2022</c:v>
                </c:pt>
                <c:pt idx="11301">
                  <c:v>08-05-2022</c:v>
                </c:pt>
                <c:pt idx="11302">
                  <c:v>08-05-2022</c:v>
                </c:pt>
                <c:pt idx="11303">
                  <c:v>08-05-2022</c:v>
                </c:pt>
                <c:pt idx="11304">
                  <c:v>08-05-2022</c:v>
                </c:pt>
                <c:pt idx="11305">
                  <c:v>08-05-2022</c:v>
                </c:pt>
                <c:pt idx="11306">
                  <c:v>08-05-2022</c:v>
                </c:pt>
                <c:pt idx="11307">
                  <c:v>08-05-2022</c:v>
                </c:pt>
                <c:pt idx="11308">
                  <c:v>08-05-2022</c:v>
                </c:pt>
                <c:pt idx="11309">
                  <c:v>08-05-2022</c:v>
                </c:pt>
                <c:pt idx="11310">
                  <c:v>08-05-2022</c:v>
                </c:pt>
                <c:pt idx="11311">
                  <c:v>08-05-2022</c:v>
                </c:pt>
                <c:pt idx="11312">
                  <c:v>08-05-2022</c:v>
                </c:pt>
                <c:pt idx="11313">
                  <c:v>08-05-2022</c:v>
                </c:pt>
                <c:pt idx="11314">
                  <c:v>08-05-2022</c:v>
                </c:pt>
                <c:pt idx="11315">
                  <c:v>08-05-2022</c:v>
                </c:pt>
                <c:pt idx="11316">
                  <c:v>08-05-2022</c:v>
                </c:pt>
                <c:pt idx="11317">
                  <c:v>08-05-2022</c:v>
                </c:pt>
                <c:pt idx="11318">
                  <c:v>08-05-2022</c:v>
                </c:pt>
                <c:pt idx="11319">
                  <c:v>08-05-2022</c:v>
                </c:pt>
                <c:pt idx="11320">
                  <c:v>08-05-2022</c:v>
                </c:pt>
                <c:pt idx="11321">
                  <c:v>08-05-2022</c:v>
                </c:pt>
                <c:pt idx="11322">
                  <c:v>08-05-2022</c:v>
                </c:pt>
                <c:pt idx="11323">
                  <c:v>08-05-2022</c:v>
                </c:pt>
                <c:pt idx="11324">
                  <c:v>08-05-2022</c:v>
                </c:pt>
                <c:pt idx="11325">
                  <c:v>08-05-2022</c:v>
                </c:pt>
                <c:pt idx="11326">
                  <c:v>08-05-2022</c:v>
                </c:pt>
                <c:pt idx="11327">
                  <c:v>08-05-2022</c:v>
                </c:pt>
                <c:pt idx="11328">
                  <c:v>08-05-2022</c:v>
                </c:pt>
                <c:pt idx="11329">
                  <c:v>08-05-2022</c:v>
                </c:pt>
                <c:pt idx="11330">
                  <c:v>08-05-2022</c:v>
                </c:pt>
                <c:pt idx="11331">
                  <c:v>08-05-2022</c:v>
                </c:pt>
                <c:pt idx="11332">
                  <c:v>08-05-2022</c:v>
                </c:pt>
                <c:pt idx="11333">
                  <c:v>08-05-2022</c:v>
                </c:pt>
                <c:pt idx="11334">
                  <c:v>08-05-2022</c:v>
                </c:pt>
                <c:pt idx="11335">
                  <c:v>08-05-2022</c:v>
                </c:pt>
                <c:pt idx="11336">
                  <c:v>08-05-2022</c:v>
                </c:pt>
                <c:pt idx="11337">
                  <c:v>08-05-2022</c:v>
                </c:pt>
                <c:pt idx="11338">
                  <c:v>08-05-2022</c:v>
                </c:pt>
                <c:pt idx="11339">
                  <c:v>08-05-2022</c:v>
                </c:pt>
                <c:pt idx="11340">
                  <c:v>09-05-2022</c:v>
                </c:pt>
                <c:pt idx="11341">
                  <c:v>09-05-2022</c:v>
                </c:pt>
                <c:pt idx="11342">
                  <c:v>09-05-2022</c:v>
                </c:pt>
                <c:pt idx="11343">
                  <c:v>09-05-2022</c:v>
                </c:pt>
                <c:pt idx="11344">
                  <c:v>09-05-2022</c:v>
                </c:pt>
                <c:pt idx="11345">
                  <c:v>09-05-2022</c:v>
                </c:pt>
                <c:pt idx="11346">
                  <c:v>09-05-2022</c:v>
                </c:pt>
                <c:pt idx="11347">
                  <c:v>09-05-2022</c:v>
                </c:pt>
                <c:pt idx="11348">
                  <c:v>09-05-2022</c:v>
                </c:pt>
                <c:pt idx="11349">
                  <c:v>09-05-2022</c:v>
                </c:pt>
                <c:pt idx="11350">
                  <c:v>09-05-2022</c:v>
                </c:pt>
                <c:pt idx="11351">
                  <c:v>09-05-2022</c:v>
                </c:pt>
                <c:pt idx="11352">
                  <c:v>09-05-2022</c:v>
                </c:pt>
                <c:pt idx="11353">
                  <c:v>09-05-2022</c:v>
                </c:pt>
                <c:pt idx="11354">
                  <c:v>09-05-2022</c:v>
                </c:pt>
                <c:pt idx="11355">
                  <c:v>09-05-2022</c:v>
                </c:pt>
                <c:pt idx="11356">
                  <c:v>09-05-2022</c:v>
                </c:pt>
                <c:pt idx="11357">
                  <c:v>09-05-2022</c:v>
                </c:pt>
                <c:pt idx="11358">
                  <c:v>09-05-2022</c:v>
                </c:pt>
                <c:pt idx="11359">
                  <c:v>09-05-2022</c:v>
                </c:pt>
                <c:pt idx="11360">
                  <c:v>09-05-2022</c:v>
                </c:pt>
                <c:pt idx="11361">
                  <c:v>09-05-2022</c:v>
                </c:pt>
                <c:pt idx="11362">
                  <c:v>09-05-2022</c:v>
                </c:pt>
                <c:pt idx="11363">
                  <c:v>09-05-2022</c:v>
                </c:pt>
                <c:pt idx="11364">
                  <c:v>09-05-2022</c:v>
                </c:pt>
                <c:pt idx="11365">
                  <c:v>09-05-2022</c:v>
                </c:pt>
                <c:pt idx="11366">
                  <c:v>09-05-2022</c:v>
                </c:pt>
                <c:pt idx="11367">
                  <c:v>09-05-2022</c:v>
                </c:pt>
                <c:pt idx="11368">
                  <c:v>09-05-2022</c:v>
                </c:pt>
                <c:pt idx="11369">
                  <c:v>09-05-2022</c:v>
                </c:pt>
                <c:pt idx="11370">
                  <c:v>09-05-2022</c:v>
                </c:pt>
                <c:pt idx="11371">
                  <c:v>09-05-2022</c:v>
                </c:pt>
                <c:pt idx="11372">
                  <c:v>09-05-2022</c:v>
                </c:pt>
                <c:pt idx="11373">
                  <c:v>09-05-2022</c:v>
                </c:pt>
                <c:pt idx="11374">
                  <c:v>09-05-2022</c:v>
                </c:pt>
                <c:pt idx="11375">
                  <c:v>09-05-2022</c:v>
                </c:pt>
                <c:pt idx="11376">
                  <c:v>09-05-2022</c:v>
                </c:pt>
                <c:pt idx="11377">
                  <c:v>09-05-2022</c:v>
                </c:pt>
                <c:pt idx="11378">
                  <c:v>09-05-2022</c:v>
                </c:pt>
                <c:pt idx="11379">
                  <c:v>09-05-2022</c:v>
                </c:pt>
                <c:pt idx="11380">
                  <c:v>10-05-2022</c:v>
                </c:pt>
                <c:pt idx="11381">
                  <c:v>10-05-2022</c:v>
                </c:pt>
                <c:pt idx="11382">
                  <c:v>10-05-2022</c:v>
                </c:pt>
                <c:pt idx="11383">
                  <c:v>10-05-2022</c:v>
                </c:pt>
                <c:pt idx="11384">
                  <c:v>10-05-2022</c:v>
                </c:pt>
                <c:pt idx="11385">
                  <c:v>10-05-2022</c:v>
                </c:pt>
                <c:pt idx="11386">
                  <c:v>10-05-2022</c:v>
                </c:pt>
                <c:pt idx="11387">
                  <c:v>10-05-2022</c:v>
                </c:pt>
                <c:pt idx="11388">
                  <c:v>10-05-2022</c:v>
                </c:pt>
                <c:pt idx="11389">
                  <c:v>10-05-2022</c:v>
                </c:pt>
                <c:pt idx="11390">
                  <c:v>10-05-2022</c:v>
                </c:pt>
                <c:pt idx="11391">
                  <c:v>10-05-2022</c:v>
                </c:pt>
                <c:pt idx="11392">
                  <c:v>10-05-2022</c:v>
                </c:pt>
                <c:pt idx="11393">
                  <c:v>10-05-2022</c:v>
                </c:pt>
                <c:pt idx="11394">
                  <c:v>10-05-2022</c:v>
                </c:pt>
                <c:pt idx="11395">
                  <c:v>10-05-2022</c:v>
                </c:pt>
                <c:pt idx="11396">
                  <c:v>10-05-2022</c:v>
                </c:pt>
                <c:pt idx="11397">
                  <c:v>10-05-2022</c:v>
                </c:pt>
                <c:pt idx="11398">
                  <c:v>10-05-2022</c:v>
                </c:pt>
                <c:pt idx="11399">
                  <c:v>10-05-2022</c:v>
                </c:pt>
                <c:pt idx="11400">
                  <c:v>10-05-2022</c:v>
                </c:pt>
                <c:pt idx="11401">
                  <c:v>10-05-2022</c:v>
                </c:pt>
                <c:pt idx="11402">
                  <c:v>10-05-2022</c:v>
                </c:pt>
                <c:pt idx="11403">
                  <c:v>10-05-2022</c:v>
                </c:pt>
                <c:pt idx="11404">
                  <c:v>10-05-2022</c:v>
                </c:pt>
                <c:pt idx="11405">
                  <c:v>10-05-2022</c:v>
                </c:pt>
                <c:pt idx="11406">
                  <c:v>10-05-2022</c:v>
                </c:pt>
                <c:pt idx="11407">
                  <c:v>10-05-2022</c:v>
                </c:pt>
                <c:pt idx="11408">
                  <c:v>10-05-2022</c:v>
                </c:pt>
                <c:pt idx="11409">
                  <c:v>10-05-2022</c:v>
                </c:pt>
                <c:pt idx="11410">
                  <c:v>10-05-2022</c:v>
                </c:pt>
                <c:pt idx="11411">
                  <c:v>10-05-2022</c:v>
                </c:pt>
                <c:pt idx="11412">
                  <c:v>10-05-2022</c:v>
                </c:pt>
                <c:pt idx="11413">
                  <c:v>10-05-2022</c:v>
                </c:pt>
                <c:pt idx="11414">
                  <c:v>10-05-2022</c:v>
                </c:pt>
                <c:pt idx="11415">
                  <c:v>10-05-2022</c:v>
                </c:pt>
                <c:pt idx="11416">
                  <c:v>10-05-2022</c:v>
                </c:pt>
                <c:pt idx="11417">
                  <c:v>10-05-2022</c:v>
                </c:pt>
                <c:pt idx="11418">
                  <c:v>10-05-2022</c:v>
                </c:pt>
                <c:pt idx="11419">
                  <c:v>10-05-2022</c:v>
                </c:pt>
                <c:pt idx="11420">
                  <c:v>11-05-2022</c:v>
                </c:pt>
                <c:pt idx="11421">
                  <c:v>11-05-2022</c:v>
                </c:pt>
                <c:pt idx="11422">
                  <c:v>11-05-2022</c:v>
                </c:pt>
                <c:pt idx="11423">
                  <c:v>11-05-2022</c:v>
                </c:pt>
                <c:pt idx="11424">
                  <c:v>11-05-2022</c:v>
                </c:pt>
                <c:pt idx="11425">
                  <c:v>11-05-2022</c:v>
                </c:pt>
                <c:pt idx="11426">
                  <c:v>11-05-2022</c:v>
                </c:pt>
                <c:pt idx="11427">
                  <c:v>11-05-2022</c:v>
                </c:pt>
                <c:pt idx="11428">
                  <c:v>11-05-2022</c:v>
                </c:pt>
                <c:pt idx="11429">
                  <c:v>11-05-2022</c:v>
                </c:pt>
                <c:pt idx="11430">
                  <c:v>11-05-2022</c:v>
                </c:pt>
                <c:pt idx="11431">
                  <c:v>11-05-2022</c:v>
                </c:pt>
                <c:pt idx="11432">
                  <c:v>11-05-2022</c:v>
                </c:pt>
                <c:pt idx="11433">
                  <c:v>11-05-2022</c:v>
                </c:pt>
                <c:pt idx="11434">
                  <c:v>11-05-2022</c:v>
                </c:pt>
                <c:pt idx="11435">
                  <c:v>11-05-2022</c:v>
                </c:pt>
                <c:pt idx="11436">
                  <c:v>11-05-2022</c:v>
                </c:pt>
                <c:pt idx="11437">
                  <c:v>11-05-2022</c:v>
                </c:pt>
                <c:pt idx="11438">
                  <c:v>11-05-2022</c:v>
                </c:pt>
                <c:pt idx="11439">
                  <c:v>11-05-2022</c:v>
                </c:pt>
                <c:pt idx="11440">
                  <c:v>11-05-2022</c:v>
                </c:pt>
                <c:pt idx="11441">
                  <c:v>11-05-2022</c:v>
                </c:pt>
                <c:pt idx="11442">
                  <c:v>11-05-2022</c:v>
                </c:pt>
                <c:pt idx="11443">
                  <c:v>11-05-2022</c:v>
                </c:pt>
                <c:pt idx="11444">
                  <c:v>11-05-2022</c:v>
                </c:pt>
                <c:pt idx="11445">
                  <c:v>11-05-2022</c:v>
                </c:pt>
                <c:pt idx="11446">
                  <c:v>11-05-2022</c:v>
                </c:pt>
                <c:pt idx="11447">
                  <c:v>11-05-2022</c:v>
                </c:pt>
                <c:pt idx="11448">
                  <c:v>11-05-2022</c:v>
                </c:pt>
                <c:pt idx="11449">
                  <c:v>11-05-2022</c:v>
                </c:pt>
                <c:pt idx="11450">
                  <c:v>11-05-2022</c:v>
                </c:pt>
                <c:pt idx="11451">
                  <c:v>11-05-2022</c:v>
                </c:pt>
                <c:pt idx="11452">
                  <c:v>11-05-2022</c:v>
                </c:pt>
                <c:pt idx="11453">
                  <c:v>11-05-2022</c:v>
                </c:pt>
                <c:pt idx="11454">
                  <c:v>11-05-2022</c:v>
                </c:pt>
                <c:pt idx="11455">
                  <c:v>11-05-2022</c:v>
                </c:pt>
                <c:pt idx="11456">
                  <c:v>11-05-2022</c:v>
                </c:pt>
                <c:pt idx="11457">
                  <c:v>11-05-2022</c:v>
                </c:pt>
                <c:pt idx="11458">
                  <c:v>11-05-2022</c:v>
                </c:pt>
                <c:pt idx="11459">
                  <c:v>11-05-2022</c:v>
                </c:pt>
                <c:pt idx="11460">
                  <c:v>12-05-2022</c:v>
                </c:pt>
                <c:pt idx="11461">
                  <c:v>12-05-2022</c:v>
                </c:pt>
                <c:pt idx="11462">
                  <c:v>12-05-2022</c:v>
                </c:pt>
                <c:pt idx="11463">
                  <c:v>12-05-2022</c:v>
                </c:pt>
                <c:pt idx="11464">
                  <c:v>12-05-2022</c:v>
                </c:pt>
                <c:pt idx="11465">
                  <c:v>12-05-2022</c:v>
                </c:pt>
                <c:pt idx="11466">
                  <c:v>12-05-2022</c:v>
                </c:pt>
                <c:pt idx="11467">
                  <c:v>12-05-2022</c:v>
                </c:pt>
                <c:pt idx="11468">
                  <c:v>12-05-2022</c:v>
                </c:pt>
                <c:pt idx="11469">
                  <c:v>12-05-2022</c:v>
                </c:pt>
                <c:pt idx="11470">
                  <c:v>12-05-2022</c:v>
                </c:pt>
                <c:pt idx="11471">
                  <c:v>12-05-2022</c:v>
                </c:pt>
                <c:pt idx="11472">
                  <c:v>12-05-2022</c:v>
                </c:pt>
                <c:pt idx="11473">
                  <c:v>12-05-2022</c:v>
                </c:pt>
                <c:pt idx="11474">
                  <c:v>12-05-2022</c:v>
                </c:pt>
                <c:pt idx="11475">
                  <c:v>12-05-2022</c:v>
                </c:pt>
                <c:pt idx="11476">
                  <c:v>12-05-2022</c:v>
                </c:pt>
                <c:pt idx="11477">
                  <c:v>12-05-2022</c:v>
                </c:pt>
                <c:pt idx="11478">
                  <c:v>12-05-2022</c:v>
                </c:pt>
                <c:pt idx="11479">
                  <c:v>12-05-2022</c:v>
                </c:pt>
                <c:pt idx="11480">
                  <c:v>12-05-2022</c:v>
                </c:pt>
                <c:pt idx="11481">
                  <c:v>12-05-2022</c:v>
                </c:pt>
                <c:pt idx="11482">
                  <c:v>12-05-2022</c:v>
                </c:pt>
                <c:pt idx="11483">
                  <c:v>12-05-2022</c:v>
                </c:pt>
                <c:pt idx="11484">
                  <c:v>12-05-2022</c:v>
                </c:pt>
                <c:pt idx="11485">
                  <c:v>12-05-2022</c:v>
                </c:pt>
                <c:pt idx="11486">
                  <c:v>12-05-2022</c:v>
                </c:pt>
                <c:pt idx="11487">
                  <c:v>12-05-2022</c:v>
                </c:pt>
                <c:pt idx="11488">
                  <c:v>12-05-2022</c:v>
                </c:pt>
                <c:pt idx="11489">
                  <c:v>12-05-2022</c:v>
                </c:pt>
                <c:pt idx="11490">
                  <c:v>12-05-2022</c:v>
                </c:pt>
                <c:pt idx="11491">
                  <c:v>12-05-2022</c:v>
                </c:pt>
                <c:pt idx="11492">
                  <c:v>12-05-2022</c:v>
                </c:pt>
                <c:pt idx="11493">
                  <c:v>12-05-2022</c:v>
                </c:pt>
                <c:pt idx="11494">
                  <c:v>12-05-2022</c:v>
                </c:pt>
                <c:pt idx="11495">
                  <c:v>12-05-2022</c:v>
                </c:pt>
                <c:pt idx="11496">
                  <c:v>12-05-2022</c:v>
                </c:pt>
                <c:pt idx="11497">
                  <c:v>12-05-2022</c:v>
                </c:pt>
                <c:pt idx="11498">
                  <c:v>12-05-2022</c:v>
                </c:pt>
                <c:pt idx="11499">
                  <c:v>12-05-2022</c:v>
                </c:pt>
                <c:pt idx="11500">
                  <c:v>13-05-2022</c:v>
                </c:pt>
                <c:pt idx="11501">
                  <c:v>13-05-2022</c:v>
                </c:pt>
                <c:pt idx="11502">
                  <c:v>13-05-2022</c:v>
                </c:pt>
                <c:pt idx="11503">
                  <c:v>13-05-2022</c:v>
                </c:pt>
                <c:pt idx="11504">
                  <c:v>13-05-2022</c:v>
                </c:pt>
                <c:pt idx="11505">
                  <c:v>13-05-2022</c:v>
                </c:pt>
                <c:pt idx="11506">
                  <c:v>13-05-2022</c:v>
                </c:pt>
                <c:pt idx="11507">
                  <c:v>13-05-2022</c:v>
                </c:pt>
                <c:pt idx="11508">
                  <c:v>13-05-2022</c:v>
                </c:pt>
                <c:pt idx="11509">
                  <c:v>13-05-2022</c:v>
                </c:pt>
                <c:pt idx="11510">
                  <c:v>13-05-2022</c:v>
                </c:pt>
                <c:pt idx="11511">
                  <c:v>13-05-2022</c:v>
                </c:pt>
                <c:pt idx="11512">
                  <c:v>13-05-2022</c:v>
                </c:pt>
                <c:pt idx="11513">
                  <c:v>13-05-2022</c:v>
                </c:pt>
                <c:pt idx="11514">
                  <c:v>13-05-2022</c:v>
                </c:pt>
                <c:pt idx="11515">
                  <c:v>13-05-2022</c:v>
                </c:pt>
                <c:pt idx="11516">
                  <c:v>13-05-2022</c:v>
                </c:pt>
                <c:pt idx="11517">
                  <c:v>13-05-2022</c:v>
                </c:pt>
                <c:pt idx="11518">
                  <c:v>13-05-2022</c:v>
                </c:pt>
                <c:pt idx="11519">
                  <c:v>13-05-2022</c:v>
                </c:pt>
                <c:pt idx="11520">
                  <c:v>13-05-2022</c:v>
                </c:pt>
                <c:pt idx="11521">
                  <c:v>13-05-2022</c:v>
                </c:pt>
                <c:pt idx="11522">
                  <c:v>13-05-2022</c:v>
                </c:pt>
                <c:pt idx="11523">
                  <c:v>13-05-2022</c:v>
                </c:pt>
                <c:pt idx="11524">
                  <c:v>13-05-2022</c:v>
                </c:pt>
                <c:pt idx="11525">
                  <c:v>13-05-2022</c:v>
                </c:pt>
                <c:pt idx="11526">
                  <c:v>13-05-2022</c:v>
                </c:pt>
                <c:pt idx="11527">
                  <c:v>13-05-2022</c:v>
                </c:pt>
                <c:pt idx="11528">
                  <c:v>13-05-2022</c:v>
                </c:pt>
                <c:pt idx="11529">
                  <c:v>13-05-2022</c:v>
                </c:pt>
                <c:pt idx="11530">
                  <c:v>13-05-2022</c:v>
                </c:pt>
                <c:pt idx="11531">
                  <c:v>13-05-2022</c:v>
                </c:pt>
                <c:pt idx="11532">
                  <c:v>13-05-2022</c:v>
                </c:pt>
                <c:pt idx="11533">
                  <c:v>13-05-2022</c:v>
                </c:pt>
                <c:pt idx="11534">
                  <c:v>13-05-2022</c:v>
                </c:pt>
                <c:pt idx="11535">
                  <c:v>13-05-2022</c:v>
                </c:pt>
                <c:pt idx="11536">
                  <c:v>13-05-2022</c:v>
                </c:pt>
                <c:pt idx="11537">
                  <c:v>13-05-2022</c:v>
                </c:pt>
                <c:pt idx="11538">
                  <c:v>13-05-2022</c:v>
                </c:pt>
                <c:pt idx="11539">
                  <c:v>13-05-2022</c:v>
                </c:pt>
                <c:pt idx="11540">
                  <c:v>14-05-2022</c:v>
                </c:pt>
                <c:pt idx="11541">
                  <c:v>14-05-2022</c:v>
                </c:pt>
                <c:pt idx="11542">
                  <c:v>14-05-2022</c:v>
                </c:pt>
                <c:pt idx="11543">
                  <c:v>14-05-2022</c:v>
                </c:pt>
                <c:pt idx="11544">
                  <c:v>14-05-2022</c:v>
                </c:pt>
                <c:pt idx="11545">
                  <c:v>14-05-2022</c:v>
                </c:pt>
                <c:pt idx="11546">
                  <c:v>14-05-2022</c:v>
                </c:pt>
                <c:pt idx="11547">
                  <c:v>14-05-2022</c:v>
                </c:pt>
                <c:pt idx="11548">
                  <c:v>14-05-2022</c:v>
                </c:pt>
                <c:pt idx="11549">
                  <c:v>14-05-2022</c:v>
                </c:pt>
                <c:pt idx="11550">
                  <c:v>14-05-2022</c:v>
                </c:pt>
                <c:pt idx="11551">
                  <c:v>14-05-2022</c:v>
                </c:pt>
                <c:pt idx="11552">
                  <c:v>14-05-2022</c:v>
                </c:pt>
                <c:pt idx="11553">
                  <c:v>14-05-2022</c:v>
                </c:pt>
                <c:pt idx="11554">
                  <c:v>14-05-2022</c:v>
                </c:pt>
                <c:pt idx="11555">
                  <c:v>14-05-2022</c:v>
                </c:pt>
                <c:pt idx="11556">
                  <c:v>14-05-2022</c:v>
                </c:pt>
                <c:pt idx="11557">
                  <c:v>14-05-2022</c:v>
                </c:pt>
                <c:pt idx="11558">
                  <c:v>14-05-2022</c:v>
                </c:pt>
                <c:pt idx="11559">
                  <c:v>14-05-2022</c:v>
                </c:pt>
                <c:pt idx="11560">
                  <c:v>14-05-2022</c:v>
                </c:pt>
                <c:pt idx="11561">
                  <c:v>14-05-2022</c:v>
                </c:pt>
                <c:pt idx="11562">
                  <c:v>14-05-2022</c:v>
                </c:pt>
                <c:pt idx="11563">
                  <c:v>14-05-2022</c:v>
                </c:pt>
                <c:pt idx="11564">
                  <c:v>14-05-2022</c:v>
                </c:pt>
                <c:pt idx="11565">
                  <c:v>14-05-2022</c:v>
                </c:pt>
                <c:pt idx="11566">
                  <c:v>14-05-2022</c:v>
                </c:pt>
                <c:pt idx="11567">
                  <c:v>14-05-2022</c:v>
                </c:pt>
                <c:pt idx="11568">
                  <c:v>14-05-2022</c:v>
                </c:pt>
                <c:pt idx="11569">
                  <c:v>14-05-2022</c:v>
                </c:pt>
                <c:pt idx="11570">
                  <c:v>14-05-2022</c:v>
                </c:pt>
                <c:pt idx="11571">
                  <c:v>14-05-2022</c:v>
                </c:pt>
                <c:pt idx="11572">
                  <c:v>14-05-2022</c:v>
                </c:pt>
                <c:pt idx="11573">
                  <c:v>14-05-2022</c:v>
                </c:pt>
                <c:pt idx="11574">
                  <c:v>14-05-2022</c:v>
                </c:pt>
                <c:pt idx="11575">
                  <c:v>14-05-2022</c:v>
                </c:pt>
                <c:pt idx="11576">
                  <c:v>14-05-2022</c:v>
                </c:pt>
                <c:pt idx="11577">
                  <c:v>14-05-2022</c:v>
                </c:pt>
                <c:pt idx="11578">
                  <c:v>14-05-2022</c:v>
                </c:pt>
                <c:pt idx="11579">
                  <c:v>14-05-2022</c:v>
                </c:pt>
                <c:pt idx="11580">
                  <c:v>15-05-2022</c:v>
                </c:pt>
                <c:pt idx="11581">
                  <c:v>15-05-2022</c:v>
                </c:pt>
                <c:pt idx="11582">
                  <c:v>15-05-2022</c:v>
                </c:pt>
                <c:pt idx="11583">
                  <c:v>15-05-2022</c:v>
                </c:pt>
                <c:pt idx="11584">
                  <c:v>15-05-2022</c:v>
                </c:pt>
                <c:pt idx="11585">
                  <c:v>15-05-2022</c:v>
                </c:pt>
                <c:pt idx="11586">
                  <c:v>15-05-2022</c:v>
                </c:pt>
                <c:pt idx="11587">
                  <c:v>15-05-2022</c:v>
                </c:pt>
                <c:pt idx="11588">
                  <c:v>15-05-2022</c:v>
                </c:pt>
                <c:pt idx="11589">
                  <c:v>15-05-2022</c:v>
                </c:pt>
                <c:pt idx="11590">
                  <c:v>15-05-2022</c:v>
                </c:pt>
                <c:pt idx="11591">
                  <c:v>15-05-2022</c:v>
                </c:pt>
                <c:pt idx="11592">
                  <c:v>15-05-2022</c:v>
                </c:pt>
                <c:pt idx="11593">
                  <c:v>15-05-2022</c:v>
                </c:pt>
                <c:pt idx="11594">
                  <c:v>15-05-2022</c:v>
                </c:pt>
                <c:pt idx="11595">
                  <c:v>15-05-2022</c:v>
                </c:pt>
                <c:pt idx="11596">
                  <c:v>15-05-2022</c:v>
                </c:pt>
                <c:pt idx="11597">
                  <c:v>15-05-2022</c:v>
                </c:pt>
                <c:pt idx="11598">
                  <c:v>15-05-2022</c:v>
                </c:pt>
                <c:pt idx="11599">
                  <c:v>15-05-2022</c:v>
                </c:pt>
                <c:pt idx="11600">
                  <c:v>15-05-2022</c:v>
                </c:pt>
                <c:pt idx="11601">
                  <c:v>15-05-2022</c:v>
                </c:pt>
                <c:pt idx="11602">
                  <c:v>15-05-2022</c:v>
                </c:pt>
                <c:pt idx="11603">
                  <c:v>15-05-2022</c:v>
                </c:pt>
                <c:pt idx="11604">
                  <c:v>15-05-2022</c:v>
                </c:pt>
                <c:pt idx="11605">
                  <c:v>15-05-2022</c:v>
                </c:pt>
                <c:pt idx="11606">
                  <c:v>15-05-2022</c:v>
                </c:pt>
                <c:pt idx="11607">
                  <c:v>15-05-2022</c:v>
                </c:pt>
                <c:pt idx="11608">
                  <c:v>15-05-2022</c:v>
                </c:pt>
                <c:pt idx="11609">
                  <c:v>15-05-2022</c:v>
                </c:pt>
                <c:pt idx="11610">
                  <c:v>15-05-2022</c:v>
                </c:pt>
                <c:pt idx="11611">
                  <c:v>15-05-2022</c:v>
                </c:pt>
                <c:pt idx="11612">
                  <c:v>15-05-2022</c:v>
                </c:pt>
                <c:pt idx="11613">
                  <c:v>15-05-2022</c:v>
                </c:pt>
                <c:pt idx="11614">
                  <c:v>15-05-2022</c:v>
                </c:pt>
                <c:pt idx="11615">
                  <c:v>15-05-2022</c:v>
                </c:pt>
                <c:pt idx="11616">
                  <c:v>15-05-2022</c:v>
                </c:pt>
                <c:pt idx="11617">
                  <c:v>15-05-2022</c:v>
                </c:pt>
                <c:pt idx="11618">
                  <c:v>15-05-2022</c:v>
                </c:pt>
                <c:pt idx="11619">
                  <c:v>15-05-2022</c:v>
                </c:pt>
                <c:pt idx="11620">
                  <c:v>16-05-2022</c:v>
                </c:pt>
                <c:pt idx="11621">
                  <c:v>16-05-2022</c:v>
                </c:pt>
                <c:pt idx="11622">
                  <c:v>16-05-2022</c:v>
                </c:pt>
                <c:pt idx="11623">
                  <c:v>16-05-2022</c:v>
                </c:pt>
                <c:pt idx="11624">
                  <c:v>16-05-2022</c:v>
                </c:pt>
                <c:pt idx="11625">
                  <c:v>16-05-2022</c:v>
                </c:pt>
                <c:pt idx="11626">
                  <c:v>16-05-2022</c:v>
                </c:pt>
                <c:pt idx="11627">
                  <c:v>16-05-2022</c:v>
                </c:pt>
                <c:pt idx="11628">
                  <c:v>16-05-2022</c:v>
                </c:pt>
                <c:pt idx="11629">
                  <c:v>16-05-2022</c:v>
                </c:pt>
                <c:pt idx="11630">
                  <c:v>16-05-2022</c:v>
                </c:pt>
                <c:pt idx="11631">
                  <c:v>16-05-2022</c:v>
                </c:pt>
                <c:pt idx="11632">
                  <c:v>16-05-2022</c:v>
                </c:pt>
                <c:pt idx="11633">
                  <c:v>16-05-2022</c:v>
                </c:pt>
                <c:pt idx="11634">
                  <c:v>16-05-2022</c:v>
                </c:pt>
                <c:pt idx="11635">
                  <c:v>16-05-2022</c:v>
                </c:pt>
                <c:pt idx="11636">
                  <c:v>16-05-2022</c:v>
                </c:pt>
                <c:pt idx="11637">
                  <c:v>16-05-2022</c:v>
                </c:pt>
                <c:pt idx="11638">
                  <c:v>16-05-2022</c:v>
                </c:pt>
                <c:pt idx="11639">
                  <c:v>16-05-2022</c:v>
                </c:pt>
                <c:pt idx="11640">
                  <c:v>16-05-2022</c:v>
                </c:pt>
                <c:pt idx="11641">
                  <c:v>16-05-2022</c:v>
                </c:pt>
                <c:pt idx="11642">
                  <c:v>16-05-2022</c:v>
                </c:pt>
                <c:pt idx="11643">
                  <c:v>16-05-2022</c:v>
                </c:pt>
                <c:pt idx="11644">
                  <c:v>16-05-2022</c:v>
                </c:pt>
                <c:pt idx="11645">
                  <c:v>16-05-2022</c:v>
                </c:pt>
                <c:pt idx="11646">
                  <c:v>16-05-2022</c:v>
                </c:pt>
                <c:pt idx="11647">
                  <c:v>16-05-2022</c:v>
                </c:pt>
                <c:pt idx="11648">
                  <c:v>16-05-2022</c:v>
                </c:pt>
                <c:pt idx="11649">
                  <c:v>16-05-2022</c:v>
                </c:pt>
                <c:pt idx="11650">
                  <c:v>16-05-2022</c:v>
                </c:pt>
                <c:pt idx="11651">
                  <c:v>16-05-2022</c:v>
                </c:pt>
                <c:pt idx="11652">
                  <c:v>16-05-2022</c:v>
                </c:pt>
                <c:pt idx="11653">
                  <c:v>16-05-2022</c:v>
                </c:pt>
                <c:pt idx="11654">
                  <c:v>16-05-2022</c:v>
                </c:pt>
                <c:pt idx="11655">
                  <c:v>16-05-2022</c:v>
                </c:pt>
                <c:pt idx="11656">
                  <c:v>16-05-2022</c:v>
                </c:pt>
                <c:pt idx="11657">
                  <c:v>16-05-2022</c:v>
                </c:pt>
                <c:pt idx="11658">
                  <c:v>16-05-2022</c:v>
                </c:pt>
                <c:pt idx="11659">
                  <c:v>16-05-2022</c:v>
                </c:pt>
                <c:pt idx="11660">
                  <c:v>16-05-2022</c:v>
                </c:pt>
                <c:pt idx="11661">
                  <c:v>16-05-2022</c:v>
                </c:pt>
                <c:pt idx="11662">
                  <c:v>16-05-2022</c:v>
                </c:pt>
                <c:pt idx="11663">
                  <c:v>17-05-2022</c:v>
                </c:pt>
                <c:pt idx="11664">
                  <c:v>17-05-2022</c:v>
                </c:pt>
                <c:pt idx="11665">
                  <c:v>17-05-2022</c:v>
                </c:pt>
                <c:pt idx="11666">
                  <c:v>17-05-2022</c:v>
                </c:pt>
                <c:pt idx="11667">
                  <c:v>17-05-2022</c:v>
                </c:pt>
                <c:pt idx="11668">
                  <c:v>17-05-2022</c:v>
                </c:pt>
                <c:pt idx="11669">
                  <c:v>17-05-2022</c:v>
                </c:pt>
                <c:pt idx="11670">
                  <c:v>17-05-2022</c:v>
                </c:pt>
                <c:pt idx="11671">
                  <c:v>17-05-2022</c:v>
                </c:pt>
                <c:pt idx="11672">
                  <c:v>17-05-2022</c:v>
                </c:pt>
                <c:pt idx="11673">
                  <c:v>17-05-2022</c:v>
                </c:pt>
                <c:pt idx="11674">
                  <c:v>17-05-2022</c:v>
                </c:pt>
                <c:pt idx="11675">
                  <c:v>17-05-2022</c:v>
                </c:pt>
                <c:pt idx="11676">
                  <c:v>17-05-2022</c:v>
                </c:pt>
                <c:pt idx="11677">
                  <c:v>17-05-2022</c:v>
                </c:pt>
                <c:pt idx="11678">
                  <c:v>17-05-2022</c:v>
                </c:pt>
                <c:pt idx="11679">
                  <c:v>17-05-2022</c:v>
                </c:pt>
                <c:pt idx="11680">
                  <c:v>17-05-2022</c:v>
                </c:pt>
                <c:pt idx="11681">
                  <c:v>17-05-2022</c:v>
                </c:pt>
                <c:pt idx="11682">
                  <c:v>17-05-2022</c:v>
                </c:pt>
                <c:pt idx="11683">
                  <c:v>17-05-2022</c:v>
                </c:pt>
                <c:pt idx="11684">
                  <c:v>17-05-2022</c:v>
                </c:pt>
                <c:pt idx="11685">
                  <c:v>17-05-2022</c:v>
                </c:pt>
                <c:pt idx="11686">
                  <c:v>17-05-2022</c:v>
                </c:pt>
                <c:pt idx="11687">
                  <c:v>17-05-2022</c:v>
                </c:pt>
                <c:pt idx="11688">
                  <c:v>17-05-2022</c:v>
                </c:pt>
                <c:pt idx="11689">
                  <c:v>17-05-2022</c:v>
                </c:pt>
                <c:pt idx="11690">
                  <c:v>17-05-2022</c:v>
                </c:pt>
                <c:pt idx="11691">
                  <c:v>17-05-2022</c:v>
                </c:pt>
                <c:pt idx="11692">
                  <c:v>17-05-2022</c:v>
                </c:pt>
                <c:pt idx="11693">
                  <c:v>17-05-2022</c:v>
                </c:pt>
                <c:pt idx="11694">
                  <c:v>17-05-2022</c:v>
                </c:pt>
                <c:pt idx="11695">
                  <c:v>17-05-2022</c:v>
                </c:pt>
                <c:pt idx="11696">
                  <c:v>17-05-2022</c:v>
                </c:pt>
                <c:pt idx="11697">
                  <c:v>17-05-2022</c:v>
                </c:pt>
                <c:pt idx="11698">
                  <c:v>17-05-2022</c:v>
                </c:pt>
                <c:pt idx="11699">
                  <c:v>17-05-2022</c:v>
                </c:pt>
                <c:pt idx="11700">
                  <c:v>17-05-2022</c:v>
                </c:pt>
                <c:pt idx="11701">
                  <c:v>17-05-2022</c:v>
                </c:pt>
                <c:pt idx="11702">
                  <c:v>17-05-2022</c:v>
                </c:pt>
                <c:pt idx="11703">
                  <c:v>17-05-2022</c:v>
                </c:pt>
                <c:pt idx="11704">
                  <c:v>17-05-2022</c:v>
                </c:pt>
                <c:pt idx="11705">
                  <c:v>18-05-2022</c:v>
                </c:pt>
                <c:pt idx="11706">
                  <c:v>18-05-2022</c:v>
                </c:pt>
                <c:pt idx="11707">
                  <c:v>18-05-2022</c:v>
                </c:pt>
                <c:pt idx="11708">
                  <c:v>18-05-2022</c:v>
                </c:pt>
                <c:pt idx="11709">
                  <c:v>18-05-2022</c:v>
                </c:pt>
                <c:pt idx="11710">
                  <c:v>18-05-2022</c:v>
                </c:pt>
                <c:pt idx="11711">
                  <c:v>18-05-2022</c:v>
                </c:pt>
                <c:pt idx="11712">
                  <c:v>18-05-2022</c:v>
                </c:pt>
                <c:pt idx="11713">
                  <c:v>18-05-2022</c:v>
                </c:pt>
                <c:pt idx="11714">
                  <c:v>18-05-2022</c:v>
                </c:pt>
                <c:pt idx="11715">
                  <c:v>18-05-2022</c:v>
                </c:pt>
                <c:pt idx="11716">
                  <c:v>18-05-2022</c:v>
                </c:pt>
                <c:pt idx="11717">
                  <c:v>18-05-2022</c:v>
                </c:pt>
                <c:pt idx="11718">
                  <c:v>18-05-2022</c:v>
                </c:pt>
                <c:pt idx="11719">
                  <c:v>18-05-2022</c:v>
                </c:pt>
                <c:pt idx="11720">
                  <c:v>18-05-2022</c:v>
                </c:pt>
                <c:pt idx="11721">
                  <c:v>18-05-2022</c:v>
                </c:pt>
                <c:pt idx="11722">
                  <c:v>18-05-2022</c:v>
                </c:pt>
                <c:pt idx="11723">
                  <c:v>18-05-2022</c:v>
                </c:pt>
                <c:pt idx="11724">
                  <c:v>18-05-2022</c:v>
                </c:pt>
                <c:pt idx="11725">
                  <c:v>18-05-2022</c:v>
                </c:pt>
                <c:pt idx="11726">
                  <c:v>18-05-2022</c:v>
                </c:pt>
                <c:pt idx="11727">
                  <c:v>18-05-2022</c:v>
                </c:pt>
                <c:pt idx="11728">
                  <c:v>18-05-2022</c:v>
                </c:pt>
                <c:pt idx="11729">
                  <c:v>18-05-2022</c:v>
                </c:pt>
                <c:pt idx="11730">
                  <c:v>18-05-2022</c:v>
                </c:pt>
                <c:pt idx="11731">
                  <c:v>18-05-2022</c:v>
                </c:pt>
                <c:pt idx="11732">
                  <c:v>18-05-2022</c:v>
                </c:pt>
                <c:pt idx="11733">
                  <c:v>18-05-2022</c:v>
                </c:pt>
                <c:pt idx="11734">
                  <c:v>18-05-2022</c:v>
                </c:pt>
                <c:pt idx="11735">
                  <c:v>18-05-2022</c:v>
                </c:pt>
                <c:pt idx="11736">
                  <c:v>18-05-2022</c:v>
                </c:pt>
                <c:pt idx="11737">
                  <c:v>18-05-2022</c:v>
                </c:pt>
                <c:pt idx="11738">
                  <c:v>18-05-2022</c:v>
                </c:pt>
                <c:pt idx="11739">
                  <c:v>18-05-2022</c:v>
                </c:pt>
                <c:pt idx="11740">
                  <c:v>18-05-2022</c:v>
                </c:pt>
                <c:pt idx="11741">
                  <c:v>18-05-2022</c:v>
                </c:pt>
                <c:pt idx="11742">
                  <c:v>18-05-2022</c:v>
                </c:pt>
                <c:pt idx="11743">
                  <c:v>18-05-2022</c:v>
                </c:pt>
                <c:pt idx="11744">
                  <c:v>18-05-2022</c:v>
                </c:pt>
                <c:pt idx="11745">
                  <c:v>19-05-2022</c:v>
                </c:pt>
                <c:pt idx="11746">
                  <c:v>19-05-2022</c:v>
                </c:pt>
                <c:pt idx="11747">
                  <c:v>19-05-2022</c:v>
                </c:pt>
                <c:pt idx="11748">
                  <c:v>19-05-2022</c:v>
                </c:pt>
                <c:pt idx="11749">
                  <c:v>19-05-2022</c:v>
                </c:pt>
                <c:pt idx="11750">
                  <c:v>19-05-2022</c:v>
                </c:pt>
                <c:pt idx="11751">
                  <c:v>19-05-2022</c:v>
                </c:pt>
                <c:pt idx="11752">
                  <c:v>19-05-2022</c:v>
                </c:pt>
                <c:pt idx="11753">
                  <c:v>19-05-2022</c:v>
                </c:pt>
                <c:pt idx="11754">
                  <c:v>19-05-2022</c:v>
                </c:pt>
                <c:pt idx="11755">
                  <c:v>19-05-2022</c:v>
                </c:pt>
                <c:pt idx="11756">
                  <c:v>19-05-2022</c:v>
                </c:pt>
                <c:pt idx="11757">
                  <c:v>19-05-2022</c:v>
                </c:pt>
                <c:pt idx="11758">
                  <c:v>19-05-2022</c:v>
                </c:pt>
                <c:pt idx="11759">
                  <c:v>19-05-2022</c:v>
                </c:pt>
                <c:pt idx="11760">
                  <c:v>19-05-2022</c:v>
                </c:pt>
                <c:pt idx="11761">
                  <c:v>19-05-2022</c:v>
                </c:pt>
                <c:pt idx="11762">
                  <c:v>19-05-2022</c:v>
                </c:pt>
                <c:pt idx="11763">
                  <c:v>19-05-2022</c:v>
                </c:pt>
                <c:pt idx="11764">
                  <c:v>19-05-2022</c:v>
                </c:pt>
                <c:pt idx="11765">
                  <c:v>19-05-2022</c:v>
                </c:pt>
                <c:pt idx="11766">
                  <c:v>19-05-2022</c:v>
                </c:pt>
                <c:pt idx="11767">
                  <c:v>19-05-2022</c:v>
                </c:pt>
                <c:pt idx="11768">
                  <c:v>19-05-2022</c:v>
                </c:pt>
                <c:pt idx="11769">
                  <c:v>19-05-2022</c:v>
                </c:pt>
                <c:pt idx="11770">
                  <c:v>19-05-2022</c:v>
                </c:pt>
                <c:pt idx="11771">
                  <c:v>19-05-2022</c:v>
                </c:pt>
                <c:pt idx="11772">
                  <c:v>19-05-2022</c:v>
                </c:pt>
                <c:pt idx="11773">
                  <c:v>19-05-2022</c:v>
                </c:pt>
                <c:pt idx="11774">
                  <c:v>19-05-2022</c:v>
                </c:pt>
                <c:pt idx="11775">
                  <c:v>19-05-2022</c:v>
                </c:pt>
                <c:pt idx="11776">
                  <c:v>19-05-2022</c:v>
                </c:pt>
                <c:pt idx="11777">
                  <c:v>19-05-2022</c:v>
                </c:pt>
                <c:pt idx="11778">
                  <c:v>19-05-2022</c:v>
                </c:pt>
                <c:pt idx="11779">
                  <c:v>19-05-2022</c:v>
                </c:pt>
                <c:pt idx="11780">
                  <c:v>19-05-2022</c:v>
                </c:pt>
                <c:pt idx="11781">
                  <c:v>19-05-2022</c:v>
                </c:pt>
                <c:pt idx="11782">
                  <c:v>19-05-2022</c:v>
                </c:pt>
                <c:pt idx="11783">
                  <c:v>19-05-2022</c:v>
                </c:pt>
                <c:pt idx="11784">
                  <c:v>19-05-2022</c:v>
                </c:pt>
                <c:pt idx="11785">
                  <c:v>19-05-2022</c:v>
                </c:pt>
                <c:pt idx="11786">
                  <c:v>20-05-2022</c:v>
                </c:pt>
                <c:pt idx="11787">
                  <c:v>20-05-2022</c:v>
                </c:pt>
                <c:pt idx="11788">
                  <c:v>20-05-2022</c:v>
                </c:pt>
                <c:pt idx="11789">
                  <c:v>20-05-2022</c:v>
                </c:pt>
                <c:pt idx="11790">
                  <c:v>20-05-2022</c:v>
                </c:pt>
                <c:pt idx="11791">
                  <c:v>20-05-2022</c:v>
                </c:pt>
                <c:pt idx="11792">
                  <c:v>20-05-2022</c:v>
                </c:pt>
                <c:pt idx="11793">
                  <c:v>20-05-2022</c:v>
                </c:pt>
                <c:pt idx="11794">
                  <c:v>20-05-2022</c:v>
                </c:pt>
                <c:pt idx="11795">
                  <c:v>20-05-2022</c:v>
                </c:pt>
                <c:pt idx="11796">
                  <c:v>20-05-2022</c:v>
                </c:pt>
                <c:pt idx="11797">
                  <c:v>20-05-2022</c:v>
                </c:pt>
                <c:pt idx="11798">
                  <c:v>20-05-2022</c:v>
                </c:pt>
                <c:pt idx="11799">
                  <c:v>20-05-2022</c:v>
                </c:pt>
                <c:pt idx="11800">
                  <c:v>20-05-2022</c:v>
                </c:pt>
                <c:pt idx="11801">
                  <c:v>20-05-2022</c:v>
                </c:pt>
                <c:pt idx="11802">
                  <c:v>20-05-2022</c:v>
                </c:pt>
                <c:pt idx="11803">
                  <c:v>20-05-2022</c:v>
                </c:pt>
                <c:pt idx="11804">
                  <c:v>20-05-2022</c:v>
                </c:pt>
                <c:pt idx="11805">
                  <c:v>20-05-2022</c:v>
                </c:pt>
                <c:pt idx="11806">
                  <c:v>20-05-2022</c:v>
                </c:pt>
                <c:pt idx="11807">
                  <c:v>20-05-2022</c:v>
                </c:pt>
                <c:pt idx="11808">
                  <c:v>20-05-2022</c:v>
                </c:pt>
                <c:pt idx="11809">
                  <c:v>20-05-2022</c:v>
                </c:pt>
                <c:pt idx="11810">
                  <c:v>20-05-2022</c:v>
                </c:pt>
                <c:pt idx="11811">
                  <c:v>20-05-2022</c:v>
                </c:pt>
                <c:pt idx="11812">
                  <c:v>20-05-2022</c:v>
                </c:pt>
                <c:pt idx="11813">
                  <c:v>20-05-2022</c:v>
                </c:pt>
                <c:pt idx="11814">
                  <c:v>20-05-2022</c:v>
                </c:pt>
                <c:pt idx="11815">
                  <c:v>20-05-2022</c:v>
                </c:pt>
                <c:pt idx="11816">
                  <c:v>20-05-2022</c:v>
                </c:pt>
                <c:pt idx="11817">
                  <c:v>20-05-2022</c:v>
                </c:pt>
                <c:pt idx="11818">
                  <c:v>20-05-2022</c:v>
                </c:pt>
                <c:pt idx="11819">
                  <c:v>20-05-2022</c:v>
                </c:pt>
                <c:pt idx="11820">
                  <c:v>20-05-2022</c:v>
                </c:pt>
                <c:pt idx="11821">
                  <c:v>20-05-2022</c:v>
                </c:pt>
                <c:pt idx="11822">
                  <c:v>20-05-2022</c:v>
                </c:pt>
                <c:pt idx="11823">
                  <c:v>20-05-2022</c:v>
                </c:pt>
                <c:pt idx="11824">
                  <c:v>20-05-2022</c:v>
                </c:pt>
                <c:pt idx="11825">
                  <c:v>20-05-2022</c:v>
                </c:pt>
                <c:pt idx="11826">
                  <c:v>21-05-2022</c:v>
                </c:pt>
                <c:pt idx="11827">
                  <c:v>21-05-2022</c:v>
                </c:pt>
                <c:pt idx="11828">
                  <c:v>21-05-2022</c:v>
                </c:pt>
                <c:pt idx="11829">
                  <c:v>21-05-2022</c:v>
                </c:pt>
                <c:pt idx="11830">
                  <c:v>21-05-2022</c:v>
                </c:pt>
                <c:pt idx="11831">
                  <c:v>21-05-2022</c:v>
                </c:pt>
                <c:pt idx="11832">
                  <c:v>21-05-2022</c:v>
                </c:pt>
                <c:pt idx="11833">
                  <c:v>21-05-2022</c:v>
                </c:pt>
                <c:pt idx="11834">
                  <c:v>21-05-2022</c:v>
                </c:pt>
                <c:pt idx="11835">
                  <c:v>21-05-2022</c:v>
                </c:pt>
                <c:pt idx="11836">
                  <c:v>21-05-2022</c:v>
                </c:pt>
                <c:pt idx="11837">
                  <c:v>21-05-2022</c:v>
                </c:pt>
                <c:pt idx="11838">
                  <c:v>21-05-2022</c:v>
                </c:pt>
                <c:pt idx="11839">
                  <c:v>21-05-2022</c:v>
                </c:pt>
                <c:pt idx="11840">
                  <c:v>21-05-2022</c:v>
                </c:pt>
                <c:pt idx="11841">
                  <c:v>21-05-2022</c:v>
                </c:pt>
                <c:pt idx="11842">
                  <c:v>21-05-2022</c:v>
                </c:pt>
                <c:pt idx="11843">
                  <c:v>21-05-2022</c:v>
                </c:pt>
                <c:pt idx="11844">
                  <c:v>21-05-2022</c:v>
                </c:pt>
                <c:pt idx="11845">
                  <c:v>21-05-2022</c:v>
                </c:pt>
                <c:pt idx="11846">
                  <c:v>21-05-2022</c:v>
                </c:pt>
                <c:pt idx="11847">
                  <c:v>21-05-2022</c:v>
                </c:pt>
                <c:pt idx="11848">
                  <c:v>21-05-2022</c:v>
                </c:pt>
                <c:pt idx="11849">
                  <c:v>21-05-2022</c:v>
                </c:pt>
                <c:pt idx="11850">
                  <c:v>21-05-2022</c:v>
                </c:pt>
                <c:pt idx="11851">
                  <c:v>21-05-2022</c:v>
                </c:pt>
                <c:pt idx="11852">
                  <c:v>21-05-2022</c:v>
                </c:pt>
                <c:pt idx="11853">
                  <c:v>21-05-2022</c:v>
                </c:pt>
                <c:pt idx="11854">
                  <c:v>21-05-2022</c:v>
                </c:pt>
                <c:pt idx="11855">
                  <c:v>21-05-2022</c:v>
                </c:pt>
                <c:pt idx="11856">
                  <c:v>21-05-2022</c:v>
                </c:pt>
                <c:pt idx="11857">
                  <c:v>21-05-2022</c:v>
                </c:pt>
                <c:pt idx="11858">
                  <c:v>21-05-2022</c:v>
                </c:pt>
                <c:pt idx="11859">
                  <c:v>21-05-2022</c:v>
                </c:pt>
                <c:pt idx="11860">
                  <c:v>21-05-2022</c:v>
                </c:pt>
                <c:pt idx="11861">
                  <c:v>21-05-2022</c:v>
                </c:pt>
                <c:pt idx="11862">
                  <c:v>21-05-2022</c:v>
                </c:pt>
                <c:pt idx="11863">
                  <c:v>21-05-2022</c:v>
                </c:pt>
                <c:pt idx="11864">
                  <c:v>21-05-2022</c:v>
                </c:pt>
                <c:pt idx="11865">
                  <c:v>21-05-2022</c:v>
                </c:pt>
                <c:pt idx="11866">
                  <c:v>21-05-2022</c:v>
                </c:pt>
                <c:pt idx="11867">
                  <c:v>21-05-2022</c:v>
                </c:pt>
                <c:pt idx="11868">
                  <c:v>21-05-2022</c:v>
                </c:pt>
                <c:pt idx="11869">
                  <c:v>21-05-2022</c:v>
                </c:pt>
                <c:pt idx="11870">
                  <c:v>22-05-2022</c:v>
                </c:pt>
                <c:pt idx="11871">
                  <c:v>22-05-2022</c:v>
                </c:pt>
                <c:pt idx="11872">
                  <c:v>22-05-2022</c:v>
                </c:pt>
                <c:pt idx="11873">
                  <c:v>22-05-2022</c:v>
                </c:pt>
                <c:pt idx="11874">
                  <c:v>22-05-2022</c:v>
                </c:pt>
                <c:pt idx="11875">
                  <c:v>22-05-2022</c:v>
                </c:pt>
                <c:pt idx="11876">
                  <c:v>22-05-2022</c:v>
                </c:pt>
                <c:pt idx="11877">
                  <c:v>22-05-2022</c:v>
                </c:pt>
                <c:pt idx="11878">
                  <c:v>22-05-2022</c:v>
                </c:pt>
                <c:pt idx="11879">
                  <c:v>22-05-2022</c:v>
                </c:pt>
                <c:pt idx="11880">
                  <c:v>22-05-2022</c:v>
                </c:pt>
                <c:pt idx="11881">
                  <c:v>22-05-2022</c:v>
                </c:pt>
                <c:pt idx="11882">
                  <c:v>22-05-2022</c:v>
                </c:pt>
                <c:pt idx="11883">
                  <c:v>22-05-2022</c:v>
                </c:pt>
                <c:pt idx="11884">
                  <c:v>22-05-2022</c:v>
                </c:pt>
                <c:pt idx="11885">
                  <c:v>22-05-2022</c:v>
                </c:pt>
                <c:pt idx="11886">
                  <c:v>22-05-2022</c:v>
                </c:pt>
                <c:pt idx="11887">
                  <c:v>22-05-2022</c:v>
                </c:pt>
                <c:pt idx="11888">
                  <c:v>22-05-2022</c:v>
                </c:pt>
                <c:pt idx="11889">
                  <c:v>22-05-2022</c:v>
                </c:pt>
                <c:pt idx="11890">
                  <c:v>22-05-2022</c:v>
                </c:pt>
                <c:pt idx="11891">
                  <c:v>22-05-2022</c:v>
                </c:pt>
                <c:pt idx="11892">
                  <c:v>22-05-2022</c:v>
                </c:pt>
                <c:pt idx="11893">
                  <c:v>22-05-2022</c:v>
                </c:pt>
                <c:pt idx="11894">
                  <c:v>22-05-2022</c:v>
                </c:pt>
                <c:pt idx="11895">
                  <c:v>22-05-2022</c:v>
                </c:pt>
                <c:pt idx="11896">
                  <c:v>22-05-2022</c:v>
                </c:pt>
                <c:pt idx="11897">
                  <c:v>22-05-2022</c:v>
                </c:pt>
                <c:pt idx="11898">
                  <c:v>22-05-2022</c:v>
                </c:pt>
                <c:pt idx="11899">
                  <c:v>22-05-2022</c:v>
                </c:pt>
                <c:pt idx="11900">
                  <c:v>22-05-2022</c:v>
                </c:pt>
                <c:pt idx="11901">
                  <c:v>22-05-2022</c:v>
                </c:pt>
                <c:pt idx="11902">
                  <c:v>22-05-2022</c:v>
                </c:pt>
                <c:pt idx="11903">
                  <c:v>22-05-2022</c:v>
                </c:pt>
                <c:pt idx="11904">
                  <c:v>22-05-2022</c:v>
                </c:pt>
                <c:pt idx="11905">
                  <c:v>22-05-2022</c:v>
                </c:pt>
                <c:pt idx="11906">
                  <c:v>22-05-2022</c:v>
                </c:pt>
                <c:pt idx="11907">
                  <c:v>22-05-2022</c:v>
                </c:pt>
                <c:pt idx="11908">
                  <c:v>22-05-2022</c:v>
                </c:pt>
                <c:pt idx="11909">
                  <c:v>22-05-2022</c:v>
                </c:pt>
                <c:pt idx="11910">
                  <c:v>22-05-2022</c:v>
                </c:pt>
                <c:pt idx="11911">
                  <c:v>22-05-2022</c:v>
                </c:pt>
                <c:pt idx="11912">
                  <c:v>22-05-2022</c:v>
                </c:pt>
                <c:pt idx="11913">
                  <c:v>22-05-2022</c:v>
                </c:pt>
                <c:pt idx="11914">
                  <c:v>23-05-2022</c:v>
                </c:pt>
                <c:pt idx="11915">
                  <c:v>23-05-2022</c:v>
                </c:pt>
                <c:pt idx="11916">
                  <c:v>23-05-2022</c:v>
                </c:pt>
                <c:pt idx="11917">
                  <c:v>23-05-2022</c:v>
                </c:pt>
                <c:pt idx="11918">
                  <c:v>23-05-2022</c:v>
                </c:pt>
                <c:pt idx="11919">
                  <c:v>23-05-2022</c:v>
                </c:pt>
                <c:pt idx="11920">
                  <c:v>23-05-2022</c:v>
                </c:pt>
                <c:pt idx="11921">
                  <c:v>23-05-2022</c:v>
                </c:pt>
                <c:pt idx="11922">
                  <c:v>23-05-2022</c:v>
                </c:pt>
                <c:pt idx="11923">
                  <c:v>23-05-2022</c:v>
                </c:pt>
                <c:pt idx="11924">
                  <c:v>23-05-2022</c:v>
                </c:pt>
                <c:pt idx="11925">
                  <c:v>23-05-2022</c:v>
                </c:pt>
                <c:pt idx="11926">
                  <c:v>23-05-2022</c:v>
                </c:pt>
                <c:pt idx="11927">
                  <c:v>23-05-2022</c:v>
                </c:pt>
                <c:pt idx="11928">
                  <c:v>23-05-2022</c:v>
                </c:pt>
                <c:pt idx="11929">
                  <c:v>23-05-2022</c:v>
                </c:pt>
                <c:pt idx="11930">
                  <c:v>23-05-2022</c:v>
                </c:pt>
                <c:pt idx="11931">
                  <c:v>23-05-2022</c:v>
                </c:pt>
                <c:pt idx="11932">
                  <c:v>23-05-2022</c:v>
                </c:pt>
                <c:pt idx="11933">
                  <c:v>23-05-2022</c:v>
                </c:pt>
                <c:pt idx="11934">
                  <c:v>23-05-2022</c:v>
                </c:pt>
                <c:pt idx="11935">
                  <c:v>23-05-2022</c:v>
                </c:pt>
                <c:pt idx="11936">
                  <c:v>23-05-2022</c:v>
                </c:pt>
                <c:pt idx="11937">
                  <c:v>23-05-2022</c:v>
                </c:pt>
                <c:pt idx="11938">
                  <c:v>23-05-2022</c:v>
                </c:pt>
                <c:pt idx="11939">
                  <c:v>23-05-2022</c:v>
                </c:pt>
                <c:pt idx="11940">
                  <c:v>23-05-2022</c:v>
                </c:pt>
                <c:pt idx="11941">
                  <c:v>23-05-2022</c:v>
                </c:pt>
                <c:pt idx="11942">
                  <c:v>23-05-2022</c:v>
                </c:pt>
                <c:pt idx="11943">
                  <c:v>23-05-2022</c:v>
                </c:pt>
                <c:pt idx="11944">
                  <c:v>23-05-2022</c:v>
                </c:pt>
                <c:pt idx="11945">
                  <c:v>23-05-2022</c:v>
                </c:pt>
                <c:pt idx="11946">
                  <c:v>23-05-2022</c:v>
                </c:pt>
                <c:pt idx="11947">
                  <c:v>23-05-2022</c:v>
                </c:pt>
                <c:pt idx="11948">
                  <c:v>23-05-2022</c:v>
                </c:pt>
                <c:pt idx="11949">
                  <c:v>23-05-2022</c:v>
                </c:pt>
                <c:pt idx="11950">
                  <c:v>23-05-2022</c:v>
                </c:pt>
                <c:pt idx="11951">
                  <c:v>23-05-2022</c:v>
                </c:pt>
                <c:pt idx="11952">
                  <c:v>23-05-2022</c:v>
                </c:pt>
                <c:pt idx="11953">
                  <c:v>23-05-2022</c:v>
                </c:pt>
                <c:pt idx="11954">
                  <c:v>24-05-2022</c:v>
                </c:pt>
                <c:pt idx="11955">
                  <c:v>24-05-2022</c:v>
                </c:pt>
                <c:pt idx="11956">
                  <c:v>24-05-2022</c:v>
                </c:pt>
                <c:pt idx="11957">
                  <c:v>24-05-2022</c:v>
                </c:pt>
                <c:pt idx="11958">
                  <c:v>24-05-2022</c:v>
                </c:pt>
                <c:pt idx="11959">
                  <c:v>24-05-2022</c:v>
                </c:pt>
                <c:pt idx="11960">
                  <c:v>24-05-2022</c:v>
                </c:pt>
                <c:pt idx="11961">
                  <c:v>24-05-2022</c:v>
                </c:pt>
                <c:pt idx="11962">
                  <c:v>24-05-2022</c:v>
                </c:pt>
                <c:pt idx="11963">
                  <c:v>24-05-2022</c:v>
                </c:pt>
                <c:pt idx="11964">
                  <c:v>24-05-2022</c:v>
                </c:pt>
                <c:pt idx="11965">
                  <c:v>24-05-2022</c:v>
                </c:pt>
                <c:pt idx="11966">
                  <c:v>24-05-2022</c:v>
                </c:pt>
                <c:pt idx="11967">
                  <c:v>24-05-2022</c:v>
                </c:pt>
                <c:pt idx="11968">
                  <c:v>24-05-2022</c:v>
                </c:pt>
                <c:pt idx="11969">
                  <c:v>24-05-2022</c:v>
                </c:pt>
                <c:pt idx="11970">
                  <c:v>24-05-2022</c:v>
                </c:pt>
                <c:pt idx="11971">
                  <c:v>24-05-2022</c:v>
                </c:pt>
                <c:pt idx="11972">
                  <c:v>24-05-2022</c:v>
                </c:pt>
                <c:pt idx="11973">
                  <c:v>24-05-2022</c:v>
                </c:pt>
                <c:pt idx="11974">
                  <c:v>24-05-2022</c:v>
                </c:pt>
                <c:pt idx="11975">
                  <c:v>24-05-2022</c:v>
                </c:pt>
                <c:pt idx="11976">
                  <c:v>24-05-2022</c:v>
                </c:pt>
                <c:pt idx="11977">
                  <c:v>24-05-2022</c:v>
                </c:pt>
                <c:pt idx="11978">
                  <c:v>24-05-2022</c:v>
                </c:pt>
                <c:pt idx="11979">
                  <c:v>24-05-2022</c:v>
                </c:pt>
                <c:pt idx="11980">
                  <c:v>24-05-2022</c:v>
                </c:pt>
                <c:pt idx="11981">
                  <c:v>24-05-2022</c:v>
                </c:pt>
                <c:pt idx="11982">
                  <c:v>24-05-2022</c:v>
                </c:pt>
                <c:pt idx="11983">
                  <c:v>24-05-2022</c:v>
                </c:pt>
                <c:pt idx="11984">
                  <c:v>24-05-2022</c:v>
                </c:pt>
                <c:pt idx="11985">
                  <c:v>24-05-2022</c:v>
                </c:pt>
                <c:pt idx="11986">
                  <c:v>24-05-2022</c:v>
                </c:pt>
                <c:pt idx="11987">
                  <c:v>24-05-2022</c:v>
                </c:pt>
                <c:pt idx="11988">
                  <c:v>24-05-2022</c:v>
                </c:pt>
                <c:pt idx="11989">
                  <c:v>24-05-2022</c:v>
                </c:pt>
                <c:pt idx="11990">
                  <c:v>24-05-2022</c:v>
                </c:pt>
                <c:pt idx="11991">
                  <c:v>24-05-2022</c:v>
                </c:pt>
                <c:pt idx="11992">
                  <c:v>24-05-2022</c:v>
                </c:pt>
                <c:pt idx="11993">
                  <c:v>24-05-2022</c:v>
                </c:pt>
                <c:pt idx="11994">
                  <c:v>25-05-2022</c:v>
                </c:pt>
                <c:pt idx="11995">
                  <c:v>25-05-2022</c:v>
                </c:pt>
                <c:pt idx="11996">
                  <c:v>25-05-2022</c:v>
                </c:pt>
                <c:pt idx="11997">
                  <c:v>25-05-2022</c:v>
                </c:pt>
                <c:pt idx="11998">
                  <c:v>25-05-2022</c:v>
                </c:pt>
                <c:pt idx="11999">
                  <c:v>25-05-2022</c:v>
                </c:pt>
                <c:pt idx="12000">
                  <c:v>25-05-2022</c:v>
                </c:pt>
                <c:pt idx="12001">
                  <c:v>25-05-2022</c:v>
                </c:pt>
                <c:pt idx="12002">
                  <c:v>25-05-2022</c:v>
                </c:pt>
                <c:pt idx="12003">
                  <c:v>25-05-2022</c:v>
                </c:pt>
                <c:pt idx="12004">
                  <c:v>25-05-2022</c:v>
                </c:pt>
                <c:pt idx="12005">
                  <c:v>25-05-2022</c:v>
                </c:pt>
                <c:pt idx="12006">
                  <c:v>25-05-2022</c:v>
                </c:pt>
                <c:pt idx="12007">
                  <c:v>25-05-2022</c:v>
                </c:pt>
                <c:pt idx="12008">
                  <c:v>25-05-2022</c:v>
                </c:pt>
                <c:pt idx="12009">
                  <c:v>25-05-2022</c:v>
                </c:pt>
                <c:pt idx="12010">
                  <c:v>25-05-2022</c:v>
                </c:pt>
                <c:pt idx="12011">
                  <c:v>25-05-2022</c:v>
                </c:pt>
                <c:pt idx="12012">
                  <c:v>25-05-2022</c:v>
                </c:pt>
                <c:pt idx="12013">
                  <c:v>25-05-2022</c:v>
                </c:pt>
                <c:pt idx="12014">
                  <c:v>25-05-2022</c:v>
                </c:pt>
                <c:pt idx="12015">
                  <c:v>25-05-2022</c:v>
                </c:pt>
                <c:pt idx="12016">
                  <c:v>25-05-2022</c:v>
                </c:pt>
                <c:pt idx="12017">
                  <c:v>25-05-2022</c:v>
                </c:pt>
                <c:pt idx="12018">
                  <c:v>25-05-2022</c:v>
                </c:pt>
                <c:pt idx="12019">
                  <c:v>25-05-2022</c:v>
                </c:pt>
                <c:pt idx="12020">
                  <c:v>25-05-2022</c:v>
                </c:pt>
                <c:pt idx="12021">
                  <c:v>25-05-2022</c:v>
                </c:pt>
                <c:pt idx="12022">
                  <c:v>25-05-2022</c:v>
                </c:pt>
                <c:pt idx="12023">
                  <c:v>25-05-2022</c:v>
                </c:pt>
                <c:pt idx="12024">
                  <c:v>25-05-2022</c:v>
                </c:pt>
                <c:pt idx="12025">
                  <c:v>25-05-2022</c:v>
                </c:pt>
                <c:pt idx="12026">
                  <c:v>25-05-2022</c:v>
                </c:pt>
                <c:pt idx="12027">
                  <c:v>25-05-2022</c:v>
                </c:pt>
                <c:pt idx="12028">
                  <c:v>25-05-2022</c:v>
                </c:pt>
                <c:pt idx="12029">
                  <c:v>25-05-2022</c:v>
                </c:pt>
                <c:pt idx="12030">
                  <c:v>25-05-2022</c:v>
                </c:pt>
                <c:pt idx="12031">
                  <c:v>25-05-2022</c:v>
                </c:pt>
                <c:pt idx="12032">
                  <c:v>25-05-2022</c:v>
                </c:pt>
                <c:pt idx="12033">
                  <c:v>25-05-2022</c:v>
                </c:pt>
                <c:pt idx="12034">
                  <c:v>25-05-2022</c:v>
                </c:pt>
                <c:pt idx="12035">
                  <c:v>26-05-2022</c:v>
                </c:pt>
                <c:pt idx="12036">
                  <c:v>26-05-2022</c:v>
                </c:pt>
                <c:pt idx="12037">
                  <c:v>26-05-2022</c:v>
                </c:pt>
                <c:pt idx="12038">
                  <c:v>26-05-2022</c:v>
                </c:pt>
                <c:pt idx="12039">
                  <c:v>26-05-2022</c:v>
                </c:pt>
                <c:pt idx="12040">
                  <c:v>26-05-2022</c:v>
                </c:pt>
                <c:pt idx="12041">
                  <c:v>26-05-2022</c:v>
                </c:pt>
                <c:pt idx="12042">
                  <c:v>26-05-2022</c:v>
                </c:pt>
                <c:pt idx="12043">
                  <c:v>26-05-2022</c:v>
                </c:pt>
                <c:pt idx="12044">
                  <c:v>26-05-2022</c:v>
                </c:pt>
                <c:pt idx="12045">
                  <c:v>26-05-2022</c:v>
                </c:pt>
                <c:pt idx="12046">
                  <c:v>26-05-2022</c:v>
                </c:pt>
                <c:pt idx="12047">
                  <c:v>26-05-2022</c:v>
                </c:pt>
                <c:pt idx="12048">
                  <c:v>26-05-2022</c:v>
                </c:pt>
                <c:pt idx="12049">
                  <c:v>26-05-2022</c:v>
                </c:pt>
                <c:pt idx="12050">
                  <c:v>26-05-2022</c:v>
                </c:pt>
                <c:pt idx="12051">
                  <c:v>26-05-2022</c:v>
                </c:pt>
                <c:pt idx="12052">
                  <c:v>26-05-2022</c:v>
                </c:pt>
                <c:pt idx="12053">
                  <c:v>26-05-2022</c:v>
                </c:pt>
                <c:pt idx="12054">
                  <c:v>26-05-2022</c:v>
                </c:pt>
                <c:pt idx="12055">
                  <c:v>26-05-2022</c:v>
                </c:pt>
                <c:pt idx="12056">
                  <c:v>26-05-2022</c:v>
                </c:pt>
                <c:pt idx="12057">
                  <c:v>26-05-2022</c:v>
                </c:pt>
                <c:pt idx="12058">
                  <c:v>26-05-2022</c:v>
                </c:pt>
                <c:pt idx="12059">
                  <c:v>26-05-2022</c:v>
                </c:pt>
                <c:pt idx="12060">
                  <c:v>26-05-2022</c:v>
                </c:pt>
                <c:pt idx="12061">
                  <c:v>26-05-2022</c:v>
                </c:pt>
                <c:pt idx="12062">
                  <c:v>26-05-2022</c:v>
                </c:pt>
                <c:pt idx="12063">
                  <c:v>26-05-2022</c:v>
                </c:pt>
                <c:pt idx="12064">
                  <c:v>26-05-2022</c:v>
                </c:pt>
                <c:pt idx="12065">
                  <c:v>26-05-2022</c:v>
                </c:pt>
                <c:pt idx="12066">
                  <c:v>26-05-2022</c:v>
                </c:pt>
                <c:pt idx="12067">
                  <c:v>26-05-2022</c:v>
                </c:pt>
                <c:pt idx="12068">
                  <c:v>26-05-2022</c:v>
                </c:pt>
                <c:pt idx="12069">
                  <c:v>26-05-2022</c:v>
                </c:pt>
                <c:pt idx="12070">
                  <c:v>26-05-2022</c:v>
                </c:pt>
                <c:pt idx="12071">
                  <c:v>26-05-2022</c:v>
                </c:pt>
                <c:pt idx="12072">
                  <c:v>26-05-2022</c:v>
                </c:pt>
                <c:pt idx="12073">
                  <c:v>26-05-2022</c:v>
                </c:pt>
                <c:pt idx="12074">
                  <c:v>26-05-2022</c:v>
                </c:pt>
                <c:pt idx="12075">
                  <c:v>27-05-2022</c:v>
                </c:pt>
                <c:pt idx="12076">
                  <c:v>27-05-2022</c:v>
                </c:pt>
                <c:pt idx="12077">
                  <c:v>27-05-2022</c:v>
                </c:pt>
                <c:pt idx="12078">
                  <c:v>27-05-2022</c:v>
                </c:pt>
                <c:pt idx="12079">
                  <c:v>27-05-2022</c:v>
                </c:pt>
                <c:pt idx="12080">
                  <c:v>27-05-2022</c:v>
                </c:pt>
                <c:pt idx="12081">
                  <c:v>27-05-2022</c:v>
                </c:pt>
                <c:pt idx="12082">
                  <c:v>27-05-2022</c:v>
                </c:pt>
                <c:pt idx="12083">
                  <c:v>27-05-2022</c:v>
                </c:pt>
                <c:pt idx="12084">
                  <c:v>27-05-2022</c:v>
                </c:pt>
                <c:pt idx="12085">
                  <c:v>27-05-2022</c:v>
                </c:pt>
                <c:pt idx="12086">
                  <c:v>27-05-2022</c:v>
                </c:pt>
                <c:pt idx="12087">
                  <c:v>27-05-2022</c:v>
                </c:pt>
                <c:pt idx="12088">
                  <c:v>27-05-2022</c:v>
                </c:pt>
                <c:pt idx="12089">
                  <c:v>27-05-2022</c:v>
                </c:pt>
                <c:pt idx="12090">
                  <c:v>27-05-2022</c:v>
                </c:pt>
                <c:pt idx="12091">
                  <c:v>27-05-2022</c:v>
                </c:pt>
                <c:pt idx="12092">
                  <c:v>27-05-2022</c:v>
                </c:pt>
                <c:pt idx="12093">
                  <c:v>27-05-2022</c:v>
                </c:pt>
                <c:pt idx="12094">
                  <c:v>27-05-2022</c:v>
                </c:pt>
                <c:pt idx="12095">
                  <c:v>27-05-2022</c:v>
                </c:pt>
                <c:pt idx="12096">
                  <c:v>27-05-2022</c:v>
                </c:pt>
                <c:pt idx="12097">
                  <c:v>27-05-2022</c:v>
                </c:pt>
                <c:pt idx="12098">
                  <c:v>27-05-2022</c:v>
                </c:pt>
                <c:pt idx="12099">
                  <c:v>27-05-2022</c:v>
                </c:pt>
                <c:pt idx="12100">
                  <c:v>27-05-2022</c:v>
                </c:pt>
                <c:pt idx="12101">
                  <c:v>27-05-2022</c:v>
                </c:pt>
                <c:pt idx="12102">
                  <c:v>27-05-2022</c:v>
                </c:pt>
                <c:pt idx="12103">
                  <c:v>27-05-2022</c:v>
                </c:pt>
                <c:pt idx="12104">
                  <c:v>27-05-2022</c:v>
                </c:pt>
                <c:pt idx="12105">
                  <c:v>27-05-2022</c:v>
                </c:pt>
                <c:pt idx="12106">
                  <c:v>27-05-2022</c:v>
                </c:pt>
                <c:pt idx="12107">
                  <c:v>27-05-2022</c:v>
                </c:pt>
                <c:pt idx="12108">
                  <c:v>27-05-2022</c:v>
                </c:pt>
                <c:pt idx="12109">
                  <c:v>27-05-2022</c:v>
                </c:pt>
                <c:pt idx="12110">
                  <c:v>27-05-2022</c:v>
                </c:pt>
                <c:pt idx="12111">
                  <c:v>27-05-2022</c:v>
                </c:pt>
                <c:pt idx="12112">
                  <c:v>27-05-2022</c:v>
                </c:pt>
                <c:pt idx="12113">
                  <c:v>27-05-2022</c:v>
                </c:pt>
                <c:pt idx="12114">
                  <c:v>27-05-2022</c:v>
                </c:pt>
                <c:pt idx="12115">
                  <c:v>28-05-2022</c:v>
                </c:pt>
                <c:pt idx="12116">
                  <c:v>28-05-2022</c:v>
                </c:pt>
                <c:pt idx="12117">
                  <c:v>28-05-2022</c:v>
                </c:pt>
                <c:pt idx="12118">
                  <c:v>28-05-2022</c:v>
                </c:pt>
                <c:pt idx="12119">
                  <c:v>28-05-2022</c:v>
                </c:pt>
                <c:pt idx="12120">
                  <c:v>28-05-2022</c:v>
                </c:pt>
                <c:pt idx="12121">
                  <c:v>28-05-2022</c:v>
                </c:pt>
                <c:pt idx="12122">
                  <c:v>28-05-2022</c:v>
                </c:pt>
                <c:pt idx="12123">
                  <c:v>28-05-2022</c:v>
                </c:pt>
                <c:pt idx="12124">
                  <c:v>28-05-2022</c:v>
                </c:pt>
                <c:pt idx="12125">
                  <c:v>28-05-2022</c:v>
                </c:pt>
                <c:pt idx="12126">
                  <c:v>28-05-2022</c:v>
                </c:pt>
                <c:pt idx="12127">
                  <c:v>28-05-2022</c:v>
                </c:pt>
                <c:pt idx="12128">
                  <c:v>28-05-2022</c:v>
                </c:pt>
                <c:pt idx="12129">
                  <c:v>28-05-2022</c:v>
                </c:pt>
                <c:pt idx="12130">
                  <c:v>28-05-2022</c:v>
                </c:pt>
                <c:pt idx="12131">
                  <c:v>28-05-2022</c:v>
                </c:pt>
                <c:pt idx="12132">
                  <c:v>28-05-2022</c:v>
                </c:pt>
                <c:pt idx="12133">
                  <c:v>28-05-2022</c:v>
                </c:pt>
                <c:pt idx="12134">
                  <c:v>28-05-2022</c:v>
                </c:pt>
                <c:pt idx="12135">
                  <c:v>28-05-2022</c:v>
                </c:pt>
                <c:pt idx="12136">
                  <c:v>28-05-2022</c:v>
                </c:pt>
                <c:pt idx="12137">
                  <c:v>28-05-2022</c:v>
                </c:pt>
                <c:pt idx="12138">
                  <c:v>28-05-2022</c:v>
                </c:pt>
                <c:pt idx="12139">
                  <c:v>28-05-2022</c:v>
                </c:pt>
                <c:pt idx="12140">
                  <c:v>28-05-2022</c:v>
                </c:pt>
                <c:pt idx="12141">
                  <c:v>28-05-2022</c:v>
                </c:pt>
                <c:pt idx="12142">
                  <c:v>28-05-2022</c:v>
                </c:pt>
                <c:pt idx="12143">
                  <c:v>28-05-2022</c:v>
                </c:pt>
                <c:pt idx="12144">
                  <c:v>28-05-2022</c:v>
                </c:pt>
                <c:pt idx="12145">
                  <c:v>28-05-2022</c:v>
                </c:pt>
                <c:pt idx="12146">
                  <c:v>28-05-2022</c:v>
                </c:pt>
                <c:pt idx="12147">
                  <c:v>28-05-2022</c:v>
                </c:pt>
                <c:pt idx="12148">
                  <c:v>28-05-2022</c:v>
                </c:pt>
                <c:pt idx="12149">
                  <c:v>28-05-2022</c:v>
                </c:pt>
                <c:pt idx="12150">
                  <c:v>28-05-2022</c:v>
                </c:pt>
                <c:pt idx="12151">
                  <c:v>28-05-2022</c:v>
                </c:pt>
                <c:pt idx="12152">
                  <c:v>28-05-2022</c:v>
                </c:pt>
                <c:pt idx="12153">
                  <c:v>28-05-2022</c:v>
                </c:pt>
                <c:pt idx="12154">
                  <c:v>28-05-2022</c:v>
                </c:pt>
                <c:pt idx="12155">
                  <c:v>29-05-2022</c:v>
                </c:pt>
                <c:pt idx="12156">
                  <c:v>29-05-2022</c:v>
                </c:pt>
                <c:pt idx="12157">
                  <c:v>29-05-2022</c:v>
                </c:pt>
                <c:pt idx="12158">
                  <c:v>29-05-2022</c:v>
                </c:pt>
                <c:pt idx="12159">
                  <c:v>29-05-2022</c:v>
                </c:pt>
                <c:pt idx="12160">
                  <c:v>29-05-2022</c:v>
                </c:pt>
                <c:pt idx="12161">
                  <c:v>29-05-2022</c:v>
                </c:pt>
                <c:pt idx="12162">
                  <c:v>29-05-2022</c:v>
                </c:pt>
                <c:pt idx="12163">
                  <c:v>29-05-2022</c:v>
                </c:pt>
                <c:pt idx="12164">
                  <c:v>29-05-2022</c:v>
                </c:pt>
                <c:pt idx="12165">
                  <c:v>29-05-2022</c:v>
                </c:pt>
                <c:pt idx="12166">
                  <c:v>29-05-2022</c:v>
                </c:pt>
                <c:pt idx="12167">
                  <c:v>29-05-2022</c:v>
                </c:pt>
                <c:pt idx="12168">
                  <c:v>29-05-2022</c:v>
                </c:pt>
                <c:pt idx="12169">
                  <c:v>29-05-2022</c:v>
                </c:pt>
                <c:pt idx="12170">
                  <c:v>29-05-2022</c:v>
                </c:pt>
                <c:pt idx="12171">
                  <c:v>29-05-2022</c:v>
                </c:pt>
                <c:pt idx="12172">
                  <c:v>29-05-2022</c:v>
                </c:pt>
                <c:pt idx="12173">
                  <c:v>29-05-2022</c:v>
                </c:pt>
                <c:pt idx="12174">
                  <c:v>29-05-2022</c:v>
                </c:pt>
                <c:pt idx="12175">
                  <c:v>29-05-2022</c:v>
                </c:pt>
                <c:pt idx="12176">
                  <c:v>29-05-2022</c:v>
                </c:pt>
                <c:pt idx="12177">
                  <c:v>29-05-2022</c:v>
                </c:pt>
                <c:pt idx="12178">
                  <c:v>29-05-2022</c:v>
                </c:pt>
                <c:pt idx="12179">
                  <c:v>29-05-2022</c:v>
                </c:pt>
                <c:pt idx="12180">
                  <c:v>29-05-2022</c:v>
                </c:pt>
                <c:pt idx="12181">
                  <c:v>29-05-2022</c:v>
                </c:pt>
                <c:pt idx="12182">
                  <c:v>29-05-2022</c:v>
                </c:pt>
                <c:pt idx="12183">
                  <c:v>29-05-2022</c:v>
                </c:pt>
                <c:pt idx="12184">
                  <c:v>29-05-2022</c:v>
                </c:pt>
                <c:pt idx="12185">
                  <c:v>29-05-2022</c:v>
                </c:pt>
                <c:pt idx="12186">
                  <c:v>29-05-2022</c:v>
                </c:pt>
                <c:pt idx="12187">
                  <c:v>29-05-2022</c:v>
                </c:pt>
                <c:pt idx="12188">
                  <c:v>29-05-2022</c:v>
                </c:pt>
                <c:pt idx="12189">
                  <c:v>29-05-2022</c:v>
                </c:pt>
                <c:pt idx="12190">
                  <c:v>29-05-2022</c:v>
                </c:pt>
                <c:pt idx="12191">
                  <c:v>29-05-2022</c:v>
                </c:pt>
                <c:pt idx="12192">
                  <c:v>29-05-2022</c:v>
                </c:pt>
                <c:pt idx="12193">
                  <c:v>29-05-2022</c:v>
                </c:pt>
                <c:pt idx="12194">
                  <c:v>29-05-2022</c:v>
                </c:pt>
                <c:pt idx="12195">
                  <c:v>30-05-2022</c:v>
                </c:pt>
                <c:pt idx="12196">
                  <c:v>30-05-2022</c:v>
                </c:pt>
                <c:pt idx="12197">
                  <c:v>30-05-2022</c:v>
                </c:pt>
                <c:pt idx="12198">
                  <c:v>30-05-2022</c:v>
                </c:pt>
                <c:pt idx="12199">
                  <c:v>30-05-2022</c:v>
                </c:pt>
                <c:pt idx="12200">
                  <c:v>30-05-2022</c:v>
                </c:pt>
                <c:pt idx="12201">
                  <c:v>30-05-2022</c:v>
                </c:pt>
                <c:pt idx="12202">
                  <c:v>30-05-2022</c:v>
                </c:pt>
                <c:pt idx="12203">
                  <c:v>30-05-2022</c:v>
                </c:pt>
                <c:pt idx="12204">
                  <c:v>30-05-2022</c:v>
                </c:pt>
                <c:pt idx="12205">
                  <c:v>30-05-2022</c:v>
                </c:pt>
                <c:pt idx="12206">
                  <c:v>30-05-2022</c:v>
                </c:pt>
                <c:pt idx="12207">
                  <c:v>30-05-2022</c:v>
                </c:pt>
                <c:pt idx="12208">
                  <c:v>30-05-2022</c:v>
                </c:pt>
                <c:pt idx="12209">
                  <c:v>30-05-2022</c:v>
                </c:pt>
                <c:pt idx="12210">
                  <c:v>30-05-2022</c:v>
                </c:pt>
                <c:pt idx="12211">
                  <c:v>30-05-2022</c:v>
                </c:pt>
                <c:pt idx="12212">
                  <c:v>30-05-2022</c:v>
                </c:pt>
                <c:pt idx="12213">
                  <c:v>30-05-2022</c:v>
                </c:pt>
                <c:pt idx="12214">
                  <c:v>30-05-2022</c:v>
                </c:pt>
                <c:pt idx="12215">
                  <c:v>30-05-2022</c:v>
                </c:pt>
                <c:pt idx="12216">
                  <c:v>30-05-2022</c:v>
                </c:pt>
                <c:pt idx="12217">
                  <c:v>30-05-2022</c:v>
                </c:pt>
                <c:pt idx="12218">
                  <c:v>30-05-2022</c:v>
                </c:pt>
                <c:pt idx="12219">
                  <c:v>30-05-2022</c:v>
                </c:pt>
                <c:pt idx="12220">
                  <c:v>30-05-2022</c:v>
                </c:pt>
                <c:pt idx="12221">
                  <c:v>30-05-2022</c:v>
                </c:pt>
                <c:pt idx="12222">
                  <c:v>30-05-2022</c:v>
                </c:pt>
                <c:pt idx="12223">
                  <c:v>30-05-2022</c:v>
                </c:pt>
                <c:pt idx="12224">
                  <c:v>30-05-2022</c:v>
                </c:pt>
                <c:pt idx="12225">
                  <c:v>30-05-2022</c:v>
                </c:pt>
                <c:pt idx="12226">
                  <c:v>30-05-2022</c:v>
                </c:pt>
                <c:pt idx="12227">
                  <c:v>30-05-2022</c:v>
                </c:pt>
                <c:pt idx="12228">
                  <c:v>30-05-2022</c:v>
                </c:pt>
                <c:pt idx="12229">
                  <c:v>30-05-2022</c:v>
                </c:pt>
                <c:pt idx="12230">
                  <c:v>30-05-2022</c:v>
                </c:pt>
                <c:pt idx="12231">
                  <c:v>30-05-2022</c:v>
                </c:pt>
                <c:pt idx="12232">
                  <c:v>30-05-2022</c:v>
                </c:pt>
                <c:pt idx="12233">
                  <c:v>30-05-2022</c:v>
                </c:pt>
                <c:pt idx="12234">
                  <c:v>30-05-2022</c:v>
                </c:pt>
                <c:pt idx="12235">
                  <c:v>31-05-2022</c:v>
                </c:pt>
                <c:pt idx="12236">
                  <c:v>31-05-2022</c:v>
                </c:pt>
                <c:pt idx="12237">
                  <c:v>31-05-2022</c:v>
                </c:pt>
                <c:pt idx="12238">
                  <c:v>31-05-2022</c:v>
                </c:pt>
                <c:pt idx="12239">
                  <c:v>31-05-2022</c:v>
                </c:pt>
                <c:pt idx="12240">
                  <c:v>31-05-2022</c:v>
                </c:pt>
                <c:pt idx="12241">
                  <c:v>31-05-2022</c:v>
                </c:pt>
                <c:pt idx="12242">
                  <c:v>31-05-2022</c:v>
                </c:pt>
                <c:pt idx="12243">
                  <c:v>31-05-2022</c:v>
                </c:pt>
                <c:pt idx="12244">
                  <c:v>31-05-2022</c:v>
                </c:pt>
                <c:pt idx="12245">
                  <c:v>31-05-2022</c:v>
                </c:pt>
                <c:pt idx="12246">
                  <c:v>31-05-2022</c:v>
                </c:pt>
                <c:pt idx="12247">
                  <c:v>31-05-2022</c:v>
                </c:pt>
                <c:pt idx="12248">
                  <c:v>31-05-2022</c:v>
                </c:pt>
                <c:pt idx="12249">
                  <c:v>31-05-2022</c:v>
                </c:pt>
                <c:pt idx="12250">
                  <c:v>31-05-2022</c:v>
                </c:pt>
                <c:pt idx="12251">
                  <c:v>31-05-2022</c:v>
                </c:pt>
                <c:pt idx="12252">
                  <c:v>31-05-2022</c:v>
                </c:pt>
                <c:pt idx="12253">
                  <c:v>31-05-2022</c:v>
                </c:pt>
                <c:pt idx="12254">
                  <c:v>31-05-2022</c:v>
                </c:pt>
                <c:pt idx="12255">
                  <c:v>31-05-2022</c:v>
                </c:pt>
                <c:pt idx="12256">
                  <c:v>31-05-2022</c:v>
                </c:pt>
                <c:pt idx="12257">
                  <c:v>31-05-2022</c:v>
                </c:pt>
                <c:pt idx="12258">
                  <c:v>31-05-2022</c:v>
                </c:pt>
                <c:pt idx="12259">
                  <c:v>31-05-2022</c:v>
                </c:pt>
                <c:pt idx="12260">
                  <c:v>31-05-2022</c:v>
                </c:pt>
                <c:pt idx="12261">
                  <c:v>31-05-2022</c:v>
                </c:pt>
                <c:pt idx="12262">
                  <c:v>31-05-2022</c:v>
                </c:pt>
                <c:pt idx="12263">
                  <c:v>31-05-2022</c:v>
                </c:pt>
                <c:pt idx="12264">
                  <c:v>31-05-2022</c:v>
                </c:pt>
                <c:pt idx="12265">
                  <c:v>31-05-2022</c:v>
                </c:pt>
                <c:pt idx="12266">
                  <c:v>31-05-2022</c:v>
                </c:pt>
                <c:pt idx="12267">
                  <c:v>31-05-2022</c:v>
                </c:pt>
                <c:pt idx="12268">
                  <c:v>31-05-2022</c:v>
                </c:pt>
                <c:pt idx="12269">
                  <c:v>31-05-2022</c:v>
                </c:pt>
                <c:pt idx="12270">
                  <c:v>31-05-2022</c:v>
                </c:pt>
                <c:pt idx="12271">
                  <c:v>31-05-2022</c:v>
                </c:pt>
                <c:pt idx="12272">
                  <c:v>31-05-2022</c:v>
                </c:pt>
                <c:pt idx="12273">
                  <c:v>31-05-2022</c:v>
                </c:pt>
                <c:pt idx="12274">
                  <c:v>31-05-2022</c:v>
                </c:pt>
                <c:pt idx="12275">
                  <c:v>01-06-2022</c:v>
                </c:pt>
                <c:pt idx="12276">
                  <c:v>01-06-2022</c:v>
                </c:pt>
                <c:pt idx="12277">
                  <c:v>01-06-2022</c:v>
                </c:pt>
                <c:pt idx="12278">
                  <c:v>01-06-2022</c:v>
                </c:pt>
                <c:pt idx="12279">
                  <c:v>01-06-2022</c:v>
                </c:pt>
                <c:pt idx="12280">
                  <c:v>01-06-2022</c:v>
                </c:pt>
                <c:pt idx="12281">
                  <c:v>01-06-2022</c:v>
                </c:pt>
                <c:pt idx="12282">
                  <c:v>01-06-2022</c:v>
                </c:pt>
                <c:pt idx="12283">
                  <c:v>01-06-2022</c:v>
                </c:pt>
                <c:pt idx="12284">
                  <c:v>01-06-2022</c:v>
                </c:pt>
                <c:pt idx="12285">
                  <c:v>01-06-2022</c:v>
                </c:pt>
                <c:pt idx="12286">
                  <c:v>01-06-2022</c:v>
                </c:pt>
                <c:pt idx="12287">
                  <c:v>01-06-2022</c:v>
                </c:pt>
                <c:pt idx="12288">
                  <c:v>01-06-2022</c:v>
                </c:pt>
                <c:pt idx="12289">
                  <c:v>01-06-2022</c:v>
                </c:pt>
                <c:pt idx="12290">
                  <c:v>01-06-2022</c:v>
                </c:pt>
                <c:pt idx="12291">
                  <c:v>01-06-2022</c:v>
                </c:pt>
                <c:pt idx="12292">
                  <c:v>01-06-2022</c:v>
                </c:pt>
                <c:pt idx="12293">
                  <c:v>01-06-2022</c:v>
                </c:pt>
                <c:pt idx="12294">
                  <c:v>01-06-2022</c:v>
                </c:pt>
                <c:pt idx="12295">
                  <c:v>01-06-2022</c:v>
                </c:pt>
                <c:pt idx="12296">
                  <c:v>01-06-2022</c:v>
                </c:pt>
                <c:pt idx="12297">
                  <c:v>01-06-2022</c:v>
                </c:pt>
                <c:pt idx="12298">
                  <c:v>01-06-2022</c:v>
                </c:pt>
                <c:pt idx="12299">
                  <c:v>01-06-2022</c:v>
                </c:pt>
                <c:pt idx="12300">
                  <c:v>01-06-2022</c:v>
                </c:pt>
                <c:pt idx="12301">
                  <c:v>01-06-2022</c:v>
                </c:pt>
                <c:pt idx="12302">
                  <c:v>01-06-2022</c:v>
                </c:pt>
                <c:pt idx="12303">
                  <c:v>01-06-2022</c:v>
                </c:pt>
                <c:pt idx="12304">
                  <c:v>01-06-2022</c:v>
                </c:pt>
                <c:pt idx="12305">
                  <c:v>01-06-2022</c:v>
                </c:pt>
                <c:pt idx="12306">
                  <c:v>01-06-2022</c:v>
                </c:pt>
                <c:pt idx="12307">
                  <c:v>01-06-2022</c:v>
                </c:pt>
                <c:pt idx="12308">
                  <c:v>01-06-2022</c:v>
                </c:pt>
                <c:pt idx="12309">
                  <c:v>01-06-2022</c:v>
                </c:pt>
                <c:pt idx="12310">
                  <c:v>01-06-2022</c:v>
                </c:pt>
                <c:pt idx="12311">
                  <c:v>01-06-2022</c:v>
                </c:pt>
                <c:pt idx="12312">
                  <c:v>01-06-2022</c:v>
                </c:pt>
                <c:pt idx="12313">
                  <c:v>01-06-2022</c:v>
                </c:pt>
                <c:pt idx="12314">
                  <c:v>01-06-2022</c:v>
                </c:pt>
                <c:pt idx="12315">
                  <c:v>02-06-2022</c:v>
                </c:pt>
                <c:pt idx="12316">
                  <c:v>02-06-2022</c:v>
                </c:pt>
                <c:pt idx="12317">
                  <c:v>02-06-2022</c:v>
                </c:pt>
                <c:pt idx="12318">
                  <c:v>02-06-2022</c:v>
                </c:pt>
                <c:pt idx="12319">
                  <c:v>02-06-2022</c:v>
                </c:pt>
                <c:pt idx="12320">
                  <c:v>02-06-2022</c:v>
                </c:pt>
                <c:pt idx="12321">
                  <c:v>02-06-2022</c:v>
                </c:pt>
                <c:pt idx="12322">
                  <c:v>02-06-2022</c:v>
                </c:pt>
                <c:pt idx="12323">
                  <c:v>02-06-2022</c:v>
                </c:pt>
                <c:pt idx="12324">
                  <c:v>02-06-2022</c:v>
                </c:pt>
                <c:pt idx="12325">
                  <c:v>02-06-2022</c:v>
                </c:pt>
                <c:pt idx="12326">
                  <c:v>02-06-2022</c:v>
                </c:pt>
                <c:pt idx="12327">
                  <c:v>02-06-2022</c:v>
                </c:pt>
                <c:pt idx="12328">
                  <c:v>02-06-2022</c:v>
                </c:pt>
                <c:pt idx="12329">
                  <c:v>02-06-2022</c:v>
                </c:pt>
                <c:pt idx="12330">
                  <c:v>02-06-2022</c:v>
                </c:pt>
                <c:pt idx="12331">
                  <c:v>02-06-2022</c:v>
                </c:pt>
                <c:pt idx="12332">
                  <c:v>02-06-2022</c:v>
                </c:pt>
                <c:pt idx="12333">
                  <c:v>02-06-2022</c:v>
                </c:pt>
                <c:pt idx="12334">
                  <c:v>02-06-2022</c:v>
                </c:pt>
                <c:pt idx="12335">
                  <c:v>02-06-2022</c:v>
                </c:pt>
                <c:pt idx="12336">
                  <c:v>02-06-2022</c:v>
                </c:pt>
                <c:pt idx="12337">
                  <c:v>02-06-2022</c:v>
                </c:pt>
                <c:pt idx="12338">
                  <c:v>02-06-2022</c:v>
                </c:pt>
                <c:pt idx="12339">
                  <c:v>02-06-2022</c:v>
                </c:pt>
                <c:pt idx="12340">
                  <c:v>02-06-2022</c:v>
                </c:pt>
                <c:pt idx="12341">
                  <c:v>02-06-2022</c:v>
                </c:pt>
                <c:pt idx="12342">
                  <c:v>02-06-2022</c:v>
                </c:pt>
                <c:pt idx="12343">
                  <c:v>02-06-2022</c:v>
                </c:pt>
                <c:pt idx="12344">
                  <c:v>02-06-2022</c:v>
                </c:pt>
                <c:pt idx="12345">
                  <c:v>02-06-2022</c:v>
                </c:pt>
                <c:pt idx="12346">
                  <c:v>02-06-2022</c:v>
                </c:pt>
                <c:pt idx="12347">
                  <c:v>02-06-2022</c:v>
                </c:pt>
                <c:pt idx="12348">
                  <c:v>02-06-2022</c:v>
                </c:pt>
                <c:pt idx="12349">
                  <c:v>02-06-2022</c:v>
                </c:pt>
                <c:pt idx="12350">
                  <c:v>02-06-2022</c:v>
                </c:pt>
                <c:pt idx="12351">
                  <c:v>02-06-2022</c:v>
                </c:pt>
                <c:pt idx="12352">
                  <c:v>02-06-2022</c:v>
                </c:pt>
                <c:pt idx="12353">
                  <c:v>02-06-2022</c:v>
                </c:pt>
                <c:pt idx="12354">
                  <c:v>02-06-2022</c:v>
                </c:pt>
                <c:pt idx="12355">
                  <c:v>03-06-2022</c:v>
                </c:pt>
                <c:pt idx="12356">
                  <c:v>03-06-2022</c:v>
                </c:pt>
                <c:pt idx="12357">
                  <c:v>03-06-2022</c:v>
                </c:pt>
                <c:pt idx="12358">
                  <c:v>03-06-2022</c:v>
                </c:pt>
                <c:pt idx="12359">
                  <c:v>03-06-2022</c:v>
                </c:pt>
                <c:pt idx="12360">
                  <c:v>03-06-2022</c:v>
                </c:pt>
                <c:pt idx="12361">
                  <c:v>03-06-2022</c:v>
                </c:pt>
                <c:pt idx="12362">
                  <c:v>03-06-2022</c:v>
                </c:pt>
                <c:pt idx="12363">
                  <c:v>03-06-2022</c:v>
                </c:pt>
                <c:pt idx="12364">
                  <c:v>03-06-2022</c:v>
                </c:pt>
                <c:pt idx="12365">
                  <c:v>03-06-2022</c:v>
                </c:pt>
                <c:pt idx="12366">
                  <c:v>03-06-2022</c:v>
                </c:pt>
                <c:pt idx="12367">
                  <c:v>03-06-2022</c:v>
                </c:pt>
                <c:pt idx="12368">
                  <c:v>03-06-2022</c:v>
                </c:pt>
                <c:pt idx="12369">
                  <c:v>03-06-2022</c:v>
                </c:pt>
                <c:pt idx="12370">
                  <c:v>03-06-2022</c:v>
                </c:pt>
                <c:pt idx="12371">
                  <c:v>03-06-2022</c:v>
                </c:pt>
                <c:pt idx="12372">
                  <c:v>03-06-2022</c:v>
                </c:pt>
                <c:pt idx="12373">
                  <c:v>03-06-2022</c:v>
                </c:pt>
                <c:pt idx="12374">
                  <c:v>03-06-2022</c:v>
                </c:pt>
                <c:pt idx="12375">
                  <c:v>03-06-2022</c:v>
                </c:pt>
                <c:pt idx="12376">
                  <c:v>03-06-2022</c:v>
                </c:pt>
                <c:pt idx="12377">
                  <c:v>03-06-2022</c:v>
                </c:pt>
                <c:pt idx="12378">
                  <c:v>03-06-2022</c:v>
                </c:pt>
                <c:pt idx="12379">
                  <c:v>03-06-2022</c:v>
                </c:pt>
                <c:pt idx="12380">
                  <c:v>03-06-2022</c:v>
                </c:pt>
                <c:pt idx="12381">
                  <c:v>03-06-2022</c:v>
                </c:pt>
                <c:pt idx="12382">
                  <c:v>03-06-2022</c:v>
                </c:pt>
                <c:pt idx="12383">
                  <c:v>03-06-2022</c:v>
                </c:pt>
                <c:pt idx="12384">
                  <c:v>03-06-2022</c:v>
                </c:pt>
                <c:pt idx="12385">
                  <c:v>03-06-2022</c:v>
                </c:pt>
                <c:pt idx="12386">
                  <c:v>03-06-2022</c:v>
                </c:pt>
                <c:pt idx="12387">
                  <c:v>03-06-2022</c:v>
                </c:pt>
                <c:pt idx="12388">
                  <c:v>03-06-2022</c:v>
                </c:pt>
                <c:pt idx="12389">
                  <c:v>03-06-2022</c:v>
                </c:pt>
                <c:pt idx="12390">
                  <c:v>03-06-2022</c:v>
                </c:pt>
                <c:pt idx="12391">
                  <c:v>03-06-2022</c:v>
                </c:pt>
                <c:pt idx="12392">
                  <c:v>03-06-2022</c:v>
                </c:pt>
                <c:pt idx="12393">
                  <c:v>03-06-2022</c:v>
                </c:pt>
                <c:pt idx="12394">
                  <c:v>03-06-2022</c:v>
                </c:pt>
                <c:pt idx="12395">
                  <c:v>04-06-2022</c:v>
                </c:pt>
                <c:pt idx="12396">
                  <c:v>04-06-2022</c:v>
                </c:pt>
                <c:pt idx="12397">
                  <c:v>04-06-2022</c:v>
                </c:pt>
                <c:pt idx="12398">
                  <c:v>04-06-2022</c:v>
                </c:pt>
                <c:pt idx="12399">
                  <c:v>04-06-2022</c:v>
                </c:pt>
                <c:pt idx="12400">
                  <c:v>04-06-2022</c:v>
                </c:pt>
                <c:pt idx="12401">
                  <c:v>04-06-2022</c:v>
                </c:pt>
                <c:pt idx="12402">
                  <c:v>04-06-2022</c:v>
                </c:pt>
                <c:pt idx="12403">
                  <c:v>04-06-2022</c:v>
                </c:pt>
                <c:pt idx="12404">
                  <c:v>04-06-2022</c:v>
                </c:pt>
                <c:pt idx="12405">
                  <c:v>04-06-2022</c:v>
                </c:pt>
                <c:pt idx="12406">
                  <c:v>04-06-2022</c:v>
                </c:pt>
                <c:pt idx="12407">
                  <c:v>04-06-2022</c:v>
                </c:pt>
                <c:pt idx="12408">
                  <c:v>04-06-2022</c:v>
                </c:pt>
                <c:pt idx="12409">
                  <c:v>04-06-2022</c:v>
                </c:pt>
                <c:pt idx="12410">
                  <c:v>04-06-2022</c:v>
                </c:pt>
                <c:pt idx="12411">
                  <c:v>04-06-2022</c:v>
                </c:pt>
                <c:pt idx="12412">
                  <c:v>04-06-2022</c:v>
                </c:pt>
                <c:pt idx="12413">
                  <c:v>04-06-2022</c:v>
                </c:pt>
                <c:pt idx="12414">
                  <c:v>04-06-2022</c:v>
                </c:pt>
                <c:pt idx="12415">
                  <c:v>04-06-2022</c:v>
                </c:pt>
                <c:pt idx="12416">
                  <c:v>04-06-2022</c:v>
                </c:pt>
                <c:pt idx="12417">
                  <c:v>04-06-2022</c:v>
                </c:pt>
                <c:pt idx="12418">
                  <c:v>04-06-2022</c:v>
                </c:pt>
                <c:pt idx="12419">
                  <c:v>04-06-2022</c:v>
                </c:pt>
                <c:pt idx="12420">
                  <c:v>04-06-2022</c:v>
                </c:pt>
                <c:pt idx="12421">
                  <c:v>04-06-2022</c:v>
                </c:pt>
                <c:pt idx="12422">
                  <c:v>04-06-2022</c:v>
                </c:pt>
                <c:pt idx="12423">
                  <c:v>04-06-2022</c:v>
                </c:pt>
                <c:pt idx="12424">
                  <c:v>04-06-2022</c:v>
                </c:pt>
                <c:pt idx="12425">
                  <c:v>04-06-2022</c:v>
                </c:pt>
                <c:pt idx="12426">
                  <c:v>04-06-2022</c:v>
                </c:pt>
                <c:pt idx="12427">
                  <c:v>04-06-2022</c:v>
                </c:pt>
                <c:pt idx="12428">
                  <c:v>04-06-2022</c:v>
                </c:pt>
                <c:pt idx="12429">
                  <c:v>04-06-2022</c:v>
                </c:pt>
                <c:pt idx="12430">
                  <c:v>04-06-2022</c:v>
                </c:pt>
                <c:pt idx="12431">
                  <c:v>04-06-2022</c:v>
                </c:pt>
                <c:pt idx="12432">
                  <c:v>04-06-2022</c:v>
                </c:pt>
                <c:pt idx="12433">
                  <c:v>04-06-2022</c:v>
                </c:pt>
                <c:pt idx="12434">
                  <c:v>04-06-2022</c:v>
                </c:pt>
                <c:pt idx="12435">
                  <c:v>05-06-2022</c:v>
                </c:pt>
                <c:pt idx="12436">
                  <c:v>05-06-2022</c:v>
                </c:pt>
                <c:pt idx="12437">
                  <c:v>05-06-2022</c:v>
                </c:pt>
                <c:pt idx="12438">
                  <c:v>05-06-2022</c:v>
                </c:pt>
                <c:pt idx="12439">
                  <c:v>05-06-2022</c:v>
                </c:pt>
                <c:pt idx="12440">
                  <c:v>05-06-2022</c:v>
                </c:pt>
                <c:pt idx="12441">
                  <c:v>05-06-2022</c:v>
                </c:pt>
                <c:pt idx="12442">
                  <c:v>05-06-2022</c:v>
                </c:pt>
                <c:pt idx="12443">
                  <c:v>05-06-2022</c:v>
                </c:pt>
                <c:pt idx="12444">
                  <c:v>05-06-2022</c:v>
                </c:pt>
                <c:pt idx="12445">
                  <c:v>05-06-2022</c:v>
                </c:pt>
                <c:pt idx="12446">
                  <c:v>05-06-2022</c:v>
                </c:pt>
                <c:pt idx="12447">
                  <c:v>05-06-2022</c:v>
                </c:pt>
                <c:pt idx="12448">
                  <c:v>05-06-2022</c:v>
                </c:pt>
                <c:pt idx="12449">
                  <c:v>05-06-2022</c:v>
                </c:pt>
                <c:pt idx="12450">
                  <c:v>05-06-2022</c:v>
                </c:pt>
                <c:pt idx="12451">
                  <c:v>05-06-2022</c:v>
                </c:pt>
                <c:pt idx="12452">
                  <c:v>05-06-2022</c:v>
                </c:pt>
                <c:pt idx="12453">
                  <c:v>05-06-2022</c:v>
                </c:pt>
                <c:pt idx="12454">
                  <c:v>05-06-2022</c:v>
                </c:pt>
                <c:pt idx="12455">
                  <c:v>05-06-2022</c:v>
                </c:pt>
                <c:pt idx="12456">
                  <c:v>05-06-2022</c:v>
                </c:pt>
                <c:pt idx="12457">
                  <c:v>05-06-2022</c:v>
                </c:pt>
                <c:pt idx="12458">
                  <c:v>05-06-2022</c:v>
                </c:pt>
                <c:pt idx="12459">
                  <c:v>05-06-2022</c:v>
                </c:pt>
                <c:pt idx="12460">
                  <c:v>05-06-2022</c:v>
                </c:pt>
                <c:pt idx="12461">
                  <c:v>05-06-2022</c:v>
                </c:pt>
                <c:pt idx="12462">
                  <c:v>05-06-2022</c:v>
                </c:pt>
                <c:pt idx="12463">
                  <c:v>05-06-2022</c:v>
                </c:pt>
                <c:pt idx="12464">
                  <c:v>05-06-2022</c:v>
                </c:pt>
                <c:pt idx="12465">
                  <c:v>05-06-2022</c:v>
                </c:pt>
                <c:pt idx="12466">
                  <c:v>05-06-2022</c:v>
                </c:pt>
                <c:pt idx="12467">
                  <c:v>05-06-2022</c:v>
                </c:pt>
                <c:pt idx="12468">
                  <c:v>05-06-2022</c:v>
                </c:pt>
                <c:pt idx="12469">
                  <c:v>05-06-2022</c:v>
                </c:pt>
                <c:pt idx="12470">
                  <c:v>05-06-2022</c:v>
                </c:pt>
                <c:pt idx="12471">
                  <c:v>05-06-2022</c:v>
                </c:pt>
                <c:pt idx="12472">
                  <c:v>05-06-2022</c:v>
                </c:pt>
                <c:pt idx="12473">
                  <c:v>05-06-2022</c:v>
                </c:pt>
                <c:pt idx="12474">
                  <c:v>05-06-2022</c:v>
                </c:pt>
                <c:pt idx="12475">
                  <c:v>06-06-2022</c:v>
                </c:pt>
                <c:pt idx="12476">
                  <c:v>06-06-2022</c:v>
                </c:pt>
                <c:pt idx="12477">
                  <c:v>06-06-2022</c:v>
                </c:pt>
                <c:pt idx="12478">
                  <c:v>06-06-2022</c:v>
                </c:pt>
                <c:pt idx="12479">
                  <c:v>06-06-2022</c:v>
                </c:pt>
                <c:pt idx="12480">
                  <c:v>06-06-2022</c:v>
                </c:pt>
                <c:pt idx="12481">
                  <c:v>06-06-2022</c:v>
                </c:pt>
                <c:pt idx="12482">
                  <c:v>06-06-2022</c:v>
                </c:pt>
                <c:pt idx="12483">
                  <c:v>06-06-2022</c:v>
                </c:pt>
                <c:pt idx="12484">
                  <c:v>06-06-2022</c:v>
                </c:pt>
                <c:pt idx="12485">
                  <c:v>06-06-2022</c:v>
                </c:pt>
                <c:pt idx="12486">
                  <c:v>06-06-2022</c:v>
                </c:pt>
                <c:pt idx="12487">
                  <c:v>06-06-2022</c:v>
                </c:pt>
                <c:pt idx="12488">
                  <c:v>06-06-2022</c:v>
                </c:pt>
                <c:pt idx="12489">
                  <c:v>06-06-2022</c:v>
                </c:pt>
                <c:pt idx="12490">
                  <c:v>06-06-2022</c:v>
                </c:pt>
                <c:pt idx="12491">
                  <c:v>06-06-2022</c:v>
                </c:pt>
                <c:pt idx="12492">
                  <c:v>06-06-2022</c:v>
                </c:pt>
                <c:pt idx="12493">
                  <c:v>06-06-2022</c:v>
                </c:pt>
                <c:pt idx="12494">
                  <c:v>06-06-2022</c:v>
                </c:pt>
                <c:pt idx="12495">
                  <c:v>06-06-2022</c:v>
                </c:pt>
                <c:pt idx="12496">
                  <c:v>06-06-2022</c:v>
                </c:pt>
                <c:pt idx="12497">
                  <c:v>06-06-2022</c:v>
                </c:pt>
                <c:pt idx="12498">
                  <c:v>06-06-2022</c:v>
                </c:pt>
                <c:pt idx="12499">
                  <c:v>06-06-2022</c:v>
                </c:pt>
                <c:pt idx="12500">
                  <c:v>06-06-2022</c:v>
                </c:pt>
                <c:pt idx="12501">
                  <c:v>06-06-2022</c:v>
                </c:pt>
                <c:pt idx="12502">
                  <c:v>06-06-2022</c:v>
                </c:pt>
                <c:pt idx="12503">
                  <c:v>06-06-2022</c:v>
                </c:pt>
                <c:pt idx="12504">
                  <c:v>06-06-2022</c:v>
                </c:pt>
                <c:pt idx="12505">
                  <c:v>06-06-2022</c:v>
                </c:pt>
                <c:pt idx="12506">
                  <c:v>06-06-2022</c:v>
                </c:pt>
                <c:pt idx="12507">
                  <c:v>06-06-2022</c:v>
                </c:pt>
                <c:pt idx="12508">
                  <c:v>06-06-2022</c:v>
                </c:pt>
                <c:pt idx="12509">
                  <c:v>06-06-2022</c:v>
                </c:pt>
                <c:pt idx="12510">
                  <c:v>06-06-2022</c:v>
                </c:pt>
                <c:pt idx="12511">
                  <c:v>06-06-2022</c:v>
                </c:pt>
                <c:pt idx="12512">
                  <c:v>06-06-2022</c:v>
                </c:pt>
                <c:pt idx="12513">
                  <c:v>06-06-2022</c:v>
                </c:pt>
                <c:pt idx="12514">
                  <c:v>06-06-2022</c:v>
                </c:pt>
                <c:pt idx="12515">
                  <c:v>07-06-2022</c:v>
                </c:pt>
                <c:pt idx="12516">
                  <c:v>07-06-2022</c:v>
                </c:pt>
                <c:pt idx="12517">
                  <c:v>07-06-2022</c:v>
                </c:pt>
                <c:pt idx="12518">
                  <c:v>07-06-2022</c:v>
                </c:pt>
                <c:pt idx="12519">
                  <c:v>07-06-2022</c:v>
                </c:pt>
                <c:pt idx="12520">
                  <c:v>07-06-2022</c:v>
                </c:pt>
                <c:pt idx="12521">
                  <c:v>07-06-2022</c:v>
                </c:pt>
                <c:pt idx="12522">
                  <c:v>07-06-2022</c:v>
                </c:pt>
                <c:pt idx="12523">
                  <c:v>07-06-2022</c:v>
                </c:pt>
                <c:pt idx="12524">
                  <c:v>07-06-2022</c:v>
                </c:pt>
                <c:pt idx="12525">
                  <c:v>07-06-2022</c:v>
                </c:pt>
                <c:pt idx="12526">
                  <c:v>07-06-2022</c:v>
                </c:pt>
                <c:pt idx="12527">
                  <c:v>07-06-2022</c:v>
                </c:pt>
                <c:pt idx="12528">
                  <c:v>07-06-2022</c:v>
                </c:pt>
                <c:pt idx="12529">
                  <c:v>07-06-2022</c:v>
                </c:pt>
                <c:pt idx="12530">
                  <c:v>07-06-2022</c:v>
                </c:pt>
                <c:pt idx="12531">
                  <c:v>07-06-2022</c:v>
                </c:pt>
                <c:pt idx="12532">
                  <c:v>07-06-2022</c:v>
                </c:pt>
                <c:pt idx="12533">
                  <c:v>07-06-2022</c:v>
                </c:pt>
                <c:pt idx="12534">
                  <c:v>07-06-2022</c:v>
                </c:pt>
                <c:pt idx="12535">
                  <c:v>07-06-2022</c:v>
                </c:pt>
                <c:pt idx="12536">
                  <c:v>07-06-2022</c:v>
                </c:pt>
                <c:pt idx="12537">
                  <c:v>07-06-2022</c:v>
                </c:pt>
                <c:pt idx="12538">
                  <c:v>07-06-2022</c:v>
                </c:pt>
                <c:pt idx="12539">
                  <c:v>07-06-2022</c:v>
                </c:pt>
                <c:pt idx="12540">
                  <c:v>07-06-2022</c:v>
                </c:pt>
                <c:pt idx="12541">
                  <c:v>07-06-2022</c:v>
                </c:pt>
                <c:pt idx="12542">
                  <c:v>07-06-2022</c:v>
                </c:pt>
                <c:pt idx="12543">
                  <c:v>07-06-2022</c:v>
                </c:pt>
                <c:pt idx="12544">
                  <c:v>07-06-2022</c:v>
                </c:pt>
                <c:pt idx="12545">
                  <c:v>07-06-2022</c:v>
                </c:pt>
                <c:pt idx="12546">
                  <c:v>07-06-2022</c:v>
                </c:pt>
                <c:pt idx="12547">
                  <c:v>07-06-2022</c:v>
                </c:pt>
                <c:pt idx="12548">
                  <c:v>07-06-2022</c:v>
                </c:pt>
                <c:pt idx="12549">
                  <c:v>07-06-2022</c:v>
                </c:pt>
                <c:pt idx="12550">
                  <c:v>07-06-2022</c:v>
                </c:pt>
                <c:pt idx="12551">
                  <c:v>07-06-2022</c:v>
                </c:pt>
                <c:pt idx="12552">
                  <c:v>07-06-2022</c:v>
                </c:pt>
                <c:pt idx="12553">
                  <c:v>07-06-2022</c:v>
                </c:pt>
                <c:pt idx="12554">
                  <c:v>07-06-2022</c:v>
                </c:pt>
                <c:pt idx="12555">
                  <c:v>08-06-2022</c:v>
                </c:pt>
                <c:pt idx="12556">
                  <c:v>08-06-2022</c:v>
                </c:pt>
                <c:pt idx="12557">
                  <c:v>08-06-2022</c:v>
                </c:pt>
                <c:pt idx="12558">
                  <c:v>08-06-2022</c:v>
                </c:pt>
                <c:pt idx="12559">
                  <c:v>08-06-2022</c:v>
                </c:pt>
                <c:pt idx="12560">
                  <c:v>08-06-2022</c:v>
                </c:pt>
                <c:pt idx="12561">
                  <c:v>08-06-2022</c:v>
                </c:pt>
                <c:pt idx="12562">
                  <c:v>08-06-2022</c:v>
                </c:pt>
                <c:pt idx="12563">
                  <c:v>08-06-2022</c:v>
                </c:pt>
                <c:pt idx="12564">
                  <c:v>08-06-2022</c:v>
                </c:pt>
                <c:pt idx="12565">
                  <c:v>08-06-2022</c:v>
                </c:pt>
                <c:pt idx="12566">
                  <c:v>08-06-2022</c:v>
                </c:pt>
                <c:pt idx="12567">
                  <c:v>08-06-2022</c:v>
                </c:pt>
                <c:pt idx="12568">
                  <c:v>08-06-2022</c:v>
                </c:pt>
                <c:pt idx="12569">
                  <c:v>08-06-2022</c:v>
                </c:pt>
                <c:pt idx="12570">
                  <c:v>08-06-2022</c:v>
                </c:pt>
                <c:pt idx="12571">
                  <c:v>08-06-2022</c:v>
                </c:pt>
                <c:pt idx="12572">
                  <c:v>08-06-2022</c:v>
                </c:pt>
                <c:pt idx="12573">
                  <c:v>08-06-2022</c:v>
                </c:pt>
                <c:pt idx="12574">
                  <c:v>08-06-2022</c:v>
                </c:pt>
                <c:pt idx="12575">
                  <c:v>08-06-2022</c:v>
                </c:pt>
                <c:pt idx="12576">
                  <c:v>08-06-2022</c:v>
                </c:pt>
                <c:pt idx="12577">
                  <c:v>08-06-2022</c:v>
                </c:pt>
                <c:pt idx="12578">
                  <c:v>08-06-2022</c:v>
                </c:pt>
                <c:pt idx="12579">
                  <c:v>08-06-2022</c:v>
                </c:pt>
                <c:pt idx="12580">
                  <c:v>08-06-2022</c:v>
                </c:pt>
                <c:pt idx="12581">
                  <c:v>08-06-2022</c:v>
                </c:pt>
                <c:pt idx="12582">
                  <c:v>08-06-2022</c:v>
                </c:pt>
                <c:pt idx="12583">
                  <c:v>08-06-2022</c:v>
                </c:pt>
                <c:pt idx="12584">
                  <c:v>08-06-2022</c:v>
                </c:pt>
                <c:pt idx="12585">
                  <c:v>08-06-2022</c:v>
                </c:pt>
                <c:pt idx="12586">
                  <c:v>08-06-2022</c:v>
                </c:pt>
                <c:pt idx="12587">
                  <c:v>08-06-2022</c:v>
                </c:pt>
                <c:pt idx="12588">
                  <c:v>08-06-2022</c:v>
                </c:pt>
                <c:pt idx="12589">
                  <c:v>08-06-2022</c:v>
                </c:pt>
                <c:pt idx="12590">
                  <c:v>08-06-2022</c:v>
                </c:pt>
                <c:pt idx="12591">
                  <c:v>08-06-2022</c:v>
                </c:pt>
                <c:pt idx="12592">
                  <c:v>08-06-2022</c:v>
                </c:pt>
                <c:pt idx="12593">
                  <c:v>08-06-2022</c:v>
                </c:pt>
                <c:pt idx="12594">
                  <c:v>08-06-2022</c:v>
                </c:pt>
                <c:pt idx="12595">
                  <c:v>09-06-2022</c:v>
                </c:pt>
                <c:pt idx="12596">
                  <c:v>09-06-2022</c:v>
                </c:pt>
                <c:pt idx="12597">
                  <c:v>09-06-2022</c:v>
                </c:pt>
                <c:pt idx="12598">
                  <c:v>09-06-2022</c:v>
                </c:pt>
                <c:pt idx="12599">
                  <c:v>09-06-2022</c:v>
                </c:pt>
                <c:pt idx="12600">
                  <c:v>09-06-2022</c:v>
                </c:pt>
                <c:pt idx="12601">
                  <c:v>09-06-2022</c:v>
                </c:pt>
                <c:pt idx="12602">
                  <c:v>09-06-2022</c:v>
                </c:pt>
                <c:pt idx="12603">
                  <c:v>09-06-2022</c:v>
                </c:pt>
                <c:pt idx="12604">
                  <c:v>09-06-2022</c:v>
                </c:pt>
                <c:pt idx="12605">
                  <c:v>09-06-2022</c:v>
                </c:pt>
                <c:pt idx="12606">
                  <c:v>09-06-2022</c:v>
                </c:pt>
                <c:pt idx="12607">
                  <c:v>09-06-2022</c:v>
                </c:pt>
                <c:pt idx="12608">
                  <c:v>09-06-2022</c:v>
                </c:pt>
                <c:pt idx="12609">
                  <c:v>09-06-2022</c:v>
                </c:pt>
                <c:pt idx="12610">
                  <c:v>09-06-2022</c:v>
                </c:pt>
                <c:pt idx="12611">
                  <c:v>09-06-2022</c:v>
                </c:pt>
                <c:pt idx="12612">
                  <c:v>09-06-2022</c:v>
                </c:pt>
                <c:pt idx="12613">
                  <c:v>09-06-2022</c:v>
                </c:pt>
                <c:pt idx="12614">
                  <c:v>09-06-2022</c:v>
                </c:pt>
                <c:pt idx="12615">
                  <c:v>09-06-2022</c:v>
                </c:pt>
                <c:pt idx="12616">
                  <c:v>09-06-2022</c:v>
                </c:pt>
                <c:pt idx="12617">
                  <c:v>09-06-2022</c:v>
                </c:pt>
                <c:pt idx="12618">
                  <c:v>09-06-2022</c:v>
                </c:pt>
                <c:pt idx="12619">
                  <c:v>09-06-2022</c:v>
                </c:pt>
                <c:pt idx="12620">
                  <c:v>09-06-2022</c:v>
                </c:pt>
                <c:pt idx="12621">
                  <c:v>09-06-2022</c:v>
                </c:pt>
                <c:pt idx="12622">
                  <c:v>09-06-2022</c:v>
                </c:pt>
                <c:pt idx="12623">
                  <c:v>09-06-2022</c:v>
                </c:pt>
                <c:pt idx="12624">
                  <c:v>09-06-2022</c:v>
                </c:pt>
                <c:pt idx="12625">
                  <c:v>09-06-2022</c:v>
                </c:pt>
                <c:pt idx="12626">
                  <c:v>09-06-2022</c:v>
                </c:pt>
                <c:pt idx="12627">
                  <c:v>09-06-2022</c:v>
                </c:pt>
                <c:pt idx="12628">
                  <c:v>09-06-2022</c:v>
                </c:pt>
                <c:pt idx="12629">
                  <c:v>09-06-2022</c:v>
                </c:pt>
                <c:pt idx="12630">
                  <c:v>09-06-2022</c:v>
                </c:pt>
                <c:pt idx="12631">
                  <c:v>09-06-2022</c:v>
                </c:pt>
                <c:pt idx="12632">
                  <c:v>09-06-2022</c:v>
                </c:pt>
                <c:pt idx="12633">
                  <c:v>09-06-2022</c:v>
                </c:pt>
                <c:pt idx="12634">
                  <c:v>09-06-2022</c:v>
                </c:pt>
                <c:pt idx="12635">
                  <c:v>10-06-2022</c:v>
                </c:pt>
                <c:pt idx="12636">
                  <c:v>10-06-2022</c:v>
                </c:pt>
                <c:pt idx="12637">
                  <c:v>10-06-2022</c:v>
                </c:pt>
                <c:pt idx="12638">
                  <c:v>10-06-2022</c:v>
                </c:pt>
                <c:pt idx="12639">
                  <c:v>10-06-2022</c:v>
                </c:pt>
                <c:pt idx="12640">
                  <c:v>10-06-2022</c:v>
                </c:pt>
                <c:pt idx="12641">
                  <c:v>10-06-2022</c:v>
                </c:pt>
                <c:pt idx="12642">
                  <c:v>10-06-2022</c:v>
                </c:pt>
                <c:pt idx="12643">
                  <c:v>10-06-2022</c:v>
                </c:pt>
                <c:pt idx="12644">
                  <c:v>10-06-2022</c:v>
                </c:pt>
                <c:pt idx="12645">
                  <c:v>10-06-2022</c:v>
                </c:pt>
                <c:pt idx="12646">
                  <c:v>10-06-2022</c:v>
                </c:pt>
                <c:pt idx="12647">
                  <c:v>10-06-2022</c:v>
                </c:pt>
                <c:pt idx="12648">
                  <c:v>10-06-2022</c:v>
                </c:pt>
                <c:pt idx="12649">
                  <c:v>10-06-2022</c:v>
                </c:pt>
                <c:pt idx="12650">
                  <c:v>10-06-2022</c:v>
                </c:pt>
                <c:pt idx="12651">
                  <c:v>10-06-2022</c:v>
                </c:pt>
                <c:pt idx="12652">
                  <c:v>10-06-2022</c:v>
                </c:pt>
                <c:pt idx="12653">
                  <c:v>10-06-2022</c:v>
                </c:pt>
                <c:pt idx="12654">
                  <c:v>10-06-2022</c:v>
                </c:pt>
                <c:pt idx="12655">
                  <c:v>10-06-2022</c:v>
                </c:pt>
                <c:pt idx="12656">
                  <c:v>10-06-2022</c:v>
                </c:pt>
                <c:pt idx="12657">
                  <c:v>10-06-2022</c:v>
                </c:pt>
                <c:pt idx="12658">
                  <c:v>10-06-2022</c:v>
                </c:pt>
                <c:pt idx="12659">
                  <c:v>10-06-2022</c:v>
                </c:pt>
                <c:pt idx="12660">
                  <c:v>10-06-2022</c:v>
                </c:pt>
                <c:pt idx="12661">
                  <c:v>10-06-2022</c:v>
                </c:pt>
                <c:pt idx="12662">
                  <c:v>10-06-2022</c:v>
                </c:pt>
                <c:pt idx="12663">
                  <c:v>10-06-2022</c:v>
                </c:pt>
                <c:pt idx="12664">
                  <c:v>10-06-2022</c:v>
                </c:pt>
                <c:pt idx="12665">
                  <c:v>10-06-2022</c:v>
                </c:pt>
                <c:pt idx="12666">
                  <c:v>10-06-2022</c:v>
                </c:pt>
                <c:pt idx="12667">
                  <c:v>10-06-2022</c:v>
                </c:pt>
                <c:pt idx="12668">
                  <c:v>10-06-2022</c:v>
                </c:pt>
                <c:pt idx="12669">
                  <c:v>10-06-2022</c:v>
                </c:pt>
                <c:pt idx="12670">
                  <c:v>10-06-2022</c:v>
                </c:pt>
                <c:pt idx="12671">
                  <c:v>10-06-2022</c:v>
                </c:pt>
                <c:pt idx="12672">
                  <c:v>10-06-2022</c:v>
                </c:pt>
                <c:pt idx="12673">
                  <c:v>10-06-2022</c:v>
                </c:pt>
                <c:pt idx="12674">
                  <c:v>10-06-2022</c:v>
                </c:pt>
                <c:pt idx="12675">
                  <c:v>11-06-2022</c:v>
                </c:pt>
                <c:pt idx="12676">
                  <c:v>11-06-2022</c:v>
                </c:pt>
                <c:pt idx="12677">
                  <c:v>11-06-2022</c:v>
                </c:pt>
                <c:pt idx="12678">
                  <c:v>11-06-2022</c:v>
                </c:pt>
                <c:pt idx="12679">
                  <c:v>11-06-2022</c:v>
                </c:pt>
                <c:pt idx="12680">
                  <c:v>11-06-2022</c:v>
                </c:pt>
                <c:pt idx="12681">
                  <c:v>11-06-2022</c:v>
                </c:pt>
                <c:pt idx="12682">
                  <c:v>11-06-2022</c:v>
                </c:pt>
                <c:pt idx="12683">
                  <c:v>11-06-2022</c:v>
                </c:pt>
                <c:pt idx="12684">
                  <c:v>11-06-2022</c:v>
                </c:pt>
                <c:pt idx="12685">
                  <c:v>11-06-2022</c:v>
                </c:pt>
                <c:pt idx="12686">
                  <c:v>11-06-2022</c:v>
                </c:pt>
                <c:pt idx="12687">
                  <c:v>11-06-2022</c:v>
                </c:pt>
                <c:pt idx="12688">
                  <c:v>11-06-2022</c:v>
                </c:pt>
                <c:pt idx="12689">
                  <c:v>11-06-2022</c:v>
                </c:pt>
                <c:pt idx="12690">
                  <c:v>11-06-2022</c:v>
                </c:pt>
                <c:pt idx="12691">
                  <c:v>11-06-2022</c:v>
                </c:pt>
                <c:pt idx="12692">
                  <c:v>11-06-2022</c:v>
                </c:pt>
                <c:pt idx="12693">
                  <c:v>11-06-2022</c:v>
                </c:pt>
                <c:pt idx="12694">
                  <c:v>11-06-2022</c:v>
                </c:pt>
                <c:pt idx="12695">
                  <c:v>11-06-2022</c:v>
                </c:pt>
                <c:pt idx="12696">
                  <c:v>11-06-2022</c:v>
                </c:pt>
                <c:pt idx="12697">
                  <c:v>11-06-2022</c:v>
                </c:pt>
                <c:pt idx="12698">
                  <c:v>11-06-2022</c:v>
                </c:pt>
                <c:pt idx="12699">
                  <c:v>11-06-2022</c:v>
                </c:pt>
                <c:pt idx="12700">
                  <c:v>11-06-2022</c:v>
                </c:pt>
                <c:pt idx="12701">
                  <c:v>11-06-2022</c:v>
                </c:pt>
                <c:pt idx="12702">
                  <c:v>11-06-2022</c:v>
                </c:pt>
                <c:pt idx="12703">
                  <c:v>11-06-2022</c:v>
                </c:pt>
                <c:pt idx="12704">
                  <c:v>11-06-2022</c:v>
                </c:pt>
                <c:pt idx="12705">
                  <c:v>11-06-2022</c:v>
                </c:pt>
                <c:pt idx="12706">
                  <c:v>11-06-2022</c:v>
                </c:pt>
                <c:pt idx="12707">
                  <c:v>11-06-2022</c:v>
                </c:pt>
                <c:pt idx="12708">
                  <c:v>11-06-2022</c:v>
                </c:pt>
                <c:pt idx="12709">
                  <c:v>11-06-2022</c:v>
                </c:pt>
                <c:pt idx="12710">
                  <c:v>11-06-2022</c:v>
                </c:pt>
                <c:pt idx="12711">
                  <c:v>11-06-2022</c:v>
                </c:pt>
                <c:pt idx="12712">
                  <c:v>11-06-2022</c:v>
                </c:pt>
                <c:pt idx="12713">
                  <c:v>11-06-2022</c:v>
                </c:pt>
                <c:pt idx="12714">
                  <c:v>11-06-2022</c:v>
                </c:pt>
                <c:pt idx="12715">
                  <c:v>12-06-2022</c:v>
                </c:pt>
                <c:pt idx="12716">
                  <c:v>12-06-2022</c:v>
                </c:pt>
                <c:pt idx="12717">
                  <c:v>12-06-2022</c:v>
                </c:pt>
                <c:pt idx="12718">
                  <c:v>12-06-2022</c:v>
                </c:pt>
                <c:pt idx="12719">
                  <c:v>12-06-2022</c:v>
                </c:pt>
                <c:pt idx="12720">
                  <c:v>12-06-2022</c:v>
                </c:pt>
                <c:pt idx="12721">
                  <c:v>12-06-2022</c:v>
                </c:pt>
                <c:pt idx="12722">
                  <c:v>12-06-2022</c:v>
                </c:pt>
                <c:pt idx="12723">
                  <c:v>12-06-2022</c:v>
                </c:pt>
                <c:pt idx="12724">
                  <c:v>12-06-2022</c:v>
                </c:pt>
                <c:pt idx="12725">
                  <c:v>12-06-2022</c:v>
                </c:pt>
                <c:pt idx="12726">
                  <c:v>12-06-2022</c:v>
                </c:pt>
                <c:pt idx="12727">
                  <c:v>12-06-2022</c:v>
                </c:pt>
                <c:pt idx="12728">
                  <c:v>12-06-2022</c:v>
                </c:pt>
                <c:pt idx="12729">
                  <c:v>12-06-2022</c:v>
                </c:pt>
                <c:pt idx="12730">
                  <c:v>12-06-2022</c:v>
                </c:pt>
                <c:pt idx="12731">
                  <c:v>12-06-2022</c:v>
                </c:pt>
                <c:pt idx="12732">
                  <c:v>12-06-2022</c:v>
                </c:pt>
                <c:pt idx="12733">
                  <c:v>12-06-2022</c:v>
                </c:pt>
                <c:pt idx="12734">
                  <c:v>12-06-2022</c:v>
                </c:pt>
                <c:pt idx="12735">
                  <c:v>12-06-2022</c:v>
                </c:pt>
                <c:pt idx="12736">
                  <c:v>12-06-2022</c:v>
                </c:pt>
                <c:pt idx="12737">
                  <c:v>12-06-2022</c:v>
                </c:pt>
                <c:pt idx="12738">
                  <c:v>12-06-2022</c:v>
                </c:pt>
                <c:pt idx="12739">
                  <c:v>12-06-2022</c:v>
                </c:pt>
                <c:pt idx="12740">
                  <c:v>12-06-2022</c:v>
                </c:pt>
                <c:pt idx="12741">
                  <c:v>12-06-2022</c:v>
                </c:pt>
                <c:pt idx="12742">
                  <c:v>12-06-2022</c:v>
                </c:pt>
                <c:pt idx="12743">
                  <c:v>12-06-2022</c:v>
                </c:pt>
                <c:pt idx="12744">
                  <c:v>12-06-2022</c:v>
                </c:pt>
                <c:pt idx="12745">
                  <c:v>12-06-2022</c:v>
                </c:pt>
                <c:pt idx="12746">
                  <c:v>12-06-2022</c:v>
                </c:pt>
                <c:pt idx="12747">
                  <c:v>12-06-2022</c:v>
                </c:pt>
                <c:pt idx="12748">
                  <c:v>12-06-2022</c:v>
                </c:pt>
                <c:pt idx="12749">
                  <c:v>12-06-2022</c:v>
                </c:pt>
                <c:pt idx="12750">
                  <c:v>12-06-2022</c:v>
                </c:pt>
                <c:pt idx="12751">
                  <c:v>12-06-2022</c:v>
                </c:pt>
                <c:pt idx="12752">
                  <c:v>12-06-2022</c:v>
                </c:pt>
                <c:pt idx="12753">
                  <c:v>12-06-2022</c:v>
                </c:pt>
                <c:pt idx="12754">
                  <c:v>12-06-2022</c:v>
                </c:pt>
                <c:pt idx="12755">
                  <c:v>13-06-2022</c:v>
                </c:pt>
                <c:pt idx="12756">
                  <c:v>13-06-2022</c:v>
                </c:pt>
                <c:pt idx="12757">
                  <c:v>13-06-2022</c:v>
                </c:pt>
                <c:pt idx="12758">
                  <c:v>13-06-2022</c:v>
                </c:pt>
                <c:pt idx="12759">
                  <c:v>13-06-2022</c:v>
                </c:pt>
                <c:pt idx="12760">
                  <c:v>13-06-2022</c:v>
                </c:pt>
                <c:pt idx="12761">
                  <c:v>13-06-2022</c:v>
                </c:pt>
                <c:pt idx="12762">
                  <c:v>13-06-2022</c:v>
                </c:pt>
                <c:pt idx="12763">
                  <c:v>13-06-2022</c:v>
                </c:pt>
                <c:pt idx="12764">
                  <c:v>13-06-2022</c:v>
                </c:pt>
                <c:pt idx="12765">
                  <c:v>13-06-2022</c:v>
                </c:pt>
                <c:pt idx="12766">
                  <c:v>13-06-2022</c:v>
                </c:pt>
                <c:pt idx="12767">
                  <c:v>13-06-2022</c:v>
                </c:pt>
                <c:pt idx="12768">
                  <c:v>13-06-2022</c:v>
                </c:pt>
                <c:pt idx="12769">
                  <c:v>13-06-2022</c:v>
                </c:pt>
                <c:pt idx="12770">
                  <c:v>13-06-2022</c:v>
                </c:pt>
                <c:pt idx="12771">
                  <c:v>13-06-2022</c:v>
                </c:pt>
                <c:pt idx="12772">
                  <c:v>13-06-2022</c:v>
                </c:pt>
                <c:pt idx="12773">
                  <c:v>13-06-2022</c:v>
                </c:pt>
                <c:pt idx="12774">
                  <c:v>13-06-2022</c:v>
                </c:pt>
                <c:pt idx="12775">
                  <c:v>13-06-2022</c:v>
                </c:pt>
                <c:pt idx="12776">
                  <c:v>13-06-2022</c:v>
                </c:pt>
                <c:pt idx="12777">
                  <c:v>13-06-2022</c:v>
                </c:pt>
                <c:pt idx="12778">
                  <c:v>13-06-2022</c:v>
                </c:pt>
                <c:pt idx="12779">
                  <c:v>13-06-2022</c:v>
                </c:pt>
                <c:pt idx="12780">
                  <c:v>13-06-2022</c:v>
                </c:pt>
                <c:pt idx="12781">
                  <c:v>13-06-2022</c:v>
                </c:pt>
                <c:pt idx="12782">
                  <c:v>13-06-2022</c:v>
                </c:pt>
                <c:pt idx="12783">
                  <c:v>13-06-2022</c:v>
                </c:pt>
                <c:pt idx="12784">
                  <c:v>13-06-2022</c:v>
                </c:pt>
                <c:pt idx="12785">
                  <c:v>13-06-2022</c:v>
                </c:pt>
                <c:pt idx="12786">
                  <c:v>13-06-2022</c:v>
                </c:pt>
                <c:pt idx="12787">
                  <c:v>13-06-2022</c:v>
                </c:pt>
                <c:pt idx="12788">
                  <c:v>13-06-2022</c:v>
                </c:pt>
                <c:pt idx="12789">
                  <c:v>13-06-2022</c:v>
                </c:pt>
                <c:pt idx="12790">
                  <c:v>13-06-2022</c:v>
                </c:pt>
                <c:pt idx="12791">
                  <c:v>13-06-2022</c:v>
                </c:pt>
                <c:pt idx="12792">
                  <c:v>13-06-2022</c:v>
                </c:pt>
                <c:pt idx="12793">
                  <c:v>13-06-2022</c:v>
                </c:pt>
                <c:pt idx="12794">
                  <c:v>13-06-2022</c:v>
                </c:pt>
                <c:pt idx="12795">
                  <c:v>14-06-2022</c:v>
                </c:pt>
                <c:pt idx="12796">
                  <c:v>14-06-2022</c:v>
                </c:pt>
                <c:pt idx="12797">
                  <c:v>14-06-2022</c:v>
                </c:pt>
                <c:pt idx="12798">
                  <c:v>14-06-2022</c:v>
                </c:pt>
                <c:pt idx="12799">
                  <c:v>14-06-2022</c:v>
                </c:pt>
                <c:pt idx="12800">
                  <c:v>14-06-2022</c:v>
                </c:pt>
                <c:pt idx="12801">
                  <c:v>14-06-2022</c:v>
                </c:pt>
                <c:pt idx="12802">
                  <c:v>14-06-2022</c:v>
                </c:pt>
                <c:pt idx="12803">
                  <c:v>14-06-2022</c:v>
                </c:pt>
                <c:pt idx="12804">
                  <c:v>14-06-2022</c:v>
                </c:pt>
                <c:pt idx="12805">
                  <c:v>14-06-2022</c:v>
                </c:pt>
                <c:pt idx="12806">
                  <c:v>14-06-2022</c:v>
                </c:pt>
                <c:pt idx="12807">
                  <c:v>14-06-2022</c:v>
                </c:pt>
                <c:pt idx="12808">
                  <c:v>14-06-2022</c:v>
                </c:pt>
                <c:pt idx="12809">
                  <c:v>14-06-2022</c:v>
                </c:pt>
                <c:pt idx="12810">
                  <c:v>14-06-2022</c:v>
                </c:pt>
                <c:pt idx="12811">
                  <c:v>14-06-2022</c:v>
                </c:pt>
                <c:pt idx="12812">
                  <c:v>14-06-2022</c:v>
                </c:pt>
                <c:pt idx="12813">
                  <c:v>14-06-2022</c:v>
                </c:pt>
                <c:pt idx="12814">
                  <c:v>14-06-2022</c:v>
                </c:pt>
                <c:pt idx="12815">
                  <c:v>14-06-2022</c:v>
                </c:pt>
                <c:pt idx="12816">
                  <c:v>14-06-2022</c:v>
                </c:pt>
                <c:pt idx="12817">
                  <c:v>14-06-2022</c:v>
                </c:pt>
                <c:pt idx="12818">
                  <c:v>14-06-2022</c:v>
                </c:pt>
                <c:pt idx="12819">
                  <c:v>14-06-2022</c:v>
                </c:pt>
                <c:pt idx="12820">
                  <c:v>14-06-2022</c:v>
                </c:pt>
                <c:pt idx="12821">
                  <c:v>14-06-2022</c:v>
                </c:pt>
                <c:pt idx="12822">
                  <c:v>14-06-2022</c:v>
                </c:pt>
                <c:pt idx="12823">
                  <c:v>14-06-2022</c:v>
                </c:pt>
                <c:pt idx="12824">
                  <c:v>14-06-2022</c:v>
                </c:pt>
                <c:pt idx="12825">
                  <c:v>14-06-2022</c:v>
                </c:pt>
                <c:pt idx="12826">
                  <c:v>14-06-2022</c:v>
                </c:pt>
                <c:pt idx="12827">
                  <c:v>14-06-2022</c:v>
                </c:pt>
                <c:pt idx="12828">
                  <c:v>14-06-2022</c:v>
                </c:pt>
                <c:pt idx="12829">
                  <c:v>14-06-2022</c:v>
                </c:pt>
                <c:pt idx="12830">
                  <c:v>14-06-2022</c:v>
                </c:pt>
                <c:pt idx="12831">
                  <c:v>14-06-2022</c:v>
                </c:pt>
                <c:pt idx="12832">
                  <c:v>14-06-2022</c:v>
                </c:pt>
                <c:pt idx="12833">
                  <c:v>14-06-2022</c:v>
                </c:pt>
                <c:pt idx="12834">
                  <c:v>14-06-2022</c:v>
                </c:pt>
                <c:pt idx="12835">
                  <c:v>15-06-2022</c:v>
                </c:pt>
                <c:pt idx="12836">
                  <c:v>15-06-2022</c:v>
                </c:pt>
                <c:pt idx="12837">
                  <c:v>15-06-2022</c:v>
                </c:pt>
                <c:pt idx="12838">
                  <c:v>15-06-2022</c:v>
                </c:pt>
                <c:pt idx="12839">
                  <c:v>15-06-2022</c:v>
                </c:pt>
                <c:pt idx="12840">
                  <c:v>15-06-2022</c:v>
                </c:pt>
                <c:pt idx="12841">
                  <c:v>15-06-2022</c:v>
                </c:pt>
                <c:pt idx="12842">
                  <c:v>15-06-2022</c:v>
                </c:pt>
                <c:pt idx="12843">
                  <c:v>15-06-2022</c:v>
                </c:pt>
                <c:pt idx="12844">
                  <c:v>15-06-2022</c:v>
                </c:pt>
                <c:pt idx="12845">
                  <c:v>15-06-2022</c:v>
                </c:pt>
                <c:pt idx="12846">
                  <c:v>15-06-2022</c:v>
                </c:pt>
                <c:pt idx="12847">
                  <c:v>15-06-2022</c:v>
                </c:pt>
                <c:pt idx="12848">
                  <c:v>15-06-2022</c:v>
                </c:pt>
                <c:pt idx="12849">
                  <c:v>15-06-2022</c:v>
                </c:pt>
                <c:pt idx="12850">
                  <c:v>15-06-2022</c:v>
                </c:pt>
                <c:pt idx="12851">
                  <c:v>15-06-2022</c:v>
                </c:pt>
                <c:pt idx="12852">
                  <c:v>15-06-2022</c:v>
                </c:pt>
                <c:pt idx="12853">
                  <c:v>15-06-2022</c:v>
                </c:pt>
                <c:pt idx="12854">
                  <c:v>15-06-2022</c:v>
                </c:pt>
                <c:pt idx="12855">
                  <c:v>15-06-2022</c:v>
                </c:pt>
                <c:pt idx="12856">
                  <c:v>15-06-2022</c:v>
                </c:pt>
                <c:pt idx="12857">
                  <c:v>15-06-2022</c:v>
                </c:pt>
                <c:pt idx="12858">
                  <c:v>15-06-2022</c:v>
                </c:pt>
                <c:pt idx="12859">
                  <c:v>15-06-2022</c:v>
                </c:pt>
                <c:pt idx="12860">
                  <c:v>15-06-2022</c:v>
                </c:pt>
                <c:pt idx="12861">
                  <c:v>15-06-2022</c:v>
                </c:pt>
                <c:pt idx="12862">
                  <c:v>15-06-2022</c:v>
                </c:pt>
                <c:pt idx="12863">
                  <c:v>15-06-2022</c:v>
                </c:pt>
                <c:pt idx="12864">
                  <c:v>15-06-2022</c:v>
                </c:pt>
                <c:pt idx="12865">
                  <c:v>15-06-2022</c:v>
                </c:pt>
                <c:pt idx="12866">
                  <c:v>15-06-2022</c:v>
                </c:pt>
                <c:pt idx="12867">
                  <c:v>15-06-2022</c:v>
                </c:pt>
                <c:pt idx="12868">
                  <c:v>15-06-2022</c:v>
                </c:pt>
                <c:pt idx="12869">
                  <c:v>15-06-2022</c:v>
                </c:pt>
                <c:pt idx="12870">
                  <c:v>15-06-2022</c:v>
                </c:pt>
                <c:pt idx="12871">
                  <c:v>15-06-2022</c:v>
                </c:pt>
                <c:pt idx="12872">
                  <c:v>15-06-2022</c:v>
                </c:pt>
                <c:pt idx="12873">
                  <c:v>15-06-2022</c:v>
                </c:pt>
                <c:pt idx="12874">
                  <c:v>15-06-2022</c:v>
                </c:pt>
                <c:pt idx="12875">
                  <c:v>16-06-2022</c:v>
                </c:pt>
                <c:pt idx="12876">
                  <c:v>16-06-2022</c:v>
                </c:pt>
                <c:pt idx="12877">
                  <c:v>16-06-2022</c:v>
                </c:pt>
                <c:pt idx="12878">
                  <c:v>16-06-2022</c:v>
                </c:pt>
                <c:pt idx="12879">
                  <c:v>16-06-2022</c:v>
                </c:pt>
                <c:pt idx="12880">
                  <c:v>16-06-2022</c:v>
                </c:pt>
                <c:pt idx="12881">
                  <c:v>16-06-2022</c:v>
                </c:pt>
                <c:pt idx="12882">
                  <c:v>16-06-2022</c:v>
                </c:pt>
                <c:pt idx="12883">
                  <c:v>16-06-2022</c:v>
                </c:pt>
                <c:pt idx="12884">
                  <c:v>16-06-2022</c:v>
                </c:pt>
                <c:pt idx="12885">
                  <c:v>16-06-2022</c:v>
                </c:pt>
                <c:pt idx="12886">
                  <c:v>16-06-2022</c:v>
                </c:pt>
                <c:pt idx="12887">
                  <c:v>16-06-2022</c:v>
                </c:pt>
                <c:pt idx="12888">
                  <c:v>16-06-2022</c:v>
                </c:pt>
                <c:pt idx="12889">
                  <c:v>16-06-2022</c:v>
                </c:pt>
                <c:pt idx="12890">
                  <c:v>16-06-2022</c:v>
                </c:pt>
                <c:pt idx="12891">
                  <c:v>16-06-2022</c:v>
                </c:pt>
                <c:pt idx="12892">
                  <c:v>16-06-2022</c:v>
                </c:pt>
                <c:pt idx="12893">
                  <c:v>16-06-2022</c:v>
                </c:pt>
                <c:pt idx="12894">
                  <c:v>16-06-2022</c:v>
                </c:pt>
                <c:pt idx="12895">
                  <c:v>16-06-2022</c:v>
                </c:pt>
                <c:pt idx="12896">
                  <c:v>16-06-2022</c:v>
                </c:pt>
                <c:pt idx="12897">
                  <c:v>16-06-2022</c:v>
                </c:pt>
                <c:pt idx="12898">
                  <c:v>16-06-2022</c:v>
                </c:pt>
                <c:pt idx="12899">
                  <c:v>16-06-2022</c:v>
                </c:pt>
                <c:pt idx="12900">
                  <c:v>16-06-2022</c:v>
                </c:pt>
                <c:pt idx="12901">
                  <c:v>16-06-2022</c:v>
                </c:pt>
                <c:pt idx="12902">
                  <c:v>16-06-2022</c:v>
                </c:pt>
                <c:pt idx="12903">
                  <c:v>16-06-2022</c:v>
                </c:pt>
                <c:pt idx="12904">
                  <c:v>16-06-2022</c:v>
                </c:pt>
                <c:pt idx="12905">
                  <c:v>16-06-2022</c:v>
                </c:pt>
                <c:pt idx="12906">
                  <c:v>16-06-2022</c:v>
                </c:pt>
                <c:pt idx="12907">
                  <c:v>16-06-2022</c:v>
                </c:pt>
                <c:pt idx="12908">
                  <c:v>16-06-2022</c:v>
                </c:pt>
                <c:pt idx="12909">
                  <c:v>16-06-2022</c:v>
                </c:pt>
                <c:pt idx="12910">
                  <c:v>16-06-2022</c:v>
                </c:pt>
                <c:pt idx="12911">
                  <c:v>16-06-2022</c:v>
                </c:pt>
                <c:pt idx="12912">
                  <c:v>16-06-2022</c:v>
                </c:pt>
                <c:pt idx="12913">
                  <c:v>16-06-2022</c:v>
                </c:pt>
                <c:pt idx="12914">
                  <c:v>16-06-2022</c:v>
                </c:pt>
                <c:pt idx="12915">
                  <c:v>17-06-2022</c:v>
                </c:pt>
                <c:pt idx="12916">
                  <c:v>17-06-2022</c:v>
                </c:pt>
                <c:pt idx="12917">
                  <c:v>17-06-2022</c:v>
                </c:pt>
                <c:pt idx="12918">
                  <c:v>17-06-2022</c:v>
                </c:pt>
                <c:pt idx="12919">
                  <c:v>17-06-2022</c:v>
                </c:pt>
                <c:pt idx="12920">
                  <c:v>17-06-2022</c:v>
                </c:pt>
                <c:pt idx="12921">
                  <c:v>17-06-2022</c:v>
                </c:pt>
                <c:pt idx="12922">
                  <c:v>17-06-2022</c:v>
                </c:pt>
                <c:pt idx="12923">
                  <c:v>17-06-2022</c:v>
                </c:pt>
                <c:pt idx="12924">
                  <c:v>17-06-2022</c:v>
                </c:pt>
                <c:pt idx="12925">
                  <c:v>17-06-2022</c:v>
                </c:pt>
                <c:pt idx="12926">
                  <c:v>17-06-2022</c:v>
                </c:pt>
                <c:pt idx="12927">
                  <c:v>17-06-2022</c:v>
                </c:pt>
                <c:pt idx="12928">
                  <c:v>17-06-2022</c:v>
                </c:pt>
                <c:pt idx="12929">
                  <c:v>17-06-2022</c:v>
                </c:pt>
                <c:pt idx="12930">
                  <c:v>17-06-2022</c:v>
                </c:pt>
                <c:pt idx="12931">
                  <c:v>17-06-2022</c:v>
                </c:pt>
                <c:pt idx="12932">
                  <c:v>17-06-2022</c:v>
                </c:pt>
                <c:pt idx="12933">
                  <c:v>17-06-2022</c:v>
                </c:pt>
                <c:pt idx="12934">
                  <c:v>17-06-2022</c:v>
                </c:pt>
                <c:pt idx="12935">
                  <c:v>17-06-2022</c:v>
                </c:pt>
                <c:pt idx="12936">
                  <c:v>17-06-2022</c:v>
                </c:pt>
                <c:pt idx="12937">
                  <c:v>17-06-2022</c:v>
                </c:pt>
                <c:pt idx="12938">
                  <c:v>17-06-2022</c:v>
                </c:pt>
                <c:pt idx="12939">
                  <c:v>17-06-2022</c:v>
                </c:pt>
                <c:pt idx="12940">
                  <c:v>17-06-2022</c:v>
                </c:pt>
                <c:pt idx="12941">
                  <c:v>17-06-2022</c:v>
                </c:pt>
                <c:pt idx="12942">
                  <c:v>17-06-2022</c:v>
                </c:pt>
                <c:pt idx="12943">
                  <c:v>17-06-2022</c:v>
                </c:pt>
                <c:pt idx="12944">
                  <c:v>17-06-2022</c:v>
                </c:pt>
                <c:pt idx="12945">
                  <c:v>17-06-2022</c:v>
                </c:pt>
                <c:pt idx="12946">
                  <c:v>17-06-2022</c:v>
                </c:pt>
                <c:pt idx="12947">
                  <c:v>17-06-2022</c:v>
                </c:pt>
                <c:pt idx="12948">
                  <c:v>17-06-2022</c:v>
                </c:pt>
                <c:pt idx="12949">
                  <c:v>17-06-2022</c:v>
                </c:pt>
                <c:pt idx="12950">
                  <c:v>17-06-2022</c:v>
                </c:pt>
                <c:pt idx="12951">
                  <c:v>17-06-2022</c:v>
                </c:pt>
                <c:pt idx="12952">
                  <c:v>17-06-2022</c:v>
                </c:pt>
                <c:pt idx="12953">
                  <c:v>17-06-2022</c:v>
                </c:pt>
                <c:pt idx="12954">
                  <c:v>17-06-2022</c:v>
                </c:pt>
                <c:pt idx="12955">
                  <c:v>20-06-2022</c:v>
                </c:pt>
                <c:pt idx="12956">
                  <c:v>20-06-2022</c:v>
                </c:pt>
                <c:pt idx="12957">
                  <c:v>20-06-2022</c:v>
                </c:pt>
                <c:pt idx="12958">
                  <c:v>20-06-2022</c:v>
                </c:pt>
                <c:pt idx="12959">
                  <c:v>20-06-2022</c:v>
                </c:pt>
                <c:pt idx="12960">
                  <c:v>20-06-2022</c:v>
                </c:pt>
                <c:pt idx="12961">
                  <c:v>20-06-2022</c:v>
                </c:pt>
                <c:pt idx="12962">
                  <c:v>20-06-2022</c:v>
                </c:pt>
                <c:pt idx="12963">
                  <c:v>20-06-2022</c:v>
                </c:pt>
                <c:pt idx="12964">
                  <c:v>20-06-2022</c:v>
                </c:pt>
                <c:pt idx="12965">
                  <c:v>20-06-2022</c:v>
                </c:pt>
                <c:pt idx="12966">
                  <c:v>20-06-2022</c:v>
                </c:pt>
                <c:pt idx="12967">
                  <c:v>20-06-2022</c:v>
                </c:pt>
                <c:pt idx="12968">
                  <c:v>20-06-2022</c:v>
                </c:pt>
                <c:pt idx="12969">
                  <c:v>20-06-2022</c:v>
                </c:pt>
                <c:pt idx="12970">
                  <c:v>20-06-2022</c:v>
                </c:pt>
                <c:pt idx="12971">
                  <c:v>20-06-2022</c:v>
                </c:pt>
                <c:pt idx="12972">
                  <c:v>20-06-2022</c:v>
                </c:pt>
                <c:pt idx="12973">
                  <c:v>20-06-2022</c:v>
                </c:pt>
                <c:pt idx="12974">
                  <c:v>20-06-2022</c:v>
                </c:pt>
                <c:pt idx="12975">
                  <c:v>20-06-2022</c:v>
                </c:pt>
                <c:pt idx="12976">
                  <c:v>20-06-2022</c:v>
                </c:pt>
                <c:pt idx="12977">
                  <c:v>20-06-2022</c:v>
                </c:pt>
                <c:pt idx="12978">
                  <c:v>20-06-2022</c:v>
                </c:pt>
                <c:pt idx="12979">
                  <c:v>20-06-2022</c:v>
                </c:pt>
                <c:pt idx="12980">
                  <c:v>20-06-2022</c:v>
                </c:pt>
                <c:pt idx="12981">
                  <c:v>20-06-2022</c:v>
                </c:pt>
                <c:pt idx="12982">
                  <c:v>20-06-2022</c:v>
                </c:pt>
                <c:pt idx="12983">
                  <c:v>20-06-2022</c:v>
                </c:pt>
                <c:pt idx="12984">
                  <c:v>20-06-2022</c:v>
                </c:pt>
                <c:pt idx="12985">
                  <c:v>20-06-2022</c:v>
                </c:pt>
                <c:pt idx="12986">
                  <c:v>20-06-2022</c:v>
                </c:pt>
                <c:pt idx="12987">
                  <c:v>20-06-2022</c:v>
                </c:pt>
                <c:pt idx="12988">
                  <c:v>20-06-2022</c:v>
                </c:pt>
                <c:pt idx="12989">
                  <c:v>20-06-2022</c:v>
                </c:pt>
                <c:pt idx="12990">
                  <c:v>20-06-2022</c:v>
                </c:pt>
                <c:pt idx="12991">
                  <c:v>20-06-2022</c:v>
                </c:pt>
                <c:pt idx="12992">
                  <c:v>20-06-2022</c:v>
                </c:pt>
                <c:pt idx="12993">
                  <c:v>20-06-2022</c:v>
                </c:pt>
                <c:pt idx="12994">
                  <c:v>20-06-2022</c:v>
                </c:pt>
                <c:pt idx="12995">
                  <c:v>21-06-2022</c:v>
                </c:pt>
                <c:pt idx="12996">
                  <c:v>21-06-2022</c:v>
                </c:pt>
                <c:pt idx="12997">
                  <c:v>21-06-2022</c:v>
                </c:pt>
                <c:pt idx="12998">
                  <c:v>21-06-2022</c:v>
                </c:pt>
                <c:pt idx="12999">
                  <c:v>21-06-2022</c:v>
                </c:pt>
                <c:pt idx="13000">
                  <c:v>21-06-2022</c:v>
                </c:pt>
                <c:pt idx="13001">
                  <c:v>21-06-2022</c:v>
                </c:pt>
                <c:pt idx="13002">
                  <c:v>21-06-2022</c:v>
                </c:pt>
                <c:pt idx="13003">
                  <c:v>21-06-2022</c:v>
                </c:pt>
                <c:pt idx="13004">
                  <c:v>21-06-2022</c:v>
                </c:pt>
                <c:pt idx="13005">
                  <c:v>21-06-2022</c:v>
                </c:pt>
                <c:pt idx="13006">
                  <c:v>21-06-2022</c:v>
                </c:pt>
                <c:pt idx="13007">
                  <c:v>21-06-2022</c:v>
                </c:pt>
                <c:pt idx="13008">
                  <c:v>21-06-2022</c:v>
                </c:pt>
                <c:pt idx="13009">
                  <c:v>21-06-2022</c:v>
                </c:pt>
                <c:pt idx="13010">
                  <c:v>21-06-2022</c:v>
                </c:pt>
                <c:pt idx="13011">
                  <c:v>21-06-2022</c:v>
                </c:pt>
                <c:pt idx="13012">
                  <c:v>21-06-2022</c:v>
                </c:pt>
                <c:pt idx="13013">
                  <c:v>21-06-2022</c:v>
                </c:pt>
                <c:pt idx="13014">
                  <c:v>21-06-2022</c:v>
                </c:pt>
                <c:pt idx="13015">
                  <c:v>21-06-2022</c:v>
                </c:pt>
                <c:pt idx="13016">
                  <c:v>21-06-2022</c:v>
                </c:pt>
                <c:pt idx="13017">
                  <c:v>21-06-2022</c:v>
                </c:pt>
                <c:pt idx="13018">
                  <c:v>21-06-2022</c:v>
                </c:pt>
                <c:pt idx="13019">
                  <c:v>21-06-2022</c:v>
                </c:pt>
                <c:pt idx="13020">
                  <c:v>21-06-2022</c:v>
                </c:pt>
                <c:pt idx="13021">
                  <c:v>21-06-2022</c:v>
                </c:pt>
                <c:pt idx="13022">
                  <c:v>21-06-2022</c:v>
                </c:pt>
                <c:pt idx="13023">
                  <c:v>21-06-2022</c:v>
                </c:pt>
                <c:pt idx="13024">
                  <c:v>21-06-2022</c:v>
                </c:pt>
                <c:pt idx="13025">
                  <c:v>21-06-2022</c:v>
                </c:pt>
                <c:pt idx="13026">
                  <c:v>21-06-2022</c:v>
                </c:pt>
                <c:pt idx="13027">
                  <c:v>21-06-2022</c:v>
                </c:pt>
                <c:pt idx="13028">
                  <c:v>21-06-2022</c:v>
                </c:pt>
                <c:pt idx="13029">
                  <c:v>21-06-2022</c:v>
                </c:pt>
                <c:pt idx="13030">
                  <c:v>21-06-2022</c:v>
                </c:pt>
                <c:pt idx="13031">
                  <c:v>21-06-2022</c:v>
                </c:pt>
                <c:pt idx="13032">
                  <c:v>21-06-2022</c:v>
                </c:pt>
                <c:pt idx="13033">
                  <c:v>21-06-2022</c:v>
                </c:pt>
                <c:pt idx="13034">
                  <c:v>21-06-2022</c:v>
                </c:pt>
                <c:pt idx="13035">
                  <c:v>22-06-2022</c:v>
                </c:pt>
                <c:pt idx="13036">
                  <c:v>22-06-2022</c:v>
                </c:pt>
                <c:pt idx="13037">
                  <c:v>22-06-2022</c:v>
                </c:pt>
                <c:pt idx="13038">
                  <c:v>22-06-2022</c:v>
                </c:pt>
                <c:pt idx="13039">
                  <c:v>22-06-2022</c:v>
                </c:pt>
                <c:pt idx="13040">
                  <c:v>22-06-2022</c:v>
                </c:pt>
                <c:pt idx="13041">
                  <c:v>22-06-2022</c:v>
                </c:pt>
                <c:pt idx="13042">
                  <c:v>22-06-2022</c:v>
                </c:pt>
                <c:pt idx="13043">
                  <c:v>22-06-2022</c:v>
                </c:pt>
                <c:pt idx="13044">
                  <c:v>22-06-2022</c:v>
                </c:pt>
                <c:pt idx="13045">
                  <c:v>22-06-2022</c:v>
                </c:pt>
                <c:pt idx="13046">
                  <c:v>22-06-2022</c:v>
                </c:pt>
                <c:pt idx="13047">
                  <c:v>22-06-2022</c:v>
                </c:pt>
                <c:pt idx="13048">
                  <c:v>22-06-2022</c:v>
                </c:pt>
                <c:pt idx="13049">
                  <c:v>22-06-2022</c:v>
                </c:pt>
                <c:pt idx="13050">
                  <c:v>22-06-2022</c:v>
                </c:pt>
                <c:pt idx="13051">
                  <c:v>22-06-2022</c:v>
                </c:pt>
                <c:pt idx="13052">
                  <c:v>22-06-2022</c:v>
                </c:pt>
                <c:pt idx="13053">
                  <c:v>22-06-2022</c:v>
                </c:pt>
                <c:pt idx="13054">
                  <c:v>22-06-2022</c:v>
                </c:pt>
                <c:pt idx="13055">
                  <c:v>22-06-2022</c:v>
                </c:pt>
                <c:pt idx="13056">
                  <c:v>22-06-2022</c:v>
                </c:pt>
                <c:pt idx="13057">
                  <c:v>22-06-2022</c:v>
                </c:pt>
                <c:pt idx="13058">
                  <c:v>22-06-2022</c:v>
                </c:pt>
                <c:pt idx="13059">
                  <c:v>22-06-2022</c:v>
                </c:pt>
                <c:pt idx="13060">
                  <c:v>22-06-2022</c:v>
                </c:pt>
                <c:pt idx="13061">
                  <c:v>22-06-2022</c:v>
                </c:pt>
                <c:pt idx="13062">
                  <c:v>22-06-2022</c:v>
                </c:pt>
                <c:pt idx="13063">
                  <c:v>22-06-2022</c:v>
                </c:pt>
                <c:pt idx="13064">
                  <c:v>22-06-2022</c:v>
                </c:pt>
                <c:pt idx="13065">
                  <c:v>22-06-2022</c:v>
                </c:pt>
                <c:pt idx="13066">
                  <c:v>22-06-2022</c:v>
                </c:pt>
                <c:pt idx="13067">
                  <c:v>22-06-2022</c:v>
                </c:pt>
                <c:pt idx="13068">
                  <c:v>22-06-2022</c:v>
                </c:pt>
                <c:pt idx="13069">
                  <c:v>22-06-2022</c:v>
                </c:pt>
                <c:pt idx="13070">
                  <c:v>22-06-2022</c:v>
                </c:pt>
                <c:pt idx="13071">
                  <c:v>22-06-2022</c:v>
                </c:pt>
                <c:pt idx="13072">
                  <c:v>22-06-2022</c:v>
                </c:pt>
                <c:pt idx="13073">
                  <c:v>22-06-2022</c:v>
                </c:pt>
                <c:pt idx="13074">
                  <c:v>22-06-2022</c:v>
                </c:pt>
                <c:pt idx="13075">
                  <c:v>23-05-2022</c:v>
                </c:pt>
                <c:pt idx="13076">
                  <c:v>23-05-2022</c:v>
                </c:pt>
                <c:pt idx="13077">
                  <c:v>23-05-2022</c:v>
                </c:pt>
                <c:pt idx="13078">
                  <c:v>23-05-2022</c:v>
                </c:pt>
                <c:pt idx="13079">
                  <c:v>23-05-2022</c:v>
                </c:pt>
                <c:pt idx="13080">
                  <c:v>23-05-2022</c:v>
                </c:pt>
                <c:pt idx="13081">
                  <c:v>23-05-2022</c:v>
                </c:pt>
                <c:pt idx="13082">
                  <c:v>23-05-2022</c:v>
                </c:pt>
                <c:pt idx="13083">
                  <c:v>23-05-2022</c:v>
                </c:pt>
                <c:pt idx="13084">
                  <c:v>23-05-2022</c:v>
                </c:pt>
                <c:pt idx="13085">
                  <c:v>23-05-2022</c:v>
                </c:pt>
                <c:pt idx="13086">
                  <c:v>23-05-2022</c:v>
                </c:pt>
                <c:pt idx="13087">
                  <c:v>23-05-2022</c:v>
                </c:pt>
                <c:pt idx="13088">
                  <c:v>23-05-2022</c:v>
                </c:pt>
                <c:pt idx="13089">
                  <c:v>23-05-2022</c:v>
                </c:pt>
                <c:pt idx="13090">
                  <c:v>23-05-2022</c:v>
                </c:pt>
                <c:pt idx="13091">
                  <c:v>23-05-2022</c:v>
                </c:pt>
                <c:pt idx="13092">
                  <c:v>23-05-2022</c:v>
                </c:pt>
                <c:pt idx="13093">
                  <c:v>23-05-2022</c:v>
                </c:pt>
                <c:pt idx="13094">
                  <c:v>23-05-2022</c:v>
                </c:pt>
                <c:pt idx="13095">
                  <c:v>23-05-2022</c:v>
                </c:pt>
                <c:pt idx="13096">
                  <c:v>23-05-2022</c:v>
                </c:pt>
                <c:pt idx="13097">
                  <c:v>23-05-2022</c:v>
                </c:pt>
                <c:pt idx="13098">
                  <c:v>23-05-2022</c:v>
                </c:pt>
                <c:pt idx="13099">
                  <c:v>23-05-2022</c:v>
                </c:pt>
                <c:pt idx="13100">
                  <c:v>23-05-2022</c:v>
                </c:pt>
                <c:pt idx="13101">
                  <c:v>23-05-2022</c:v>
                </c:pt>
                <c:pt idx="13102">
                  <c:v>23-05-2022</c:v>
                </c:pt>
                <c:pt idx="13103">
                  <c:v>23-05-2022</c:v>
                </c:pt>
                <c:pt idx="13104">
                  <c:v>23-05-2022</c:v>
                </c:pt>
                <c:pt idx="13105">
                  <c:v>23-05-2022</c:v>
                </c:pt>
                <c:pt idx="13106">
                  <c:v>23-05-2022</c:v>
                </c:pt>
                <c:pt idx="13107">
                  <c:v>23-05-2022</c:v>
                </c:pt>
                <c:pt idx="13108">
                  <c:v>23-05-2022</c:v>
                </c:pt>
                <c:pt idx="13109">
                  <c:v>23-05-2022</c:v>
                </c:pt>
                <c:pt idx="13110">
                  <c:v>23-05-2022</c:v>
                </c:pt>
                <c:pt idx="13111">
                  <c:v>23-05-2022</c:v>
                </c:pt>
                <c:pt idx="13112">
                  <c:v>23-05-2022</c:v>
                </c:pt>
                <c:pt idx="13113">
                  <c:v>23-05-2022</c:v>
                </c:pt>
                <c:pt idx="13114">
                  <c:v>23-05-2022</c:v>
                </c:pt>
                <c:pt idx="13115">
                  <c:v>24-05-2022</c:v>
                </c:pt>
                <c:pt idx="13116">
                  <c:v>24-05-2022</c:v>
                </c:pt>
                <c:pt idx="13117">
                  <c:v>24-05-2022</c:v>
                </c:pt>
                <c:pt idx="13118">
                  <c:v>24-05-2022</c:v>
                </c:pt>
                <c:pt idx="13119">
                  <c:v>24-05-2022</c:v>
                </c:pt>
                <c:pt idx="13120">
                  <c:v>24-05-2022</c:v>
                </c:pt>
                <c:pt idx="13121">
                  <c:v>24-05-2022</c:v>
                </c:pt>
                <c:pt idx="13122">
                  <c:v>24-05-2022</c:v>
                </c:pt>
                <c:pt idx="13123">
                  <c:v>24-05-2022</c:v>
                </c:pt>
                <c:pt idx="13124">
                  <c:v>24-05-2022</c:v>
                </c:pt>
                <c:pt idx="13125">
                  <c:v>24-05-2022</c:v>
                </c:pt>
                <c:pt idx="13126">
                  <c:v>24-05-2022</c:v>
                </c:pt>
                <c:pt idx="13127">
                  <c:v>24-05-2022</c:v>
                </c:pt>
                <c:pt idx="13128">
                  <c:v>24-05-2022</c:v>
                </c:pt>
                <c:pt idx="13129">
                  <c:v>24-05-2022</c:v>
                </c:pt>
                <c:pt idx="13130">
                  <c:v>24-05-2022</c:v>
                </c:pt>
                <c:pt idx="13131">
                  <c:v>24-05-2022</c:v>
                </c:pt>
                <c:pt idx="13132">
                  <c:v>24-05-2022</c:v>
                </c:pt>
                <c:pt idx="13133">
                  <c:v>24-05-2022</c:v>
                </c:pt>
                <c:pt idx="13134">
                  <c:v>24-05-2022</c:v>
                </c:pt>
                <c:pt idx="13135">
                  <c:v>24-05-2022</c:v>
                </c:pt>
                <c:pt idx="13136">
                  <c:v>24-05-2022</c:v>
                </c:pt>
                <c:pt idx="13137">
                  <c:v>24-05-2022</c:v>
                </c:pt>
                <c:pt idx="13138">
                  <c:v>24-05-2022</c:v>
                </c:pt>
                <c:pt idx="13139">
                  <c:v>24-05-2022</c:v>
                </c:pt>
                <c:pt idx="13140">
                  <c:v>24-05-2022</c:v>
                </c:pt>
                <c:pt idx="13141">
                  <c:v>24-05-2022</c:v>
                </c:pt>
                <c:pt idx="13142">
                  <c:v>24-05-2022</c:v>
                </c:pt>
                <c:pt idx="13143">
                  <c:v>24-05-2022</c:v>
                </c:pt>
                <c:pt idx="13144">
                  <c:v>24-05-2022</c:v>
                </c:pt>
                <c:pt idx="13145">
                  <c:v>24-05-2022</c:v>
                </c:pt>
                <c:pt idx="13146">
                  <c:v>24-05-2022</c:v>
                </c:pt>
                <c:pt idx="13147">
                  <c:v>24-05-2022</c:v>
                </c:pt>
                <c:pt idx="13148">
                  <c:v>24-05-2022</c:v>
                </c:pt>
                <c:pt idx="13149">
                  <c:v>24-05-2022</c:v>
                </c:pt>
                <c:pt idx="13150">
                  <c:v>24-05-2022</c:v>
                </c:pt>
                <c:pt idx="13151">
                  <c:v>24-05-2022</c:v>
                </c:pt>
                <c:pt idx="13152">
                  <c:v>24-05-2022</c:v>
                </c:pt>
                <c:pt idx="13153">
                  <c:v>24-05-2022</c:v>
                </c:pt>
                <c:pt idx="13154">
                  <c:v>24-05-2022</c:v>
                </c:pt>
                <c:pt idx="13155">
                  <c:v>25-05-2022</c:v>
                </c:pt>
                <c:pt idx="13156">
                  <c:v>25-05-2022</c:v>
                </c:pt>
                <c:pt idx="13157">
                  <c:v>25-05-2022</c:v>
                </c:pt>
                <c:pt idx="13158">
                  <c:v>25-05-2022</c:v>
                </c:pt>
                <c:pt idx="13159">
                  <c:v>25-05-2022</c:v>
                </c:pt>
                <c:pt idx="13160">
                  <c:v>25-05-2022</c:v>
                </c:pt>
                <c:pt idx="13161">
                  <c:v>25-05-2022</c:v>
                </c:pt>
                <c:pt idx="13162">
                  <c:v>25-05-2022</c:v>
                </c:pt>
                <c:pt idx="13163">
                  <c:v>25-05-2022</c:v>
                </c:pt>
                <c:pt idx="13164">
                  <c:v>25-05-2022</c:v>
                </c:pt>
                <c:pt idx="13165">
                  <c:v>25-05-2022</c:v>
                </c:pt>
                <c:pt idx="13166">
                  <c:v>25-05-2022</c:v>
                </c:pt>
                <c:pt idx="13167">
                  <c:v>25-05-2022</c:v>
                </c:pt>
                <c:pt idx="13168">
                  <c:v>25-05-2022</c:v>
                </c:pt>
                <c:pt idx="13169">
                  <c:v>25-05-2022</c:v>
                </c:pt>
                <c:pt idx="13170">
                  <c:v>25-05-2022</c:v>
                </c:pt>
                <c:pt idx="13171">
                  <c:v>25-05-2022</c:v>
                </c:pt>
                <c:pt idx="13172">
                  <c:v>25-05-2022</c:v>
                </c:pt>
                <c:pt idx="13173">
                  <c:v>25-05-2022</c:v>
                </c:pt>
                <c:pt idx="13174">
                  <c:v>25-05-2022</c:v>
                </c:pt>
                <c:pt idx="13175">
                  <c:v>25-05-2022</c:v>
                </c:pt>
                <c:pt idx="13176">
                  <c:v>25-05-2022</c:v>
                </c:pt>
                <c:pt idx="13177">
                  <c:v>25-05-2022</c:v>
                </c:pt>
                <c:pt idx="13178">
                  <c:v>25-05-2022</c:v>
                </c:pt>
                <c:pt idx="13179">
                  <c:v>25-05-2022</c:v>
                </c:pt>
                <c:pt idx="13180">
                  <c:v>25-05-2022</c:v>
                </c:pt>
                <c:pt idx="13181">
                  <c:v>25-05-2022</c:v>
                </c:pt>
                <c:pt idx="13182">
                  <c:v>25-05-2022</c:v>
                </c:pt>
                <c:pt idx="13183">
                  <c:v>25-05-2022</c:v>
                </c:pt>
                <c:pt idx="13184">
                  <c:v>25-05-2022</c:v>
                </c:pt>
                <c:pt idx="13185">
                  <c:v>25-05-2022</c:v>
                </c:pt>
                <c:pt idx="13186">
                  <c:v>25-05-2022</c:v>
                </c:pt>
                <c:pt idx="13187">
                  <c:v>25-05-2022</c:v>
                </c:pt>
                <c:pt idx="13188">
                  <c:v>25-05-2022</c:v>
                </c:pt>
                <c:pt idx="13189">
                  <c:v>25-05-2022</c:v>
                </c:pt>
                <c:pt idx="13190">
                  <c:v>25-05-2022</c:v>
                </c:pt>
                <c:pt idx="13191">
                  <c:v>25-05-2022</c:v>
                </c:pt>
                <c:pt idx="13192">
                  <c:v>25-05-2022</c:v>
                </c:pt>
                <c:pt idx="13193">
                  <c:v>25-05-2022</c:v>
                </c:pt>
                <c:pt idx="13194">
                  <c:v>25-05-2022</c:v>
                </c:pt>
                <c:pt idx="13195">
                  <c:v>25-05-2022</c:v>
                </c:pt>
                <c:pt idx="13196">
                  <c:v>26-05-2022</c:v>
                </c:pt>
                <c:pt idx="13197">
                  <c:v>26-05-2022</c:v>
                </c:pt>
                <c:pt idx="13198">
                  <c:v>26-05-2022</c:v>
                </c:pt>
                <c:pt idx="13199">
                  <c:v>26-05-2022</c:v>
                </c:pt>
                <c:pt idx="13200">
                  <c:v>26-05-2022</c:v>
                </c:pt>
                <c:pt idx="13201">
                  <c:v>26-05-2022</c:v>
                </c:pt>
                <c:pt idx="13202">
                  <c:v>26-05-2022</c:v>
                </c:pt>
                <c:pt idx="13203">
                  <c:v>26-05-2022</c:v>
                </c:pt>
                <c:pt idx="13204">
                  <c:v>26-05-2022</c:v>
                </c:pt>
                <c:pt idx="13205">
                  <c:v>26-05-2022</c:v>
                </c:pt>
                <c:pt idx="13206">
                  <c:v>26-05-2022</c:v>
                </c:pt>
                <c:pt idx="13207">
                  <c:v>26-05-2022</c:v>
                </c:pt>
                <c:pt idx="13208">
                  <c:v>26-05-2022</c:v>
                </c:pt>
                <c:pt idx="13209">
                  <c:v>26-05-2022</c:v>
                </c:pt>
                <c:pt idx="13210">
                  <c:v>26-05-2022</c:v>
                </c:pt>
                <c:pt idx="13211">
                  <c:v>26-05-2022</c:v>
                </c:pt>
                <c:pt idx="13212">
                  <c:v>26-05-2022</c:v>
                </c:pt>
                <c:pt idx="13213">
                  <c:v>26-05-2022</c:v>
                </c:pt>
                <c:pt idx="13214">
                  <c:v>26-05-2022</c:v>
                </c:pt>
                <c:pt idx="13215">
                  <c:v>26-05-2022</c:v>
                </c:pt>
                <c:pt idx="13216">
                  <c:v>26-05-2022</c:v>
                </c:pt>
                <c:pt idx="13217">
                  <c:v>26-05-2022</c:v>
                </c:pt>
                <c:pt idx="13218">
                  <c:v>26-05-2022</c:v>
                </c:pt>
                <c:pt idx="13219">
                  <c:v>26-05-2022</c:v>
                </c:pt>
                <c:pt idx="13220">
                  <c:v>26-05-2022</c:v>
                </c:pt>
                <c:pt idx="13221">
                  <c:v>26-05-2022</c:v>
                </c:pt>
                <c:pt idx="13222">
                  <c:v>26-05-2022</c:v>
                </c:pt>
                <c:pt idx="13223">
                  <c:v>26-05-2022</c:v>
                </c:pt>
                <c:pt idx="13224">
                  <c:v>26-05-2022</c:v>
                </c:pt>
                <c:pt idx="13225">
                  <c:v>26-05-2022</c:v>
                </c:pt>
                <c:pt idx="13226">
                  <c:v>26-05-2022</c:v>
                </c:pt>
                <c:pt idx="13227">
                  <c:v>26-05-2022</c:v>
                </c:pt>
                <c:pt idx="13228">
                  <c:v>26-05-2022</c:v>
                </c:pt>
                <c:pt idx="13229">
                  <c:v>26-05-2022</c:v>
                </c:pt>
                <c:pt idx="13230">
                  <c:v>26-05-2022</c:v>
                </c:pt>
                <c:pt idx="13231">
                  <c:v>26-05-2022</c:v>
                </c:pt>
                <c:pt idx="13232">
                  <c:v>26-05-2022</c:v>
                </c:pt>
                <c:pt idx="13233">
                  <c:v>26-05-2022</c:v>
                </c:pt>
                <c:pt idx="13234">
                  <c:v>26-05-2022</c:v>
                </c:pt>
                <c:pt idx="13235">
                  <c:v>26-05-2022</c:v>
                </c:pt>
                <c:pt idx="13236">
                  <c:v>27-05-2022</c:v>
                </c:pt>
                <c:pt idx="13237">
                  <c:v>27-05-2022</c:v>
                </c:pt>
                <c:pt idx="13238">
                  <c:v>27-05-2022</c:v>
                </c:pt>
                <c:pt idx="13239">
                  <c:v>27-05-2022</c:v>
                </c:pt>
                <c:pt idx="13240">
                  <c:v>27-05-2022</c:v>
                </c:pt>
                <c:pt idx="13241">
                  <c:v>27-05-2022</c:v>
                </c:pt>
                <c:pt idx="13242">
                  <c:v>27-05-2022</c:v>
                </c:pt>
                <c:pt idx="13243">
                  <c:v>27-05-2022</c:v>
                </c:pt>
                <c:pt idx="13244">
                  <c:v>27-05-2022</c:v>
                </c:pt>
                <c:pt idx="13245">
                  <c:v>27-05-2022</c:v>
                </c:pt>
                <c:pt idx="13246">
                  <c:v>27-05-2022</c:v>
                </c:pt>
                <c:pt idx="13247">
                  <c:v>27-05-2022</c:v>
                </c:pt>
                <c:pt idx="13248">
                  <c:v>27-05-2022</c:v>
                </c:pt>
                <c:pt idx="13249">
                  <c:v>27-05-2022</c:v>
                </c:pt>
                <c:pt idx="13250">
                  <c:v>27-05-2022</c:v>
                </c:pt>
                <c:pt idx="13251">
                  <c:v>27-05-2022</c:v>
                </c:pt>
                <c:pt idx="13252">
                  <c:v>27-05-2022</c:v>
                </c:pt>
                <c:pt idx="13253">
                  <c:v>27-05-2022</c:v>
                </c:pt>
                <c:pt idx="13254">
                  <c:v>27-05-2022</c:v>
                </c:pt>
                <c:pt idx="13255">
                  <c:v>27-05-2022</c:v>
                </c:pt>
                <c:pt idx="13256">
                  <c:v>27-05-2022</c:v>
                </c:pt>
                <c:pt idx="13257">
                  <c:v>27-05-2022</c:v>
                </c:pt>
                <c:pt idx="13258">
                  <c:v>27-05-2022</c:v>
                </c:pt>
                <c:pt idx="13259">
                  <c:v>27-05-2022</c:v>
                </c:pt>
                <c:pt idx="13260">
                  <c:v>27-05-2022</c:v>
                </c:pt>
                <c:pt idx="13261">
                  <c:v>27-05-2022</c:v>
                </c:pt>
                <c:pt idx="13262">
                  <c:v>27-05-2022</c:v>
                </c:pt>
                <c:pt idx="13263">
                  <c:v>27-05-2022</c:v>
                </c:pt>
                <c:pt idx="13264">
                  <c:v>27-05-2022</c:v>
                </c:pt>
                <c:pt idx="13265">
                  <c:v>27-05-2022</c:v>
                </c:pt>
                <c:pt idx="13266">
                  <c:v>27-05-2022</c:v>
                </c:pt>
                <c:pt idx="13267">
                  <c:v>27-05-2022</c:v>
                </c:pt>
                <c:pt idx="13268">
                  <c:v>27-05-2022</c:v>
                </c:pt>
                <c:pt idx="13269">
                  <c:v>27-05-2022</c:v>
                </c:pt>
                <c:pt idx="13270">
                  <c:v>27-05-2022</c:v>
                </c:pt>
                <c:pt idx="13271">
                  <c:v>27-05-2022</c:v>
                </c:pt>
                <c:pt idx="13272">
                  <c:v>27-05-2022</c:v>
                </c:pt>
                <c:pt idx="13273">
                  <c:v>27-05-2022</c:v>
                </c:pt>
                <c:pt idx="13274">
                  <c:v>27-05-2022</c:v>
                </c:pt>
                <c:pt idx="13275">
                  <c:v>27-05-2022</c:v>
                </c:pt>
                <c:pt idx="13276">
                  <c:v>28-05-2022</c:v>
                </c:pt>
                <c:pt idx="13277">
                  <c:v>28-05-2022</c:v>
                </c:pt>
                <c:pt idx="13278">
                  <c:v>28-05-2022</c:v>
                </c:pt>
                <c:pt idx="13279">
                  <c:v>28-05-2022</c:v>
                </c:pt>
                <c:pt idx="13280">
                  <c:v>28-05-2022</c:v>
                </c:pt>
                <c:pt idx="13281">
                  <c:v>28-05-2022</c:v>
                </c:pt>
                <c:pt idx="13282">
                  <c:v>28-05-2022</c:v>
                </c:pt>
                <c:pt idx="13283">
                  <c:v>28-05-2022</c:v>
                </c:pt>
                <c:pt idx="13284">
                  <c:v>28-05-2022</c:v>
                </c:pt>
                <c:pt idx="13285">
                  <c:v>28-05-2022</c:v>
                </c:pt>
                <c:pt idx="13286">
                  <c:v>28-05-2022</c:v>
                </c:pt>
                <c:pt idx="13287">
                  <c:v>28-05-2022</c:v>
                </c:pt>
                <c:pt idx="13288">
                  <c:v>28-05-2022</c:v>
                </c:pt>
                <c:pt idx="13289">
                  <c:v>28-05-2022</c:v>
                </c:pt>
                <c:pt idx="13290">
                  <c:v>28-05-2022</c:v>
                </c:pt>
                <c:pt idx="13291">
                  <c:v>28-05-2022</c:v>
                </c:pt>
                <c:pt idx="13292">
                  <c:v>28-05-2022</c:v>
                </c:pt>
                <c:pt idx="13293">
                  <c:v>28-05-2022</c:v>
                </c:pt>
                <c:pt idx="13294">
                  <c:v>28-05-2022</c:v>
                </c:pt>
                <c:pt idx="13295">
                  <c:v>28-05-2022</c:v>
                </c:pt>
                <c:pt idx="13296">
                  <c:v>28-05-2022</c:v>
                </c:pt>
                <c:pt idx="13297">
                  <c:v>28-05-2022</c:v>
                </c:pt>
                <c:pt idx="13298">
                  <c:v>28-05-2022</c:v>
                </c:pt>
                <c:pt idx="13299">
                  <c:v>28-05-2022</c:v>
                </c:pt>
                <c:pt idx="13300">
                  <c:v>28-05-2022</c:v>
                </c:pt>
                <c:pt idx="13301">
                  <c:v>28-05-2022</c:v>
                </c:pt>
                <c:pt idx="13302">
                  <c:v>28-05-2022</c:v>
                </c:pt>
                <c:pt idx="13303">
                  <c:v>28-05-2022</c:v>
                </c:pt>
                <c:pt idx="13304">
                  <c:v>28-05-2022</c:v>
                </c:pt>
                <c:pt idx="13305">
                  <c:v>28-05-2022</c:v>
                </c:pt>
                <c:pt idx="13306">
                  <c:v>28-05-2022</c:v>
                </c:pt>
                <c:pt idx="13307">
                  <c:v>28-05-2022</c:v>
                </c:pt>
                <c:pt idx="13308">
                  <c:v>28-05-2022</c:v>
                </c:pt>
                <c:pt idx="13309">
                  <c:v>28-05-2022</c:v>
                </c:pt>
                <c:pt idx="13310">
                  <c:v>28-05-2022</c:v>
                </c:pt>
                <c:pt idx="13311">
                  <c:v>28-05-2022</c:v>
                </c:pt>
                <c:pt idx="13312">
                  <c:v>28-05-2022</c:v>
                </c:pt>
                <c:pt idx="13313">
                  <c:v>28-05-2022</c:v>
                </c:pt>
                <c:pt idx="13314">
                  <c:v>28-05-2022</c:v>
                </c:pt>
                <c:pt idx="13315">
                  <c:v>28-05-2022</c:v>
                </c:pt>
                <c:pt idx="13316">
                  <c:v>29-05-2022</c:v>
                </c:pt>
                <c:pt idx="13317">
                  <c:v>29-05-2022</c:v>
                </c:pt>
                <c:pt idx="13318">
                  <c:v>29-05-2022</c:v>
                </c:pt>
                <c:pt idx="13319">
                  <c:v>29-05-2022</c:v>
                </c:pt>
                <c:pt idx="13320">
                  <c:v>29-05-2022</c:v>
                </c:pt>
                <c:pt idx="13321">
                  <c:v>29-05-2022</c:v>
                </c:pt>
                <c:pt idx="13322">
                  <c:v>29-05-2022</c:v>
                </c:pt>
                <c:pt idx="13323">
                  <c:v>29-05-2022</c:v>
                </c:pt>
                <c:pt idx="13324">
                  <c:v>29-05-2022</c:v>
                </c:pt>
                <c:pt idx="13325">
                  <c:v>29-05-2022</c:v>
                </c:pt>
                <c:pt idx="13326">
                  <c:v>29-05-2022</c:v>
                </c:pt>
                <c:pt idx="13327">
                  <c:v>29-05-2022</c:v>
                </c:pt>
                <c:pt idx="13328">
                  <c:v>29-05-2022</c:v>
                </c:pt>
                <c:pt idx="13329">
                  <c:v>29-05-2022</c:v>
                </c:pt>
                <c:pt idx="13330">
                  <c:v>29-05-2022</c:v>
                </c:pt>
                <c:pt idx="13331">
                  <c:v>29-05-2022</c:v>
                </c:pt>
                <c:pt idx="13332">
                  <c:v>29-05-2022</c:v>
                </c:pt>
                <c:pt idx="13333">
                  <c:v>29-05-2022</c:v>
                </c:pt>
                <c:pt idx="13334">
                  <c:v>29-05-2022</c:v>
                </c:pt>
                <c:pt idx="13335">
                  <c:v>29-05-2022</c:v>
                </c:pt>
                <c:pt idx="13336">
                  <c:v>29-05-2022</c:v>
                </c:pt>
                <c:pt idx="13337">
                  <c:v>29-05-2022</c:v>
                </c:pt>
                <c:pt idx="13338">
                  <c:v>29-05-2022</c:v>
                </c:pt>
                <c:pt idx="13339">
                  <c:v>29-05-2022</c:v>
                </c:pt>
                <c:pt idx="13340">
                  <c:v>29-05-2022</c:v>
                </c:pt>
                <c:pt idx="13341">
                  <c:v>29-05-2022</c:v>
                </c:pt>
                <c:pt idx="13342">
                  <c:v>29-05-2022</c:v>
                </c:pt>
                <c:pt idx="13343">
                  <c:v>29-05-2022</c:v>
                </c:pt>
                <c:pt idx="13344">
                  <c:v>29-05-2022</c:v>
                </c:pt>
                <c:pt idx="13345">
                  <c:v>29-05-2022</c:v>
                </c:pt>
                <c:pt idx="13346">
                  <c:v>29-05-2022</c:v>
                </c:pt>
                <c:pt idx="13347">
                  <c:v>29-05-2022</c:v>
                </c:pt>
                <c:pt idx="13348">
                  <c:v>29-05-2022</c:v>
                </c:pt>
                <c:pt idx="13349">
                  <c:v>29-05-2022</c:v>
                </c:pt>
                <c:pt idx="13350">
                  <c:v>29-05-2022</c:v>
                </c:pt>
                <c:pt idx="13351">
                  <c:v>29-05-2022</c:v>
                </c:pt>
                <c:pt idx="13352">
                  <c:v>29-05-2022</c:v>
                </c:pt>
                <c:pt idx="13353">
                  <c:v>29-05-2022</c:v>
                </c:pt>
                <c:pt idx="13354">
                  <c:v>29-05-2022</c:v>
                </c:pt>
                <c:pt idx="13355">
                  <c:v>29-05-2022</c:v>
                </c:pt>
                <c:pt idx="13356">
                  <c:v>30-05-2022</c:v>
                </c:pt>
                <c:pt idx="13357">
                  <c:v>30-05-2022</c:v>
                </c:pt>
                <c:pt idx="13358">
                  <c:v>30-05-2022</c:v>
                </c:pt>
                <c:pt idx="13359">
                  <c:v>30-05-2022</c:v>
                </c:pt>
                <c:pt idx="13360">
                  <c:v>30-05-2022</c:v>
                </c:pt>
                <c:pt idx="13361">
                  <c:v>30-05-2022</c:v>
                </c:pt>
                <c:pt idx="13362">
                  <c:v>30-05-2022</c:v>
                </c:pt>
                <c:pt idx="13363">
                  <c:v>30-05-2022</c:v>
                </c:pt>
                <c:pt idx="13364">
                  <c:v>30-05-2022</c:v>
                </c:pt>
                <c:pt idx="13365">
                  <c:v>30-05-2022</c:v>
                </c:pt>
                <c:pt idx="13366">
                  <c:v>30-05-2022</c:v>
                </c:pt>
                <c:pt idx="13367">
                  <c:v>30-05-2022</c:v>
                </c:pt>
                <c:pt idx="13368">
                  <c:v>30-05-2022</c:v>
                </c:pt>
                <c:pt idx="13369">
                  <c:v>30-05-2022</c:v>
                </c:pt>
                <c:pt idx="13370">
                  <c:v>30-05-2022</c:v>
                </c:pt>
                <c:pt idx="13371">
                  <c:v>30-05-2022</c:v>
                </c:pt>
                <c:pt idx="13372">
                  <c:v>30-05-2022</c:v>
                </c:pt>
                <c:pt idx="13373">
                  <c:v>30-05-2022</c:v>
                </c:pt>
                <c:pt idx="13374">
                  <c:v>30-05-2022</c:v>
                </c:pt>
                <c:pt idx="13375">
                  <c:v>30-05-2022</c:v>
                </c:pt>
                <c:pt idx="13376">
                  <c:v>30-05-2022</c:v>
                </c:pt>
                <c:pt idx="13377">
                  <c:v>30-05-2022</c:v>
                </c:pt>
                <c:pt idx="13378">
                  <c:v>30-05-2022</c:v>
                </c:pt>
                <c:pt idx="13379">
                  <c:v>30-05-2022</c:v>
                </c:pt>
                <c:pt idx="13380">
                  <c:v>30-05-2022</c:v>
                </c:pt>
                <c:pt idx="13381">
                  <c:v>30-05-2022</c:v>
                </c:pt>
                <c:pt idx="13382">
                  <c:v>30-05-2022</c:v>
                </c:pt>
                <c:pt idx="13383">
                  <c:v>30-05-2022</c:v>
                </c:pt>
                <c:pt idx="13384">
                  <c:v>30-05-2022</c:v>
                </c:pt>
                <c:pt idx="13385">
                  <c:v>30-05-2022</c:v>
                </c:pt>
                <c:pt idx="13386">
                  <c:v>30-05-2022</c:v>
                </c:pt>
                <c:pt idx="13387">
                  <c:v>30-05-2022</c:v>
                </c:pt>
                <c:pt idx="13388">
                  <c:v>30-05-2022</c:v>
                </c:pt>
                <c:pt idx="13389">
                  <c:v>30-05-2022</c:v>
                </c:pt>
                <c:pt idx="13390">
                  <c:v>30-05-2022</c:v>
                </c:pt>
                <c:pt idx="13391">
                  <c:v>30-05-2022</c:v>
                </c:pt>
                <c:pt idx="13392">
                  <c:v>30-05-2022</c:v>
                </c:pt>
                <c:pt idx="13393">
                  <c:v>30-05-2022</c:v>
                </c:pt>
                <c:pt idx="13394">
                  <c:v>30-05-2022</c:v>
                </c:pt>
                <c:pt idx="13395">
                  <c:v>30-05-2022</c:v>
                </c:pt>
                <c:pt idx="13396">
                  <c:v>31-05-2022</c:v>
                </c:pt>
                <c:pt idx="13397">
                  <c:v>31-05-2022</c:v>
                </c:pt>
                <c:pt idx="13398">
                  <c:v>31-05-2022</c:v>
                </c:pt>
                <c:pt idx="13399">
                  <c:v>31-05-2022</c:v>
                </c:pt>
                <c:pt idx="13400">
                  <c:v>31-05-2022</c:v>
                </c:pt>
                <c:pt idx="13401">
                  <c:v>31-05-2022</c:v>
                </c:pt>
                <c:pt idx="13402">
                  <c:v>31-05-2022</c:v>
                </c:pt>
                <c:pt idx="13403">
                  <c:v>31-05-2022</c:v>
                </c:pt>
                <c:pt idx="13404">
                  <c:v>31-05-2022</c:v>
                </c:pt>
                <c:pt idx="13405">
                  <c:v>31-05-2022</c:v>
                </c:pt>
                <c:pt idx="13406">
                  <c:v>31-05-2022</c:v>
                </c:pt>
                <c:pt idx="13407">
                  <c:v>31-05-2022</c:v>
                </c:pt>
                <c:pt idx="13408">
                  <c:v>31-05-2022</c:v>
                </c:pt>
                <c:pt idx="13409">
                  <c:v>31-05-2022</c:v>
                </c:pt>
                <c:pt idx="13410">
                  <c:v>31-05-2022</c:v>
                </c:pt>
                <c:pt idx="13411">
                  <c:v>31-05-2022</c:v>
                </c:pt>
                <c:pt idx="13412">
                  <c:v>31-05-2022</c:v>
                </c:pt>
                <c:pt idx="13413">
                  <c:v>31-05-2022</c:v>
                </c:pt>
                <c:pt idx="13414">
                  <c:v>31-05-2022</c:v>
                </c:pt>
                <c:pt idx="13415">
                  <c:v>31-05-2022</c:v>
                </c:pt>
                <c:pt idx="13416">
                  <c:v>31-05-2022</c:v>
                </c:pt>
                <c:pt idx="13417">
                  <c:v>31-05-2022</c:v>
                </c:pt>
                <c:pt idx="13418">
                  <c:v>31-05-2022</c:v>
                </c:pt>
                <c:pt idx="13419">
                  <c:v>31-05-2022</c:v>
                </c:pt>
                <c:pt idx="13420">
                  <c:v>31-05-2022</c:v>
                </c:pt>
                <c:pt idx="13421">
                  <c:v>31-05-2022</c:v>
                </c:pt>
                <c:pt idx="13422">
                  <c:v>31-05-2022</c:v>
                </c:pt>
                <c:pt idx="13423">
                  <c:v>31-05-2022</c:v>
                </c:pt>
                <c:pt idx="13424">
                  <c:v>31-05-2022</c:v>
                </c:pt>
                <c:pt idx="13425">
                  <c:v>31-05-2022</c:v>
                </c:pt>
                <c:pt idx="13426">
                  <c:v>31-05-2022</c:v>
                </c:pt>
                <c:pt idx="13427">
                  <c:v>31-05-2022</c:v>
                </c:pt>
                <c:pt idx="13428">
                  <c:v>31-05-2022</c:v>
                </c:pt>
                <c:pt idx="13429">
                  <c:v>31-05-2022</c:v>
                </c:pt>
                <c:pt idx="13430">
                  <c:v>31-05-2022</c:v>
                </c:pt>
                <c:pt idx="13431">
                  <c:v>31-05-2022</c:v>
                </c:pt>
                <c:pt idx="13432">
                  <c:v>31-05-2022</c:v>
                </c:pt>
                <c:pt idx="13433">
                  <c:v>31-05-2022</c:v>
                </c:pt>
                <c:pt idx="13434">
                  <c:v>31-05-2022</c:v>
                </c:pt>
                <c:pt idx="13435">
                  <c:v>31-05-2022</c:v>
                </c:pt>
                <c:pt idx="13436">
                  <c:v>01-06-2022</c:v>
                </c:pt>
                <c:pt idx="13437">
                  <c:v>01-06-2022</c:v>
                </c:pt>
                <c:pt idx="13438">
                  <c:v>01-06-2022</c:v>
                </c:pt>
                <c:pt idx="13439">
                  <c:v>01-06-2022</c:v>
                </c:pt>
                <c:pt idx="13440">
                  <c:v>01-06-2022</c:v>
                </c:pt>
                <c:pt idx="13441">
                  <c:v>01-06-2022</c:v>
                </c:pt>
                <c:pt idx="13442">
                  <c:v>01-06-2022</c:v>
                </c:pt>
                <c:pt idx="13443">
                  <c:v>01-06-2022</c:v>
                </c:pt>
                <c:pt idx="13444">
                  <c:v>01-06-2022</c:v>
                </c:pt>
                <c:pt idx="13445">
                  <c:v>01-06-2022</c:v>
                </c:pt>
                <c:pt idx="13446">
                  <c:v>01-06-2022</c:v>
                </c:pt>
                <c:pt idx="13447">
                  <c:v>01-06-2022</c:v>
                </c:pt>
                <c:pt idx="13448">
                  <c:v>01-06-2022</c:v>
                </c:pt>
                <c:pt idx="13449">
                  <c:v>01-06-2022</c:v>
                </c:pt>
                <c:pt idx="13450">
                  <c:v>01-06-2022</c:v>
                </c:pt>
                <c:pt idx="13451">
                  <c:v>01-06-2022</c:v>
                </c:pt>
                <c:pt idx="13452">
                  <c:v>01-06-2022</c:v>
                </c:pt>
                <c:pt idx="13453">
                  <c:v>01-06-2022</c:v>
                </c:pt>
                <c:pt idx="13454">
                  <c:v>01-06-2022</c:v>
                </c:pt>
                <c:pt idx="13455">
                  <c:v>01-06-2022</c:v>
                </c:pt>
                <c:pt idx="13456">
                  <c:v>01-06-2022</c:v>
                </c:pt>
                <c:pt idx="13457">
                  <c:v>01-06-2022</c:v>
                </c:pt>
                <c:pt idx="13458">
                  <c:v>01-06-2022</c:v>
                </c:pt>
                <c:pt idx="13459">
                  <c:v>01-06-2022</c:v>
                </c:pt>
                <c:pt idx="13460">
                  <c:v>01-06-2022</c:v>
                </c:pt>
                <c:pt idx="13461">
                  <c:v>01-06-2022</c:v>
                </c:pt>
                <c:pt idx="13462">
                  <c:v>01-06-2022</c:v>
                </c:pt>
                <c:pt idx="13463">
                  <c:v>01-06-2022</c:v>
                </c:pt>
                <c:pt idx="13464">
                  <c:v>01-06-2022</c:v>
                </c:pt>
                <c:pt idx="13465">
                  <c:v>01-06-2022</c:v>
                </c:pt>
                <c:pt idx="13466">
                  <c:v>01-06-2022</c:v>
                </c:pt>
                <c:pt idx="13467">
                  <c:v>01-06-2022</c:v>
                </c:pt>
                <c:pt idx="13468">
                  <c:v>01-06-2022</c:v>
                </c:pt>
                <c:pt idx="13469">
                  <c:v>01-06-2022</c:v>
                </c:pt>
                <c:pt idx="13470">
                  <c:v>01-06-2022</c:v>
                </c:pt>
                <c:pt idx="13471">
                  <c:v>01-06-2022</c:v>
                </c:pt>
                <c:pt idx="13472">
                  <c:v>01-06-2022</c:v>
                </c:pt>
                <c:pt idx="13473">
                  <c:v>01-06-2022</c:v>
                </c:pt>
                <c:pt idx="13474">
                  <c:v>01-06-2022</c:v>
                </c:pt>
                <c:pt idx="13475">
                  <c:v>01-06-2022</c:v>
                </c:pt>
                <c:pt idx="13476">
                  <c:v>02-06-2022</c:v>
                </c:pt>
                <c:pt idx="13477">
                  <c:v>02-06-2022</c:v>
                </c:pt>
                <c:pt idx="13478">
                  <c:v>02-06-2022</c:v>
                </c:pt>
                <c:pt idx="13479">
                  <c:v>02-06-2022</c:v>
                </c:pt>
                <c:pt idx="13480">
                  <c:v>02-06-2022</c:v>
                </c:pt>
                <c:pt idx="13481">
                  <c:v>02-06-2022</c:v>
                </c:pt>
                <c:pt idx="13482">
                  <c:v>02-06-2022</c:v>
                </c:pt>
                <c:pt idx="13483">
                  <c:v>02-06-2022</c:v>
                </c:pt>
                <c:pt idx="13484">
                  <c:v>02-06-2022</c:v>
                </c:pt>
                <c:pt idx="13485">
                  <c:v>02-06-2022</c:v>
                </c:pt>
                <c:pt idx="13486">
                  <c:v>02-06-2022</c:v>
                </c:pt>
                <c:pt idx="13487">
                  <c:v>02-06-2022</c:v>
                </c:pt>
                <c:pt idx="13488">
                  <c:v>02-06-2022</c:v>
                </c:pt>
                <c:pt idx="13489">
                  <c:v>02-06-2022</c:v>
                </c:pt>
                <c:pt idx="13490">
                  <c:v>02-06-2022</c:v>
                </c:pt>
                <c:pt idx="13491">
                  <c:v>02-06-2022</c:v>
                </c:pt>
                <c:pt idx="13492">
                  <c:v>02-06-2022</c:v>
                </c:pt>
                <c:pt idx="13493">
                  <c:v>02-06-2022</c:v>
                </c:pt>
                <c:pt idx="13494">
                  <c:v>02-06-2022</c:v>
                </c:pt>
                <c:pt idx="13495">
                  <c:v>02-06-2022</c:v>
                </c:pt>
                <c:pt idx="13496">
                  <c:v>02-06-2022</c:v>
                </c:pt>
                <c:pt idx="13497">
                  <c:v>02-06-2022</c:v>
                </c:pt>
                <c:pt idx="13498">
                  <c:v>02-06-2022</c:v>
                </c:pt>
                <c:pt idx="13499">
                  <c:v>02-06-2022</c:v>
                </c:pt>
                <c:pt idx="13500">
                  <c:v>02-06-2022</c:v>
                </c:pt>
                <c:pt idx="13501">
                  <c:v>02-06-2022</c:v>
                </c:pt>
                <c:pt idx="13502">
                  <c:v>02-06-2022</c:v>
                </c:pt>
                <c:pt idx="13503">
                  <c:v>02-06-2022</c:v>
                </c:pt>
                <c:pt idx="13504">
                  <c:v>02-06-2022</c:v>
                </c:pt>
                <c:pt idx="13505">
                  <c:v>02-06-2022</c:v>
                </c:pt>
                <c:pt idx="13506">
                  <c:v>02-06-2022</c:v>
                </c:pt>
                <c:pt idx="13507">
                  <c:v>02-06-2022</c:v>
                </c:pt>
                <c:pt idx="13508">
                  <c:v>02-06-2022</c:v>
                </c:pt>
                <c:pt idx="13509">
                  <c:v>02-06-2022</c:v>
                </c:pt>
                <c:pt idx="13510">
                  <c:v>02-06-2022</c:v>
                </c:pt>
                <c:pt idx="13511">
                  <c:v>02-06-2022</c:v>
                </c:pt>
                <c:pt idx="13512">
                  <c:v>02-06-2022</c:v>
                </c:pt>
                <c:pt idx="13513">
                  <c:v>02-06-2022</c:v>
                </c:pt>
                <c:pt idx="13514">
                  <c:v>02-06-2022</c:v>
                </c:pt>
                <c:pt idx="13515">
                  <c:v>02-06-2022</c:v>
                </c:pt>
                <c:pt idx="13516">
                  <c:v>03-06-2022</c:v>
                </c:pt>
                <c:pt idx="13517">
                  <c:v>03-06-2022</c:v>
                </c:pt>
                <c:pt idx="13518">
                  <c:v>03-06-2022</c:v>
                </c:pt>
                <c:pt idx="13519">
                  <c:v>03-06-2022</c:v>
                </c:pt>
                <c:pt idx="13520">
                  <c:v>03-06-2022</c:v>
                </c:pt>
                <c:pt idx="13521">
                  <c:v>03-06-2022</c:v>
                </c:pt>
                <c:pt idx="13522">
                  <c:v>03-06-2022</c:v>
                </c:pt>
                <c:pt idx="13523">
                  <c:v>03-06-2022</c:v>
                </c:pt>
                <c:pt idx="13524">
                  <c:v>03-06-2022</c:v>
                </c:pt>
                <c:pt idx="13525">
                  <c:v>03-06-2022</c:v>
                </c:pt>
                <c:pt idx="13526">
                  <c:v>03-06-2022</c:v>
                </c:pt>
                <c:pt idx="13527">
                  <c:v>03-06-2022</c:v>
                </c:pt>
                <c:pt idx="13528">
                  <c:v>03-06-2022</c:v>
                </c:pt>
                <c:pt idx="13529">
                  <c:v>03-06-2022</c:v>
                </c:pt>
                <c:pt idx="13530">
                  <c:v>03-06-2022</c:v>
                </c:pt>
                <c:pt idx="13531">
                  <c:v>03-06-2022</c:v>
                </c:pt>
                <c:pt idx="13532">
                  <c:v>03-06-2022</c:v>
                </c:pt>
                <c:pt idx="13533">
                  <c:v>03-06-2022</c:v>
                </c:pt>
                <c:pt idx="13534">
                  <c:v>03-06-2022</c:v>
                </c:pt>
                <c:pt idx="13535">
                  <c:v>03-06-2022</c:v>
                </c:pt>
                <c:pt idx="13536">
                  <c:v>03-06-2022</c:v>
                </c:pt>
                <c:pt idx="13537">
                  <c:v>03-06-2022</c:v>
                </c:pt>
                <c:pt idx="13538">
                  <c:v>03-06-2022</c:v>
                </c:pt>
                <c:pt idx="13539">
                  <c:v>03-06-2022</c:v>
                </c:pt>
                <c:pt idx="13540">
                  <c:v>03-06-2022</c:v>
                </c:pt>
                <c:pt idx="13541">
                  <c:v>03-06-2022</c:v>
                </c:pt>
                <c:pt idx="13542">
                  <c:v>03-06-2022</c:v>
                </c:pt>
                <c:pt idx="13543">
                  <c:v>03-06-2022</c:v>
                </c:pt>
                <c:pt idx="13544">
                  <c:v>03-06-2022</c:v>
                </c:pt>
                <c:pt idx="13545">
                  <c:v>03-06-2022</c:v>
                </c:pt>
                <c:pt idx="13546">
                  <c:v>03-06-2022</c:v>
                </c:pt>
                <c:pt idx="13547">
                  <c:v>03-06-2022</c:v>
                </c:pt>
                <c:pt idx="13548">
                  <c:v>03-06-2022</c:v>
                </c:pt>
                <c:pt idx="13549">
                  <c:v>03-06-2022</c:v>
                </c:pt>
                <c:pt idx="13550">
                  <c:v>03-06-2022</c:v>
                </c:pt>
                <c:pt idx="13551">
                  <c:v>03-06-2022</c:v>
                </c:pt>
                <c:pt idx="13552">
                  <c:v>03-06-2022</c:v>
                </c:pt>
                <c:pt idx="13553">
                  <c:v>03-06-2022</c:v>
                </c:pt>
                <c:pt idx="13554">
                  <c:v>03-06-2022</c:v>
                </c:pt>
                <c:pt idx="13555">
                  <c:v>03-06-2022</c:v>
                </c:pt>
                <c:pt idx="13556">
                  <c:v>04-06-2022</c:v>
                </c:pt>
                <c:pt idx="13557">
                  <c:v>04-06-2022</c:v>
                </c:pt>
                <c:pt idx="13558">
                  <c:v>04-06-2022</c:v>
                </c:pt>
                <c:pt idx="13559">
                  <c:v>04-06-2022</c:v>
                </c:pt>
                <c:pt idx="13560">
                  <c:v>04-06-2022</c:v>
                </c:pt>
                <c:pt idx="13561">
                  <c:v>04-06-2022</c:v>
                </c:pt>
                <c:pt idx="13562">
                  <c:v>04-06-2022</c:v>
                </c:pt>
                <c:pt idx="13563">
                  <c:v>04-06-2022</c:v>
                </c:pt>
                <c:pt idx="13564">
                  <c:v>04-06-2022</c:v>
                </c:pt>
                <c:pt idx="13565">
                  <c:v>04-06-2022</c:v>
                </c:pt>
                <c:pt idx="13566">
                  <c:v>04-06-2022</c:v>
                </c:pt>
                <c:pt idx="13567">
                  <c:v>04-06-2022</c:v>
                </c:pt>
                <c:pt idx="13568">
                  <c:v>04-06-2022</c:v>
                </c:pt>
                <c:pt idx="13569">
                  <c:v>04-06-2022</c:v>
                </c:pt>
                <c:pt idx="13570">
                  <c:v>04-06-2022</c:v>
                </c:pt>
                <c:pt idx="13571">
                  <c:v>04-06-2022</c:v>
                </c:pt>
                <c:pt idx="13572">
                  <c:v>04-06-2022</c:v>
                </c:pt>
                <c:pt idx="13573">
                  <c:v>04-06-2022</c:v>
                </c:pt>
                <c:pt idx="13574">
                  <c:v>04-06-2022</c:v>
                </c:pt>
                <c:pt idx="13575">
                  <c:v>04-06-2022</c:v>
                </c:pt>
                <c:pt idx="13576">
                  <c:v>04-06-2022</c:v>
                </c:pt>
                <c:pt idx="13577">
                  <c:v>04-06-2022</c:v>
                </c:pt>
                <c:pt idx="13578">
                  <c:v>04-06-2022</c:v>
                </c:pt>
                <c:pt idx="13579">
                  <c:v>04-06-2022</c:v>
                </c:pt>
                <c:pt idx="13580">
                  <c:v>04-06-2022</c:v>
                </c:pt>
                <c:pt idx="13581">
                  <c:v>04-06-2022</c:v>
                </c:pt>
                <c:pt idx="13582">
                  <c:v>04-06-2022</c:v>
                </c:pt>
                <c:pt idx="13583">
                  <c:v>04-06-2022</c:v>
                </c:pt>
                <c:pt idx="13584">
                  <c:v>04-06-2022</c:v>
                </c:pt>
                <c:pt idx="13585">
                  <c:v>04-06-2022</c:v>
                </c:pt>
                <c:pt idx="13586">
                  <c:v>04-06-2022</c:v>
                </c:pt>
                <c:pt idx="13587">
                  <c:v>04-06-2022</c:v>
                </c:pt>
                <c:pt idx="13588">
                  <c:v>04-06-2022</c:v>
                </c:pt>
                <c:pt idx="13589">
                  <c:v>04-06-2022</c:v>
                </c:pt>
                <c:pt idx="13590">
                  <c:v>04-06-2022</c:v>
                </c:pt>
                <c:pt idx="13591">
                  <c:v>04-06-2022</c:v>
                </c:pt>
                <c:pt idx="13592">
                  <c:v>04-06-2022</c:v>
                </c:pt>
                <c:pt idx="13593">
                  <c:v>04-06-2022</c:v>
                </c:pt>
                <c:pt idx="13594">
                  <c:v>04-06-2022</c:v>
                </c:pt>
                <c:pt idx="13595">
                  <c:v>04-06-2022</c:v>
                </c:pt>
                <c:pt idx="13596">
                  <c:v>05-06-2022</c:v>
                </c:pt>
                <c:pt idx="13597">
                  <c:v>05-06-2022</c:v>
                </c:pt>
                <c:pt idx="13598">
                  <c:v>05-06-2022</c:v>
                </c:pt>
                <c:pt idx="13599">
                  <c:v>05-06-2022</c:v>
                </c:pt>
                <c:pt idx="13600">
                  <c:v>05-06-2022</c:v>
                </c:pt>
                <c:pt idx="13601">
                  <c:v>05-06-2022</c:v>
                </c:pt>
                <c:pt idx="13602">
                  <c:v>05-06-2022</c:v>
                </c:pt>
                <c:pt idx="13603">
                  <c:v>05-06-2022</c:v>
                </c:pt>
                <c:pt idx="13604">
                  <c:v>05-06-2022</c:v>
                </c:pt>
                <c:pt idx="13605">
                  <c:v>05-06-2022</c:v>
                </c:pt>
                <c:pt idx="13606">
                  <c:v>05-06-2022</c:v>
                </c:pt>
                <c:pt idx="13607">
                  <c:v>05-06-2022</c:v>
                </c:pt>
                <c:pt idx="13608">
                  <c:v>05-06-2022</c:v>
                </c:pt>
                <c:pt idx="13609">
                  <c:v>05-06-2022</c:v>
                </c:pt>
                <c:pt idx="13610">
                  <c:v>05-06-2022</c:v>
                </c:pt>
                <c:pt idx="13611">
                  <c:v>05-06-2022</c:v>
                </c:pt>
                <c:pt idx="13612">
                  <c:v>05-06-2022</c:v>
                </c:pt>
                <c:pt idx="13613">
                  <c:v>05-06-2022</c:v>
                </c:pt>
                <c:pt idx="13614">
                  <c:v>05-06-2022</c:v>
                </c:pt>
                <c:pt idx="13615">
                  <c:v>05-06-2022</c:v>
                </c:pt>
                <c:pt idx="13616">
                  <c:v>05-06-2022</c:v>
                </c:pt>
                <c:pt idx="13617">
                  <c:v>05-06-2022</c:v>
                </c:pt>
                <c:pt idx="13618">
                  <c:v>05-06-2022</c:v>
                </c:pt>
                <c:pt idx="13619">
                  <c:v>05-06-2022</c:v>
                </c:pt>
                <c:pt idx="13620">
                  <c:v>05-06-2022</c:v>
                </c:pt>
                <c:pt idx="13621">
                  <c:v>05-06-2022</c:v>
                </c:pt>
                <c:pt idx="13622">
                  <c:v>05-06-2022</c:v>
                </c:pt>
                <c:pt idx="13623">
                  <c:v>05-06-2022</c:v>
                </c:pt>
                <c:pt idx="13624">
                  <c:v>05-06-2022</c:v>
                </c:pt>
                <c:pt idx="13625">
                  <c:v>05-06-2022</c:v>
                </c:pt>
                <c:pt idx="13626">
                  <c:v>05-06-2022</c:v>
                </c:pt>
                <c:pt idx="13627">
                  <c:v>05-06-2022</c:v>
                </c:pt>
                <c:pt idx="13628">
                  <c:v>05-06-2022</c:v>
                </c:pt>
                <c:pt idx="13629">
                  <c:v>05-06-2022</c:v>
                </c:pt>
                <c:pt idx="13630">
                  <c:v>05-06-2022</c:v>
                </c:pt>
                <c:pt idx="13631">
                  <c:v>05-06-2022</c:v>
                </c:pt>
                <c:pt idx="13632">
                  <c:v>05-06-2022</c:v>
                </c:pt>
                <c:pt idx="13633">
                  <c:v>05-06-2022</c:v>
                </c:pt>
                <c:pt idx="13634">
                  <c:v>05-06-2022</c:v>
                </c:pt>
                <c:pt idx="13635">
                  <c:v>05-06-2022</c:v>
                </c:pt>
                <c:pt idx="13636">
                  <c:v>06-06-2022</c:v>
                </c:pt>
                <c:pt idx="13637">
                  <c:v>06-06-2022</c:v>
                </c:pt>
                <c:pt idx="13638">
                  <c:v>06-06-2022</c:v>
                </c:pt>
                <c:pt idx="13639">
                  <c:v>06-06-2022</c:v>
                </c:pt>
                <c:pt idx="13640">
                  <c:v>06-06-2022</c:v>
                </c:pt>
                <c:pt idx="13641">
                  <c:v>06-06-2022</c:v>
                </c:pt>
                <c:pt idx="13642">
                  <c:v>06-06-2022</c:v>
                </c:pt>
                <c:pt idx="13643">
                  <c:v>06-06-2022</c:v>
                </c:pt>
                <c:pt idx="13644">
                  <c:v>06-06-2022</c:v>
                </c:pt>
                <c:pt idx="13645">
                  <c:v>06-06-2022</c:v>
                </c:pt>
                <c:pt idx="13646">
                  <c:v>06-06-2022</c:v>
                </c:pt>
                <c:pt idx="13647">
                  <c:v>06-06-2022</c:v>
                </c:pt>
                <c:pt idx="13648">
                  <c:v>06-06-2022</c:v>
                </c:pt>
                <c:pt idx="13649">
                  <c:v>06-06-2022</c:v>
                </c:pt>
                <c:pt idx="13650">
                  <c:v>06-06-2022</c:v>
                </c:pt>
                <c:pt idx="13651">
                  <c:v>06-06-2022</c:v>
                </c:pt>
                <c:pt idx="13652">
                  <c:v>06-06-2022</c:v>
                </c:pt>
                <c:pt idx="13653">
                  <c:v>06-06-2022</c:v>
                </c:pt>
                <c:pt idx="13654">
                  <c:v>06-06-2022</c:v>
                </c:pt>
                <c:pt idx="13655">
                  <c:v>06-06-2022</c:v>
                </c:pt>
                <c:pt idx="13656">
                  <c:v>06-06-2022</c:v>
                </c:pt>
                <c:pt idx="13657">
                  <c:v>06-06-2022</c:v>
                </c:pt>
                <c:pt idx="13658">
                  <c:v>06-06-2022</c:v>
                </c:pt>
                <c:pt idx="13659">
                  <c:v>06-06-2022</c:v>
                </c:pt>
                <c:pt idx="13660">
                  <c:v>06-06-2022</c:v>
                </c:pt>
                <c:pt idx="13661">
                  <c:v>06-06-2022</c:v>
                </c:pt>
                <c:pt idx="13662">
                  <c:v>06-06-2022</c:v>
                </c:pt>
                <c:pt idx="13663">
                  <c:v>06-06-2022</c:v>
                </c:pt>
                <c:pt idx="13664">
                  <c:v>06-06-2022</c:v>
                </c:pt>
                <c:pt idx="13665">
                  <c:v>06-06-2022</c:v>
                </c:pt>
                <c:pt idx="13666">
                  <c:v>06-06-2022</c:v>
                </c:pt>
                <c:pt idx="13667">
                  <c:v>06-06-2022</c:v>
                </c:pt>
                <c:pt idx="13668">
                  <c:v>06-06-2022</c:v>
                </c:pt>
                <c:pt idx="13669">
                  <c:v>06-06-2022</c:v>
                </c:pt>
                <c:pt idx="13670">
                  <c:v>06-06-2022</c:v>
                </c:pt>
                <c:pt idx="13671">
                  <c:v>06-06-2022</c:v>
                </c:pt>
                <c:pt idx="13672">
                  <c:v>06-06-2022</c:v>
                </c:pt>
                <c:pt idx="13673">
                  <c:v>06-06-2022</c:v>
                </c:pt>
                <c:pt idx="13674">
                  <c:v>06-06-2022</c:v>
                </c:pt>
                <c:pt idx="13675">
                  <c:v>06-06-2022</c:v>
                </c:pt>
                <c:pt idx="13676">
                  <c:v>07-06-2022</c:v>
                </c:pt>
                <c:pt idx="13677">
                  <c:v>07-06-2022</c:v>
                </c:pt>
                <c:pt idx="13678">
                  <c:v>07-06-2022</c:v>
                </c:pt>
                <c:pt idx="13679">
                  <c:v>07-06-2022</c:v>
                </c:pt>
                <c:pt idx="13680">
                  <c:v>07-06-2022</c:v>
                </c:pt>
                <c:pt idx="13681">
                  <c:v>07-06-2022</c:v>
                </c:pt>
                <c:pt idx="13682">
                  <c:v>07-06-2022</c:v>
                </c:pt>
                <c:pt idx="13683">
                  <c:v>07-06-2022</c:v>
                </c:pt>
                <c:pt idx="13684">
                  <c:v>07-06-2022</c:v>
                </c:pt>
                <c:pt idx="13685">
                  <c:v>07-06-2022</c:v>
                </c:pt>
                <c:pt idx="13686">
                  <c:v>07-06-2022</c:v>
                </c:pt>
                <c:pt idx="13687">
                  <c:v>07-06-2022</c:v>
                </c:pt>
                <c:pt idx="13688">
                  <c:v>07-06-2022</c:v>
                </c:pt>
                <c:pt idx="13689">
                  <c:v>07-06-2022</c:v>
                </c:pt>
                <c:pt idx="13690">
                  <c:v>07-06-2022</c:v>
                </c:pt>
                <c:pt idx="13691">
                  <c:v>07-06-2022</c:v>
                </c:pt>
                <c:pt idx="13692">
                  <c:v>07-06-2022</c:v>
                </c:pt>
                <c:pt idx="13693">
                  <c:v>07-06-2022</c:v>
                </c:pt>
                <c:pt idx="13694">
                  <c:v>07-06-2022</c:v>
                </c:pt>
                <c:pt idx="13695">
                  <c:v>07-06-2022</c:v>
                </c:pt>
                <c:pt idx="13696">
                  <c:v>07-06-2022</c:v>
                </c:pt>
                <c:pt idx="13697">
                  <c:v>07-06-2022</c:v>
                </c:pt>
                <c:pt idx="13698">
                  <c:v>07-06-2022</c:v>
                </c:pt>
                <c:pt idx="13699">
                  <c:v>07-06-2022</c:v>
                </c:pt>
                <c:pt idx="13700">
                  <c:v>07-06-2022</c:v>
                </c:pt>
                <c:pt idx="13701">
                  <c:v>07-06-2022</c:v>
                </c:pt>
                <c:pt idx="13702">
                  <c:v>07-06-2022</c:v>
                </c:pt>
                <c:pt idx="13703">
                  <c:v>07-06-2022</c:v>
                </c:pt>
                <c:pt idx="13704">
                  <c:v>07-06-2022</c:v>
                </c:pt>
                <c:pt idx="13705">
                  <c:v>07-06-2022</c:v>
                </c:pt>
                <c:pt idx="13706">
                  <c:v>07-06-2022</c:v>
                </c:pt>
                <c:pt idx="13707">
                  <c:v>07-06-2022</c:v>
                </c:pt>
                <c:pt idx="13708">
                  <c:v>07-06-2022</c:v>
                </c:pt>
                <c:pt idx="13709">
                  <c:v>07-06-2022</c:v>
                </c:pt>
                <c:pt idx="13710">
                  <c:v>07-06-2022</c:v>
                </c:pt>
                <c:pt idx="13711">
                  <c:v>07-06-2022</c:v>
                </c:pt>
                <c:pt idx="13712">
                  <c:v>07-06-2022</c:v>
                </c:pt>
                <c:pt idx="13713">
                  <c:v>07-06-2022</c:v>
                </c:pt>
                <c:pt idx="13714">
                  <c:v>07-06-2022</c:v>
                </c:pt>
                <c:pt idx="13715">
                  <c:v>07-06-2022</c:v>
                </c:pt>
                <c:pt idx="13716">
                  <c:v>08-06-2022</c:v>
                </c:pt>
                <c:pt idx="13717">
                  <c:v>08-06-2022</c:v>
                </c:pt>
                <c:pt idx="13718">
                  <c:v>08-06-2022</c:v>
                </c:pt>
                <c:pt idx="13719">
                  <c:v>08-06-2022</c:v>
                </c:pt>
                <c:pt idx="13720">
                  <c:v>08-06-2022</c:v>
                </c:pt>
                <c:pt idx="13721">
                  <c:v>08-06-2022</c:v>
                </c:pt>
                <c:pt idx="13722">
                  <c:v>08-06-2022</c:v>
                </c:pt>
                <c:pt idx="13723">
                  <c:v>08-06-2022</c:v>
                </c:pt>
                <c:pt idx="13724">
                  <c:v>08-06-2022</c:v>
                </c:pt>
                <c:pt idx="13725">
                  <c:v>08-06-2022</c:v>
                </c:pt>
                <c:pt idx="13726">
                  <c:v>08-06-2022</c:v>
                </c:pt>
                <c:pt idx="13727">
                  <c:v>08-06-2022</c:v>
                </c:pt>
                <c:pt idx="13728">
                  <c:v>08-06-2022</c:v>
                </c:pt>
                <c:pt idx="13729">
                  <c:v>08-06-2022</c:v>
                </c:pt>
                <c:pt idx="13730">
                  <c:v>08-06-2022</c:v>
                </c:pt>
                <c:pt idx="13731">
                  <c:v>08-06-2022</c:v>
                </c:pt>
                <c:pt idx="13732">
                  <c:v>08-06-2022</c:v>
                </c:pt>
                <c:pt idx="13733">
                  <c:v>08-06-2022</c:v>
                </c:pt>
                <c:pt idx="13734">
                  <c:v>08-06-2022</c:v>
                </c:pt>
                <c:pt idx="13735">
                  <c:v>08-06-2022</c:v>
                </c:pt>
                <c:pt idx="13736">
                  <c:v>08-06-2022</c:v>
                </c:pt>
                <c:pt idx="13737">
                  <c:v>08-06-2022</c:v>
                </c:pt>
                <c:pt idx="13738">
                  <c:v>08-06-2022</c:v>
                </c:pt>
                <c:pt idx="13739">
                  <c:v>08-06-2022</c:v>
                </c:pt>
                <c:pt idx="13740">
                  <c:v>08-06-2022</c:v>
                </c:pt>
                <c:pt idx="13741">
                  <c:v>08-06-2022</c:v>
                </c:pt>
                <c:pt idx="13742">
                  <c:v>08-06-2022</c:v>
                </c:pt>
                <c:pt idx="13743">
                  <c:v>08-06-2022</c:v>
                </c:pt>
                <c:pt idx="13744">
                  <c:v>08-06-2022</c:v>
                </c:pt>
                <c:pt idx="13745">
                  <c:v>08-06-2022</c:v>
                </c:pt>
                <c:pt idx="13746">
                  <c:v>08-06-2022</c:v>
                </c:pt>
                <c:pt idx="13747">
                  <c:v>08-06-2022</c:v>
                </c:pt>
                <c:pt idx="13748">
                  <c:v>08-06-2022</c:v>
                </c:pt>
                <c:pt idx="13749">
                  <c:v>08-06-2022</c:v>
                </c:pt>
                <c:pt idx="13750">
                  <c:v>08-06-2022</c:v>
                </c:pt>
                <c:pt idx="13751">
                  <c:v>08-06-2022</c:v>
                </c:pt>
                <c:pt idx="13752">
                  <c:v>08-06-2022</c:v>
                </c:pt>
                <c:pt idx="13753">
                  <c:v>08-06-2022</c:v>
                </c:pt>
                <c:pt idx="13754">
                  <c:v>08-06-2022</c:v>
                </c:pt>
                <c:pt idx="13755">
                  <c:v>08-06-2022</c:v>
                </c:pt>
                <c:pt idx="13756">
                  <c:v>09-06-2022</c:v>
                </c:pt>
                <c:pt idx="13757">
                  <c:v>09-06-2022</c:v>
                </c:pt>
                <c:pt idx="13758">
                  <c:v>09-06-2022</c:v>
                </c:pt>
                <c:pt idx="13759">
                  <c:v>09-06-2022</c:v>
                </c:pt>
                <c:pt idx="13760">
                  <c:v>09-06-2022</c:v>
                </c:pt>
                <c:pt idx="13761">
                  <c:v>09-06-2022</c:v>
                </c:pt>
                <c:pt idx="13762">
                  <c:v>09-06-2022</c:v>
                </c:pt>
                <c:pt idx="13763">
                  <c:v>09-06-2022</c:v>
                </c:pt>
                <c:pt idx="13764">
                  <c:v>09-06-2022</c:v>
                </c:pt>
                <c:pt idx="13765">
                  <c:v>09-06-2022</c:v>
                </c:pt>
                <c:pt idx="13766">
                  <c:v>09-06-2022</c:v>
                </c:pt>
                <c:pt idx="13767">
                  <c:v>09-06-2022</c:v>
                </c:pt>
                <c:pt idx="13768">
                  <c:v>09-06-2022</c:v>
                </c:pt>
                <c:pt idx="13769">
                  <c:v>09-06-2022</c:v>
                </c:pt>
                <c:pt idx="13770">
                  <c:v>09-06-2022</c:v>
                </c:pt>
                <c:pt idx="13771">
                  <c:v>09-06-2022</c:v>
                </c:pt>
                <c:pt idx="13772">
                  <c:v>09-06-2022</c:v>
                </c:pt>
                <c:pt idx="13773">
                  <c:v>09-06-2022</c:v>
                </c:pt>
                <c:pt idx="13774">
                  <c:v>09-06-2022</c:v>
                </c:pt>
                <c:pt idx="13775">
                  <c:v>09-06-2022</c:v>
                </c:pt>
                <c:pt idx="13776">
                  <c:v>09-06-2022</c:v>
                </c:pt>
                <c:pt idx="13777">
                  <c:v>09-06-2022</c:v>
                </c:pt>
                <c:pt idx="13778">
                  <c:v>09-06-2022</c:v>
                </c:pt>
                <c:pt idx="13779">
                  <c:v>09-06-2022</c:v>
                </c:pt>
                <c:pt idx="13780">
                  <c:v>09-06-2022</c:v>
                </c:pt>
                <c:pt idx="13781">
                  <c:v>09-06-2022</c:v>
                </c:pt>
                <c:pt idx="13782">
                  <c:v>09-06-2022</c:v>
                </c:pt>
                <c:pt idx="13783">
                  <c:v>09-06-2022</c:v>
                </c:pt>
                <c:pt idx="13784">
                  <c:v>09-06-2022</c:v>
                </c:pt>
                <c:pt idx="13785">
                  <c:v>09-06-2022</c:v>
                </c:pt>
                <c:pt idx="13786">
                  <c:v>09-06-2022</c:v>
                </c:pt>
                <c:pt idx="13787">
                  <c:v>09-06-2022</c:v>
                </c:pt>
                <c:pt idx="13788">
                  <c:v>09-06-2022</c:v>
                </c:pt>
                <c:pt idx="13789">
                  <c:v>09-06-2022</c:v>
                </c:pt>
                <c:pt idx="13790">
                  <c:v>09-06-2022</c:v>
                </c:pt>
                <c:pt idx="13791">
                  <c:v>09-06-2022</c:v>
                </c:pt>
                <c:pt idx="13792">
                  <c:v>09-06-2022</c:v>
                </c:pt>
                <c:pt idx="13793">
                  <c:v>09-06-2022</c:v>
                </c:pt>
                <c:pt idx="13794">
                  <c:v>09-06-2022</c:v>
                </c:pt>
                <c:pt idx="13795">
                  <c:v>09-06-2022</c:v>
                </c:pt>
                <c:pt idx="13796">
                  <c:v>10-06-2022</c:v>
                </c:pt>
                <c:pt idx="13797">
                  <c:v>10-06-2022</c:v>
                </c:pt>
                <c:pt idx="13798">
                  <c:v>10-06-2022</c:v>
                </c:pt>
                <c:pt idx="13799">
                  <c:v>10-06-2022</c:v>
                </c:pt>
                <c:pt idx="13800">
                  <c:v>10-06-2022</c:v>
                </c:pt>
                <c:pt idx="13801">
                  <c:v>10-06-2022</c:v>
                </c:pt>
                <c:pt idx="13802">
                  <c:v>10-06-2022</c:v>
                </c:pt>
                <c:pt idx="13803">
                  <c:v>10-06-2022</c:v>
                </c:pt>
                <c:pt idx="13804">
                  <c:v>10-06-2022</c:v>
                </c:pt>
                <c:pt idx="13805">
                  <c:v>10-06-2022</c:v>
                </c:pt>
                <c:pt idx="13806">
                  <c:v>10-06-2022</c:v>
                </c:pt>
                <c:pt idx="13807">
                  <c:v>10-06-2022</c:v>
                </c:pt>
                <c:pt idx="13808">
                  <c:v>10-06-2022</c:v>
                </c:pt>
                <c:pt idx="13809">
                  <c:v>10-06-2022</c:v>
                </c:pt>
                <c:pt idx="13810">
                  <c:v>10-06-2022</c:v>
                </c:pt>
                <c:pt idx="13811">
                  <c:v>10-06-2022</c:v>
                </c:pt>
                <c:pt idx="13812">
                  <c:v>10-06-2022</c:v>
                </c:pt>
                <c:pt idx="13813">
                  <c:v>10-06-2022</c:v>
                </c:pt>
                <c:pt idx="13814">
                  <c:v>10-06-2022</c:v>
                </c:pt>
                <c:pt idx="13815">
                  <c:v>10-06-2022</c:v>
                </c:pt>
                <c:pt idx="13816">
                  <c:v>10-06-2022</c:v>
                </c:pt>
                <c:pt idx="13817">
                  <c:v>10-06-2022</c:v>
                </c:pt>
                <c:pt idx="13818">
                  <c:v>10-06-2022</c:v>
                </c:pt>
                <c:pt idx="13819">
                  <c:v>10-06-2022</c:v>
                </c:pt>
                <c:pt idx="13820">
                  <c:v>10-06-2022</c:v>
                </c:pt>
                <c:pt idx="13821">
                  <c:v>10-06-2022</c:v>
                </c:pt>
                <c:pt idx="13822">
                  <c:v>10-06-2022</c:v>
                </c:pt>
                <c:pt idx="13823">
                  <c:v>10-06-2022</c:v>
                </c:pt>
                <c:pt idx="13824">
                  <c:v>10-06-2022</c:v>
                </c:pt>
                <c:pt idx="13825">
                  <c:v>10-06-2022</c:v>
                </c:pt>
                <c:pt idx="13826">
                  <c:v>10-06-2022</c:v>
                </c:pt>
                <c:pt idx="13827">
                  <c:v>10-06-2022</c:v>
                </c:pt>
                <c:pt idx="13828">
                  <c:v>10-06-2022</c:v>
                </c:pt>
                <c:pt idx="13829">
                  <c:v>10-06-2022</c:v>
                </c:pt>
                <c:pt idx="13830">
                  <c:v>10-06-2022</c:v>
                </c:pt>
                <c:pt idx="13831">
                  <c:v>10-06-2022</c:v>
                </c:pt>
                <c:pt idx="13832">
                  <c:v>10-06-2022</c:v>
                </c:pt>
                <c:pt idx="13833">
                  <c:v>10-06-2022</c:v>
                </c:pt>
                <c:pt idx="13834">
                  <c:v>10-06-2022</c:v>
                </c:pt>
                <c:pt idx="13835">
                  <c:v>10-06-2022</c:v>
                </c:pt>
                <c:pt idx="13836">
                  <c:v>11-06-2022</c:v>
                </c:pt>
                <c:pt idx="13837">
                  <c:v>11-06-2022</c:v>
                </c:pt>
                <c:pt idx="13838">
                  <c:v>11-06-2022</c:v>
                </c:pt>
                <c:pt idx="13839">
                  <c:v>11-06-2022</c:v>
                </c:pt>
                <c:pt idx="13840">
                  <c:v>11-06-2022</c:v>
                </c:pt>
                <c:pt idx="13841">
                  <c:v>11-06-2022</c:v>
                </c:pt>
                <c:pt idx="13842">
                  <c:v>11-06-2022</c:v>
                </c:pt>
                <c:pt idx="13843">
                  <c:v>11-06-2022</c:v>
                </c:pt>
                <c:pt idx="13844">
                  <c:v>11-06-2022</c:v>
                </c:pt>
                <c:pt idx="13845">
                  <c:v>11-06-2022</c:v>
                </c:pt>
                <c:pt idx="13846">
                  <c:v>11-06-2022</c:v>
                </c:pt>
                <c:pt idx="13847">
                  <c:v>11-06-2022</c:v>
                </c:pt>
                <c:pt idx="13848">
                  <c:v>11-06-2022</c:v>
                </c:pt>
                <c:pt idx="13849">
                  <c:v>11-06-2022</c:v>
                </c:pt>
                <c:pt idx="13850">
                  <c:v>11-06-2022</c:v>
                </c:pt>
                <c:pt idx="13851">
                  <c:v>11-06-2022</c:v>
                </c:pt>
                <c:pt idx="13852">
                  <c:v>11-06-2022</c:v>
                </c:pt>
                <c:pt idx="13853">
                  <c:v>11-06-2022</c:v>
                </c:pt>
                <c:pt idx="13854">
                  <c:v>11-06-2022</c:v>
                </c:pt>
                <c:pt idx="13855">
                  <c:v>11-06-2022</c:v>
                </c:pt>
                <c:pt idx="13856">
                  <c:v>11-06-2022</c:v>
                </c:pt>
                <c:pt idx="13857">
                  <c:v>11-06-2022</c:v>
                </c:pt>
                <c:pt idx="13858">
                  <c:v>11-06-2022</c:v>
                </c:pt>
                <c:pt idx="13859">
                  <c:v>11-06-2022</c:v>
                </c:pt>
                <c:pt idx="13860">
                  <c:v>11-06-2022</c:v>
                </c:pt>
                <c:pt idx="13861">
                  <c:v>11-06-2022</c:v>
                </c:pt>
                <c:pt idx="13862">
                  <c:v>11-06-2022</c:v>
                </c:pt>
                <c:pt idx="13863">
                  <c:v>11-06-2022</c:v>
                </c:pt>
                <c:pt idx="13864">
                  <c:v>11-06-2022</c:v>
                </c:pt>
                <c:pt idx="13865">
                  <c:v>11-06-2022</c:v>
                </c:pt>
                <c:pt idx="13866">
                  <c:v>11-06-2022</c:v>
                </c:pt>
                <c:pt idx="13867">
                  <c:v>11-06-2022</c:v>
                </c:pt>
                <c:pt idx="13868">
                  <c:v>11-06-2022</c:v>
                </c:pt>
                <c:pt idx="13869">
                  <c:v>11-06-2022</c:v>
                </c:pt>
                <c:pt idx="13870">
                  <c:v>11-06-2022</c:v>
                </c:pt>
                <c:pt idx="13871">
                  <c:v>11-06-2022</c:v>
                </c:pt>
                <c:pt idx="13872">
                  <c:v>11-06-2022</c:v>
                </c:pt>
                <c:pt idx="13873">
                  <c:v>11-06-2022</c:v>
                </c:pt>
                <c:pt idx="13874">
                  <c:v>11-06-2022</c:v>
                </c:pt>
                <c:pt idx="13875">
                  <c:v>11-06-2022</c:v>
                </c:pt>
                <c:pt idx="13876">
                  <c:v>12-06-2022</c:v>
                </c:pt>
                <c:pt idx="13877">
                  <c:v>12-06-2022</c:v>
                </c:pt>
                <c:pt idx="13878">
                  <c:v>12-06-2022</c:v>
                </c:pt>
                <c:pt idx="13879">
                  <c:v>12-06-2022</c:v>
                </c:pt>
                <c:pt idx="13880">
                  <c:v>12-06-2022</c:v>
                </c:pt>
                <c:pt idx="13881">
                  <c:v>12-06-2022</c:v>
                </c:pt>
                <c:pt idx="13882">
                  <c:v>12-06-2022</c:v>
                </c:pt>
                <c:pt idx="13883">
                  <c:v>12-06-2022</c:v>
                </c:pt>
                <c:pt idx="13884">
                  <c:v>12-06-2022</c:v>
                </c:pt>
                <c:pt idx="13885">
                  <c:v>12-06-2022</c:v>
                </c:pt>
                <c:pt idx="13886">
                  <c:v>12-06-2022</c:v>
                </c:pt>
                <c:pt idx="13887">
                  <c:v>12-06-2022</c:v>
                </c:pt>
                <c:pt idx="13888">
                  <c:v>12-06-2022</c:v>
                </c:pt>
                <c:pt idx="13889">
                  <c:v>12-06-2022</c:v>
                </c:pt>
                <c:pt idx="13890">
                  <c:v>12-06-2022</c:v>
                </c:pt>
                <c:pt idx="13891">
                  <c:v>12-06-2022</c:v>
                </c:pt>
                <c:pt idx="13892">
                  <c:v>12-06-2022</c:v>
                </c:pt>
                <c:pt idx="13893">
                  <c:v>12-06-2022</c:v>
                </c:pt>
                <c:pt idx="13894">
                  <c:v>12-06-2022</c:v>
                </c:pt>
                <c:pt idx="13895">
                  <c:v>12-06-2022</c:v>
                </c:pt>
                <c:pt idx="13896">
                  <c:v>12-06-2022</c:v>
                </c:pt>
                <c:pt idx="13897">
                  <c:v>12-06-2022</c:v>
                </c:pt>
                <c:pt idx="13898">
                  <c:v>12-06-2022</c:v>
                </c:pt>
                <c:pt idx="13899">
                  <c:v>12-06-2022</c:v>
                </c:pt>
                <c:pt idx="13900">
                  <c:v>12-06-2022</c:v>
                </c:pt>
                <c:pt idx="13901">
                  <c:v>12-06-2022</c:v>
                </c:pt>
                <c:pt idx="13902">
                  <c:v>12-06-2022</c:v>
                </c:pt>
                <c:pt idx="13903">
                  <c:v>12-06-2022</c:v>
                </c:pt>
                <c:pt idx="13904">
                  <c:v>12-06-2022</c:v>
                </c:pt>
                <c:pt idx="13905">
                  <c:v>12-06-2022</c:v>
                </c:pt>
                <c:pt idx="13906">
                  <c:v>12-06-2022</c:v>
                </c:pt>
                <c:pt idx="13907">
                  <c:v>12-06-2022</c:v>
                </c:pt>
                <c:pt idx="13908">
                  <c:v>12-06-2022</c:v>
                </c:pt>
                <c:pt idx="13909">
                  <c:v>12-06-2022</c:v>
                </c:pt>
                <c:pt idx="13910">
                  <c:v>12-06-2022</c:v>
                </c:pt>
                <c:pt idx="13911">
                  <c:v>12-06-2022</c:v>
                </c:pt>
                <c:pt idx="13912">
                  <c:v>12-06-2022</c:v>
                </c:pt>
                <c:pt idx="13913">
                  <c:v>12-06-2022</c:v>
                </c:pt>
                <c:pt idx="13914">
                  <c:v>12-06-2022</c:v>
                </c:pt>
                <c:pt idx="13915">
                  <c:v>12-06-2022</c:v>
                </c:pt>
                <c:pt idx="13916">
                  <c:v>13-06-2022</c:v>
                </c:pt>
                <c:pt idx="13917">
                  <c:v>13-06-2022</c:v>
                </c:pt>
                <c:pt idx="13918">
                  <c:v>13-06-2022</c:v>
                </c:pt>
                <c:pt idx="13919">
                  <c:v>13-06-2022</c:v>
                </c:pt>
                <c:pt idx="13920">
                  <c:v>13-06-2022</c:v>
                </c:pt>
                <c:pt idx="13921">
                  <c:v>13-06-2022</c:v>
                </c:pt>
                <c:pt idx="13922">
                  <c:v>13-06-2022</c:v>
                </c:pt>
                <c:pt idx="13923">
                  <c:v>13-06-2022</c:v>
                </c:pt>
                <c:pt idx="13924">
                  <c:v>13-06-2022</c:v>
                </c:pt>
                <c:pt idx="13925">
                  <c:v>13-06-2022</c:v>
                </c:pt>
                <c:pt idx="13926">
                  <c:v>13-06-2022</c:v>
                </c:pt>
                <c:pt idx="13927">
                  <c:v>13-06-2022</c:v>
                </c:pt>
                <c:pt idx="13928">
                  <c:v>13-06-2022</c:v>
                </c:pt>
                <c:pt idx="13929">
                  <c:v>13-06-2022</c:v>
                </c:pt>
                <c:pt idx="13930">
                  <c:v>13-06-2022</c:v>
                </c:pt>
                <c:pt idx="13931">
                  <c:v>13-06-2022</c:v>
                </c:pt>
                <c:pt idx="13932">
                  <c:v>13-06-2022</c:v>
                </c:pt>
                <c:pt idx="13933">
                  <c:v>13-06-2022</c:v>
                </c:pt>
                <c:pt idx="13934">
                  <c:v>13-06-2022</c:v>
                </c:pt>
                <c:pt idx="13935">
                  <c:v>13-06-2022</c:v>
                </c:pt>
                <c:pt idx="13936">
                  <c:v>13-06-2022</c:v>
                </c:pt>
                <c:pt idx="13937">
                  <c:v>13-06-2022</c:v>
                </c:pt>
                <c:pt idx="13938">
                  <c:v>13-06-2022</c:v>
                </c:pt>
                <c:pt idx="13939">
                  <c:v>13-06-2022</c:v>
                </c:pt>
                <c:pt idx="13940">
                  <c:v>13-06-2022</c:v>
                </c:pt>
                <c:pt idx="13941">
                  <c:v>13-06-2022</c:v>
                </c:pt>
                <c:pt idx="13942">
                  <c:v>13-06-2022</c:v>
                </c:pt>
                <c:pt idx="13943">
                  <c:v>13-06-2022</c:v>
                </c:pt>
                <c:pt idx="13944">
                  <c:v>13-06-2022</c:v>
                </c:pt>
                <c:pt idx="13945">
                  <c:v>13-06-2022</c:v>
                </c:pt>
                <c:pt idx="13946">
                  <c:v>13-06-2022</c:v>
                </c:pt>
                <c:pt idx="13947">
                  <c:v>13-06-2022</c:v>
                </c:pt>
                <c:pt idx="13948">
                  <c:v>13-06-2022</c:v>
                </c:pt>
                <c:pt idx="13949">
                  <c:v>13-06-2022</c:v>
                </c:pt>
                <c:pt idx="13950">
                  <c:v>13-06-2022</c:v>
                </c:pt>
                <c:pt idx="13951">
                  <c:v>13-06-2022</c:v>
                </c:pt>
                <c:pt idx="13952">
                  <c:v>13-06-2022</c:v>
                </c:pt>
                <c:pt idx="13953">
                  <c:v>13-06-2022</c:v>
                </c:pt>
                <c:pt idx="13954">
                  <c:v>13-06-2022</c:v>
                </c:pt>
                <c:pt idx="13955">
                  <c:v>13-06-2022</c:v>
                </c:pt>
                <c:pt idx="13956">
                  <c:v>14-06-2022</c:v>
                </c:pt>
                <c:pt idx="13957">
                  <c:v>14-06-2022</c:v>
                </c:pt>
                <c:pt idx="13958">
                  <c:v>14-06-2022</c:v>
                </c:pt>
                <c:pt idx="13959">
                  <c:v>14-06-2022</c:v>
                </c:pt>
                <c:pt idx="13960">
                  <c:v>14-06-2022</c:v>
                </c:pt>
                <c:pt idx="13961">
                  <c:v>14-06-2022</c:v>
                </c:pt>
                <c:pt idx="13962">
                  <c:v>14-06-2022</c:v>
                </c:pt>
                <c:pt idx="13963">
                  <c:v>14-06-2022</c:v>
                </c:pt>
                <c:pt idx="13964">
                  <c:v>14-06-2022</c:v>
                </c:pt>
                <c:pt idx="13965">
                  <c:v>14-06-2022</c:v>
                </c:pt>
                <c:pt idx="13966">
                  <c:v>14-06-2022</c:v>
                </c:pt>
                <c:pt idx="13967">
                  <c:v>14-06-2022</c:v>
                </c:pt>
                <c:pt idx="13968">
                  <c:v>14-06-2022</c:v>
                </c:pt>
                <c:pt idx="13969">
                  <c:v>14-06-2022</c:v>
                </c:pt>
                <c:pt idx="13970">
                  <c:v>14-06-2022</c:v>
                </c:pt>
                <c:pt idx="13971">
                  <c:v>14-06-2022</c:v>
                </c:pt>
                <c:pt idx="13972">
                  <c:v>14-06-2022</c:v>
                </c:pt>
                <c:pt idx="13973">
                  <c:v>14-06-2022</c:v>
                </c:pt>
                <c:pt idx="13974">
                  <c:v>14-06-2022</c:v>
                </c:pt>
                <c:pt idx="13975">
                  <c:v>14-06-2022</c:v>
                </c:pt>
                <c:pt idx="13976">
                  <c:v>14-06-2022</c:v>
                </c:pt>
                <c:pt idx="13977">
                  <c:v>14-06-2022</c:v>
                </c:pt>
                <c:pt idx="13978">
                  <c:v>14-06-2022</c:v>
                </c:pt>
                <c:pt idx="13979">
                  <c:v>14-06-2022</c:v>
                </c:pt>
                <c:pt idx="13980">
                  <c:v>14-06-2022</c:v>
                </c:pt>
                <c:pt idx="13981">
                  <c:v>14-06-2022</c:v>
                </c:pt>
                <c:pt idx="13982">
                  <c:v>14-06-2022</c:v>
                </c:pt>
                <c:pt idx="13983">
                  <c:v>14-06-2022</c:v>
                </c:pt>
                <c:pt idx="13984">
                  <c:v>14-06-2022</c:v>
                </c:pt>
                <c:pt idx="13985">
                  <c:v>14-06-2022</c:v>
                </c:pt>
                <c:pt idx="13986">
                  <c:v>14-06-2022</c:v>
                </c:pt>
                <c:pt idx="13987">
                  <c:v>14-06-2022</c:v>
                </c:pt>
                <c:pt idx="13988">
                  <c:v>14-06-2022</c:v>
                </c:pt>
                <c:pt idx="13989">
                  <c:v>14-06-2022</c:v>
                </c:pt>
                <c:pt idx="13990">
                  <c:v>14-06-2022</c:v>
                </c:pt>
                <c:pt idx="13991">
                  <c:v>14-06-2022</c:v>
                </c:pt>
                <c:pt idx="13992">
                  <c:v>14-06-2022</c:v>
                </c:pt>
                <c:pt idx="13993">
                  <c:v>14-06-2022</c:v>
                </c:pt>
                <c:pt idx="13994">
                  <c:v>14-06-2022</c:v>
                </c:pt>
                <c:pt idx="13995">
                  <c:v>14-06-2022</c:v>
                </c:pt>
                <c:pt idx="13996">
                  <c:v>15-06-2022</c:v>
                </c:pt>
                <c:pt idx="13997">
                  <c:v>15-06-2022</c:v>
                </c:pt>
                <c:pt idx="13998">
                  <c:v>15-06-2022</c:v>
                </c:pt>
                <c:pt idx="13999">
                  <c:v>15-06-2022</c:v>
                </c:pt>
                <c:pt idx="14000">
                  <c:v>15-06-2022</c:v>
                </c:pt>
                <c:pt idx="14001">
                  <c:v>15-06-2022</c:v>
                </c:pt>
                <c:pt idx="14002">
                  <c:v>15-06-2022</c:v>
                </c:pt>
                <c:pt idx="14003">
                  <c:v>15-06-2022</c:v>
                </c:pt>
                <c:pt idx="14004">
                  <c:v>15-06-2022</c:v>
                </c:pt>
                <c:pt idx="14005">
                  <c:v>15-06-2022</c:v>
                </c:pt>
                <c:pt idx="14006">
                  <c:v>15-06-2022</c:v>
                </c:pt>
                <c:pt idx="14007">
                  <c:v>15-06-2022</c:v>
                </c:pt>
                <c:pt idx="14008">
                  <c:v>15-06-2022</c:v>
                </c:pt>
                <c:pt idx="14009">
                  <c:v>15-06-2022</c:v>
                </c:pt>
                <c:pt idx="14010">
                  <c:v>15-06-2022</c:v>
                </c:pt>
                <c:pt idx="14011">
                  <c:v>15-06-2022</c:v>
                </c:pt>
                <c:pt idx="14012">
                  <c:v>15-06-2022</c:v>
                </c:pt>
                <c:pt idx="14013">
                  <c:v>15-06-2022</c:v>
                </c:pt>
                <c:pt idx="14014">
                  <c:v>15-06-2022</c:v>
                </c:pt>
                <c:pt idx="14015">
                  <c:v>15-06-2022</c:v>
                </c:pt>
                <c:pt idx="14016">
                  <c:v>15-06-2022</c:v>
                </c:pt>
                <c:pt idx="14017">
                  <c:v>15-06-2022</c:v>
                </c:pt>
                <c:pt idx="14018">
                  <c:v>15-06-2022</c:v>
                </c:pt>
                <c:pt idx="14019">
                  <c:v>15-06-2022</c:v>
                </c:pt>
                <c:pt idx="14020">
                  <c:v>15-06-2022</c:v>
                </c:pt>
                <c:pt idx="14021">
                  <c:v>15-06-2022</c:v>
                </c:pt>
                <c:pt idx="14022">
                  <c:v>15-06-2022</c:v>
                </c:pt>
                <c:pt idx="14023">
                  <c:v>15-06-2022</c:v>
                </c:pt>
                <c:pt idx="14024">
                  <c:v>15-06-2022</c:v>
                </c:pt>
                <c:pt idx="14025">
                  <c:v>15-06-2022</c:v>
                </c:pt>
                <c:pt idx="14026">
                  <c:v>15-06-2022</c:v>
                </c:pt>
                <c:pt idx="14027">
                  <c:v>15-06-2022</c:v>
                </c:pt>
                <c:pt idx="14028">
                  <c:v>15-06-2022</c:v>
                </c:pt>
                <c:pt idx="14029">
                  <c:v>15-06-2022</c:v>
                </c:pt>
                <c:pt idx="14030">
                  <c:v>15-06-2022</c:v>
                </c:pt>
                <c:pt idx="14031">
                  <c:v>15-06-2022</c:v>
                </c:pt>
                <c:pt idx="14032">
                  <c:v>15-06-2022</c:v>
                </c:pt>
                <c:pt idx="14033">
                  <c:v>15-06-2022</c:v>
                </c:pt>
                <c:pt idx="14034">
                  <c:v>15-06-2022</c:v>
                </c:pt>
                <c:pt idx="14035">
                  <c:v>15-06-2022</c:v>
                </c:pt>
                <c:pt idx="14036">
                  <c:v>16-06-2022</c:v>
                </c:pt>
                <c:pt idx="14037">
                  <c:v>16-06-2022</c:v>
                </c:pt>
                <c:pt idx="14038">
                  <c:v>16-06-2022</c:v>
                </c:pt>
                <c:pt idx="14039">
                  <c:v>16-06-2022</c:v>
                </c:pt>
                <c:pt idx="14040">
                  <c:v>16-06-2022</c:v>
                </c:pt>
                <c:pt idx="14041">
                  <c:v>16-06-2022</c:v>
                </c:pt>
                <c:pt idx="14042">
                  <c:v>16-06-2022</c:v>
                </c:pt>
                <c:pt idx="14043">
                  <c:v>16-06-2022</c:v>
                </c:pt>
                <c:pt idx="14044">
                  <c:v>16-06-2022</c:v>
                </c:pt>
                <c:pt idx="14045">
                  <c:v>16-06-2022</c:v>
                </c:pt>
                <c:pt idx="14046">
                  <c:v>16-06-2022</c:v>
                </c:pt>
                <c:pt idx="14047">
                  <c:v>16-06-2022</c:v>
                </c:pt>
                <c:pt idx="14048">
                  <c:v>16-06-2022</c:v>
                </c:pt>
                <c:pt idx="14049">
                  <c:v>16-06-2022</c:v>
                </c:pt>
                <c:pt idx="14050">
                  <c:v>16-06-2022</c:v>
                </c:pt>
                <c:pt idx="14051">
                  <c:v>16-06-2022</c:v>
                </c:pt>
                <c:pt idx="14052">
                  <c:v>16-06-2022</c:v>
                </c:pt>
                <c:pt idx="14053">
                  <c:v>16-06-2022</c:v>
                </c:pt>
                <c:pt idx="14054">
                  <c:v>16-06-2022</c:v>
                </c:pt>
                <c:pt idx="14055">
                  <c:v>16-06-2022</c:v>
                </c:pt>
                <c:pt idx="14056">
                  <c:v>16-06-2022</c:v>
                </c:pt>
                <c:pt idx="14057">
                  <c:v>16-06-2022</c:v>
                </c:pt>
                <c:pt idx="14058">
                  <c:v>16-06-2022</c:v>
                </c:pt>
                <c:pt idx="14059">
                  <c:v>16-06-2022</c:v>
                </c:pt>
                <c:pt idx="14060">
                  <c:v>16-06-2022</c:v>
                </c:pt>
                <c:pt idx="14061">
                  <c:v>16-06-2022</c:v>
                </c:pt>
                <c:pt idx="14062">
                  <c:v>16-06-2022</c:v>
                </c:pt>
                <c:pt idx="14063">
                  <c:v>16-06-2022</c:v>
                </c:pt>
                <c:pt idx="14064">
                  <c:v>16-06-2022</c:v>
                </c:pt>
                <c:pt idx="14065">
                  <c:v>16-06-2022</c:v>
                </c:pt>
                <c:pt idx="14066">
                  <c:v>16-06-2022</c:v>
                </c:pt>
                <c:pt idx="14067">
                  <c:v>16-06-2022</c:v>
                </c:pt>
                <c:pt idx="14068">
                  <c:v>16-06-2022</c:v>
                </c:pt>
                <c:pt idx="14069">
                  <c:v>16-06-2022</c:v>
                </c:pt>
                <c:pt idx="14070">
                  <c:v>16-06-2022</c:v>
                </c:pt>
                <c:pt idx="14071">
                  <c:v>16-06-2022</c:v>
                </c:pt>
                <c:pt idx="14072">
                  <c:v>16-06-2022</c:v>
                </c:pt>
                <c:pt idx="14073">
                  <c:v>16-06-2022</c:v>
                </c:pt>
                <c:pt idx="14074">
                  <c:v>16-06-2022</c:v>
                </c:pt>
                <c:pt idx="14075">
                  <c:v>16-06-2022</c:v>
                </c:pt>
                <c:pt idx="14076">
                  <c:v>17-06-2022</c:v>
                </c:pt>
                <c:pt idx="14077">
                  <c:v>17-06-2022</c:v>
                </c:pt>
                <c:pt idx="14078">
                  <c:v>17-06-2022</c:v>
                </c:pt>
                <c:pt idx="14079">
                  <c:v>17-06-2022</c:v>
                </c:pt>
                <c:pt idx="14080">
                  <c:v>17-06-2022</c:v>
                </c:pt>
                <c:pt idx="14081">
                  <c:v>17-06-2022</c:v>
                </c:pt>
                <c:pt idx="14082">
                  <c:v>17-06-2022</c:v>
                </c:pt>
                <c:pt idx="14083">
                  <c:v>17-06-2022</c:v>
                </c:pt>
                <c:pt idx="14084">
                  <c:v>17-06-2022</c:v>
                </c:pt>
                <c:pt idx="14085">
                  <c:v>17-06-2022</c:v>
                </c:pt>
                <c:pt idx="14086">
                  <c:v>17-06-2022</c:v>
                </c:pt>
                <c:pt idx="14087">
                  <c:v>17-06-2022</c:v>
                </c:pt>
                <c:pt idx="14088">
                  <c:v>17-06-2022</c:v>
                </c:pt>
                <c:pt idx="14089">
                  <c:v>17-06-2022</c:v>
                </c:pt>
                <c:pt idx="14090">
                  <c:v>17-06-2022</c:v>
                </c:pt>
                <c:pt idx="14091">
                  <c:v>17-06-2022</c:v>
                </c:pt>
                <c:pt idx="14092">
                  <c:v>17-06-2022</c:v>
                </c:pt>
                <c:pt idx="14093">
                  <c:v>17-06-2022</c:v>
                </c:pt>
                <c:pt idx="14094">
                  <c:v>17-06-2022</c:v>
                </c:pt>
                <c:pt idx="14095">
                  <c:v>17-06-2022</c:v>
                </c:pt>
                <c:pt idx="14096">
                  <c:v>17-06-2022</c:v>
                </c:pt>
                <c:pt idx="14097">
                  <c:v>17-06-2022</c:v>
                </c:pt>
                <c:pt idx="14098">
                  <c:v>17-06-2022</c:v>
                </c:pt>
                <c:pt idx="14099">
                  <c:v>17-06-2022</c:v>
                </c:pt>
                <c:pt idx="14100">
                  <c:v>17-06-2022</c:v>
                </c:pt>
                <c:pt idx="14101">
                  <c:v>17-06-2022</c:v>
                </c:pt>
                <c:pt idx="14102">
                  <c:v>17-06-2022</c:v>
                </c:pt>
                <c:pt idx="14103">
                  <c:v>17-06-2022</c:v>
                </c:pt>
                <c:pt idx="14104">
                  <c:v>17-06-2022</c:v>
                </c:pt>
                <c:pt idx="14105">
                  <c:v>17-06-2022</c:v>
                </c:pt>
                <c:pt idx="14106">
                  <c:v>17-06-2022</c:v>
                </c:pt>
                <c:pt idx="14107">
                  <c:v>17-06-2022</c:v>
                </c:pt>
                <c:pt idx="14108">
                  <c:v>17-06-2022</c:v>
                </c:pt>
                <c:pt idx="14109">
                  <c:v>17-06-2022</c:v>
                </c:pt>
                <c:pt idx="14110">
                  <c:v>17-06-2022</c:v>
                </c:pt>
                <c:pt idx="14111">
                  <c:v>17-06-2022</c:v>
                </c:pt>
                <c:pt idx="14112">
                  <c:v>17-06-2022</c:v>
                </c:pt>
                <c:pt idx="14113">
                  <c:v>17-06-2022</c:v>
                </c:pt>
                <c:pt idx="14114">
                  <c:v>17-06-2022</c:v>
                </c:pt>
                <c:pt idx="14115">
                  <c:v>17-06-2022</c:v>
                </c:pt>
                <c:pt idx="14116">
                  <c:v>20-06-2022</c:v>
                </c:pt>
                <c:pt idx="14117">
                  <c:v>20-06-2022</c:v>
                </c:pt>
                <c:pt idx="14118">
                  <c:v>20-06-2022</c:v>
                </c:pt>
                <c:pt idx="14119">
                  <c:v>20-06-2022</c:v>
                </c:pt>
                <c:pt idx="14120">
                  <c:v>20-06-2022</c:v>
                </c:pt>
                <c:pt idx="14121">
                  <c:v>20-06-2022</c:v>
                </c:pt>
                <c:pt idx="14122">
                  <c:v>20-06-2022</c:v>
                </c:pt>
                <c:pt idx="14123">
                  <c:v>20-06-2022</c:v>
                </c:pt>
                <c:pt idx="14124">
                  <c:v>20-06-2022</c:v>
                </c:pt>
                <c:pt idx="14125">
                  <c:v>20-06-2022</c:v>
                </c:pt>
                <c:pt idx="14126">
                  <c:v>20-06-2022</c:v>
                </c:pt>
                <c:pt idx="14127">
                  <c:v>20-06-2022</c:v>
                </c:pt>
                <c:pt idx="14128">
                  <c:v>20-06-2022</c:v>
                </c:pt>
                <c:pt idx="14129">
                  <c:v>20-06-2022</c:v>
                </c:pt>
                <c:pt idx="14130">
                  <c:v>20-06-2022</c:v>
                </c:pt>
                <c:pt idx="14131">
                  <c:v>20-06-2022</c:v>
                </c:pt>
                <c:pt idx="14132">
                  <c:v>20-06-2022</c:v>
                </c:pt>
                <c:pt idx="14133">
                  <c:v>20-06-2022</c:v>
                </c:pt>
                <c:pt idx="14134">
                  <c:v>20-06-2022</c:v>
                </c:pt>
                <c:pt idx="14135">
                  <c:v>20-06-2022</c:v>
                </c:pt>
                <c:pt idx="14136">
                  <c:v>20-06-2022</c:v>
                </c:pt>
                <c:pt idx="14137">
                  <c:v>20-06-2022</c:v>
                </c:pt>
                <c:pt idx="14138">
                  <c:v>20-06-2022</c:v>
                </c:pt>
                <c:pt idx="14139">
                  <c:v>20-06-2022</c:v>
                </c:pt>
                <c:pt idx="14140">
                  <c:v>20-06-2022</c:v>
                </c:pt>
                <c:pt idx="14141">
                  <c:v>20-06-2022</c:v>
                </c:pt>
                <c:pt idx="14142">
                  <c:v>20-06-2022</c:v>
                </c:pt>
                <c:pt idx="14143">
                  <c:v>20-06-2022</c:v>
                </c:pt>
                <c:pt idx="14144">
                  <c:v>20-06-2022</c:v>
                </c:pt>
                <c:pt idx="14145">
                  <c:v>20-06-2022</c:v>
                </c:pt>
                <c:pt idx="14146">
                  <c:v>20-06-2022</c:v>
                </c:pt>
                <c:pt idx="14147">
                  <c:v>20-06-2022</c:v>
                </c:pt>
                <c:pt idx="14148">
                  <c:v>20-06-2022</c:v>
                </c:pt>
                <c:pt idx="14149">
                  <c:v>20-06-2022</c:v>
                </c:pt>
                <c:pt idx="14150">
                  <c:v>20-06-2022</c:v>
                </c:pt>
                <c:pt idx="14151">
                  <c:v>20-06-2022</c:v>
                </c:pt>
                <c:pt idx="14152">
                  <c:v>20-06-2022</c:v>
                </c:pt>
                <c:pt idx="14153">
                  <c:v>20-06-2022</c:v>
                </c:pt>
                <c:pt idx="14154">
                  <c:v>20-06-2022</c:v>
                </c:pt>
                <c:pt idx="14155">
                  <c:v>20-06-2022</c:v>
                </c:pt>
                <c:pt idx="14156">
                  <c:v>21-06-2022</c:v>
                </c:pt>
                <c:pt idx="14157">
                  <c:v>21-06-2022</c:v>
                </c:pt>
                <c:pt idx="14158">
                  <c:v>21-06-2022</c:v>
                </c:pt>
                <c:pt idx="14159">
                  <c:v>21-06-2022</c:v>
                </c:pt>
                <c:pt idx="14160">
                  <c:v>21-06-2022</c:v>
                </c:pt>
                <c:pt idx="14161">
                  <c:v>21-06-2022</c:v>
                </c:pt>
                <c:pt idx="14162">
                  <c:v>21-06-2022</c:v>
                </c:pt>
                <c:pt idx="14163">
                  <c:v>21-06-2022</c:v>
                </c:pt>
                <c:pt idx="14164">
                  <c:v>21-06-2022</c:v>
                </c:pt>
                <c:pt idx="14165">
                  <c:v>21-06-2022</c:v>
                </c:pt>
                <c:pt idx="14166">
                  <c:v>21-06-2022</c:v>
                </c:pt>
                <c:pt idx="14167">
                  <c:v>21-06-2022</c:v>
                </c:pt>
                <c:pt idx="14168">
                  <c:v>21-06-2022</c:v>
                </c:pt>
                <c:pt idx="14169">
                  <c:v>21-06-2022</c:v>
                </c:pt>
                <c:pt idx="14170">
                  <c:v>21-06-2022</c:v>
                </c:pt>
                <c:pt idx="14171">
                  <c:v>21-06-2022</c:v>
                </c:pt>
                <c:pt idx="14172">
                  <c:v>21-06-2022</c:v>
                </c:pt>
                <c:pt idx="14173">
                  <c:v>21-06-2022</c:v>
                </c:pt>
                <c:pt idx="14174">
                  <c:v>21-06-2022</c:v>
                </c:pt>
                <c:pt idx="14175">
                  <c:v>21-06-2022</c:v>
                </c:pt>
                <c:pt idx="14176">
                  <c:v>21-06-2022</c:v>
                </c:pt>
                <c:pt idx="14177">
                  <c:v>21-06-2022</c:v>
                </c:pt>
                <c:pt idx="14178">
                  <c:v>21-06-2022</c:v>
                </c:pt>
                <c:pt idx="14179">
                  <c:v>21-06-2022</c:v>
                </c:pt>
                <c:pt idx="14180">
                  <c:v>21-06-2022</c:v>
                </c:pt>
                <c:pt idx="14181">
                  <c:v>21-06-2022</c:v>
                </c:pt>
                <c:pt idx="14182">
                  <c:v>21-06-2022</c:v>
                </c:pt>
                <c:pt idx="14183">
                  <c:v>21-06-2022</c:v>
                </c:pt>
                <c:pt idx="14184">
                  <c:v>21-06-2022</c:v>
                </c:pt>
                <c:pt idx="14185">
                  <c:v>21-06-2022</c:v>
                </c:pt>
                <c:pt idx="14186">
                  <c:v>21-06-2022</c:v>
                </c:pt>
                <c:pt idx="14187">
                  <c:v>21-06-2022</c:v>
                </c:pt>
                <c:pt idx="14188">
                  <c:v>21-06-2022</c:v>
                </c:pt>
                <c:pt idx="14189">
                  <c:v>21-06-2022</c:v>
                </c:pt>
                <c:pt idx="14190">
                  <c:v>21-06-2022</c:v>
                </c:pt>
                <c:pt idx="14191">
                  <c:v>21-06-2022</c:v>
                </c:pt>
                <c:pt idx="14192">
                  <c:v>21-06-2022</c:v>
                </c:pt>
                <c:pt idx="14193">
                  <c:v>21-06-2022</c:v>
                </c:pt>
                <c:pt idx="14194">
                  <c:v>21-06-2022</c:v>
                </c:pt>
                <c:pt idx="14195">
                  <c:v>21-06-2022</c:v>
                </c:pt>
              </c:strCache>
            </c:strRef>
          </c:cat>
          <c:val>
            <c:numRef>
              <c:f>ContractWiseTrade!$I$5:$I$14200</c:f>
              <c:numCache>
                <c:formatCode>General</c:formatCode>
                <c:ptCount val="14196"/>
                <c:pt idx="0">
                  <c:v>1.1924999999999999</c:v>
                </c:pt>
                <c:pt idx="1">
                  <c:v>1.5325</c:v>
                </c:pt>
                <c:pt idx="2">
                  <c:v>1.8825000000000001</c:v>
                </c:pt>
                <c:pt idx="3">
                  <c:v>2.2850000000000001</c:v>
                </c:pt>
                <c:pt idx="4">
                  <c:v>2.6675</c:v>
                </c:pt>
                <c:pt idx="5">
                  <c:v>3.0825</c:v>
                </c:pt>
                <c:pt idx="6">
                  <c:v>15.98</c:v>
                </c:pt>
                <c:pt idx="7">
                  <c:v>16.335000000000001</c:v>
                </c:pt>
                <c:pt idx="8">
                  <c:v>29.18</c:v>
                </c:pt>
                <c:pt idx="9">
                  <c:v>28.36</c:v>
                </c:pt>
                <c:pt idx="10">
                  <c:v>37.277500000000003</c:v>
                </c:pt>
                <c:pt idx="11">
                  <c:v>45.057499999999997</c:v>
                </c:pt>
                <c:pt idx="12">
                  <c:v>50.247500000000002</c:v>
                </c:pt>
                <c:pt idx="13">
                  <c:v>57.877499999999998</c:v>
                </c:pt>
                <c:pt idx="14">
                  <c:v>65.567499999999995</c:v>
                </c:pt>
                <c:pt idx="15">
                  <c:v>70.647499999999994</c:v>
                </c:pt>
                <c:pt idx="16">
                  <c:v>83.275000000000006</c:v>
                </c:pt>
                <c:pt idx="17">
                  <c:v>95.772499999999994</c:v>
                </c:pt>
                <c:pt idx="18">
                  <c:v>100.78</c:v>
                </c:pt>
                <c:pt idx="19">
                  <c:v>103.35</c:v>
                </c:pt>
                <c:pt idx="20">
                  <c:v>95.8</c:v>
                </c:pt>
                <c:pt idx="21">
                  <c:v>104.51</c:v>
                </c:pt>
                <c:pt idx="22">
                  <c:v>101.973</c:v>
                </c:pt>
                <c:pt idx="23">
                  <c:v>99.415000000000006</c:v>
                </c:pt>
                <c:pt idx="24">
                  <c:v>91.784999999999997</c:v>
                </c:pt>
                <c:pt idx="25">
                  <c:v>96.564999999999998</c:v>
                </c:pt>
                <c:pt idx="26">
                  <c:v>96.467500000000001</c:v>
                </c:pt>
                <c:pt idx="27">
                  <c:v>96.372500000000002</c:v>
                </c:pt>
                <c:pt idx="28">
                  <c:v>91.112499999999997</c:v>
                </c:pt>
                <c:pt idx="29">
                  <c:v>103.422</c:v>
                </c:pt>
                <c:pt idx="30">
                  <c:v>111.855</c:v>
                </c:pt>
                <c:pt idx="31">
                  <c:v>114.203</c:v>
                </c:pt>
                <c:pt idx="32">
                  <c:v>104.068</c:v>
                </c:pt>
                <c:pt idx="33">
                  <c:v>112.16500000000001</c:v>
                </c:pt>
                <c:pt idx="34">
                  <c:v>114.49299999999999</c:v>
                </c:pt>
                <c:pt idx="35">
                  <c:v>111.66500000000001</c:v>
                </c:pt>
                <c:pt idx="36">
                  <c:v>100.45</c:v>
                </c:pt>
                <c:pt idx="37">
                  <c:v>106.483</c:v>
                </c:pt>
                <c:pt idx="38">
                  <c:v>96.287499999999994</c:v>
                </c:pt>
                <c:pt idx="39">
                  <c:v>93.66</c:v>
                </c:pt>
                <c:pt idx="40">
                  <c:v>0.76749999999999996</c:v>
                </c:pt>
                <c:pt idx="41">
                  <c:v>1.0825</c:v>
                </c:pt>
                <c:pt idx="42">
                  <c:v>1.4075</c:v>
                </c:pt>
                <c:pt idx="43">
                  <c:v>1.7849999999999999</c:v>
                </c:pt>
                <c:pt idx="44">
                  <c:v>30.567499999999999</c:v>
                </c:pt>
                <c:pt idx="45">
                  <c:v>33.457500000000003</c:v>
                </c:pt>
                <c:pt idx="46">
                  <c:v>38.83</c:v>
                </c:pt>
                <c:pt idx="47">
                  <c:v>39.185000000000002</c:v>
                </c:pt>
                <c:pt idx="48">
                  <c:v>37.005000000000003</c:v>
                </c:pt>
                <c:pt idx="49">
                  <c:v>34.884999999999998</c:v>
                </c:pt>
                <c:pt idx="50">
                  <c:v>37.527500000000003</c:v>
                </c:pt>
                <c:pt idx="51">
                  <c:v>44.0075</c:v>
                </c:pt>
                <c:pt idx="52">
                  <c:v>51.672499999999999</c:v>
                </c:pt>
                <c:pt idx="53">
                  <c:v>64.227500000000006</c:v>
                </c:pt>
                <c:pt idx="54">
                  <c:v>73.092500000000001</c:v>
                </c:pt>
                <c:pt idx="55">
                  <c:v>81.972499999999997</c:v>
                </c:pt>
                <c:pt idx="56">
                  <c:v>92.15</c:v>
                </c:pt>
                <c:pt idx="57">
                  <c:v>100.923</c:v>
                </c:pt>
                <c:pt idx="58">
                  <c:v>105.955</c:v>
                </c:pt>
                <c:pt idx="59">
                  <c:v>111.075</c:v>
                </c:pt>
                <c:pt idx="60">
                  <c:v>111.02500000000001</c:v>
                </c:pt>
                <c:pt idx="61">
                  <c:v>113.51</c:v>
                </c:pt>
                <c:pt idx="62">
                  <c:v>113.473</c:v>
                </c:pt>
                <c:pt idx="63">
                  <c:v>113.41500000000001</c:v>
                </c:pt>
                <c:pt idx="64">
                  <c:v>113.36</c:v>
                </c:pt>
                <c:pt idx="65">
                  <c:v>115.69</c:v>
                </c:pt>
                <c:pt idx="66">
                  <c:v>114.36799999999999</c:v>
                </c:pt>
                <c:pt idx="67">
                  <c:v>115.57299999999999</c:v>
                </c:pt>
                <c:pt idx="68">
                  <c:v>114.063</c:v>
                </c:pt>
                <c:pt idx="69">
                  <c:v>117.623</c:v>
                </c:pt>
                <c:pt idx="70">
                  <c:v>119.78</c:v>
                </c:pt>
                <c:pt idx="71">
                  <c:v>119.628</c:v>
                </c:pt>
                <c:pt idx="72">
                  <c:v>121.99299999999999</c:v>
                </c:pt>
                <c:pt idx="73">
                  <c:v>124.265</c:v>
                </c:pt>
                <c:pt idx="74">
                  <c:v>122.61799999999999</c:v>
                </c:pt>
                <c:pt idx="75">
                  <c:v>119.69</c:v>
                </c:pt>
                <c:pt idx="76">
                  <c:v>114.45</c:v>
                </c:pt>
                <c:pt idx="77">
                  <c:v>113.033</c:v>
                </c:pt>
                <c:pt idx="78">
                  <c:v>62.212499999999999</c:v>
                </c:pt>
                <c:pt idx="79">
                  <c:v>59.46</c:v>
                </c:pt>
                <c:pt idx="80" formatCode="0.00">
                  <c:v>0</c:v>
                </c:pt>
                <c:pt idx="81" formatCode="0.00">
                  <c:v>0</c:v>
                </c:pt>
                <c:pt idx="82" formatCode="0.00">
                  <c:v>0</c:v>
                </c:pt>
                <c:pt idx="83" formatCode="0.00">
                  <c:v>0</c:v>
                </c:pt>
                <c:pt idx="84" formatCode="0.00">
                  <c:v>0</c:v>
                </c:pt>
                <c:pt idx="85" formatCode="0.00">
                  <c:v>0</c:v>
                </c:pt>
                <c:pt idx="86">
                  <c:v>1.3674999999999999</c:v>
                </c:pt>
                <c:pt idx="87">
                  <c:v>1.8125</c:v>
                </c:pt>
                <c:pt idx="88">
                  <c:v>2.2599999999999998</c:v>
                </c:pt>
                <c:pt idx="89">
                  <c:v>2.7949999999999999</c:v>
                </c:pt>
                <c:pt idx="90">
                  <c:v>3.2675000000000001</c:v>
                </c:pt>
                <c:pt idx="91">
                  <c:v>3.8</c:v>
                </c:pt>
                <c:pt idx="92">
                  <c:v>4.3375000000000004</c:v>
                </c:pt>
                <c:pt idx="93">
                  <c:v>4.8174999999999999</c:v>
                </c:pt>
                <c:pt idx="94">
                  <c:v>6.25</c:v>
                </c:pt>
                <c:pt idx="95">
                  <c:v>6.7649999999999997</c:v>
                </c:pt>
                <c:pt idx="96">
                  <c:v>7.0449999999999999</c:v>
                </c:pt>
                <c:pt idx="97">
                  <c:v>7.4050000000000002</c:v>
                </c:pt>
                <c:pt idx="98">
                  <c:v>165</c:v>
                </c:pt>
                <c:pt idx="99">
                  <c:v>165</c:v>
                </c:pt>
                <c:pt idx="100">
                  <c:v>177.5</c:v>
                </c:pt>
                <c:pt idx="101">
                  <c:v>177.5</c:v>
                </c:pt>
                <c:pt idx="102">
                  <c:v>177.5</c:v>
                </c:pt>
                <c:pt idx="103">
                  <c:v>177.5</c:v>
                </c:pt>
                <c:pt idx="104">
                  <c:v>177.5</c:v>
                </c:pt>
                <c:pt idx="105">
                  <c:v>177.5</c:v>
                </c:pt>
                <c:pt idx="106">
                  <c:v>185</c:v>
                </c:pt>
                <c:pt idx="107">
                  <c:v>185</c:v>
                </c:pt>
                <c:pt idx="108">
                  <c:v>185</c:v>
                </c:pt>
                <c:pt idx="109">
                  <c:v>182.5</c:v>
                </c:pt>
                <c:pt idx="110">
                  <c:v>182.5</c:v>
                </c:pt>
                <c:pt idx="111">
                  <c:v>182.5</c:v>
                </c:pt>
                <c:pt idx="112">
                  <c:v>187.5</c:v>
                </c:pt>
                <c:pt idx="113">
                  <c:v>187.5</c:v>
                </c:pt>
                <c:pt idx="114">
                  <c:v>182.5</c:v>
                </c:pt>
                <c:pt idx="115">
                  <c:v>182.5</c:v>
                </c:pt>
                <c:pt idx="116">
                  <c:v>182.5</c:v>
                </c:pt>
                <c:pt idx="117">
                  <c:v>182.5</c:v>
                </c:pt>
                <c:pt idx="118">
                  <c:v>31.237500000000001</c:v>
                </c:pt>
                <c:pt idx="119">
                  <c:v>30.945</c:v>
                </c:pt>
                <c:pt idx="120">
                  <c:v>30.432500000000001</c:v>
                </c:pt>
                <c:pt idx="121">
                  <c:v>29.92</c:v>
                </c:pt>
                <c:pt idx="122">
                  <c:v>28.837499999999999</c:v>
                </c:pt>
                <c:pt idx="123">
                  <c:v>28.552499999999998</c:v>
                </c:pt>
                <c:pt idx="124">
                  <c:v>28.184999999999999</c:v>
                </c:pt>
                <c:pt idx="125">
                  <c:v>27.737500000000001</c:v>
                </c:pt>
                <c:pt idx="126" formatCode="0.00">
                  <c:v>0</c:v>
                </c:pt>
                <c:pt idx="127" formatCode="0.00">
                  <c:v>0</c:v>
                </c:pt>
                <c:pt idx="128" formatCode="0.00">
                  <c:v>0</c:v>
                </c:pt>
                <c:pt idx="129" formatCode="0.00">
                  <c:v>0</c:v>
                </c:pt>
                <c:pt idx="130" formatCode="0.00">
                  <c:v>0</c:v>
                </c:pt>
                <c:pt idx="131" formatCode="0.00">
                  <c:v>0</c:v>
                </c:pt>
                <c:pt idx="132" formatCode="0.00">
                  <c:v>0</c:v>
                </c:pt>
                <c:pt idx="133" formatCode="0.00">
                  <c:v>0</c:v>
                </c:pt>
                <c:pt idx="134" formatCode="0.00">
                  <c:v>0</c:v>
                </c:pt>
                <c:pt idx="135">
                  <c:v>5.5E-2</c:v>
                </c:pt>
                <c:pt idx="136">
                  <c:v>0.13250000000000001</c:v>
                </c:pt>
                <c:pt idx="137">
                  <c:v>0.35249999999999998</c:v>
                </c:pt>
                <c:pt idx="138">
                  <c:v>0.66249999999999998</c:v>
                </c:pt>
                <c:pt idx="139">
                  <c:v>1.21</c:v>
                </c:pt>
                <c:pt idx="140">
                  <c:v>1.5925</c:v>
                </c:pt>
                <c:pt idx="141">
                  <c:v>1.99</c:v>
                </c:pt>
                <c:pt idx="142">
                  <c:v>2.4175</c:v>
                </c:pt>
                <c:pt idx="143">
                  <c:v>2.835</c:v>
                </c:pt>
                <c:pt idx="144">
                  <c:v>15.5875</c:v>
                </c:pt>
                <c:pt idx="145">
                  <c:v>54.314999999999998</c:v>
                </c:pt>
                <c:pt idx="146">
                  <c:v>60.95</c:v>
                </c:pt>
                <c:pt idx="147">
                  <c:v>65.077500000000001</c:v>
                </c:pt>
                <c:pt idx="148">
                  <c:v>69.297499999999999</c:v>
                </c:pt>
                <c:pt idx="149">
                  <c:v>70.777500000000003</c:v>
                </c:pt>
                <c:pt idx="150">
                  <c:v>76.032499999999999</c:v>
                </c:pt>
                <c:pt idx="151">
                  <c:v>83.732500000000002</c:v>
                </c:pt>
                <c:pt idx="152">
                  <c:v>93.91</c:v>
                </c:pt>
                <c:pt idx="153">
                  <c:v>102.82299999999999</c:v>
                </c:pt>
                <c:pt idx="154">
                  <c:v>110.422</c:v>
                </c:pt>
                <c:pt idx="155">
                  <c:v>117.98</c:v>
                </c:pt>
                <c:pt idx="156">
                  <c:v>125.53</c:v>
                </c:pt>
                <c:pt idx="157">
                  <c:v>130.53</c:v>
                </c:pt>
                <c:pt idx="158">
                  <c:v>138.08500000000001</c:v>
                </c:pt>
                <c:pt idx="159">
                  <c:v>135.613</c:v>
                </c:pt>
                <c:pt idx="160">
                  <c:v>139.29</c:v>
                </c:pt>
                <c:pt idx="161">
                  <c:v>136.79</c:v>
                </c:pt>
                <c:pt idx="162">
                  <c:v>140.523</c:v>
                </c:pt>
                <c:pt idx="163">
                  <c:v>136.46299999999999</c:v>
                </c:pt>
                <c:pt idx="164">
                  <c:v>131.40299999999999</c:v>
                </c:pt>
                <c:pt idx="165">
                  <c:v>128.84299999999999</c:v>
                </c:pt>
                <c:pt idx="166">
                  <c:v>126.22</c:v>
                </c:pt>
                <c:pt idx="167">
                  <c:v>129.767</c:v>
                </c:pt>
                <c:pt idx="168">
                  <c:v>134.59</c:v>
                </c:pt>
                <c:pt idx="169">
                  <c:v>113.44</c:v>
                </c:pt>
                <c:pt idx="170">
                  <c:v>110.76</c:v>
                </c:pt>
                <c:pt idx="171">
                  <c:v>107.36</c:v>
                </c:pt>
                <c:pt idx="172">
                  <c:v>102.11</c:v>
                </c:pt>
                <c:pt idx="173">
                  <c:v>132.30000000000001</c:v>
                </c:pt>
                <c:pt idx="174">
                  <c:v>115.852</c:v>
                </c:pt>
                <c:pt idx="175">
                  <c:v>94.097499999999997</c:v>
                </c:pt>
                <c:pt idx="176">
                  <c:v>83.905000000000001</c:v>
                </c:pt>
                <c:pt idx="177">
                  <c:v>80.607500000000002</c:v>
                </c:pt>
                <c:pt idx="178">
                  <c:v>72.745000000000005</c:v>
                </c:pt>
                <c:pt idx="179">
                  <c:v>2.1</c:v>
                </c:pt>
                <c:pt idx="180">
                  <c:v>1.8925000000000001</c:v>
                </c:pt>
                <c:pt idx="181">
                  <c:v>1.4450000000000001</c:v>
                </c:pt>
                <c:pt idx="182">
                  <c:v>0.79500000000000004</c:v>
                </c:pt>
                <c:pt idx="183">
                  <c:v>0.4</c:v>
                </c:pt>
                <c:pt idx="184">
                  <c:v>0.3</c:v>
                </c:pt>
                <c:pt idx="185">
                  <c:v>0.2</c:v>
                </c:pt>
                <c:pt idx="186">
                  <c:v>0.1</c:v>
                </c:pt>
                <c:pt idx="187">
                  <c:v>7.4999999999999997E-2</c:v>
                </c:pt>
                <c:pt idx="188">
                  <c:v>7.4999999999999997E-2</c:v>
                </c:pt>
                <c:pt idx="189">
                  <c:v>0.125</c:v>
                </c:pt>
                <c:pt idx="190">
                  <c:v>0.22500000000000001</c:v>
                </c:pt>
                <c:pt idx="191">
                  <c:v>1.4524999999999999</c:v>
                </c:pt>
                <c:pt idx="192">
                  <c:v>1.8975</c:v>
                </c:pt>
                <c:pt idx="193">
                  <c:v>2.4424999999999999</c:v>
                </c:pt>
                <c:pt idx="194">
                  <c:v>2.97</c:v>
                </c:pt>
                <c:pt idx="195">
                  <c:v>3.5249999999999999</c:v>
                </c:pt>
                <c:pt idx="196">
                  <c:v>4.08</c:v>
                </c:pt>
                <c:pt idx="197">
                  <c:v>10.3</c:v>
                </c:pt>
                <c:pt idx="198">
                  <c:v>10.765000000000001</c:v>
                </c:pt>
                <c:pt idx="199">
                  <c:v>41.39</c:v>
                </c:pt>
                <c:pt idx="200">
                  <c:v>49.457500000000003</c:v>
                </c:pt>
                <c:pt idx="201">
                  <c:v>56.002499999999998</c:v>
                </c:pt>
                <c:pt idx="202">
                  <c:v>65.09</c:v>
                </c:pt>
                <c:pt idx="203">
                  <c:v>70.36</c:v>
                </c:pt>
                <c:pt idx="204">
                  <c:v>80.607500000000002</c:v>
                </c:pt>
                <c:pt idx="205">
                  <c:v>93.334999999999994</c:v>
                </c:pt>
                <c:pt idx="206">
                  <c:v>103.51300000000001</c:v>
                </c:pt>
                <c:pt idx="207">
                  <c:v>113.678</c:v>
                </c:pt>
                <c:pt idx="208">
                  <c:v>121.27500000000001</c:v>
                </c:pt>
                <c:pt idx="209">
                  <c:v>133.84</c:v>
                </c:pt>
                <c:pt idx="210">
                  <c:v>136.36500000000001</c:v>
                </c:pt>
                <c:pt idx="211">
                  <c:v>138.887</c:v>
                </c:pt>
                <c:pt idx="212">
                  <c:v>131.28200000000001</c:v>
                </c:pt>
                <c:pt idx="213">
                  <c:v>101.092</c:v>
                </c:pt>
                <c:pt idx="214">
                  <c:v>100.97499999999999</c:v>
                </c:pt>
                <c:pt idx="215">
                  <c:v>98.36</c:v>
                </c:pt>
                <c:pt idx="216">
                  <c:v>100.71</c:v>
                </c:pt>
                <c:pt idx="217">
                  <c:v>95.547499999999999</c:v>
                </c:pt>
                <c:pt idx="218">
                  <c:v>97.852500000000006</c:v>
                </c:pt>
                <c:pt idx="219">
                  <c:v>97.5625</c:v>
                </c:pt>
                <c:pt idx="220">
                  <c:v>104.86499999999999</c:v>
                </c:pt>
                <c:pt idx="221">
                  <c:v>109.408</c:v>
                </c:pt>
                <c:pt idx="222">
                  <c:v>114.19499999999999</c:v>
                </c:pt>
                <c:pt idx="223">
                  <c:v>118.88800000000001</c:v>
                </c:pt>
                <c:pt idx="224">
                  <c:v>121.053</c:v>
                </c:pt>
                <c:pt idx="225">
                  <c:v>118.08</c:v>
                </c:pt>
                <c:pt idx="226">
                  <c:v>112.563</c:v>
                </c:pt>
                <c:pt idx="227">
                  <c:v>109.685</c:v>
                </c:pt>
                <c:pt idx="228">
                  <c:v>109.36199999999999</c:v>
                </c:pt>
                <c:pt idx="229">
                  <c:v>105.973</c:v>
                </c:pt>
                <c:pt idx="230">
                  <c:v>98.037499999999994</c:v>
                </c:pt>
                <c:pt idx="231">
                  <c:v>0.75</c:v>
                </c:pt>
                <c:pt idx="232">
                  <c:v>0.65</c:v>
                </c:pt>
                <c:pt idx="233">
                  <c:v>0.55000000000000004</c:v>
                </c:pt>
                <c:pt idx="234">
                  <c:v>0.45</c:v>
                </c:pt>
                <c:pt idx="235">
                  <c:v>0.375</c:v>
                </c:pt>
                <c:pt idx="236">
                  <c:v>0.3</c:v>
                </c:pt>
                <c:pt idx="237">
                  <c:v>0.2</c:v>
                </c:pt>
                <c:pt idx="238">
                  <c:v>0.1</c:v>
                </c:pt>
                <c:pt idx="239">
                  <c:v>7.4999999999999997E-2</c:v>
                </c:pt>
                <c:pt idx="240">
                  <c:v>7.4999999999999997E-2</c:v>
                </c:pt>
                <c:pt idx="241">
                  <c:v>0.125</c:v>
                </c:pt>
                <c:pt idx="242">
                  <c:v>0.22500000000000001</c:v>
                </c:pt>
                <c:pt idx="243">
                  <c:v>1.2524999999999999</c:v>
                </c:pt>
                <c:pt idx="244">
                  <c:v>1.6575</c:v>
                </c:pt>
                <c:pt idx="245">
                  <c:v>2.1324999999999998</c:v>
                </c:pt>
                <c:pt idx="246">
                  <c:v>2.5724999999999998</c:v>
                </c:pt>
                <c:pt idx="247">
                  <c:v>3.0950000000000002</c:v>
                </c:pt>
                <c:pt idx="248">
                  <c:v>3.5625</c:v>
                </c:pt>
                <c:pt idx="249">
                  <c:v>9.7200000000000006</c:v>
                </c:pt>
                <c:pt idx="250">
                  <c:v>10.14</c:v>
                </c:pt>
                <c:pt idx="251">
                  <c:v>43.072499999999998</c:v>
                </c:pt>
                <c:pt idx="252">
                  <c:v>51.107500000000002</c:v>
                </c:pt>
                <c:pt idx="253">
                  <c:v>58.914999999999999</c:v>
                </c:pt>
                <c:pt idx="254">
                  <c:v>64.192499999999995</c:v>
                </c:pt>
                <c:pt idx="255">
                  <c:v>66.965000000000003</c:v>
                </c:pt>
                <c:pt idx="256">
                  <c:v>77.177499999999995</c:v>
                </c:pt>
                <c:pt idx="257">
                  <c:v>84.877499999999998</c:v>
                </c:pt>
                <c:pt idx="258">
                  <c:v>92.542500000000004</c:v>
                </c:pt>
                <c:pt idx="259">
                  <c:v>90.204999999999998</c:v>
                </c:pt>
                <c:pt idx="260">
                  <c:v>97.81</c:v>
                </c:pt>
                <c:pt idx="261">
                  <c:v>102.88200000000001</c:v>
                </c:pt>
                <c:pt idx="262">
                  <c:v>105.58</c:v>
                </c:pt>
                <c:pt idx="263">
                  <c:v>113.24</c:v>
                </c:pt>
                <c:pt idx="264">
                  <c:v>113.33</c:v>
                </c:pt>
                <c:pt idx="265">
                  <c:v>113.432</c:v>
                </c:pt>
                <c:pt idx="266">
                  <c:v>108.297</c:v>
                </c:pt>
                <c:pt idx="267">
                  <c:v>110.655</c:v>
                </c:pt>
                <c:pt idx="268">
                  <c:v>100.48</c:v>
                </c:pt>
                <c:pt idx="269">
                  <c:v>92.8</c:v>
                </c:pt>
                <c:pt idx="270">
                  <c:v>92.557500000000005</c:v>
                </c:pt>
                <c:pt idx="271">
                  <c:v>94.71</c:v>
                </c:pt>
                <c:pt idx="272">
                  <c:v>94.487499999999997</c:v>
                </c:pt>
                <c:pt idx="273">
                  <c:v>111.548</c:v>
                </c:pt>
                <c:pt idx="274">
                  <c:v>83.894999999999996</c:v>
                </c:pt>
                <c:pt idx="275">
                  <c:v>85.802499999999995</c:v>
                </c:pt>
                <c:pt idx="276">
                  <c:v>88.064999999999998</c:v>
                </c:pt>
                <c:pt idx="277">
                  <c:v>87.642499999999998</c:v>
                </c:pt>
                <c:pt idx="278">
                  <c:v>82.177499999999995</c:v>
                </c:pt>
                <c:pt idx="279">
                  <c:v>79.262500000000003</c:v>
                </c:pt>
                <c:pt idx="280">
                  <c:v>78.977500000000006</c:v>
                </c:pt>
                <c:pt idx="281">
                  <c:v>78.61</c:v>
                </c:pt>
                <c:pt idx="282">
                  <c:v>75.6875</c:v>
                </c:pt>
                <c:pt idx="283">
                  <c:v>0.82499999999999996</c:v>
                </c:pt>
                <c:pt idx="284">
                  <c:v>0.72499999999999998</c:v>
                </c:pt>
                <c:pt idx="285">
                  <c:v>0.625</c:v>
                </c:pt>
                <c:pt idx="286">
                  <c:v>0.52500000000000002</c:v>
                </c:pt>
                <c:pt idx="287">
                  <c:v>0.4</c:v>
                </c:pt>
                <c:pt idx="288">
                  <c:v>0.3</c:v>
                </c:pt>
                <c:pt idx="289">
                  <c:v>0.2</c:v>
                </c:pt>
                <c:pt idx="290">
                  <c:v>0.1</c:v>
                </c:pt>
                <c:pt idx="291">
                  <c:v>7.4999999999999997E-2</c:v>
                </c:pt>
                <c:pt idx="292">
                  <c:v>7.4999999999999997E-2</c:v>
                </c:pt>
                <c:pt idx="293">
                  <c:v>0.125</c:v>
                </c:pt>
                <c:pt idx="294">
                  <c:v>0.22500000000000001</c:v>
                </c:pt>
                <c:pt idx="295">
                  <c:v>1.1200000000000001</c:v>
                </c:pt>
                <c:pt idx="296">
                  <c:v>1.49</c:v>
                </c:pt>
                <c:pt idx="297">
                  <c:v>1.9</c:v>
                </c:pt>
                <c:pt idx="298">
                  <c:v>2.3149999999999999</c:v>
                </c:pt>
                <c:pt idx="299">
                  <c:v>2.9575</c:v>
                </c:pt>
                <c:pt idx="300">
                  <c:v>3.43</c:v>
                </c:pt>
                <c:pt idx="301">
                  <c:v>11.3375</c:v>
                </c:pt>
                <c:pt idx="302">
                  <c:v>31.72</c:v>
                </c:pt>
                <c:pt idx="303">
                  <c:v>57.657499999999999</c:v>
                </c:pt>
                <c:pt idx="304">
                  <c:v>70.584999999999994</c:v>
                </c:pt>
                <c:pt idx="305">
                  <c:v>84.572500000000005</c:v>
                </c:pt>
                <c:pt idx="306">
                  <c:v>98.55</c:v>
                </c:pt>
                <c:pt idx="307">
                  <c:v>88.77</c:v>
                </c:pt>
                <c:pt idx="308">
                  <c:v>93.935000000000002</c:v>
                </c:pt>
                <c:pt idx="309">
                  <c:v>89.112499999999997</c:v>
                </c:pt>
                <c:pt idx="310">
                  <c:v>109.313</c:v>
                </c:pt>
                <c:pt idx="311">
                  <c:v>108.24299999999999</c:v>
                </c:pt>
                <c:pt idx="312">
                  <c:v>115.88800000000001</c:v>
                </c:pt>
                <c:pt idx="313">
                  <c:v>121.02500000000001</c:v>
                </c:pt>
                <c:pt idx="314">
                  <c:v>123.765</c:v>
                </c:pt>
                <c:pt idx="315">
                  <c:v>126.47499999999999</c:v>
                </c:pt>
                <c:pt idx="316">
                  <c:v>131.58199999999999</c:v>
                </c:pt>
                <c:pt idx="317">
                  <c:v>129.227</c:v>
                </c:pt>
                <c:pt idx="318">
                  <c:v>135.27699999999999</c:v>
                </c:pt>
                <c:pt idx="319">
                  <c:v>142.56299999999999</c:v>
                </c:pt>
                <c:pt idx="320">
                  <c:v>139.82499999999999</c:v>
                </c:pt>
                <c:pt idx="321">
                  <c:v>134.52699999999999</c:v>
                </c:pt>
                <c:pt idx="322">
                  <c:v>131.88200000000001</c:v>
                </c:pt>
                <c:pt idx="323">
                  <c:v>116.527</c:v>
                </c:pt>
                <c:pt idx="324">
                  <c:v>106.2</c:v>
                </c:pt>
                <c:pt idx="325">
                  <c:v>98.247500000000002</c:v>
                </c:pt>
                <c:pt idx="326">
                  <c:v>100.53</c:v>
                </c:pt>
                <c:pt idx="327">
                  <c:v>100.24</c:v>
                </c:pt>
                <c:pt idx="328">
                  <c:v>97.43</c:v>
                </c:pt>
                <c:pt idx="329">
                  <c:v>99.215000000000003</c:v>
                </c:pt>
                <c:pt idx="330">
                  <c:v>98.772499999999994</c:v>
                </c:pt>
                <c:pt idx="331">
                  <c:v>98.504999999999995</c:v>
                </c:pt>
                <c:pt idx="332">
                  <c:v>100.655</c:v>
                </c:pt>
                <c:pt idx="333">
                  <c:v>97.84</c:v>
                </c:pt>
                <c:pt idx="334">
                  <c:v>95.03</c:v>
                </c:pt>
                <c:pt idx="335">
                  <c:v>1.1000000000000001</c:v>
                </c:pt>
                <c:pt idx="336">
                  <c:v>0.9</c:v>
                </c:pt>
                <c:pt idx="337">
                  <c:v>0.72499999999999998</c:v>
                </c:pt>
                <c:pt idx="338">
                  <c:v>0.47499999999999998</c:v>
                </c:pt>
                <c:pt idx="339">
                  <c:v>0.4</c:v>
                </c:pt>
                <c:pt idx="340">
                  <c:v>0.3</c:v>
                </c:pt>
                <c:pt idx="341">
                  <c:v>0.2</c:v>
                </c:pt>
                <c:pt idx="342">
                  <c:v>0.1</c:v>
                </c:pt>
                <c:pt idx="343">
                  <c:v>7.4999999999999997E-2</c:v>
                </c:pt>
                <c:pt idx="344">
                  <c:v>0.08</c:v>
                </c:pt>
                <c:pt idx="345">
                  <c:v>0.13250000000000001</c:v>
                </c:pt>
                <c:pt idx="346">
                  <c:v>0.23749999999999999</c:v>
                </c:pt>
                <c:pt idx="347">
                  <c:v>61.15</c:v>
                </c:pt>
                <c:pt idx="348">
                  <c:v>65.3</c:v>
                </c:pt>
                <c:pt idx="349">
                  <c:v>67.02</c:v>
                </c:pt>
                <c:pt idx="350">
                  <c:v>64.989999999999995</c:v>
                </c:pt>
                <c:pt idx="351">
                  <c:v>59.222499999999997</c:v>
                </c:pt>
                <c:pt idx="352">
                  <c:v>58.454999999999998</c:v>
                </c:pt>
                <c:pt idx="353">
                  <c:v>58.924999999999997</c:v>
                </c:pt>
                <c:pt idx="354">
                  <c:v>136.10300000000001</c:v>
                </c:pt>
                <c:pt idx="355">
                  <c:v>187.45699999999999</c:v>
                </c:pt>
                <c:pt idx="356">
                  <c:v>116.515</c:v>
                </c:pt>
                <c:pt idx="357">
                  <c:v>126.05800000000001</c:v>
                </c:pt>
                <c:pt idx="358">
                  <c:v>133.81</c:v>
                </c:pt>
                <c:pt idx="359">
                  <c:v>129.07499999999999</c:v>
                </c:pt>
                <c:pt idx="360">
                  <c:v>130.517</c:v>
                </c:pt>
                <c:pt idx="361">
                  <c:v>129.47499999999999</c:v>
                </c:pt>
                <c:pt idx="362">
                  <c:v>137.17699999999999</c:v>
                </c:pt>
                <c:pt idx="363">
                  <c:v>144.84299999999999</c:v>
                </c:pt>
                <c:pt idx="364">
                  <c:v>221.917</c:v>
                </c:pt>
                <c:pt idx="365">
                  <c:v>152.387</c:v>
                </c:pt>
                <c:pt idx="366">
                  <c:v>154.995</c:v>
                </c:pt>
                <c:pt idx="367">
                  <c:v>231.995</c:v>
                </c:pt>
                <c:pt idx="368">
                  <c:v>161.15</c:v>
                </c:pt>
                <c:pt idx="369">
                  <c:v>159.85</c:v>
                </c:pt>
                <c:pt idx="370">
                  <c:v>230.75</c:v>
                </c:pt>
                <c:pt idx="371">
                  <c:v>174.68</c:v>
                </c:pt>
                <c:pt idx="372">
                  <c:v>168.31299999999999</c:v>
                </c:pt>
                <c:pt idx="373">
                  <c:v>166.94499999999999</c:v>
                </c:pt>
                <c:pt idx="374">
                  <c:v>240.52500000000001</c:v>
                </c:pt>
                <c:pt idx="375">
                  <c:v>166.52</c:v>
                </c:pt>
                <c:pt idx="376">
                  <c:v>247.85</c:v>
                </c:pt>
                <c:pt idx="377">
                  <c:v>174.16800000000001</c:v>
                </c:pt>
                <c:pt idx="378">
                  <c:v>172.66</c:v>
                </c:pt>
                <c:pt idx="379">
                  <c:v>211.392</c:v>
                </c:pt>
                <c:pt idx="380">
                  <c:v>211.34</c:v>
                </c:pt>
                <c:pt idx="381">
                  <c:v>213.76</c:v>
                </c:pt>
                <c:pt idx="382">
                  <c:v>133.755</c:v>
                </c:pt>
                <c:pt idx="383">
                  <c:v>211.155</c:v>
                </c:pt>
                <c:pt idx="384">
                  <c:v>135.767</c:v>
                </c:pt>
                <c:pt idx="385">
                  <c:v>203.49700000000001</c:v>
                </c:pt>
                <c:pt idx="386">
                  <c:v>180.01499999999999</c:v>
                </c:pt>
                <c:pt idx="387">
                  <c:v>0.84</c:v>
                </c:pt>
                <c:pt idx="388">
                  <c:v>0.73499999999999999</c:v>
                </c:pt>
                <c:pt idx="389">
                  <c:v>0.63</c:v>
                </c:pt>
                <c:pt idx="390">
                  <c:v>0.55249999999999999</c:v>
                </c:pt>
                <c:pt idx="391">
                  <c:v>0.42</c:v>
                </c:pt>
                <c:pt idx="392">
                  <c:v>0.315</c:v>
                </c:pt>
                <c:pt idx="393">
                  <c:v>0.21</c:v>
                </c:pt>
                <c:pt idx="394">
                  <c:v>0.105</c:v>
                </c:pt>
                <c:pt idx="395">
                  <c:v>0.08</c:v>
                </c:pt>
                <c:pt idx="396">
                  <c:v>7.4999999999999997E-2</c:v>
                </c:pt>
                <c:pt idx="397">
                  <c:v>0.15</c:v>
                </c:pt>
                <c:pt idx="398">
                  <c:v>0.2</c:v>
                </c:pt>
                <c:pt idx="399">
                  <c:v>3.4925000000000002</c:v>
                </c:pt>
                <c:pt idx="400">
                  <c:v>3.8424999999999998</c:v>
                </c:pt>
                <c:pt idx="401">
                  <c:v>4.2575000000000003</c:v>
                </c:pt>
                <c:pt idx="402">
                  <c:v>4.7024999999999997</c:v>
                </c:pt>
                <c:pt idx="403">
                  <c:v>5.78</c:v>
                </c:pt>
                <c:pt idx="404">
                  <c:v>6.2149999999999999</c:v>
                </c:pt>
                <c:pt idx="405">
                  <c:v>6.6574999999999998</c:v>
                </c:pt>
                <c:pt idx="406">
                  <c:v>14.53</c:v>
                </c:pt>
                <c:pt idx="407">
                  <c:v>203.2</c:v>
                </c:pt>
                <c:pt idx="408">
                  <c:v>209.65</c:v>
                </c:pt>
                <c:pt idx="409">
                  <c:v>218.4</c:v>
                </c:pt>
                <c:pt idx="410">
                  <c:v>225.97499999999999</c:v>
                </c:pt>
                <c:pt idx="411">
                  <c:v>223.67500000000001</c:v>
                </c:pt>
                <c:pt idx="412">
                  <c:v>235</c:v>
                </c:pt>
                <c:pt idx="413">
                  <c:v>228.82499999999999</c:v>
                </c:pt>
                <c:pt idx="414">
                  <c:v>228.85</c:v>
                </c:pt>
                <c:pt idx="415">
                  <c:v>233.875</c:v>
                </c:pt>
                <c:pt idx="416">
                  <c:v>241.4</c:v>
                </c:pt>
                <c:pt idx="417">
                  <c:v>246.42500000000001</c:v>
                </c:pt>
                <c:pt idx="418">
                  <c:v>251.42500000000001</c:v>
                </c:pt>
                <c:pt idx="419">
                  <c:v>253.95</c:v>
                </c:pt>
                <c:pt idx="420">
                  <c:v>257.7</c:v>
                </c:pt>
                <c:pt idx="421">
                  <c:v>255.15</c:v>
                </c:pt>
                <c:pt idx="422">
                  <c:v>250.15</c:v>
                </c:pt>
                <c:pt idx="423">
                  <c:v>255</c:v>
                </c:pt>
                <c:pt idx="424">
                  <c:v>252.47499999999999</c:v>
                </c:pt>
                <c:pt idx="425">
                  <c:v>254.95</c:v>
                </c:pt>
                <c:pt idx="426">
                  <c:v>243.762</c:v>
                </c:pt>
                <c:pt idx="427">
                  <c:v>228.495</c:v>
                </c:pt>
                <c:pt idx="428">
                  <c:v>193.405</c:v>
                </c:pt>
                <c:pt idx="429">
                  <c:v>158.035</c:v>
                </c:pt>
                <c:pt idx="430">
                  <c:v>157.827</c:v>
                </c:pt>
                <c:pt idx="431">
                  <c:v>131.95500000000001</c:v>
                </c:pt>
                <c:pt idx="432">
                  <c:v>106.61499999999999</c:v>
                </c:pt>
                <c:pt idx="433">
                  <c:v>93.822500000000005</c:v>
                </c:pt>
                <c:pt idx="434">
                  <c:v>68.397499999999994</c:v>
                </c:pt>
                <c:pt idx="435">
                  <c:v>68.135000000000005</c:v>
                </c:pt>
                <c:pt idx="436">
                  <c:v>70.444999999999993</c:v>
                </c:pt>
                <c:pt idx="437">
                  <c:v>67.665000000000006</c:v>
                </c:pt>
                <c:pt idx="438">
                  <c:v>62.365000000000002</c:v>
                </c:pt>
                <c:pt idx="439">
                  <c:v>0.72499999999999998</c:v>
                </c:pt>
                <c:pt idx="440">
                  <c:v>0.625</c:v>
                </c:pt>
                <c:pt idx="441">
                  <c:v>0.52500000000000002</c:v>
                </c:pt>
                <c:pt idx="442">
                  <c:v>0.42499999999999999</c:v>
                </c:pt>
                <c:pt idx="443">
                  <c:v>0.32500000000000001</c:v>
                </c:pt>
                <c:pt idx="444">
                  <c:v>0.27500000000000002</c:v>
                </c:pt>
                <c:pt idx="445">
                  <c:v>0.2</c:v>
                </c:pt>
                <c:pt idx="446">
                  <c:v>0.125</c:v>
                </c:pt>
                <c:pt idx="447">
                  <c:v>7.4999999999999997E-2</c:v>
                </c:pt>
                <c:pt idx="448">
                  <c:v>7.4999999999999997E-2</c:v>
                </c:pt>
                <c:pt idx="449">
                  <c:v>0.15</c:v>
                </c:pt>
                <c:pt idx="450">
                  <c:v>0.35</c:v>
                </c:pt>
                <c:pt idx="451">
                  <c:v>38.4375</c:v>
                </c:pt>
                <c:pt idx="452">
                  <c:v>51.292499999999997</c:v>
                </c:pt>
                <c:pt idx="453">
                  <c:v>64.197500000000005</c:v>
                </c:pt>
                <c:pt idx="454">
                  <c:v>77.125</c:v>
                </c:pt>
                <c:pt idx="455">
                  <c:v>102.935</c:v>
                </c:pt>
                <c:pt idx="456">
                  <c:v>140.86699999999999</c:v>
                </c:pt>
                <c:pt idx="457">
                  <c:v>171.4</c:v>
                </c:pt>
                <c:pt idx="458">
                  <c:v>172.75</c:v>
                </c:pt>
                <c:pt idx="459">
                  <c:v>193</c:v>
                </c:pt>
                <c:pt idx="460">
                  <c:v>195.6</c:v>
                </c:pt>
                <c:pt idx="461">
                  <c:v>197.07499999999999</c:v>
                </c:pt>
                <c:pt idx="462">
                  <c:v>198.4</c:v>
                </c:pt>
                <c:pt idx="463">
                  <c:v>198.57499999999999</c:v>
                </c:pt>
                <c:pt idx="464">
                  <c:v>198.625</c:v>
                </c:pt>
                <c:pt idx="465">
                  <c:v>186.17500000000001</c:v>
                </c:pt>
                <c:pt idx="466">
                  <c:v>182.42500000000001</c:v>
                </c:pt>
                <c:pt idx="467">
                  <c:v>176.2</c:v>
                </c:pt>
                <c:pt idx="468">
                  <c:v>176.22499999999999</c:v>
                </c:pt>
                <c:pt idx="469">
                  <c:v>176.22499999999999</c:v>
                </c:pt>
                <c:pt idx="470">
                  <c:v>176.22499999999999</c:v>
                </c:pt>
                <c:pt idx="471">
                  <c:v>176.22499999999999</c:v>
                </c:pt>
                <c:pt idx="472">
                  <c:v>176.22499999999999</c:v>
                </c:pt>
                <c:pt idx="473">
                  <c:v>179.97499999999999</c:v>
                </c:pt>
                <c:pt idx="474">
                  <c:v>184.92500000000001</c:v>
                </c:pt>
                <c:pt idx="475">
                  <c:v>187.42500000000001</c:v>
                </c:pt>
                <c:pt idx="476">
                  <c:v>189.92500000000001</c:v>
                </c:pt>
                <c:pt idx="477">
                  <c:v>189.92500000000001</c:v>
                </c:pt>
                <c:pt idx="478">
                  <c:v>189.875</c:v>
                </c:pt>
                <c:pt idx="479">
                  <c:v>189.875</c:v>
                </c:pt>
                <c:pt idx="480">
                  <c:v>191.05</c:v>
                </c:pt>
                <c:pt idx="481">
                  <c:v>190.7</c:v>
                </c:pt>
                <c:pt idx="482">
                  <c:v>190.625</c:v>
                </c:pt>
                <c:pt idx="483">
                  <c:v>195.6</c:v>
                </c:pt>
                <c:pt idx="484">
                  <c:v>195.55</c:v>
                </c:pt>
                <c:pt idx="485">
                  <c:v>182.9</c:v>
                </c:pt>
                <c:pt idx="486">
                  <c:v>184.07499999999999</c:v>
                </c:pt>
                <c:pt idx="487">
                  <c:v>188.65</c:v>
                </c:pt>
                <c:pt idx="488">
                  <c:v>177.87799999999999</c:v>
                </c:pt>
                <c:pt idx="489">
                  <c:v>140.09</c:v>
                </c:pt>
                <c:pt idx="490">
                  <c:v>175.9</c:v>
                </c:pt>
                <c:pt idx="491">
                  <c:v>1.0249999999999999</c:v>
                </c:pt>
                <c:pt idx="492">
                  <c:v>0.85</c:v>
                </c:pt>
                <c:pt idx="493">
                  <c:v>0.7</c:v>
                </c:pt>
                <c:pt idx="494">
                  <c:v>0.52500000000000002</c:v>
                </c:pt>
                <c:pt idx="495">
                  <c:v>0.42499999999999999</c:v>
                </c:pt>
                <c:pt idx="496">
                  <c:v>0.32500000000000001</c:v>
                </c:pt>
                <c:pt idx="497">
                  <c:v>0.2</c:v>
                </c:pt>
                <c:pt idx="498">
                  <c:v>0.1</c:v>
                </c:pt>
                <c:pt idx="499">
                  <c:v>7.4999999999999997E-2</c:v>
                </c:pt>
                <c:pt idx="500">
                  <c:v>7.4999999999999997E-2</c:v>
                </c:pt>
                <c:pt idx="501">
                  <c:v>0.125</c:v>
                </c:pt>
                <c:pt idx="502">
                  <c:v>0.2</c:v>
                </c:pt>
                <c:pt idx="503">
                  <c:v>0.83</c:v>
                </c:pt>
                <c:pt idx="504">
                  <c:v>1.1950000000000001</c:v>
                </c:pt>
                <c:pt idx="505">
                  <c:v>1.5125</c:v>
                </c:pt>
                <c:pt idx="506">
                  <c:v>1.8374999999999999</c:v>
                </c:pt>
                <c:pt idx="507">
                  <c:v>2.5950000000000002</c:v>
                </c:pt>
                <c:pt idx="508">
                  <c:v>2.92</c:v>
                </c:pt>
                <c:pt idx="509">
                  <c:v>3.2450000000000001</c:v>
                </c:pt>
                <c:pt idx="510">
                  <c:v>5.3274999999999997</c:v>
                </c:pt>
                <c:pt idx="511">
                  <c:v>33.15</c:v>
                </c:pt>
                <c:pt idx="512">
                  <c:v>55.884999999999998</c:v>
                </c:pt>
                <c:pt idx="513">
                  <c:v>91.322500000000005</c:v>
                </c:pt>
                <c:pt idx="514">
                  <c:v>121.54300000000001</c:v>
                </c:pt>
                <c:pt idx="515">
                  <c:v>151.74700000000001</c:v>
                </c:pt>
                <c:pt idx="516">
                  <c:v>169.37200000000001</c:v>
                </c:pt>
                <c:pt idx="517">
                  <c:v>182.56</c:v>
                </c:pt>
                <c:pt idx="518">
                  <c:v>190.16499999999999</c:v>
                </c:pt>
                <c:pt idx="519">
                  <c:v>192.75299999999999</c:v>
                </c:pt>
                <c:pt idx="520">
                  <c:v>182.8</c:v>
                </c:pt>
                <c:pt idx="521">
                  <c:v>187.863</c:v>
                </c:pt>
                <c:pt idx="522">
                  <c:v>194.28700000000001</c:v>
                </c:pt>
                <c:pt idx="523">
                  <c:v>195.68</c:v>
                </c:pt>
                <c:pt idx="524">
                  <c:v>194.52</c:v>
                </c:pt>
                <c:pt idx="525">
                  <c:v>195.8</c:v>
                </c:pt>
                <c:pt idx="526">
                  <c:v>194.55799999999999</c:v>
                </c:pt>
                <c:pt idx="527">
                  <c:v>195.70500000000001</c:v>
                </c:pt>
                <c:pt idx="528">
                  <c:v>201.86500000000001</c:v>
                </c:pt>
                <c:pt idx="529">
                  <c:v>197.35499999999999</c:v>
                </c:pt>
                <c:pt idx="530">
                  <c:v>194.63300000000001</c:v>
                </c:pt>
                <c:pt idx="531">
                  <c:v>164.50299999999999</c:v>
                </c:pt>
                <c:pt idx="532">
                  <c:v>131.935</c:v>
                </c:pt>
                <c:pt idx="533">
                  <c:v>134.02000000000001</c:v>
                </c:pt>
                <c:pt idx="534">
                  <c:v>141.50299999999999</c:v>
                </c:pt>
                <c:pt idx="535">
                  <c:v>118.807</c:v>
                </c:pt>
                <c:pt idx="536">
                  <c:v>101.01</c:v>
                </c:pt>
                <c:pt idx="537">
                  <c:v>105.697</c:v>
                </c:pt>
                <c:pt idx="538">
                  <c:v>102.91200000000001</c:v>
                </c:pt>
                <c:pt idx="539">
                  <c:v>99.757499999999993</c:v>
                </c:pt>
                <c:pt idx="540">
                  <c:v>97.1</c:v>
                </c:pt>
                <c:pt idx="541">
                  <c:v>96.897499999999994</c:v>
                </c:pt>
                <c:pt idx="542">
                  <c:v>94.22</c:v>
                </c:pt>
                <c:pt idx="543">
                  <c:v>0.75</c:v>
                </c:pt>
                <c:pt idx="544">
                  <c:v>0.65</c:v>
                </c:pt>
                <c:pt idx="545">
                  <c:v>0.57499999999999996</c:v>
                </c:pt>
                <c:pt idx="546">
                  <c:v>0.47499999999999998</c:v>
                </c:pt>
                <c:pt idx="547">
                  <c:v>0.4</c:v>
                </c:pt>
                <c:pt idx="548">
                  <c:v>0.3</c:v>
                </c:pt>
                <c:pt idx="549">
                  <c:v>0.2</c:v>
                </c:pt>
                <c:pt idx="550">
                  <c:v>0.1</c:v>
                </c:pt>
                <c:pt idx="551">
                  <c:v>7.4999999999999997E-2</c:v>
                </c:pt>
                <c:pt idx="552">
                  <c:v>93.6</c:v>
                </c:pt>
                <c:pt idx="553">
                  <c:v>93.6</c:v>
                </c:pt>
                <c:pt idx="554">
                  <c:v>8.2500000000000004E-2</c:v>
                </c:pt>
                <c:pt idx="555">
                  <c:v>0.11</c:v>
                </c:pt>
                <c:pt idx="556">
                  <c:v>0.22</c:v>
                </c:pt>
                <c:pt idx="557">
                  <c:v>0.97</c:v>
                </c:pt>
                <c:pt idx="558">
                  <c:v>1.2775000000000001</c:v>
                </c:pt>
                <c:pt idx="559">
                  <c:v>1.62</c:v>
                </c:pt>
                <c:pt idx="560">
                  <c:v>1.94</c:v>
                </c:pt>
                <c:pt idx="561">
                  <c:v>165.405</c:v>
                </c:pt>
                <c:pt idx="562">
                  <c:v>176.18</c:v>
                </c:pt>
                <c:pt idx="563">
                  <c:v>183.73500000000001</c:v>
                </c:pt>
                <c:pt idx="564">
                  <c:v>191.31800000000001</c:v>
                </c:pt>
                <c:pt idx="565">
                  <c:v>227.77500000000001</c:v>
                </c:pt>
                <c:pt idx="566">
                  <c:v>236.63499999999999</c:v>
                </c:pt>
                <c:pt idx="567">
                  <c:v>247.995</c:v>
                </c:pt>
                <c:pt idx="568">
                  <c:v>255.63200000000001</c:v>
                </c:pt>
                <c:pt idx="569">
                  <c:v>255.77</c:v>
                </c:pt>
                <c:pt idx="570">
                  <c:v>263.38</c:v>
                </c:pt>
                <c:pt idx="571">
                  <c:v>273.74299999999999</c:v>
                </c:pt>
                <c:pt idx="572">
                  <c:v>280.10199999999998</c:v>
                </c:pt>
                <c:pt idx="573">
                  <c:v>283.935</c:v>
                </c:pt>
                <c:pt idx="574">
                  <c:v>292.74</c:v>
                </c:pt>
                <c:pt idx="575">
                  <c:v>297.767</c:v>
                </c:pt>
                <c:pt idx="576">
                  <c:v>300.267</c:v>
                </c:pt>
                <c:pt idx="577">
                  <c:v>305.21199999999999</c:v>
                </c:pt>
                <c:pt idx="578">
                  <c:v>310.15800000000002</c:v>
                </c:pt>
                <c:pt idx="579">
                  <c:v>310.07499999999999</c:v>
                </c:pt>
                <c:pt idx="580">
                  <c:v>302.46499999999997</c:v>
                </c:pt>
                <c:pt idx="581">
                  <c:v>302.38200000000001</c:v>
                </c:pt>
                <c:pt idx="582">
                  <c:v>297.27300000000002</c:v>
                </c:pt>
                <c:pt idx="583">
                  <c:v>292.19</c:v>
                </c:pt>
                <c:pt idx="584">
                  <c:v>289.63499999999999</c:v>
                </c:pt>
                <c:pt idx="585">
                  <c:v>291.93200000000002</c:v>
                </c:pt>
                <c:pt idx="586">
                  <c:v>297.32799999999997</c:v>
                </c:pt>
                <c:pt idx="587">
                  <c:v>277.76</c:v>
                </c:pt>
                <c:pt idx="588">
                  <c:v>222.56200000000001</c:v>
                </c:pt>
                <c:pt idx="589">
                  <c:v>281.755</c:v>
                </c:pt>
                <c:pt idx="590">
                  <c:v>284.255</c:v>
                </c:pt>
                <c:pt idx="591">
                  <c:v>281.72800000000001</c:v>
                </c:pt>
                <c:pt idx="592">
                  <c:v>243.82</c:v>
                </c:pt>
                <c:pt idx="593">
                  <c:v>281.67200000000003</c:v>
                </c:pt>
                <c:pt idx="594">
                  <c:v>281.017</c:v>
                </c:pt>
                <c:pt idx="595">
                  <c:v>273.435</c:v>
                </c:pt>
                <c:pt idx="596">
                  <c:v>268.35199999999998</c:v>
                </c:pt>
                <c:pt idx="597">
                  <c:v>0.77</c:v>
                </c:pt>
                <c:pt idx="598">
                  <c:v>0.66</c:v>
                </c:pt>
                <c:pt idx="599">
                  <c:v>0.57750000000000001</c:v>
                </c:pt>
                <c:pt idx="600">
                  <c:v>0.46750000000000003</c:v>
                </c:pt>
                <c:pt idx="601">
                  <c:v>0.38500000000000001</c:v>
                </c:pt>
                <c:pt idx="602">
                  <c:v>0.30249999999999999</c:v>
                </c:pt>
                <c:pt idx="603">
                  <c:v>0.22</c:v>
                </c:pt>
                <c:pt idx="604">
                  <c:v>0.11</c:v>
                </c:pt>
                <c:pt idx="605">
                  <c:v>7.4999999999999997E-2</c:v>
                </c:pt>
                <c:pt idx="606">
                  <c:v>33.6</c:v>
                </c:pt>
                <c:pt idx="607">
                  <c:v>93.6</c:v>
                </c:pt>
                <c:pt idx="608">
                  <c:v>7.4999999999999997E-2</c:v>
                </c:pt>
                <c:pt idx="609">
                  <c:v>0.1</c:v>
                </c:pt>
                <c:pt idx="610">
                  <c:v>0.2</c:v>
                </c:pt>
                <c:pt idx="611">
                  <c:v>185.3</c:v>
                </c:pt>
                <c:pt idx="612">
                  <c:v>187.9</c:v>
                </c:pt>
                <c:pt idx="613">
                  <c:v>193.02500000000001</c:v>
                </c:pt>
                <c:pt idx="614">
                  <c:v>195.65</c:v>
                </c:pt>
                <c:pt idx="615">
                  <c:v>196.32499999999999</c:v>
                </c:pt>
                <c:pt idx="616">
                  <c:v>200.2</c:v>
                </c:pt>
                <c:pt idx="617">
                  <c:v>202.8</c:v>
                </c:pt>
                <c:pt idx="618">
                  <c:v>210.4</c:v>
                </c:pt>
                <c:pt idx="619">
                  <c:v>219.35</c:v>
                </c:pt>
                <c:pt idx="620">
                  <c:v>229.4</c:v>
                </c:pt>
                <c:pt idx="621">
                  <c:v>243.2</c:v>
                </c:pt>
                <c:pt idx="622">
                  <c:v>255.72499999999999</c:v>
                </c:pt>
                <c:pt idx="623">
                  <c:v>253.25</c:v>
                </c:pt>
                <c:pt idx="624">
                  <c:v>268.25</c:v>
                </c:pt>
                <c:pt idx="625">
                  <c:v>273.47500000000002</c:v>
                </c:pt>
                <c:pt idx="626">
                  <c:v>273.47500000000002</c:v>
                </c:pt>
                <c:pt idx="627">
                  <c:v>283.47500000000002</c:v>
                </c:pt>
                <c:pt idx="628">
                  <c:v>283.45</c:v>
                </c:pt>
                <c:pt idx="629">
                  <c:v>290.97500000000002</c:v>
                </c:pt>
                <c:pt idx="630">
                  <c:v>300.97500000000002</c:v>
                </c:pt>
                <c:pt idx="631">
                  <c:v>301</c:v>
                </c:pt>
                <c:pt idx="632">
                  <c:v>302.27499999999998</c:v>
                </c:pt>
                <c:pt idx="633">
                  <c:v>296.05</c:v>
                </c:pt>
                <c:pt idx="634">
                  <c:v>291.10000000000002</c:v>
                </c:pt>
                <c:pt idx="635">
                  <c:v>288.625</c:v>
                </c:pt>
                <c:pt idx="636">
                  <c:v>279.89999999999998</c:v>
                </c:pt>
                <c:pt idx="637">
                  <c:v>282.42500000000001</c:v>
                </c:pt>
                <c:pt idx="638">
                  <c:v>278.67500000000001</c:v>
                </c:pt>
                <c:pt idx="639">
                  <c:v>282.25</c:v>
                </c:pt>
                <c:pt idx="640">
                  <c:v>287.22500000000002</c:v>
                </c:pt>
                <c:pt idx="641">
                  <c:v>289.67500000000001</c:v>
                </c:pt>
                <c:pt idx="642">
                  <c:v>294.625</c:v>
                </c:pt>
                <c:pt idx="643">
                  <c:v>286.89999999999998</c:v>
                </c:pt>
                <c:pt idx="644">
                  <c:v>291.82499999999999</c:v>
                </c:pt>
                <c:pt idx="645">
                  <c:v>294.25</c:v>
                </c:pt>
                <c:pt idx="646">
                  <c:v>294.14999999999998</c:v>
                </c:pt>
                <c:pt idx="647">
                  <c:v>299.07499999999999</c:v>
                </c:pt>
                <c:pt idx="648">
                  <c:v>293.375</c:v>
                </c:pt>
                <c:pt idx="649">
                  <c:v>285.8</c:v>
                </c:pt>
                <c:pt idx="650">
                  <c:v>283.22500000000002</c:v>
                </c:pt>
                <c:pt idx="651">
                  <c:v>0.65</c:v>
                </c:pt>
                <c:pt idx="652">
                  <c:v>0.57499999999999996</c:v>
                </c:pt>
                <c:pt idx="653">
                  <c:v>0.5</c:v>
                </c:pt>
                <c:pt idx="654">
                  <c:v>0.42499999999999999</c:v>
                </c:pt>
                <c:pt idx="655">
                  <c:v>0.375</c:v>
                </c:pt>
                <c:pt idx="656">
                  <c:v>0.3</c:v>
                </c:pt>
                <c:pt idx="657">
                  <c:v>0.2</c:v>
                </c:pt>
                <c:pt idx="658">
                  <c:v>0.1</c:v>
                </c:pt>
                <c:pt idx="659">
                  <c:v>7.4999999999999997E-2</c:v>
                </c:pt>
                <c:pt idx="660">
                  <c:v>7.4999999999999997E-2</c:v>
                </c:pt>
                <c:pt idx="661">
                  <c:v>7.4999999999999997E-2</c:v>
                </c:pt>
                <c:pt idx="662">
                  <c:v>0.1</c:v>
                </c:pt>
                <c:pt idx="663">
                  <c:v>0.2</c:v>
                </c:pt>
                <c:pt idx="664">
                  <c:v>150.30000000000001</c:v>
                </c:pt>
                <c:pt idx="665">
                  <c:v>150.375</c:v>
                </c:pt>
                <c:pt idx="666">
                  <c:v>156.72499999999999</c:v>
                </c:pt>
                <c:pt idx="667">
                  <c:v>156.82499999999999</c:v>
                </c:pt>
                <c:pt idx="668">
                  <c:v>182.5</c:v>
                </c:pt>
                <c:pt idx="669">
                  <c:v>195.1</c:v>
                </c:pt>
                <c:pt idx="670">
                  <c:v>196.45</c:v>
                </c:pt>
                <c:pt idx="671">
                  <c:v>207.82499999999999</c:v>
                </c:pt>
                <c:pt idx="672">
                  <c:v>213.05</c:v>
                </c:pt>
                <c:pt idx="673">
                  <c:v>225.65</c:v>
                </c:pt>
                <c:pt idx="674">
                  <c:v>235.72499999999999</c:v>
                </c:pt>
                <c:pt idx="675">
                  <c:v>240.8</c:v>
                </c:pt>
                <c:pt idx="676">
                  <c:v>254.625</c:v>
                </c:pt>
                <c:pt idx="677">
                  <c:v>267.17500000000001</c:v>
                </c:pt>
                <c:pt idx="678">
                  <c:v>272.42500000000001</c:v>
                </c:pt>
                <c:pt idx="679">
                  <c:v>276.2</c:v>
                </c:pt>
                <c:pt idx="680">
                  <c:v>279.97500000000002</c:v>
                </c:pt>
                <c:pt idx="681">
                  <c:v>286.22500000000002</c:v>
                </c:pt>
                <c:pt idx="682">
                  <c:v>291.22500000000002</c:v>
                </c:pt>
                <c:pt idx="683">
                  <c:v>298.72500000000002</c:v>
                </c:pt>
                <c:pt idx="684">
                  <c:v>296.22500000000002</c:v>
                </c:pt>
                <c:pt idx="685">
                  <c:v>298.72500000000002</c:v>
                </c:pt>
                <c:pt idx="686">
                  <c:v>298.7</c:v>
                </c:pt>
                <c:pt idx="687">
                  <c:v>296.2</c:v>
                </c:pt>
                <c:pt idx="688">
                  <c:v>288.7</c:v>
                </c:pt>
                <c:pt idx="689">
                  <c:v>286.17500000000001</c:v>
                </c:pt>
                <c:pt idx="690">
                  <c:v>278.67500000000001</c:v>
                </c:pt>
                <c:pt idx="691">
                  <c:v>276.14999999999998</c:v>
                </c:pt>
                <c:pt idx="692">
                  <c:v>276.14999999999998</c:v>
                </c:pt>
                <c:pt idx="693">
                  <c:v>282.375</c:v>
                </c:pt>
                <c:pt idx="694">
                  <c:v>284.82499999999999</c:v>
                </c:pt>
                <c:pt idx="695">
                  <c:v>289.8</c:v>
                </c:pt>
                <c:pt idx="696">
                  <c:v>289.42500000000001</c:v>
                </c:pt>
                <c:pt idx="697">
                  <c:v>290.625</c:v>
                </c:pt>
                <c:pt idx="698">
                  <c:v>294.32499999999999</c:v>
                </c:pt>
                <c:pt idx="699">
                  <c:v>291.75</c:v>
                </c:pt>
                <c:pt idx="700">
                  <c:v>265.02999999999997</c:v>
                </c:pt>
                <c:pt idx="701">
                  <c:v>241.80799999999999</c:v>
                </c:pt>
                <c:pt idx="702">
                  <c:v>216.65799999999999</c:v>
                </c:pt>
                <c:pt idx="703">
                  <c:v>189.03299999999999</c:v>
                </c:pt>
                <c:pt idx="704">
                  <c:v>1.3025</c:v>
                </c:pt>
                <c:pt idx="705">
                  <c:v>1.1074999999999999</c:v>
                </c:pt>
                <c:pt idx="706">
                  <c:v>0.89500000000000002</c:v>
                </c:pt>
                <c:pt idx="707">
                  <c:v>0.73</c:v>
                </c:pt>
                <c:pt idx="708">
                  <c:v>0.4</c:v>
                </c:pt>
                <c:pt idx="709">
                  <c:v>0.3</c:v>
                </c:pt>
                <c:pt idx="710">
                  <c:v>0.2</c:v>
                </c:pt>
                <c:pt idx="711">
                  <c:v>0.1</c:v>
                </c:pt>
                <c:pt idx="712">
                  <c:v>7.4999999999999997E-2</c:v>
                </c:pt>
                <c:pt idx="713">
                  <c:v>7.4999999999999997E-2</c:v>
                </c:pt>
                <c:pt idx="714">
                  <c:v>0.1</c:v>
                </c:pt>
                <c:pt idx="715">
                  <c:v>0.3</c:v>
                </c:pt>
                <c:pt idx="716">
                  <c:v>90.56</c:v>
                </c:pt>
                <c:pt idx="717">
                  <c:v>90.767499999999998</c:v>
                </c:pt>
                <c:pt idx="718">
                  <c:v>91.007499999999993</c:v>
                </c:pt>
                <c:pt idx="719">
                  <c:v>91.265000000000001</c:v>
                </c:pt>
                <c:pt idx="720">
                  <c:v>125.845</c:v>
                </c:pt>
                <c:pt idx="721">
                  <c:v>127.38200000000001</c:v>
                </c:pt>
                <c:pt idx="722">
                  <c:v>132.62299999999999</c:v>
                </c:pt>
                <c:pt idx="723">
                  <c:v>146.607</c:v>
                </c:pt>
                <c:pt idx="724">
                  <c:v>151.97499999999999</c:v>
                </c:pt>
                <c:pt idx="725">
                  <c:v>162.197</c:v>
                </c:pt>
                <c:pt idx="726">
                  <c:v>172.393</c:v>
                </c:pt>
                <c:pt idx="727">
                  <c:v>177.55</c:v>
                </c:pt>
                <c:pt idx="728">
                  <c:v>270.245</c:v>
                </c:pt>
                <c:pt idx="729">
                  <c:v>279.14499999999998</c:v>
                </c:pt>
                <c:pt idx="730">
                  <c:v>284.47800000000001</c:v>
                </c:pt>
                <c:pt idx="731">
                  <c:v>289.60300000000001</c:v>
                </c:pt>
                <c:pt idx="732">
                  <c:v>294.70499999999998</c:v>
                </c:pt>
                <c:pt idx="733">
                  <c:v>299.76499999999999</c:v>
                </c:pt>
                <c:pt idx="734">
                  <c:v>304.82499999999999</c:v>
                </c:pt>
                <c:pt idx="735">
                  <c:v>309.91300000000001</c:v>
                </c:pt>
                <c:pt idx="736">
                  <c:v>307.44499999999999</c:v>
                </c:pt>
                <c:pt idx="737">
                  <c:v>309.99799999999999</c:v>
                </c:pt>
                <c:pt idx="738">
                  <c:v>310.048</c:v>
                </c:pt>
                <c:pt idx="739">
                  <c:v>306.29000000000002</c:v>
                </c:pt>
                <c:pt idx="740">
                  <c:v>297.47500000000002</c:v>
                </c:pt>
                <c:pt idx="741">
                  <c:v>293.70999999999998</c:v>
                </c:pt>
                <c:pt idx="742">
                  <c:v>294.89</c:v>
                </c:pt>
                <c:pt idx="743">
                  <c:v>292.3</c:v>
                </c:pt>
                <c:pt idx="744">
                  <c:v>297.13499999999999</c:v>
                </c:pt>
                <c:pt idx="745">
                  <c:v>302.00299999999999</c:v>
                </c:pt>
                <c:pt idx="746">
                  <c:v>304.34199999999998</c:v>
                </c:pt>
                <c:pt idx="747">
                  <c:v>309.15800000000002</c:v>
                </c:pt>
                <c:pt idx="748">
                  <c:v>306.14999999999998</c:v>
                </c:pt>
                <c:pt idx="749">
                  <c:v>308.43</c:v>
                </c:pt>
                <c:pt idx="750">
                  <c:v>310.70499999999998</c:v>
                </c:pt>
                <c:pt idx="751">
                  <c:v>310.53300000000002</c:v>
                </c:pt>
                <c:pt idx="752">
                  <c:v>307.815</c:v>
                </c:pt>
                <c:pt idx="753">
                  <c:v>311.995</c:v>
                </c:pt>
                <c:pt idx="754">
                  <c:v>304.27699999999999</c:v>
                </c:pt>
                <c:pt idx="755">
                  <c:v>301.56799999999998</c:v>
                </c:pt>
                <c:pt idx="756">
                  <c:v>1.4524999999999999</c:v>
                </c:pt>
                <c:pt idx="757">
                  <c:v>1.1575</c:v>
                </c:pt>
                <c:pt idx="758">
                  <c:v>0.89500000000000002</c:v>
                </c:pt>
                <c:pt idx="759">
                  <c:v>0.63</c:v>
                </c:pt>
                <c:pt idx="760">
                  <c:v>0.4</c:v>
                </c:pt>
                <c:pt idx="761">
                  <c:v>0.3</c:v>
                </c:pt>
                <c:pt idx="762">
                  <c:v>0.2</c:v>
                </c:pt>
                <c:pt idx="763">
                  <c:v>0.1</c:v>
                </c:pt>
                <c:pt idx="764">
                  <c:v>7.4999999999999997E-2</c:v>
                </c:pt>
                <c:pt idx="765">
                  <c:v>8.2500000000000004E-2</c:v>
                </c:pt>
                <c:pt idx="766">
                  <c:v>0.11</c:v>
                </c:pt>
                <c:pt idx="767">
                  <c:v>0.22</c:v>
                </c:pt>
                <c:pt idx="768">
                  <c:v>0.84250000000000003</c:v>
                </c:pt>
                <c:pt idx="769">
                  <c:v>1.2175</c:v>
                </c:pt>
                <c:pt idx="770">
                  <c:v>1.5674999999999999</c:v>
                </c:pt>
                <c:pt idx="771">
                  <c:v>1.95</c:v>
                </c:pt>
                <c:pt idx="772">
                  <c:v>2.9325000000000001</c:v>
                </c:pt>
                <c:pt idx="773">
                  <c:v>8.34</c:v>
                </c:pt>
                <c:pt idx="774">
                  <c:v>21.2225</c:v>
                </c:pt>
                <c:pt idx="775">
                  <c:v>38.365000000000002</c:v>
                </c:pt>
                <c:pt idx="776">
                  <c:v>73.777500000000003</c:v>
                </c:pt>
                <c:pt idx="777">
                  <c:v>79.06</c:v>
                </c:pt>
                <c:pt idx="778">
                  <c:v>89.412499999999994</c:v>
                </c:pt>
                <c:pt idx="779">
                  <c:v>94.644999999999996</c:v>
                </c:pt>
                <c:pt idx="780">
                  <c:v>89.732500000000002</c:v>
                </c:pt>
                <c:pt idx="781">
                  <c:v>97.36</c:v>
                </c:pt>
                <c:pt idx="782">
                  <c:v>102.753</c:v>
                </c:pt>
                <c:pt idx="783">
                  <c:v>105.355</c:v>
                </c:pt>
                <c:pt idx="784">
                  <c:v>115.438</c:v>
                </c:pt>
                <c:pt idx="785">
                  <c:v>122.91</c:v>
                </c:pt>
                <c:pt idx="786">
                  <c:v>130.43</c:v>
                </c:pt>
                <c:pt idx="787">
                  <c:v>133.05699999999999</c:v>
                </c:pt>
                <c:pt idx="788">
                  <c:v>135.715</c:v>
                </c:pt>
                <c:pt idx="789">
                  <c:v>135.74700000000001</c:v>
                </c:pt>
                <c:pt idx="790">
                  <c:v>133.24700000000001</c:v>
                </c:pt>
                <c:pt idx="791">
                  <c:v>130.71299999999999</c:v>
                </c:pt>
                <c:pt idx="792">
                  <c:v>123.17</c:v>
                </c:pt>
                <c:pt idx="793">
                  <c:v>118.095</c:v>
                </c:pt>
                <c:pt idx="794">
                  <c:v>117.848</c:v>
                </c:pt>
                <c:pt idx="795">
                  <c:v>117.63500000000001</c:v>
                </c:pt>
                <c:pt idx="796">
                  <c:v>119.983</c:v>
                </c:pt>
                <c:pt idx="797">
                  <c:v>127.318</c:v>
                </c:pt>
                <c:pt idx="798">
                  <c:v>137.173</c:v>
                </c:pt>
                <c:pt idx="799">
                  <c:v>142.148</c:v>
                </c:pt>
                <c:pt idx="800">
                  <c:v>144.04300000000001</c:v>
                </c:pt>
                <c:pt idx="801">
                  <c:v>148.69499999999999</c:v>
                </c:pt>
                <c:pt idx="802">
                  <c:v>153.405</c:v>
                </c:pt>
                <c:pt idx="803">
                  <c:v>150.59</c:v>
                </c:pt>
                <c:pt idx="804">
                  <c:v>147.785</c:v>
                </c:pt>
                <c:pt idx="805">
                  <c:v>147.035</c:v>
                </c:pt>
                <c:pt idx="806">
                  <c:v>146.86199999999999</c:v>
                </c:pt>
                <c:pt idx="807">
                  <c:v>124.22</c:v>
                </c:pt>
                <c:pt idx="808">
                  <c:v>0.79749999999999999</c:v>
                </c:pt>
                <c:pt idx="809">
                  <c:v>0.71499999999999997</c:v>
                </c:pt>
                <c:pt idx="810">
                  <c:v>0.66</c:v>
                </c:pt>
                <c:pt idx="811">
                  <c:v>0.55000000000000004</c:v>
                </c:pt>
                <c:pt idx="812">
                  <c:v>0.44</c:v>
                </c:pt>
                <c:pt idx="813">
                  <c:v>0.33</c:v>
                </c:pt>
                <c:pt idx="814">
                  <c:v>0.1925</c:v>
                </c:pt>
                <c:pt idx="815">
                  <c:v>0.11</c:v>
                </c:pt>
                <c:pt idx="816">
                  <c:v>8.2500000000000004E-2</c:v>
                </c:pt>
                <c:pt idx="817">
                  <c:v>0.09</c:v>
                </c:pt>
                <c:pt idx="818">
                  <c:v>0.12</c:v>
                </c:pt>
                <c:pt idx="819">
                  <c:v>0.24</c:v>
                </c:pt>
                <c:pt idx="820">
                  <c:v>0.84750000000000003</c:v>
                </c:pt>
                <c:pt idx="821">
                  <c:v>1.2024999999999999</c:v>
                </c:pt>
                <c:pt idx="822">
                  <c:v>1.5325</c:v>
                </c:pt>
                <c:pt idx="823">
                  <c:v>1.8674999999999999</c:v>
                </c:pt>
                <c:pt idx="824">
                  <c:v>2.29</c:v>
                </c:pt>
                <c:pt idx="825">
                  <c:v>2.6875</c:v>
                </c:pt>
                <c:pt idx="826">
                  <c:v>3.085</c:v>
                </c:pt>
                <c:pt idx="827">
                  <c:v>3.4424999999999999</c:v>
                </c:pt>
                <c:pt idx="828">
                  <c:v>3.7</c:v>
                </c:pt>
                <c:pt idx="829">
                  <c:v>41.51</c:v>
                </c:pt>
                <c:pt idx="830">
                  <c:v>66.88</c:v>
                </c:pt>
                <c:pt idx="831">
                  <c:v>92.11</c:v>
                </c:pt>
                <c:pt idx="832">
                  <c:v>155.76499999999999</c:v>
                </c:pt>
                <c:pt idx="833">
                  <c:v>155.96299999999999</c:v>
                </c:pt>
                <c:pt idx="834">
                  <c:v>143.63999999999999</c:v>
                </c:pt>
                <c:pt idx="835">
                  <c:v>131.28</c:v>
                </c:pt>
                <c:pt idx="836">
                  <c:v>143.82499999999999</c:v>
                </c:pt>
                <c:pt idx="837">
                  <c:v>143.80699999999999</c:v>
                </c:pt>
                <c:pt idx="838">
                  <c:v>143.78700000000001</c:v>
                </c:pt>
                <c:pt idx="839">
                  <c:v>143.845</c:v>
                </c:pt>
                <c:pt idx="840">
                  <c:v>156.44999999999999</c:v>
                </c:pt>
                <c:pt idx="841">
                  <c:v>156.4</c:v>
                </c:pt>
                <c:pt idx="842">
                  <c:v>168.875</c:v>
                </c:pt>
                <c:pt idx="843">
                  <c:v>168.81200000000001</c:v>
                </c:pt>
                <c:pt idx="844">
                  <c:v>168.70699999999999</c:v>
                </c:pt>
                <c:pt idx="845">
                  <c:v>168.96</c:v>
                </c:pt>
                <c:pt idx="846">
                  <c:v>168.9</c:v>
                </c:pt>
                <c:pt idx="847">
                  <c:v>168.84</c:v>
                </c:pt>
                <c:pt idx="848">
                  <c:v>176.31</c:v>
                </c:pt>
                <c:pt idx="849">
                  <c:v>181.25</c:v>
                </c:pt>
                <c:pt idx="850">
                  <c:v>170.185</c:v>
                </c:pt>
                <c:pt idx="851">
                  <c:v>187.602</c:v>
                </c:pt>
                <c:pt idx="852">
                  <c:v>192.40299999999999</c:v>
                </c:pt>
                <c:pt idx="853">
                  <c:v>194.62</c:v>
                </c:pt>
                <c:pt idx="854">
                  <c:v>196.887</c:v>
                </c:pt>
                <c:pt idx="855">
                  <c:v>169.07499999999999</c:v>
                </c:pt>
                <c:pt idx="856">
                  <c:v>156.20500000000001</c:v>
                </c:pt>
                <c:pt idx="857">
                  <c:v>130.935</c:v>
                </c:pt>
                <c:pt idx="858">
                  <c:v>105.645</c:v>
                </c:pt>
                <c:pt idx="859">
                  <c:v>102.88</c:v>
                </c:pt>
                <c:pt idx="860">
                  <c:v>0.78</c:v>
                </c:pt>
                <c:pt idx="861">
                  <c:v>0.69</c:v>
                </c:pt>
                <c:pt idx="862">
                  <c:v>0.6</c:v>
                </c:pt>
                <c:pt idx="863">
                  <c:v>0.51</c:v>
                </c:pt>
                <c:pt idx="864">
                  <c:v>0.42</c:v>
                </c:pt>
                <c:pt idx="865">
                  <c:v>0.33</c:v>
                </c:pt>
                <c:pt idx="866">
                  <c:v>0.21</c:v>
                </c:pt>
                <c:pt idx="867">
                  <c:v>0.12</c:v>
                </c:pt>
                <c:pt idx="868">
                  <c:v>0.09</c:v>
                </c:pt>
                <c:pt idx="869">
                  <c:v>75</c:v>
                </c:pt>
                <c:pt idx="870">
                  <c:v>75</c:v>
                </c:pt>
                <c:pt idx="871">
                  <c:v>75</c:v>
                </c:pt>
                <c:pt idx="872">
                  <c:v>75</c:v>
                </c:pt>
                <c:pt idx="873">
                  <c:v>75</c:v>
                </c:pt>
                <c:pt idx="874">
                  <c:v>75</c:v>
                </c:pt>
                <c:pt idx="875">
                  <c:v>75</c:v>
                </c:pt>
                <c:pt idx="876">
                  <c:v>81.25</c:v>
                </c:pt>
                <c:pt idx="877">
                  <c:v>87.5</c:v>
                </c:pt>
                <c:pt idx="878">
                  <c:v>95</c:v>
                </c:pt>
                <c:pt idx="879">
                  <c:v>103.75</c:v>
                </c:pt>
                <c:pt idx="880">
                  <c:v>110</c:v>
                </c:pt>
                <c:pt idx="881">
                  <c:v>109.25</c:v>
                </c:pt>
                <c:pt idx="882">
                  <c:v>114.27500000000001</c:v>
                </c:pt>
                <c:pt idx="883">
                  <c:v>125.575</c:v>
                </c:pt>
                <c:pt idx="884">
                  <c:v>134.35</c:v>
                </c:pt>
                <c:pt idx="885">
                  <c:v>143.125</c:v>
                </c:pt>
                <c:pt idx="886">
                  <c:v>150.625</c:v>
                </c:pt>
                <c:pt idx="887">
                  <c:v>154.4</c:v>
                </c:pt>
                <c:pt idx="888">
                  <c:v>155.65</c:v>
                </c:pt>
                <c:pt idx="889">
                  <c:v>158.15</c:v>
                </c:pt>
                <c:pt idx="890">
                  <c:v>158.15</c:v>
                </c:pt>
                <c:pt idx="891">
                  <c:v>158.125</c:v>
                </c:pt>
                <c:pt idx="892">
                  <c:v>155.625</c:v>
                </c:pt>
                <c:pt idx="893">
                  <c:v>150.625</c:v>
                </c:pt>
                <c:pt idx="894">
                  <c:v>148.125</c:v>
                </c:pt>
                <c:pt idx="895">
                  <c:v>151.85</c:v>
                </c:pt>
                <c:pt idx="896">
                  <c:v>154.32499999999999</c:v>
                </c:pt>
                <c:pt idx="897">
                  <c:v>158.02500000000001</c:v>
                </c:pt>
                <c:pt idx="898">
                  <c:v>165.47499999999999</c:v>
                </c:pt>
                <c:pt idx="899">
                  <c:v>177.9</c:v>
                </c:pt>
                <c:pt idx="900">
                  <c:v>180.35</c:v>
                </c:pt>
                <c:pt idx="901">
                  <c:v>185.3</c:v>
                </c:pt>
                <c:pt idx="902">
                  <c:v>190.22499999999999</c:v>
                </c:pt>
                <c:pt idx="903">
                  <c:v>195.15</c:v>
                </c:pt>
                <c:pt idx="904">
                  <c:v>190.1</c:v>
                </c:pt>
                <c:pt idx="905">
                  <c:v>187.52500000000001</c:v>
                </c:pt>
                <c:pt idx="906">
                  <c:v>187.45</c:v>
                </c:pt>
                <c:pt idx="907">
                  <c:v>187.375</c:v>
                </c:pt>
                <c:pt idx="908">
                  <c:v>182.3</c:v>
                </c:pt>
                <c:pt idx="909">
                  <c:v>7.4999999999999997E-2</c:v>
                </c:pt>
                <c:pt idx="910">
                  <c:v>0.1</c:v>
                </c:pt>
                <c:pt idx="911">
                  <c:v>0.15</c:v>
                </c:pt>
                <c:pt idx="912">
                  <c:v>0.55249999999999999</c:v>
                </c:pt>
                <c:pt idx="913">
                  <c:v>0.77</c:v>
                </c:pt>
                <c:pt idx="914">
                  <c:v>1.0125</c:v>
                </c:pt>
                <c:pt idx="915">
                  <c:v>1.29</c:v>
                </c:pt>
                <c:pt idx="916">
                  <c:v>1.6225000000000001</c:v>
                </c:pt>
                <c:pt idx="917">
                  <c:v>1.93</c:v>
                </c:pt>
                <c:pt idx="918">
                  <c:v>2.2400000000000002</c:v>
                </c:pt>
                <c:pt idx="919">
                  <c:v>7.51</c:v>
                </c:pt>
                <c:pt idx="920">
                  <c:v>12.765000000000001</c:v>
                </c:pt>
                <c:pt idx="921">
                  <c:v>17.995000000000001</c:v>
                </c:pt>
                <c:pt idx="922">
                  <c:v>25.815000000000001</c:v>
                </c:pt>
                <c:pt idx="923">
                  <c:v>33.520000000000003</c:v>
                </c:pt>
                <c:pt idx="924">
                  <c:v>33.61</c:v>
                </c:pt>
                <c:pt idx="925">
                  <c:v>41.217500000000001</c:v>
                </c:pt>
                <c:pt idx="926">
                  <c:v>53.86</c:v>
                </c:pt>
                <c:pt idx="927">
                  <c:v>61.44</c:v>
                </c:pt>
                <c:pt idx="928">
                  <c:v>71.484999999999999</c:v>
                </c:pt>
                <c:pt idx="929">
                  <c:v>78.97</c:v>
                </c:pt>
                <c:pt idx="930">
                  <c:v>84</c:v>
                </c:pt>
                <c:pt idx="931">
                  <c:v>86.614999999999995</c:v>
                </c:pt>
                <c:pt idx="932">
                  <c:v>94.252499999999998</c:v>
                </c:pt>
                <c:pt idx="933">
                  <c:v>96.817499999999995</c:v>
                </c:pt>
                <c:pt idx="934">
                  <c:v>96.88</c:v>
                </c:pt>
                <c:pt idx="935">
                  <c:v>96.877499999999998</c:v>
                </c:pt>
                <c:pt idx="936">
                  <c:v>86.797499999999999</c:v>
                </c:pt>
                <c:pt idx="937">
                  <c:v>81.682500000000005</c:v>
                </c:pt>
                <c:pt idx="938">
                  <c:v>76.424999999999997</c:v>
                </c:pt>
                <c:pt idx="939">
                  <c:v>76.174999999999997</c:v>
                </c:pt>
                <c:pt idx="940">
                  <c:v>78.58</c:v>
                </c:pt>
                <c:pt idx="941">
                  <c:v>83.522499999999994</c:v>
                </c:pt>
                <c:pt idx="942">
                  <c:v>83.4375</c:v>
                </c:pt>
                <c:pt idx="943">
                  <c:v>85.942499999999995</c:v>
                </c:pt>
                <c:pt idx="944">
                  <c:v>93.21</c:v>
                </c:pt>
                <c:pt idx="945">
                  <c:v>95.385000000000005</c:v>
                </c:pt>
                <c:pt idx="946">
                  <c:v>97.59</c:v>
                </c:pt>
                <c:pt idx="947">
                  <c:v>94.77</c:v>
                </c:pt>
                <c:pt idx="948">
                  <c:v>91.982500000000002</c:v>
                </c:pt>
                <c:pt idx="949">
                  <c:v>94.347499999999997</c:v>
                </c:pt>
                <c:pt idx="950">
                  <c:v>91.665000000000006</c:v>
                </c:pt>
                <c:pt idx="951">
                  <c:v>91.537499999999994</c:v>
                </c:pt>
                <c:pt idx="952">
                  <c:v>0.6</c:v>
                </c:pt>
                <c:pt idx="953">
                  <c:v>0.52500000000000002</c:v>
                </c:pt>
                <c:pt idx="954">
                  <c:v>0.47499999999999998</c:v>
                </c:pt>
                <c:pt idx="955">
                  <c:v>0.4</c:v>
                </c:pt>
                <c:pt idx="956">
                  <c:v>0.32500000000000001</c:v>
                </c:pt>
                <c:pt idx="957">
                  <c:v>0.27500000000000002</c:v>
                </c:pt>
                <c:pt idx="958">
                  <c:v>0.17499999999999999</c:v>
                </c:pt>
                <c:pt idx="959">
                  <c:v>0.1</c:v>
                </c:pt>
                <c:pt idx="960">
                  <c:v>7.4999999999999997E-2</c:v>
                </c:pt>
                <c:pt idx="961">
                  <c:v>0.12</c:v>
                </c:pt>
                <c:pt idx="962">
                  <c:v>0.21</c:v>
                </c:pt>
                <c:pt idx="963">
                  <c:v>0.45500000000000002</c:v>
                </c:pt>
                <c:pt idx="964">
                  <c:v>0.54500000000000004</c:v>
                </c:pt>
                <c:pt idx="965">
                  <c:v>0.66500000000000004</c:v>
                </c:pt>
                <c:pt idx="966">
                  <c:v>0.78500000000000003</c:v>
                </c:pt>
                <c:pt idx="967">
                  <c:v>8.2799999999999994</c:v>
                </c:pt>
                <c:pt idx="968">
                  <c:v>8.61</c:v>
                </c:pt>
                <c:pt idx="969">
                  <c:v>8.9425000000000008</c:v>
                </c:pt>
                <c:pt idx="970">
                  <c:v>15.455</c:v>
                </c:pt>
                <c:pt idx="971">
                  <c:v>103.855</c:v>
                </c:pt>
                <c:pt idx="972">
                  <c:v>103.91500000000001</c:v>
                </c:pt>
                <c:pt idx="973">
                  <c:v>106.505</c:v>
                </c:pt>
                <c:pt idx="974">
                  <c:v>106.565</c:v>
                </c:pt>
                <c:pt idx="975">
                  <c:v>106.595</c:v>
                </c:pt>
                <c:pt idx="976">
                  <c:v>106.625</c:v>
                </c:pt>
                <c:pt idx="977">
                  <c:v>101.655</c:v>
                </c:pt>
                <c:pt idx="978">
                  <c:v>102.935</c:v>
                </c:pt>
                <c:pt idx="979">
                  <c:v>105.465</c:v>
                </c:pt>
                <c:pt idx="980">
                  <c:v>112.995</c:v>
                </c:pt>
                <c:pt idx="981">
                  <c:v>115.52500000000001</c:v>
                </c:pt>
                <c:pt idx="982">
                  <c:v>115.58499999999999</c:v>
                </c:pt>
                <c:pt idx="983">
                  <c:v>124.36499999999999</c:v>
                </c:pt>
                <c:pt idx="984">
                  <c:v>126.895</c:v>
                </c:pt>
                <c:pt idx="985">
                  <c:v>131.92500000000001</c:v>
                </c:pt>
                <c:pt idx="986">
                  <c:v>129.45500000000001</c:v>
                </c:pt>
                <c:pt idx="987">
                  <c:v>124.455</c:v>
                </c:pt>
                <c:pt idx="988">
                  <c:v>124.455</c:v>
                </c:pt>
                <c:pt idx="989">
                  <c:v>124.425</c:v>
                </c:pt>
                <c:pt idx="990">
                  <c:v>124.395</c:v>
                </c:pt>
                <c:pt idx="991">
                  <c:v>133.08500000000001</c:v>
                </c:pt>
                <c:pt idx="992">
                  <c:v>135.495</c:v>
                </c:pt>
                <c:pt idx="993">
                  <c:v>150.405</c:v>
                </c:pt>
                <c:pt idx="994">
                  <c:v>152.815</c:v>
                </c:pt>
                <c:pt idx="995">
                  <c:v>165.19499999999999</c:v>
                </c:pt>
                <c:pt idx="996">
                  <c:v>167.57499999999999</c:v>
                </c:pt>
                <c:pt idx="997">
                  <c:v>167.48500000000001</c:v>
                </c:pt>
                <c:pt idx="998">
                  <c:v>168.64500000000001</c:v>
                </c:pt>
                <c:pt idx="999">
                  <c:v>79.709999999999994</c:v>
                </c:pt>
                <c:pt idx="1000">
                  <c:v>79.555000000000007</c:v>
                </c:pt>
                <c:pt idx="1001">
                  <c:v>74.377499999999998</c:v>
                </c:pt>
                <c:pt idx="1002">
                  <c:v>69.232500000000002</c:v>
                </c:pt>
                <c:pt idx="1003">
                  <c:v>6.9450000000000003</c:v>
                </c:pt>
                <c:pt idx="1004">
                  <c:v>6.8849999999999998</c:v>
                </c:pt>
                <c:pt idx="1005">
                  <c:v>6.7</c:v>
                </c:pt>
                <c:pt idx="1006">
                  <c:v>6.61</c:v>
                </c:pt>
                <c:pt idx="1007">
                  <c:v>0.24</c:v>
                </c:pt>
                <c:pt idx="1008">
                  <c:v>0.18</c:v>
                </c:pt>
                <c:pt idx="1009">
                  <c:v>0.12</c:v>
                </c:pt>
                <c:pt idx="1010">
                  <c:v>24</c:v>
                </c:pt>
                <c:pt idx="1011">
                  <c:v>24</c:v>
                </c:pt>
                <c:pt idx="1012">
                  <c:v>7.4999999999999997E-2</c:v>
                </c:pt>
                <c:pt idx="1013">
                  <c:v>0.11</c:v>
                </c:pt>
                <c:pt idx="1014">
                  <c:v>0.29249999999999998</c:v>
                </c:pt>
                <c:pt idx="1015">
                  <c:v>87.977500000000006</c:v>
                </c:pt>
                <c:pt idx="1016">
                  <c:v>88.162499999999994</c:v>
                </c:pt>
                <c:pt idx="1017">
                  <c:v>88.347499999999997</c:v>
                </c:pt>
                <c:pt idx="1018">
                  <c:v>88.504999999999995</c:v>
                </c:pt>
                <c:pt idx="1019">
                  <c:v>88.717500000000001</c:v>
                </c:pt>
                <c:pt idx="1020">
                  <c:v>88.852500000000006</c:v>
                </c:pt>
                <c:pt idx="1021">
                  <c:v>88.962500000000006</c:v>
                </c:pt>
                <c:pt idx="1022">
                  <c:v>96.572500000000005</c:v>
                </c:pt>
                <c:pt idx="1023">
                  <c:v>101.71</c:v>
                </c:pt>
                <c:pt idx="1024">
                  <c:v>106.82</c:v>
                </c:pt>
                <c:pt idx="1025">
                  <c:v>111.902</c:v>
                </c:pt>
                <c:pt idx="1026">
                  <c:v>119.51300000000001</c:v>
                </c:pt>
                <c:pt idx="1027">
                  <c:v>199.595</c:v>
                </c:pt>
                <c:pt idx="1028">
                  <c:v>207.15</c:v>
                </c:pt>
                <c:pt idx="1029">
                  <c:v>217.20500000000001</c:v>
                </c:pt>
                <c:pt idx="1030">
                  <c:v>224.76</c:v>
                </c:pt>
                <c:pt idx="1031">
                  <c:v>277.28699999999998</c:v>
                </c:pt>
                <c:pt idx="1032">
                  <c:v>284.815</c:v>
                </c:pt>
                <c:pt idx="1033">
                  <c:v>287.34199999999998</c:v>
                </c:pt>
                <c:pt idx="1034">
                  <c:v>287.34199999999998</c:v>
                </c:pt>
                <c:pt idx="1035">
                  <c:v>292.34199999999998</c:v>
                </c:pt>
                <c:pt idx="1036">
                  <c:v>294.84199999999998</c:v>
                </c:pt>
                <c:pt idx="1037">
                  <c:v>297.34199999999998</c:v>
                </c:pt>
                <c:pt idx="1038">
                  <c:v>294.84199999999998</c:v>
                </c:pt>
                <c:pt idx="1039">
                  <c:v>289.84300000000002</c:v>
                </c:pt>
                <c:pt idx="1040">
                  <c:v>284.84199999999998</c:v>
                </c:pt>
                <c:pt idx="1041">
                  <c:v>279.815</c:v>
                </c:pt>
                <c:pt idx="1042">
                  <c:v>277.28699999999998</c:v>
                </c:pt>
                <c:pt idx="1043">
                  <c:v>277.26</c:v>
                </c:pt>
                <c:pt idx="1044">
                  <c:v>277.233</c:v>
                </c:pt>
                <c:pt idx="1045">
                  <c:v>279.67700000000002</c:v>
                </c:pt>
                <c:pt idx="1046">
                  <c:v>279.62299999999999</c:v>
                </c:pt>
                <c:pt idx="1047">
                  <c:v>154.56800000000001</c:v>
                </c:pt>
                <c:pt idx="1048">
                  <c:v>154.48500000000001</c:v>
                </c:pt>
                <c:pt idx="1049">
                  <c:v>156.90199999999999</c:v>
                </c:pt>
                <c:pt idx="1050">
                  <c:v>154.32</c:v>
                </c:pt>
                <c:pt idx="1051">
                  <c:v>154.21</c:v>
                </c:pt>
                <c:pt idx="1052">
                  <c:v>154.053</c:v>
                </c:pt>
                <c:pt idx="1053">
                  <c:v>156.36799999999999</c:v>
                </c:pt>
                <c:pt idx="1054">
                  <c:v>153.68299999999999</c:v>
                </c:pt>
                <c:pt idx="1055">
                  <c:v>0.99750000000000005</c:v>
                </c:pt>
                <c:pt idx="1056">
                  <c:v>0.83750000000000002</c:v>
                </c:pt>
                <c:pt idx="1057">
                  <c:v>0.65249999999999997</c:v>
                </c:pt>
                <c:pt idx="1058">
                  <c:v>0.495</c:v>
                </c:pt>
                <c:pt idx="1059">
                  <c:v>0.41249999999999998</c:v>
                </c:pt>
                <c:pt idx="1060">
                  <c:v>0.30249999999999999</c:v>
                </c:pt>
                <c:pt idx="1061">
                  <c:v>0.1925</c:v>
                </c:pt>
                <c:pt idx="1062">
                  <c:v>0.11</c:v>
                </c:pt>
                <c:pt idx="1063">
                  <c:v>7.4999999999999997E-2</c:v>
                </c:pt>
                <c:pt idx="1064">
                  <c:v>24</c:v>
                </c:pt>
                <c:pt idx="1065">
                  <c:v>7.4999999999999997E-2</c:v>
                </c:pt>
                <c:pt idx="1066">
                  <c:v>9.7500000000000003E-2</c:v>
                </c:pt>
                <c:pt idx="1067">
                  <c:v>0.32750000000000001</c:v>
                </c:pt>
                <c:pt idx="1068">
                  <c:v>0.50749999999999995</c:v>
                </c:pt>
                <c:pt idx="1069">
                  <c:v>0.71250000000000002</c:v>
                </c:pt>
                <c:pt idx="1070">
                  <c:v>0.91749999999999998</c:v>
                </c:pt>
                <c:pt idx="1071">
                  <c:v>1.1475</c:v>
                </c:pt>
                <c:pt idx="1072">
                  <c:v>76.377499999999998</c:v>
                </c:pt>
                <c:pt idx="1073">
                  <c:v>76.607500000000002</c:v>
                </c:pt>
                <c:pt idx="1074">
                  <c:v>76.844999999999999</c:v>
                </c:pt>
                <c:pt idx="1075">
                  <c:v>81.3</c:v>
                </c:pt>
                <c:pt idx="1076">
                  <c:v>135.35</c:v>
                </c:pt>
                <c:pt idx="1077">
                  <c:v>145.60499999999999</c:v>
                </c:pt>
                <c:pt idx="1078">
                  <c:v>151.39500000000001</c:v>
                </c:pt>
                <c:pt idx="1079">
                  <c:v>161.595</c:v>
                </c:pt>
                <c:pt idx="1080">
                  <c:v>214.32499999999999</c:v>
                </c:pt>
                <c:pt idx="1081">
                  <c:v>221.97200000000001</c:v>
                </c:pt>
                <c:pt idx="1082">
                  <c:v>290.28300000000002</c:v>
                </c:pt>
                <c:pt idx="1083">
                  <c:v>297.89499999999998</c:v>
                </c:pt>
                <c:pt idx="1084">
                  <c:v>300.46499999999997</c:v>
                </c:pt>
                <c:pt idx="1085">
                  <c:v>307.97500000000002</c:v>
                </c:pt>
                <c:pt idx="1086">
                  <c:v>310.505</c:v>
                </c:pt>
                <c:pt idx="1087">
                  <c:v>313.08</c:v>
                </c:pt>
                <c:pt idx="1088">
                  <c:v>318.24</c:v>
                </c:pt>
                <c:pt idx="1089">
                  <c:v>318.23500000000001</c:v>
                </c:pt>
                <c:pt idx="1090">
                  <c:v>318.22699999999998</c:v>
                </c:pt>
                <c:pt idx="1091">
                  <c:v>315.61799999999999</c:v>
                </c:pt>
                <c:pt idx="1092">
                  <c:v>307.988</c:v>
                </c:pt>
                <c:pt idx="1093">
                  <c:v>302.81</c:v>
                </c:pt>
                <c:pt idx="1094">
                  <c:v>302.495</c:v>
                </c:pt>
                <c:pt idx="1095">
                  <c:v>297.20800000000003</c:v>
                </c:pt>
                <c:pt idx="1096">
                  <c:v>302.03300000000002</c:v>
                </c:pt>
                <c:pt idx="1097">
                  <c:v>309.39499999999998</c:v>
                </c:pt>
                <c:pt idx="1098">
                  <c:v>314.255</c:v>
                </c:pt>
                <c:pt idx="1099">
                  <c:v>316.738</c:v>
                </c:pt>
                <c:pt idx="1100">
                  <c:v>291.57499999999999</c:v>
                </c:pt>
                <c:pt idx="1101">
                  <c:v>295.07299999999998</c:v>
                </c:pt>
                <c:pt idx="1102">
                  <c:v>297.375</c:v>
                </c:pt>
                <c:pt idx="1103">
                  <c:v>297.125</c:v>
                </c:pt>
                <c:pt idx="1104">
                  <c:v>269.39499999999998</c:v>
                </c:pt>
                <c:pt idx="1105">
                  <c:v>276.79500000000002</c:v>
                </c:pt>
                <c:pt idx="1106">
                  <c:v>271.613</c:v>
                </c:pt>
                <c:pt idx="1107">
                  <c:v>269.02</c:v>
                </c:pt>
                <c:pt idx="1108">
                  <c:v>76.055000000000007</c:v>
                </c:pt>
                <c:pt idx="1109">
                  <c:v>75.89</c:v>
                </c:pt>
                <c:pt idx="1110">
                  <c:v>75.717500000000001</c:v>
                </c:pt>
                <c:pt idx="1111">
                  <c:v>75.552499999999995</c:v>
                </c:pt>
                <c:pt idx="1112">
                  <c:v>0.45500000000000002</c:v>
                </c:pt>
                <c:pt idx="1113">
                  <c:v>0.35749999999999998</c:v>
                </c:pt>
                <c:pt idx="1114">
                  <c:v>0.22750000000000001</c:v>
                </c:pt>
                <c:pt idx="1115">
                  <c:v>9.7500000000000003E-2</c:v>
                </c:pt>
                <c:pt idx="1116">
                  <c:v>7.4999999999999997E-2</c:v>
                </c:pt>
                <c:pt idx="1117">
                  <c:v>7.4999999999999997E-2</c:v>
                </c:pt>
                <c:pt idx="1118">
                  <c:v>8.2500000000000004E-2</c:v>
                </c:pt>
                <c:pt idx="1119">
                  <c:v>0.1925</c:v>
                </c:pt>
                <c:pt idx="1120">
                  <c:v>50.302500000000002</c:v>
                </c:pt>
                <c:pt idx="1121">
                  <c:v>50.412500000000001</c:v>
                </c:pt>
                <c:pt idx="1122">
                  <c:v>50.55</c:v>
                </c:pt>
                <c:pt idx="1123">
                  <c:v>50.66</c:v>
                </c:pt>
                <c:pt idx="1124">
                  <c:v>125.798</c:v>
                </c:pt>
                <c:pt idx="1125">
                  <c:v>125.935</c:v>
                </c:pt>
                <c:pt idx="1126">
                  <c:v>131.04499999999999</c:v>
                </c:pt>
                <c:pt idx="1127">
                  <c:v>131.155</c:v>
                </c:pt>
                <c:pt idx="1128">
                  <c:v>193.738</c:v>
                </c:pt>
                <c:pt idx="1129">
                  <c:v>198.82</c:v>
                </c:pt>
                <c:pt idx="1130">
                  <c:v>201.375</c:v>
                </c:pt>
                <c:pt idx="1131">
                  <c:v>208.93</c:v>
                </c:pt>
                <c:pt idx="1132">
                  <c:v>261.57</c:v>
                </c:pt>
                <c:pt idx="1133">
                  <c:v>269.20499999999998</c:v>
                </c:pt>
                <c:pt idx="1134">
                  <c:v>276.87299999999999</c:v>
                </c:pt>
                <c:pt idx="1135">
                  <c:v>284.505</c:v>
                </c:pt>
                <c:pt idx="1136">
                  <c:v>292.06</c:v>
                </c:pt>
                <c:pt idx="1137">
                  <c:v>297.05700000000002</c:v>
                </c:pt>
                <c:pt idx="1138">
                  <c:v>304.58499999999998</c:v>
                </c:pt>
                <c:pt idx="1139">
                  <c:v>304.69799999999998</c:v>
                </c:pt>
                <c:pt idx="1140">
                  <c:v>300.31</c:v>
                </c:pt>
                <c:pt idx="1141">
                  <c:v>305.65499999999997</c:v>
                </c:pt>
                <c:pt idx="1142">
                  <c:v>308.31299999999999</c:v>
                </c:pt>
                <c:pt idx="1143">
                  <c:v>308.31</c:v>
                </c:pt>
                <c:pt idx="1144">
                  <c:v>300.71699999999998</c:v>
                </c:pt>
                <c:pt idx="1145">
                  <c:v>298.11500000000001</c:v>
                </c:pt>
                <c:pt idx="1146">
                  <c:v>300.30500000000001</c:v>
                </c:pt>
                <c:pt idx="1147">
                  <c:v>297.56299999999999</c:v>
                </c:pt>
                <c:pt idx="1148">
                  <c:v>299.89</c:v>
                </c:pt>
                <c:pt idx="1149">
                  <c:v>299.70299999999997</c:v>
                </c:pt>
                <c:pt idx="1150">
                  <c:v>302.017</c:v>
                </c:pt>
                <c:pt idx="1151">
                  <c:v>301.92700000000002</c:v>
                </c:pt>
                <c:pt idx="1152">
                  <c:v>284.19799999999998</c:v>
                </c:pt>
                <c:pt idx="1153">
                  <c:v>283.83999999999997</c:v>
                </c:pt>
                <c:pt idx="1154">
                  <c:v>283.60199999999998</c:v>
                </c:pt>
                <c:pt idx="1155">
                  <c:v>280.77999999999997</c:v>
                </c:pt>
                <c:pt idx="1156">
                  <c:v>257.86500000000001</c:v>
                </c:pt>
                <c:pt idx="1157">
                  <c:v>260.15300000000002</c:v>
                </c:pt>
                <c:pt idx="1158">
                  <c:v>252.31</c:v>
                </c:pt>
                <c:pt idx="1159">
                  <c:v>247.04</c:v>
                </c:pt>
                <c:pt idx="1160">
                  <c:v>80.852500000000006</c:v>
                </c:pt>
                <c:pt idx="1161">
                  <c:v>75.77</c:v>
                </c:pt>
                <c:pt idx="1162">
                  <c:v>75.66</c:v>
                </c:pt>
                <c:pt idx="1163">
                  <c:v>75.55</c:v>
                </c:pt>
                <c:pt idx="1164">
                  <c:v>0.41249999999999998</c:v>
                </c:pt>
                <c:pt idx="1165">
                  <c:v>0.30249999999999999</c:v>
                </c:pt>
                <c:pt idx="1166">
                  <c:v>0.1925</c:v>
                </c:pt>
                <c:pt idx="1167">
                  <c:v>8.2500000000000004E-2</c:v>
                </c:pt>
                <c:pt idx="1168">
                  <c:v>7.4999999999999997E-2</c:v>
                </c:pt>
                <c:pt idx="1169">
                  <c:v>7.4999999999999997E-2</c:v>
                </c:pt>
                <c:pt idx="1170">
                  <c:v>7.4999999999999997E-2</c:v>
                </c:pt>
                <c:pt idx="1171">
                  <c:v>0.17499999999999999</c:v>
                </c:pt>
                <c:pt idx="1172">
                  <c:v>37.774999999999999</c:v>
                </c:pt>
                <c:pt idx="1173">
                  <c:v>37.875</c:v>
                </c:pt>
                <c:pt idx="1174">
                  <c:v>38</c:v>
                </c:pt>
                <c:pt idx="1175">
                  <c:v>38.1</c:v>
                </c:pt>
                <c:pt idx="1176">
                  <c:v>113.22499999999999</c:v>
                </c:pt>
                <c:pt idx="1177">
                  <c:v>113.35</c:v>
                </c:pt>
                <c:pt idx="1178">
                  <c:v>113.45</c:v>
                </c:pt>
                <c:pt idx="1179">
                  <c:v>113.575</c:v>
                </c:pt>
                <c:pt idx="1180">
                  <c:v>113.65</c:v>
                </c:pt>
                <c:pt idx="1181">
                  <c:v>113.72499999999999</c:v>
                </c:pt>
                <c:pt idx="1182">
                  <c:v>113.77500000000001</c:v>
                </c:pt>
                <c:pt idx="1183">
                  <c:v>113.825</c:v>
                </c:pt>
                <c:pt idx="1184">
                  <c:v>115.825</c:v>
                </c:pt>
                <c:pt idx="1185">
                  <c:v>115.925</c:v>
                </c:pt>
                <c:pt idx="1186">
                  <c:v>116.068</c:v>
                </c:pt>
                <c:pt idx="1187">
                  <c:v>116.16800000000001</c:v>
                </c:pt>
                <c:pt idx="1188">
                  <c:v>116.19799999999999</c:v>
                </c:pt>
                <c:pt idx="1189">
                  <c:v>116.188</c:v>
                </c:pt>
                <c:pt idx="1190">
                  <c:v>116.175</c:v>
                </c:pt>
                <c:pt idx="1191">
                  <c:v>116.303</c:v>
                </c:pt>
                <c:pt idx="1192">
                  <c:v>116.467</c:v>
                </c:pt>
                <c:pt idx="1193">
                  <c:v>116.52</c:v>
                </c:pt>
                <c:pt idx="1194">
                  <c:v>116.575</c:v>
                </c:pt>
                <c:pt idx="1195">
                  <c:v>116.56</c:v>
                </c:pt>
                <c:pt idx="1196">
                  <c:v>116.49</c:v>
                </c:pt>
                <c:pt idx="1197">
                  <c:v>116.41800000000001</c:v>
                </c:pt>
                <c:pt idx="1198">
                  <c:v>116.155</c:v>
                </c:pt>
                <c:pt idx="1199">
                  <c:v>115.965</c:v>
                </c:pt>
                <c:pt idx="1200">
                  <c:v>115.89</c:v>
                </c:pt>
                <c:pt idx="1201">
                  <c:v>115.833</c:v>
                </c:pt>
                <c:pt idx="1202">
                  <c:v>115.777</c:v>
                </c:pt>
                <c:pt idx="1203">
                  <c:v>115.815</c:v>
                </c:pt>
                <c:pt idx="1204">
                  <c:v>115.66200000000001</c:v>
                </c:pt>
                <c:pt idx="1205">
                  <c:v>115.38800000000001</c:v>
                </c:pt>
                <c:pt idx="1206">
                  <c:v>115.173</c:v>
                </c:pt>
                <c:pt idx="1207">
                  <c:v>114.902</c:v>
                </c:pt>
                <c:pt idx="1208">
                  <c:v>114.61499999999999</c:v>
                </c:pt>
                <c:pt idx="1209">
                  <c:v>114.473</c:v>
                </c:pt>
                <c:pt idx="1210">
                  <c:v>114.247</c:v>
                </c:pt>
                <c:pt idx="1211">
                  <c:v>114.08499999999999</c:v>
                </c:pt>
                <c:pt idx="1212">
                  <c:v>75.775000000000006</c:v>
                </c:pt>
                <c:pt idx="1213">
                  <c:v>75.674999999999997</c:v>
                </c:pt>
                <c:pt idx="1214">
                  <c:v>75.575000000000003</c:v>
                </c:pt>
                <c:pt idx="1215">
                  <c:v>75.474999999999994</c:v>
                </c:pt>
                <c:pt idx="1216">
                  <c:v>0.375</c:v>
                </c:pt>
                <c:pt idx="1217">
                  <c:v>0.27500000000000002</c:v>
                </c:pt>
                <c:pt idx="1218">
                  <c:v>0.17499999999999999</c:v>
                </c:pt>
                <c:pt idx="1219">
                  <c:v>7.4999999999999997E-2</c:v>
                </c:pt>
                <c:pt idx="1220">
                  <c:v>7.4999999999999997E-2</c:v>
                </c:pt>
                <c:pt idx="1221">
                  <c:v>7.4999999999999997E-2</c:v>
                </c:pt>
                <c:pt idx="1222">
                  <c:v>0.15</c:v>
                </c:pt>
                <c:pt idx="1223">
                  <c:v>0.25</c:v>
                </c:pt>
                <c:pt idx="1224">
                  <c:v>50.35</c:v>
                </c:pt>
                <c:pt idx="1225">
                  <c:v>50.5</c:v>
                </c:pt>
                <c:pt idx="1226">
                  <c:v>50.65</c:v>
                </c:pt>
                <c:pt idx="1227">
                  <c:v>50.8</c:v>
                </c:pt>
                <c:pt idx="1228">
                  <c:v>58.59</c:v>
                </c:pt>
                <c:pt idx="1229">
                  <c:v>58.97</c:v>
                </c:pt>
                <c:pt idx="1230">
                  <c:v>59.302500000000002</c:v>
                </c:pt>
                <c:pt idx="1231">
                  <c:v>63.344999999999999</c:v>
                </c:pt>
                <c:pt idx="1232">
                  <c:v>71.099999999999994</c:v>
                </c:pt>
                <c:pt idx="1233">
                  <c:v>81.382499999999993</c:v>
                </c:pt>
                <c:pt idx="1234">
                  <c:v>89.19</c:v>
                </c:pt>
                <c:pt idx="1235">
                  <c:v>105.145</c:v>
                </c:pt>
                <c:pt idx="1236">
                  <c:v>105.25</c:v>
                </c:pt>
                <c:pt idx="1237">
                  <c:v>116.6</c:v>
                </c:pt>
                <c:pt idx="1238">
                  <c:v>120.49299999999999</c:v>
                </c:pt>
                <c:pt idx="1239">
                  <c:v>119.29300000000001</c:v>
                </c:pt>
                <c:pt idx="1240">
                  <c:v>129.24700000000001</c:v>
                </c:pt>
                <c:pt idx="1241">
                  <c:v>136.63800000000001</c:v>
                </c:pt>
                <c:pt idx="1242">
                  <c:v>141.5</c:v>
                </c:pt>
                <c:pt idx="1243">
                  <c:v>146.477</c:v>
                </c:pt>
                <c:pt idx="1244">
                  <c:v>142.767</c:v>
                </c:pt>
                <c:pt idx="1245">
                  <c:v>148.94499999999999</c:v>
                </c:pt>
                <c:pt idx="1246">
                  <c:v>148.875</c:v>
                </c:pt>
                <c:pt idx="1247">
                  <c:v>153.76</c:v>
                </c:pt>
                <c:pt idx="1248">
                  <c:v>146.84</c:v>
                </c:pt>
                <c:pt idx="1249">
                  <c:v>145.94300000000001</c:v>
                </c:pt>
                <c:pt idx="1250">
                  <c:v>140.655</c:v>
                </c:pt>
                <c:pt idx="1251">
                  <c:v>139.19</c:v>
                </c:pt>
                <c:pt idx="1252">
                  <c:v>134.09</c:v>
                </c:pt>
                <c:pt idx="1253">
                  <c:v>131.03299999999999</c:v>
                </c:pt>
                <c:pt idx="1254">
                  <c:v>138.477</c:v>
                </c:pt>
                <c:pt idx="1255">
                  <c:v>148.565</c:v>
                </c:pt>
                <c:pt idx="1256">
                  <c:v>155.66200000000001</c:v>
                </c:pt>
                <c:pt idx="1257">
                  <c:v>157.96299999999999</c:v>
                </c:pt>
                <c:pt idx="1258">
                  <c:v>160.273</c:v>
                </c:pt>
                <c:pt idx="1259">
                  <c:v>157.52699999999999</c:v>
                </c:pt>
                <c:pt idx="1260">
                  <c:v>161.76499999999999</c:v>
                </c:pt>
                <c:pt idx="1261">
                  <c:v>162.94800000000001</c:v>
                </c:pt>
                <c:pt idx="1262">
                  <c:v>162.773</c:v>
                </c:pt>
                <c:pt idx="1263">
                  <c:v>160.11000000000001</c:v>
                </c:pt>
                <c:pt idx="1264">
                  <c:v>0.6</c:v>
                </c:pt>
                <c:pt idx="1265">
                  <c:v>0.55000000000000004</c:v>
                </c:pt>
                <c:pt idx="1266">
                  <c:v>0.45</c:v>
                </c:pt>
                <c:pt idx="1267">
                  <c:v>0.4</c:v>
                </c:pt>
                <c:pt idx="1268">
                  <c:v>0.35</c:v>
                </c:pt>
                <c:pt idx="1269">
                  <c:v>0.25</c:v>
                </c:pt>
                <c:pt idx="1270">
                  <c:v>0.2</c:v>
                </c:pt>
                <c:pt idx="1271">
                  <c:v>0.15</c:v>
                </c:pt>
                <c:pt idx="1272">
                  <c:v>7.4999999999999997E-2</c:v>
                </c:pt>
                <c:pt idx="1273">
                  <c:v>7.4999999999999997E-2</c:v>
                </c:pt>
                <c:pt idx="1274">
                  <c:v>0.12</c:v>
                </c:pt>
                <c:pt idx="1275">
                  <c:v>0.24</c:v>
                </c:pt>
                <c:pt idx="1276">
                  <c:v>50.4</c:v>
                </c:pt>
                <c:pt idx="1277">
                  <c:v>50.6</c:v>
                </c:pt>
                <c:pt idx="1278">
                  <c:v>50.72</c:v>
                </c:pt>
                <c:pt idx="1279">
                  <c:v>50.84</c:v>
                </c:pt>
                <c:pt idx="1280">
                  <c:v>58.432499999999997</c:v>
                </c:pt>
                <c:pt idx="1281">
                  <c:v>61.255000000000003</c:v>
                </c:pt>
                <c:pt idx="1282">
                  <c:v>65.305000000000007</c:v>
                </c:pt>
                <c:pt idx="1283">
                  <c:v>68.075000000000003</c:v>
                </c:pt>
                <c:pt idx="1284">
                  <c:v>77.032499999999999</c:v>
                </c:pt>
                <c:pt idx="1285">
                  <c:v>85.944999999999993</c:v>
                </c:pt>
                <c:pt idx="1286">
                  <c:v>93.644999999999996</c:v>
                </c:pt>
                <c:pt idx="1287">
                  <c:v>101.273</c:v>
                </c:pt>
                <c:pt idx="1288">
                  <c:v>98.825000000000003</c:v>
                </c:pt>
                <c:pt idx="1289">
                  <c:v>108.697</c:v>
                </c:pt>
                <c:pt idx="1290">
                  <c:v>112.69499999999999</c:v>
                </c:pt>
                <c:pt idx="1291">
                  <c:v>117.643</c:v>
                </c:pt>
                <c:pt idx="1292">
                  <c:v>227.74199999999999</c:v>
                </c:pt>
                <c:pt idx="1293">
                  <c:v>232.88300000000001</c:v>
                </c:pt>
                <c:pt idx="1294">
                  <c:v>238.005</c:v>
                </c:pt>
                <c:pt idx="1295">
                  <c:v>238.26499999999999</c:v>
                </c:pt>
                <c:pt idx="1296">
                  <c:v>240.82</c:v>
                </c:pt>
                <c:pt idx="1297">
                  <c:v>254.60499999999999</c:v>
                </c:pt>
                <c:pt idx="1298">
                  <c:v>254.62</c:v>
                </c:pt>
                <c:pt idx="1299">
                  <c:v>245.875</c:v>
                </c:pt>
                <c:pt idx="1300">
                  <c:v>232.15700000000001</c:v>
                </c:pt>
                <c:pt idx="1301">
                  <c:v>230.738</c:v>
                </c:pt>
                <c:pt idx="1302">
                  <c:v>228.23500000000001</c:v>
                </c:pt>
                <c:pt idx="1303">
                  <c:v>226.88499999999999</c:v>
                </c:pt>
                <c:pt idx="1304">
                  <c:v>229.11699999999999</c:v>
                </c:pt>
                <c:pt idx="1305">
                  <c:v>231.30500000000001</c:v>
                </c:pt>
                <c:pt idx="1306">
                  <c:v>230.97499999999999</c:v>
                </c:pt>
                <c:pt idx="1307">
                  <c:v>233.25299999999999</c:v>
                </c:pt>
                <c:pt idx="1308">
                  <c:v>233.06800000000001</c:v>
                </c:pt>
                <c:pt idx="1309">
                  <c:v>232.917</c:v>
                </c:pt>
                <c:pt idx="1310">
                  <c:v>230.27500000000001</c:v>
                </c:pt>
                <c:pt idx="1311">
                  <c:v>230.12</c:v>
                </c:pt>
                <c:pt idx="1312">
                  <c:v>132.38800000000001</c:v>
                </c:pt>
                <c:pt idx="1313">
                  <c:v>134.63</c:v>
                </c:pt>
                <c:pt idx="1314">
                  <c:v>131.875</c:v>
                </c:pt>
                <c:pt idx="1315">
                  <c:v>129.13200000000001</c:v>
                </c:pt>
                <c:pt idx="1316">
                  <c:v>0.76</c:v>
                </c:pt>
                <c:pt idx="1317">
                  <c:v>0.68</c:v>
                </c:pt>
                <c:pt idx="1318">
                  <c:v>0.6</c:v>
                </c:pt>
                <c:pt idx="1319">
                  <c:v>0.52</c:v>
                </c:pt>
                <c:pt idx="1320">
                  <c:v>0.44</c:v>
                </c:pt>
                <c:pt idx="1321">
                  <c:v>0.36</c:v>
                </c:pt>
                <c:pt idx="1322">
                  <c:v>0.24</c:v>
                </c:pt>
                <c:pt idx="1323">
                  <c:v>0.12</c:v>
                </c:pt>
                <c:pt idx="1324">
                  <c:v>7.4999999999999997E-2</c:v>
                </c:pt>
                <c:pt idx="1325">
                  <c:v>24</c:v>
                </c:pt>
                <c:pt idx="1326">
                  <c:v>24</c:v>
                </c:pt>
                <c:pt idx="1327">
                  <c:v>24</c:v>
                </c:pt>
                <c:pt idx="1328">
                  <c:v>24</c:v>
                </c:pt>
                <c:pt idx="1329">
                  <c:v>7.4999999999999997E-2</c:v>
                </c:pt>
                <c:pt idx="1330">
                  <c:v>0.1275</c:v>
                </c:pt>
                <c:pt idx="1331">
                  <c:v>0.21249999999999999</c:v>
                </c:pt>
                <c:pt idx="1332">
                  <c:v>37.755000000000003</c:v>
                </c:pt>
                <c:pt idx="1333">
                  <c:v>37.797499999999999</c:v>
                </c:pt>
                <c:pt idx="1334">
                  <c:v>37.8825</c:v>
                </c:pt>
                <c:pt idx="1335">
                  <c:v>37.967500000000001</c:v>
                </c:pt>
                <c:pt idx="1336">
                  <c:v>43.05</c:v>
                </c:pt>
                <c:pt idx="1337">
                  <c:v>43.36</c:v>
                </c:pt>
                <c:pt idx="1338">
                  <c:v>47.35</c:v>
                </c:pt>
                <c:pt idx="1339">
                  <c:v>51.252499999999998</c:v>
                </c:pt>
                <c:pt idx="1340">
                  <c:v>51.64</c:v>
                </c:pt>
                <c:pt idx="1341">
                  <c:v>51.98</c:v>
                </c:pt>
                <c:pt idx="1342">
                  <c:v>59.774999999999999</c:v>
                </c:pt>
                <c:pt idx="1343">
                  <c:v>67.592500000000001</c:v>
                </c:pt>
                <c:pt idx="1344">
                  <c:v>70.1875</c:v>
                </c:pt>
                <c:pt idx="1345">
                  <c:v>77.697500000000005</c:v>
                </c:pt>
                <c:pt idx="1346">
                  <c:v>87.84</c:v>
                </c:pt>
                <c:pt idx="1347">
                  <c:v>92.92</c:v>
                </c:pt>
                <c:pt idx="1348">
                  <c:v>202.93199999999999</c:v>
                </c:pt>
                <c:pt idx="1349">
                  <c:v>210.51499999999999</c:v>
                </c:pt>
                <c:pt idx="1350">
                  <c:v>205.54499999999999</c:v>
                </c:pt>
                <c:pt idx="1351">
                  <c:v>204.32300000000001</c:v>
                </c:pt>
                <c:pt idx="1352">
                  <c:v>206.82</c:v>
                </c:pt>
                <c:pt idx="1353">
                  <c:v>211.73</c:v>
                </c:pt>
                <c:pt idx="1354">
                  <c:v>211.75800000000001</c:v>
                </c:pt>
                <c:pt idx="1355">
                  <c:v>211.71</c:v>
                </c:pt>
                <c:pt idx="1356">
                  <c:v>211.755</c:v>
                </c:pt>
                <c:pt idx="1357">
                  <c:v>206.80799999999999</c:v>
                </c:pt>
                <c:pt idx="1358">
                  <c:v>204.29</c:v>
                </c:pt>
                <c:pt idx="1359">
                  <c:v>201.86</c:v>
                </c:pt>
                <c:pt idx="1360">
                  <c:v>206.79</c:v>
                </c:pt>
                <c:pt idx="1361">
                  <c:v>209.22</c:v>
                </c:pt>
                <c:pt idx="1362">
                  <c:v>206.59</c:v>
                </c:pt>
                <c:pt idx="1363">
                  <c:v>206.44800000000001</c:v>
                </c:pt>
                <c:pt idx="1364">
                  <c:v>208.59700000000001</c:v>
                </c:pt>
                <c:pt idx="1365">
                  <c:v>208.42500000000001</c:v>
                </c:pt>
                <c:pt idx="1366">
                  <c:v>208.19</c:v>
                </c:pt>
                <c:pt idx="1367">
                  <c:v>207.9</c:v>
                </c:pt>
                <c:pt idx="1368">
                  <c:v>105.08499999999999</c:v>
                </c:pt>
                <c:pt idx="1369">
                  <c:v>107.36799999999999</c:v>
                </c:pt>
                <c:pt idx="1370">
                  <c:v>107.117</c:v>
                </c:pt>
                <c:pt idx="1371">
                  <c:v>106.777</c:v>
                </c:pt>
                <c:pt idx="1372">
                  <c:v>0.59499999999999997</c:v>
                </c:pt>
                <c:pt idx="1373">
                  <c:v>0.51</c:v>
                </c:pt>
                <c:pt idx="1374">
                  <c:v>0.42499999999999999</c:v>
                </c:pt>
                <c:pt idx="1375">
                  <c:v>0.34</c:v>
                </c:pt>
                <c:pt idx="1376">
                  <c:v>0.255</c:v>
                </c:pt>
                <c:pt idx="1377">
                  <c:v>0.21249999999999999</c:v>
                </c:pt>
                <c:pt idx="1378">
                  <c:v>0.17</c:v>
                </c:pt>
                <c:pt idx="1379">
                  <c:v>0.1275</c:v>
                </c:pt>
                <c:pt idx="1380">
                  <c:v>7.4999999999999997E-2</c:v>
                </c:pt>
                <c:pt idx="1381">
                  <c:v>24</c:v>
                </c:pt>
                <c:pt idx="1382">
                  <c:v>24</c:v>
                </c:pt>
                <c:pt idx="1383">
                  <c:v>7.4999999999999997E-2</c:v>
                </c:pt>
                <c:pt idx="1384">
                  <c:v>0.09</c:v>
                </c:pt>
                <c:pt idx="1385">
                  <c:v>0.18</c:v>
                </c:pt>
                <c:pt idx="1386">
                  <c:v>25.24</c:v>
                </c:pt>
                <c:pt idx="1387">
                  <c:v>25.33</c:v>
                </c:pt>
                <c:pt idx="1388">
                  <c:v>25.42</c:v>
                </c:pt>
                <c:pt idx="1389">
                  <c:v>25.51</c:v>
                </c:pt>
                <c:pt idx="1390">
                  <c:v>26.842500000000001</c:v>
                </c:pt>
                <c:pt idx="1391">
                  <c:v>27.192499999999999</c:v>
                </c:pt>
                <c:pt idx="1392">
                  <c:v>27.487500000000001</c:v>
                </c:pt>
                <c:pt idx="1393">
                  <c:v>27.754999999999999</c:v>
                </c:pt>
                <c:pt idx="1394">
                  <c:v>28.047499999999999</c:v>
                </c:pt>
                <c:pt idx="1395">
                  <c:v>28.31</c:v>
                </c:pt>
                <c:pt idx="1396">
                  <c:v>36.047499999999999</c:v>
                </c:pt>
                <c:pt idx="1397">
                  <c:v>43.747500000000002</c:v>
                </c:pt>
                <c:pt idx="1398">
                  <c:v>46.372500000000002</c:v>
                </c:pt>
                <c:pt idx="1399">
                  <c:v>53.83</c:v>
                </c:pt>
                <c:pt idx="1400">
                  <c:v>61.52</c:v>
                </c:pt>
                <c:pt idx="1401">
                  <c:v>66.545000000000002</c:v>
                </c:pt>
                <c:pt idx="1402">
                  <c:v>181.58</c:v>
                </c:pt>
                <c:pt idx="1403">
                  <c:v>186.63200000000001</c:v>
                </c:pt>
                <c:pt idx="1404">
                  <c:v>189.185</c:v>
                </c:pt>
                <c:pt idx="1405">
                  <c:v>191.78299999999999</c:v>
                </c:pt>
                <c:pt idx="1406">
                  <c:v>194.28</c:v>
                </c:pt>
                <c:pt idx="1407">
                  <c:v>196.745</c:v>
                </c:pt>
                <c:pt idx="1408">
                  <c:v>196.75700000000001</c:v>
                </c:pt>
                <c:pt idx="1409">
                  <c:v>196.75</c:v>
                </c:pt>
                <c:pt idx="1410">
                  <c:v>191.86799999999999</c:v>
                </c:pt>
                <c:pt idx="1411">
                  <c:v>186.898</c:v>
                </c:pt>
                <c:pt idx="1412">
                  <c:v>181.982</c:v>
                </c:pt>
                <c:pt idx="1413">
                  <c:v>182.042</c:v>
                </c:pt>
                <c:pt idx="1414">
                  <c:v>179.38499999999999</c:v>
                </c:pt>
                <c:pt idx="1415">
                  <c:v>181.68299999999999</c:v>
                </c:pt>
                <c:pt idx="1416">
                  <c:v>186.452</c:v>
                </c:pt>
                <c:pt idx="1417">
                  <c:v>186.16</c:v>
                </c:pt>
                <c:pt idx="1418">
                  <c:v>183.39</c:v>
                </c:pt>
                <c:pt idx="1419">
                  <c:v>185.67</c:v>
                </c:pt>
                <c:pt idx="1420">
                  <c:v>185.417</c:v>
                </c:pt>
                <c:pt idx="1421">
                  <c:v>185.15799999999999</c:v>
                </c:pt>
                <c:pt idx="1422">
                  <c:v>82.364999999999995</c:v>
                </c:pt>
                <c:pt idx="1423">
                  <c:v>84.597499999999997</c:v>
                </c:pt>
                <c:pt idx="1424">
                  <c:v>84.344999999999999</c:v>
                </c:pt>
                <c:pt idx="1425">
                  <c:v>84.055000000000007</c:v>
                </c:pt>
                <c:pt idx="1426">
                  <c:v>1.325</c:v>
                </c:pt>
                <c:pt idx="1427">
                  <c:v>1.085</c:v>
                </c:pt>
                <c:pt idx="1428">
                  <c:v>0.78749999999999998</c:v>
                </c:pt>
                <c:pt idx="1429">
                  <c:v>0.62749999999999995</c:v>
                </c:pt>
                <c:pt idx="1430">
                  <c:v>0.3</c:v>
                </c:pt>
                <c:pt idx="1431">
                  <c:v>0.24</c:v>
                </c:pt>
                <c:pt idx="1432">
                  <c:v>0.18</c:v>
                </c:pt>
                <c:pt idx="1433">
                  <c:v>0.09</c:v>
                </c:pt>
                <c:pt idx="1434">
                  <c:v>7.4999999999999997E-2</c:v>
                </c:pt>
                <c:pt idx="1435">
                  <c:v>24</c:v>
                </c:pt>
                <c:pt idx="1436">
                  <c:v>24</c:v>
                </c:pt>
                <c:pt idx="1437">
                  <c:v>60</c:v>
                </c:pt>
                <c:pt idx="1438">
                  <c:v>60</c:v>
                </c:pt>
                <c:pt idx="1439">
                  <c:v>8.2500000000000004E-2</c:v>
                </c:pt>
                <c:pt idx="1440">
                  <c:v>0.16500000000000001</c:v>
                </c:pt>
                <c:pt idx="1441">
                  <c:v>0.2475</c:v>
                </c:pt>
                <c:pt idx="1442">
                  <c:v>0.33</c:v>
                </c:pt>
                <c:pt idx="1443">
                  <c:v>0.41249999999999998</c:v>
                </c:pt>
                <c:pt idx="1444">
                  <c:v>0.52249999999999996</c:v>
                </c:pt>
                <c:pt idx="1445">
                  <c:v>76.802499999999995</c:v>
                </c:pt>
                <c:pt idx="1446">
                  <c:v>77.14</c:v>
                </c:pt>
                <c:pt idx="1447">
                  <c:v>77.427499999999995</c:v>
                </c:pt>
                <c:pt idx="1448">
                  <c:v>77.707499999999996</c:v>
                </c:pt>
                <c:pt idx="1449">
                  <c:v>140.49700000000001</c:v>
                </c:pt>
                <c:pt idx="1450">
                  <c:v>145.72999999999999</c:v>
                </c:pt>
                <c:pt idx="1451">
                  <c:v>150.97</c:v>
                </c:pt>
                <c:pt idx="1452">
                  <c:v>161.215</c:v>
                </c:pt>
                <c:pt idx="1453">
                  <c:v>211.29499999999999</c:v>
                </c:pt>
                <c:pt idx="1454">
                  <c:v>221.46700000000001</c:v>
                </c:pt>
                <c:pt idx="1455">
                  <c:v>229.10499999999999</c:v>
                </c:pt>
                <c:pt idx="1456">
                  <c:v>236.715</c:v>
                </c:pt>
                <c:pt idx="1457">
                  <c:v>244.24700000000001</c:v>
                </c:pt>
                <c:pt idx="1458">
                  <c:v>251.827</c:v>
                </c:pt>
                <c:pt idx="1459">
                  <c:v>256.91199999999998</c:v>
                </c:pt>
                <c:pt idx="1460">
                  <c:v>257.005</c:v>
                </c:pt>
                <c:pt idx="1461">
                  <c:v>262.02</c:v>
                </c:pt>
                <c:pt idx="1462">
                  <c:v>264.452</c:v>
                </c:pt>
                <c:pt idx="1463">
                  <c:v>262.04000000000002</c:v>
                </c:pt>
                <c:pt idx="1464">
                  <c:v>259.39999999999998</c:v>
                </c:pt>
                <c:pt idx="1465">
                  <c:v>251.88499999999999</c:v>
                </c:pt>
                <c:pt idx="1466">
                  <c:v>249.35</c:v>
                </c:pt>
                <c:pt idx="1467">
                  <c:v>249.38</c:v>
                </c:pt>
                <c:pt idx="1468">
                  <c:v>246.74199999999999</c:v>
                </c:pt>
                <c:pt idx="1469">
                  <c:v>251.57300000000001</c:v>
                </c:pt>
                <c:pt idx="1470">
                  <c:v>253.96799999999999</c:v>
                </c:pt>
                <c:pt idx="1471">
                  <c:v>256.03699999999998</c:v>
                </c:pt>
                <c:pt idx="1472">
                  <c:v>255.738</c:v>
                </c:pt>
                <c:pt idx="1473">
                  <c:v>235.62799999999999</c:v>
                </c:pt>
                <c:pt idx="1474">
                  <c:v>235.37799999999999</c:v>
                </c:pt>
                <c:pt idx="1475">
                  <c:v>237.798</c:v>
                </c:pt>
                <c:pt idx="1476">
                  <c:v>235.05500000000001</c:v>
                </c:pt>
                <c:pt idx="1477">
                  <c:v>209.84</c:v>
                </c:pt>
                <c:pt idx="1478">
                  <c:v>209.61</c:v>
                </c:pt>
                <c:pt idx="1479">
                  <c:v>209.398</c:v>
                </c:pt>
                <c:pt idx="1480">
                  <c:v>204.16200000000001</c:v>
                </c:pt>
                <c:pt idx="1481">
                  <c:v>88.16</c:v>
                </c:pt>
                <c:pt idx="1482">
                  <c:v>88.077500000000001</c:v>
                </c:pt>
                <c:pt idx="1483">
                  <c:v>87.995000000000005</c:v>
                </c:pt>
                <c:pt idx="1484">
                  <c:v>87.912499999999994</c:v>
                </c:pt>
                <c:pt idx="1485">
                  <c:v>0.33</c:v>
                </c:pt>
                <c:pt idx="1486">
                  <c:v>0.2475</c:v>
                </c:pt>
                <c:pt idx="1487">
                  <c:v>0.16500000000000001</c:v>
                </c:pt>
                <c:pt idx="1488">
                  <c:v>8.2500000000000004E-2</c:v>
                </c:pt>
                <c:pt idx="1489">
                  <c:v>60</c:v>
                </c:pt>
                <c:pt idx="1490">
                  <c:v>75</c:v>
                </c:pt>
                <c:pt idx="1491">
                  <c:v>75</c:v>
                </c:pt>
                <c:pt idx="1492">
                  <c:v>7.4999999999999997E-2</c:v>
                </c:pt>
                <c:pt idx="1493">
                  <c:v>7.4999999999999997E-2</c:v>
                </c:pt>
                <c:pt idx="1494">
                  <c:v>0.15</c:v>
                </c:pt>
                <c:pt idx="1495">
                  <c:v>0.25</c:v>
                </c:pt>
                <c:pt idx="1496">
                  <c:v>0.35</c:v>
                </c:pt>
                <c:pt idx="1497">
                  <c:v>0.47499999999999998</c:v>
                </c:pt>
                <c:pt idx="1498">
                  <c:v>0.6</c:v>
                </c:pt>
                <c:pt idx="1499">
                  <c:v>78.894999999999996</c:v>
                </c:pt>
                <c:pt idx="1500">
                  <c:v>79.204999999999998</c:v>
                </c:pt>
                <c:pt idx="1501">
                  <c:v>79.487499999999997</c:v>
                </c:pt>
                <c:pt idx="1502">
                  <c:v>79.734999999999999</c:v>
                </c:pt>
                <c:pt idx="1503">
                  <c:v>92.534999999999997</c:v>
                </c:pt>
                <c:pt idx="1504">
                  <c:v>92.77</c:v>
                </c:pt>
                <c:pt idx="1505">
                  <c:v>93.034999999999997</c:v>
                </c:pt>
                <c:pt idx="1506">
                  <c:v>93.254999999999995</c:v>
                </c:pt>
                <c:pt idx="1507">
                  <c:v>93.38</c:v>
                </c:pt>
                <c:pt idx="1508">
                  <c:v>93.502499999999998</c:v>
                </c:pt>
                <c:pt idx="1509">
                  <c:v>93.662499999999994</c:v>
                </c:pt>
                <c:pt idx="1510">
                  <c:v>93.742500000000007</c:v>
                </c:pt>
                <c:pt idx="1511">
                  <c:v>118.723</c:v>
                </c:pt>
                <c:pt idx="1512">
                  <c:v>118.755</c:v>
                </c:pt>
                <c:pt idx="1513">
                  <c:v>118.797</c:v>
                </c:pt>
                <c:pt idx="1514">
                  <c:v>118.76</c:v>
                </c:pt>
                <c:pt idx="1515">
                  <c:v>118.572</c:v>
                </c:pt>
                <c:pt idx="1516">
                  <c:v>118.42</c:v>
                </c:pt>
                <c:pt idx="1517">
                  <c:v>118.297</c:v>
                </c:pt>
                <c:pt idx="1518">
                  <c:v>118.03700000000001</c:v>
                </c:pt>
                <c:pt idx="1519">
                  <c:v>118.01</c:v>
                </c:pt>
                <c:pt idx="1520">
                  <c:v>118.01</c:v>
                </c:pt>
                <c:pt idx="1521">
                  <c:v>117.93</c:v>
                </c:pt>
                <c:pt idx="1522">
                  <c:v>117.845</c:v>
                </c:pt>
                <c:pt idx="1523">
                  <c:v>117.902</c:v>
                </c:pt>
                <c:pt idx="1524">
                  <c:v>117.86499999999999</c:v>
                </c:pt>
                <c:pt idx="1525">
                  <c:v>117.848</c:v>
                </c:pt>
                <c:pt idx="1526">
                  <c:v>117.79300000000001</c:v>
                </c:pt>
                <c:pt idx="1527">
                  <c:v>117.66200000000001</c:v>
                </c:pt>
                <c:pt idx="1528">
                  <c:v>117.495</c:v>
                </c:pt>
                <c:pt idx="1529">
                  <c:v>117.352</c:v>
                </c:pt>
                <c:pt idx="1530">
                  <c:v>117.145</c:v>
                </c:pt>
                <c:pt idx="1531">
                  <c:v>91.89</c:v>
                </c:pt>
                <c:pt idx="1532">
                  <c:v>91.644999999999996</c:v>
                </c:pt>
                <c:pt idx="1533">
                  <c:v>91.355000000000004</c:v>
                </c:pt>
                <c:pt idx="1534">
                  <c:v>91.137500000000003</c:v>
                </c:pt>
                <c:pt idx="1535">
                  <c:v>90.2</c:v>
                </c:pt>
                <c:pt idx="1536">
                  <c:v>90.125</c:v>
                </c:pt>
                <c:pt idx="1537">
                  <c:v>90.025000000000006</c:v>
                </c:pt>
                <c:pt idx="1538">
                  <c:v>89.924999999999997</c:v>
                </c:pt>
                <c:pt idx="1539">
                  <c:v>0.35</c:v>
                </c:pt>
                <c:pt idx="1540">
                  <c:v>0.25</c:v>
                </c:pt>
                <c:pt idx="1541">
                  <c:v>0.15</c:v>
                </c:pt>
                <c:pt idx="1542">
                  <c:v>7.4999999999999997E-2</c:v>
                </c:pt>
                <c:pt idx="1543">
                  <c:v>75</c:v>
                </c:pt>
                <c:pt idx="1544">
                  <c:v>7.4999999999999997E-2</c:v>
                </c:pt>
                <c:pt idx="1545">
                  <c:v>0.09</c:v>
                </c:pt>
                <c:pt idx="1546">
                  <c:v>0.12</c:v>
                </c:pt>
                <c:pt idx="1547">
                  <c:v>0.15</c:v>
                </c:pt>
                <c:pt idx="1548">
                  <c:v>0.21</c:v>
                </c:pt>
                <c:pt idx="1549">
                  <c:v>0.27</c:v>
                </c:pt>
                <c:pt idx="1550">
                  <c:v>1.4275</c:v>
                </c:pt>
                <c:pt idx="1551">
                  <c:v>1.7175</c:v>
                </c:pt>
                <c:pt idx="1552">
                  <c:v>1.9875</c:v>
                </c:pt>
                <c:pt idx="1553">
                  <c:v>2.2250000000000001</c:v>
                </c:pt>
                <c:pt idx="1554">
                  <c:v>2.4175</c:v>
                </c:pt>
                <c:pt idx="1555">
                  <c:v>2.65</c:v>
                </c:pt>
                <c:pt idx="1556">
                  <c:v>2.9550000000000001</c:v>
                </c:pt>
                <c:pt idx="1557">
                  <c:v>3.2174999999999998</c:v>
                </c:pt>
                <c:pt idx="1558">
                  <c:v>3.4449999999999998</c:v>
                </c:pt>
                <c:pt idx="1559">
                  <c:v>3.4649999999999999</c:v>
                </c:pt>
                <c:pt idx="1560">
                  <c:v>3.5</c:v>
                </c:pt>
                <c:pt idx="1561">
                  <c:v>3.6074999999999999</c:v>
                </c:pt>
                <c:pt idx="1562">
                  <c:v>3.5750000000000002</c:v>
                </c:pt>
                <c:pt idx="1563">
                  <c:v>3.5674999999999999</c:v>
                </c:pt>
                <c:pt idx="1564">
                  <c:v>3.5649999999999999</c:v>
                </c:pt>
                <c:pt idx="1565">
                  <c:v>3.5724999999999998</c:v>
                </c:pt>
                <c:pt idx="1566">
                  <c:v>64.3</c:v>
                </c:pt>
                <c:pt idx="1567">
                  <c:v>64.3</c:v>
                </c:pt>
                <c:pt idx="1568">
                  <c:v>64.27</c:v>
                </c:pt>
                <c:pt idx="1569">
                  <c:v>64.209999999999994</c:v>
                </c:pt>
                <c:pt idx="1570">
                  <c:v>64.150000000000006</c:v>
                </c:pt>
                <c:pt idx="1571">
                  <c:v>64.09</c:v>
                </c:pt>
                <c:pt idx="1572">
                  <c:v>64.03</c:v>
                </c:pt>
                <c:pt idx="1573">
                  <c:v>63.94</c:v>
                </c:pt>
                <c:pt idx="1574">
                  <c:v>63.88</c:v>
                </c:pt>
                <c:pt idx="1575">
                  <c:v>63.82</c:v>
                </c:pt>
                <c:pt idx="1576">
                  <c:v>63.73</c:v>
                </c:pt>
                <c:pt idx="1577">
                  <c:v>2.44</c:v>
                </c:pt>
                <c:pt idx="1578">
                  <c:v>2.4224999999999999</c:v>
                </c:pt>
                <c:pt idx="1579">
                  <c:v>2.3174999999999999</c:v>
                </c:pt>
                <c:pt idx="1580">
                  <c:v>2.2174999999999998</c:v>
                </c:pt>
                <c:pt idx="1581">
                  <c:v>2.1524999999999999</c:v>
                </c:pt>
                <c:pt idx="1582">
                  <c:v>2.04</c:v>
                </c:pt>
                <c:pt idx="1583">
                  <c:v>1.8125</c:v>
                </c:pt>
                <c:pt idx="1584">
                  <c:v>1.5575000000000001</c:v>
                </c:pt>
                <c:pt idx="1585">
                  <c:v>1.4125000000000001</c:v>
                </c:pt>
                <c:pt idx="1586">
                  <c:v>0.6</c:v>
                </c:pt>
                <c:pt idx="1587">
                  <c:v>0.51</c:v>
                </c:pt>
                <c:pt idx="1588">
                  <c:v>0.42</c:v>
                </c:pt>
                <c:pt idx="1589">
                  <c:v>0.36</c:v>
                </c:pt>
                <c:pt idx="1590">
                  <c:v>0.27</c:v>
                </c:pt>
                <c:pt idx="1591">
                  <c:v>0.21</c:v>
                </c:pt>
                <c:pt idx="1592">
                  <c:v>0.15</c:v>
                </c:pt>
                <c:pt idx="1593">
                  <c:v>7.4999999999999997E-2</c:v>
                </c:pt>
                <c:pt idx="1594">
                  <c:v>52.25</c:v>
                </c:pt>
                <c:pt idx="1595">
                  <c:v>52.75</c:v>
                </c:pt>
                <c:pt idx="1596">
                  <c:v>58.25</c:v>
                </c:pt>
                <c:pt idx="1597">
                  <c:v>53</c:v>
                </c:pt>
                <c:pt idx="1598">
                  <c:v>53</c:v>
                </c:pt>
                <c:pt idx="1599">
                  <c:v>53.75</c:v>
                </c:pt>
                <c:pt idx="1600">
                  <c:v>55.25</c:v>
                </c:pt>
                <c:pt idx="1601">
                  <c:v>56.75</c:v>
                </c:pt>
                <c:pt idx="1602">
                  <c:v>62.25</c:v>
                </c:pt>
                <c:pt idx="1603">
                  <c:v>58.25</c:v>
                </c:pt>
                <c:pt idx="1604">
                  <c:v>58.825000000000003</c:v>
                </c:pt>
                <c:pt idx="1605">
                  <c:v>57.9925</c:v>
                </c:pt>
                <c:pt idx="1606">
                  <c:v>58.262500000000003</c:v>
                </c:pt>
                <c:pt idx="1607">
                  <c:v>60.24</c:v>
                </c:pt>
                <c:pt idx="1608">
                  <c:v>66.415000000000006</c:v>
                </c:pt>
                <c:pt idx="1609">
                  <c:v>60.75</c:v>
                </c:pt>
                <c:pt idx="1610">
                  <c:v>61.5</c:v>
                </c:pt>
                <c:pt idx="1611">
                  <c:v>62.25</c:v>
                </c:pt>
                <c:pt idx="1612">
                  <c:v>62.75</c:v>
                </c:pt>
                <c:pt idx="1613">
                  <c:v>63.5</c:v>
                </c:pt>
                <c:pt idx="1614">
                  <c:v>68.75</c:v>
                </c:pt>
                <c:pt idx="1615">
                  <c:v>64.25</c:v>
                </c:pt>
                <c:pt idx="1616">
                  <c:v>39.75</c:v>
                </c:pt>
                <c:pt idx="1617">
                  <c:v>41</c:v>
                </c:pt>
                <c:pt idx="1618">
                  <c:v>41.5</c:v>
                </c:pt>
                <c:pt idx="1619">
                  <c:v>41.75</c:v>
                </c:pt>
                <c:pt idx="1620">
                  <c:v>47</c:v>
                </c:pt>
                <c:pt idx="1621">
                  <c:v>42.5</c:v>
                </c:pt>
                <c:pt idx="1622">
                  <c:v>42.75</c:v>
                </c:pt>
                <c:pt idx="1623">
                  <c:v>42</c:v>
                </c:pt>
                <c:pt idx="1624">
                  <c:v>1794</c:v>
                </c:pt>
                <c:pt idx="1625">
                  <c:v>1794</c:v>
                </c:pt>
                <c:pt idx="1626">
                  <c:v>1830</c:v>
                </c:pt>
                <c:pt idx="1627">
                  <c:v>1830</c:v>
                </c:pt>
                <c:pt idx="1628" formatCode="0.00">
                  <c:v>0</c:v>
                </c:pt>
                <c:pt idx="1629">
                  <c:v>33.82</c:v>
                </c:pt>
                <c:pt idx="1630">
                  <c:v>29.237500000000001</c:v>
                </c:pt>
                <c:pt idx="1631">
                  <c:v>29.66</c:v>
                </c:pt>
                <c:pt idx="1632">
                  <c:v>30.782499999999999</c:v>
                </c:pt>
                <c:pt idx="1633">
                  <c:v>31.567499999999999</c:v>
                </c:pt>
                <c:pt idx="1634">
                  <c:v>32.462499999999999</c:v>
                </c:pt>
                <c:pt idx="1635">
                  <c:v>38.435000000000002</c:v>
                </c:pt>
                <c:pt idx="1636">
                  <c:v>34.305</c:v>
                </c:pt>
                <c:pt idx="1637">
                  <c:v>59.16</c:v>
                </c:pt>
                <c:pt idx="1638">
                  <c:v>58.972499999999997</c:v>
                </c:pt>
                <c:pt idx="1639">
                  <c:v>58.094999999999999</c:v>
                </c:pt>
                <c:pt idx="1640">
                  <c:v>58.667499999999997</c:v>
                </c:pt>
                <c:pt idx="1641">
                  <c:v>64.44</c:v>
                </c:pt>
                <c:pt idx="1642">
                  <c:v>60.155000000000001</c:v>
                </c:pt>
                <c:pt idx="1643">
                  <c:v>60.372500000000002</c:v>
                </c:pt>
                <c:pt idx="1644">
                  <c:v>59.914999999999999</c:v>
                </c:pt>
                <c:pt idx="1645">
                  <c:v>60.952500000000001</c:v>
                </c:pt>
                <c:pt idx="1646">
                  <c:v>62.445</c:v>
                </c:pt>
                <c:pt idx="1647">
                  <c:v>69.174999999999997</c:v>
                </c:pt>
                <c:pt idx="1648">
                  <c:v>65.362499999999997</c:v>
                </c:pt>
                <c:pt idx="1649">
                  <c:v>65.047499999999999</c:v>
                </c:pt>
                <c:pt idx="1650">
                  <c:v>64.637500000000003</c:v>
                </c:pt>
                <c:pt idx="1651">
                  <c:v>64.877499999999998</c:v>
                </c:pt>
                <c:pt idx="1652">
                  <c:v>65.844999999999999</c:v>
                </c:pt>
                <c:pt idx="1653">
                  <c:v>71.002499999999998</c:v>
                </c:pt>
                <c:pt idx="1654">
                  <c:v>66.527500000000003</c:v>
                </c:pt>
                <c:pt idx="1655">
                  <c:v>66.722499999999997</c:v>
                </c:pt>
                <c:pt idx="1656">
                  <c:v>67.48</c:v>
                </c:pt>
                <c:pt idx="1657">
                  <c:v>66.267499999999998</c:v>
                </c:pt>
                <c:pt idx="1658">
                  <c:v>66.474999999999994</c:v>
                </c:pt>
                <c:pt idx="1659">
                  <c:v>71.739999999999995</c:v>
                </c:pt>
                <c:pt idx="1660">
                  <c:v>67.347499999999997</c:v>
                </c:pt>
                <c:pt idx="1661">
                  <c:v>42.49</c:v>
                </c:pt>
                <c:pt idx="1662">
                  <c:v>42.897500000000001</c:v>
                </c:pt>
                <c:pt idx="1663">
                  <c:v>41.77</c:v>
                </c:pt>
                <c:pt idx="1664">
                  <c:v>42.55</c:v>
                </c:pt>
                <c:pt idx="1665">
                  <c:v>47.417499999999997</c:v>
                </c:pt>
                <c:pt idx="1666">
                  <c:v>42.807499999999997</c:v>
                </c:pt>
                <c:pt idx="1667">
                  <c:v>43.702500000000001</c:v>
                </c:pt>
                <c:pt idx="1668">
                  <c:v>43.164999999999999</c:v>
                </c:pt>
                <c:pt idx="1669">
                  <c:v>1830</c:v>
                </c:pt>
                <c:pt idx="1670">
                  <c:v>1830</c:v>
                </c:pt>
                <c:pt idx="1671">
                  <c:v>1800</c:v>
                </c:pt>
                <c:pt idx="1672">
                  <c:v>1800</c:v>
                </c:pt>
                <c:pt idx="1673">
                  <c:v>5.5E-2</c:v>
                </c:pt>
                <c:pt idx="1674">
                  <c:v>0.11</c:v>
                </c:pt>
                <c:pt idx="1675">
                  <c:v>0.19500000000000001</c:v>
                </c:pt>
                <c:pt idx="1676">
                  <c:v>0.25</c:v>
                </c:pt>
                <c:pt idx="1677">
                  <c:v>0.38</c:v>
                </c:pt>
                <c:pt idx="1678">
                  <c:v>0.54249999999999998</c:v>
                </c:pt>
                <c:pt idx="1679">
                  <c:v>0.6875</c:v>
                </c:pt>
                <c:pt idx="1680">
                  <c:v>0.85250000000000004</c:v>
                </c:pt>
                <c:pt idx="1681">
                  <c:v>55.802500000000002</c:v>
                </c:pt>
                <c:pt idx="1682">
                  <c:v>54.204999999999998</c:v>
                </c:pt>
                <c:pt idx="1683">
                  <c:v>59.737499999999997</c:v>
                </c:pt>
                <c:pt idx="1684">
                  <c:v>64.827500000000001</c:v>
                </c:pt>
                <c:pt idx="1685">
                  <c:v>70.392499999999998</c:v>
                </c:pt>
                <c:pt idx="1686">
                  <c:v>74.8125</c:v>
                </c:pt>
                <c:pt idx="1687">
                  <c:v>80.885000000000005</c:v>
                </c:pt>
                <c:pt idx="1688">
                  <c:v>77.62</c:v>
                </c:pt>
                <c:pt idx="1689">
                  <c:v>78.032499999999999</c:v>
                </c:pt>
                <c:pt idx="1690">
                  <c:v>78.94</c:v>
                </c:pt>
                <c:pt idx="1691">
                  <c:v>79.227500000000006</c:v>
                </c:pt>
                <c:pt idx="1692">
                  <c:v>80.875</c:v>
                </c:pt>
                <c:pt idx="1693">
                  <c:v>86.32</c:v>
                </c:pt>
                <c:pt idx="1694">
                  <c:v>83.594999999999999</c:v>
                </c:pt>
                <c:pt idx="1695">
                  <c:v>86.217500000000001</c:v>
                </c:pt>
                <c:pt idx="1696">
                  <c:v>87.572500000000005</c:v>
                </c:pt>
                <c:pt idx="1697">
                  <c:v>85.555000000000007</c:v>
                </c:pt>
                <c:pt idx="1698">
                  <c:v>82.504999999999995</c:v>
                </c:pt>
                <c:pt idx="1699">
                  <c:v>85.42</c:v>
                </c:pt>
                <c:pt idx="1700">
                  <c:v>78.802499999999995</c:v>
                </c:pt>
                <c:pt idx="1701">
                  <c:v>78.105000000000004</c:v>
                </c:pt>
                <c:pt idx="1702">
                  <c:v>77.877499999999998</c:v>
                </c:pt>
                <c:pt idx="1703">
                  <c:v>79.352500000000006</c:v>
                </c:pt>
                <c:pt idx="1704">
                  <c:v>80.112499999999997</c:v>
                </c:pt>
                <c:pt idx="1705">
                  <c:v>84.997500000000002</c:v>
                </c:pt>
                <c:pt idx="1706">
                  <c:v>78.797499999999999</c:v>
                </c:pt>
                <c:pt idx="1707">
                  <c:v>78.797499999999999</c:v>
                </c:pt>
                <c:pt idx="1708">
                  <c:v>77.457499999999996</c:v>
                </c:pt>
                <c:pt idx="1709">
                  <c:v>76.3</c:v>
                </c:pt>
                <c:pt idx="1710">
                  <c:v>74.212500000000006</c:v>
                </c:pt>
                <c:pt idx="1711">
                  <c:v>76.81</c:v>
                </c:pt>
                <c:pt idx="1712">
                  <c:v>70.1875</c:v>
                </c:pt>
                <c:pt idx="1713">
                  <c:v>68.92</c:v>
                </c:pt>
                <c:pt idx="1714">
                  <c:v>68.547499999999999</c:v>
                </c:pt>
                <c:pt idx="1715">
                  <c:v>59.515000000000001</c:v>
                </c:pt>
                <c:pt idx="1716">
                  <c:v>58.674999999999997</c:v>
                </c:pt>
                <c:pt idx="1717">
                  <c:v>62.7</c:v>
                </c:pt>
                <c:pt idx="1718">
                  <c:v>55.46</c:v>
                </c:pt>
                <c:pt idx="1719">
                  <c:v>53.092500000000001</c:v>
                </c:pt>
                <c:pt idx="1720">
                  <c:v>50.537500000000001</c:v>
                </c:pt>
                <c:pt idx="1721">
                  <c:v>1800</c:v>
                </c:pt>
                <c:pt idx="1722">
                  <c:v>1800</c:v>
                </c:pt>
                <c:pt idx="1723">
                  <c:v>1806</c:v>
                </c:pt>
                <c:pt idx="1724">
                  <c:v>1806</c:v>
                </c:pt>
                <c:pt idx="1725">
                  <c:v>54.147500000000001</c:v>
                </c:pt>
                <c:pt idx="1726">
                  <c:v>53.52</c:v>
                </c:pt>
                <c:pt idx="1727">
                  <c:v>57.2575</c:v>
                </c:pt>
                <c:pt idx="1728">
                  <c:v>61.484999999999999</c:v>
                </c:pt>
                <c:pt idx="1729">
                  <c:v>64.717500000000001</c:v>
                </c:pt>
                <c:pt idx="1730">
                  <c:v>69.08</c:v>
                </c:pt>
                <c:pt idx="1731">
                  <c:v>76.89</c:v>
                </c:pt>
                <c:pt idx="1732">
                  <c:v>74.652500000000003</c:v>
                </c:pt>
                <c:pt idx="1733">
                  <c:v>76.394999999999996</c:v>
                </c:pt>
                <c:pt idx="1734">
                  <c:v>78.087500000000006</c:v>
                </c:pt>
                <c:pt idx="1735">
                  <c:v>80.204999999999998</c:v>
                </c:pt>
                <c:pt idx="1736">
                  <c:v>80.922499999999999</c:v>
                </c:pt>
                <c:pt idx="1737">
                  <c:v>86.534999999999997</c:v>
                </c:pt>
                <c:pt idx="1738">
                  <c:v>82.34</c:v>
                </c:pt>
                <c:pt idx="1739">
                  <c:v>83.1</c:v>
                </c:pt>
                <c:pt idx="1740">
                  <c:v>83.53</c:v>
                </c:pt>
                <c:pt idx="1741">
                  <c:v>83.717500000000001</c:v>
                </c:pt>
                <c:pt idx="1742">
                  <c:v>82.592500000000001</c:v>
                </c:pt>
                <c:pt idx="1743">
                  <c:v>86.387500000000003</c:v>
                </c:pt>
                <c:pt idx="1744">
                  <c:v>79.22</c:v>
                </c:pt>
                <c:pt idx="1745">
                  <c:v>77.864999999999995</c:v>
                </c:pt>
                <c:pt idx="1746">
                  <c:v>75.372500000000002</c:v>
                </c:pt>
                <c:pt idx="1747">
                  <c:v>75.617500000000007</c:v>
                </c:pt>
                <c:pt idx="1748">
                  <c:v>75.775000000000006</c:v>
                </c:pt>
                <c:pt idx="1749">
                  <c:v>80.905000000000001</c:v>
                </c:pt>
                <c:pt idx="1750">
                  <c:v>75.984999999999999</c:v>
                </c:pt>
                <c:pt idx="1751">
                  <c:v>75.432500000000005</c:v>
                </c:pt>
                <c:pt idx="1752">
                  <c:v>74.922499999999999</c:v>
                </c:pt>
                <c:pt idx="1753">
                  <c:v>73.69</c:v>
                </c:pt>
                <c:pt idx="1754">
                  <c:v>72.972499999999997</c:v>
                </c:pt>
                <c:pt idx="1755">
                  <c:v>77.8125</c:v>
                </c:pt>
                <c:pt idx="1756">
                  <c:v>72.242500000000007</c:v>
                </c:pt>
                <c:pt idx="1757">
                  <c:v>70.099999999999994</c:v>
                </c:pt>
                <c:pt idx="1758">
                  <c:v>63.86</c:v>
                </c:pt>
                <c:pt idx="1759">
                  <c:v>62.375</c:v>
                </c:pt>
                <c:pt idx="1760">
                  <c:v>60.244999999999997</c:v>
                </c:pt>
                <c:pt idx="1761">
                  <c:v>63.7425</c:v>
                </c:pt>
                <c:pt idx="1762">
                  <c:v>56.244999999999997</c:v>
                </c:pt>
                <c:pt idx="1763">
                  <c:v>53.9375</c:v>
                </c:pt>
                <c:pt idx="1764">
                  <c:v>52.807499999999997</c:v>
                </c:pt>
                <c:pt idx="1765">
                  <c:v>1806</c:v>
                </c:pt>
                <c:pt idx="1766">
                  <c:v>1806</c:v>
                </c:pt>
                <c:pt idx="1767">
                  <c:v>1878</c:v>
                </c:pt>
                <c:pt idx="1768">
                  <c:v>1878</c:v>
                </c:pt>
                <c:pt idx="1769" formatCode="0.00">
                  <c:v>0</c:v>
                </c:pt>
                <c:pt idx="1770" formatCode="0.00">
                  <c:v>0</c:v>
                </c:pt>
                <c:pt idx="1771" formatCode="0.00">
                  <c:v>0</c:v>
                </c:pt>
                <c:pt idx="1772" formatCode="0.00">
                  <c:v>0</c:v>
                </c:pt>
                <c:pt idx="1773" formatCode="0.00">
                  <c:v>0</c:v>
                </c:pt>
                <c:pt idx="1774" formatCode="0.00">
                  <c:v>0</c:v>
                </c:pt>
                <c:pt idx="1775">
                  <c:v>53.95</c:v>
                </c:pt>
                <c:pt idx="1776">
                  <c:v>53.13</c:v>
                </c:pt>
                <c:pt idx="1777">
                  <c:v>57.142499999999998</c:v>
                </c:pt>
                <c:pt idx="1778">
                  <c:v>61.457500000000003</c:v>
                </c:pt>
                <c:pt idx="1779">
                  <c:v>64.510000000000005</c:v>
                </c:pt>
                <c:pt idx="1780">
                  <c:v>68.260000000000005</c:v>
                </c:pt>
                <c:pt idx="1781">
                  <c:v>75.827500000000001</c:v>
                </c:pt>
                <c:pt idx="1782">
                  <c:v>73.745000000000005</c:v>
                </c:pt>
                <c:pt idx="1783">
                  <c:v>76.334999999999994</c:v>
                </c:pt>
                <c:pt idx="1784">
                  <c:v>77.597499999999997</c:v>
                </c:pt>
                <c:pt idx="1785">
                  <c:v>80.045000000000002</c:v>
                </c:pt>
                <c:pt idx="1786">
                  <c:v>80.417500000000004</c:v>
                </c:pt>
                <c:pt idx="1787">
                  <c:v>85.33</c:v>
                </c:pt>
                <c:pt idx="1788">
                  <c:v>78.987499999999997</c:v>
                </c:pt>
                <c:pt idx="1789">
                  <c:v>77.902500000000003</c:v>
                </c:pt>
                <c:pt idx="1790">
                  <c:v>78.03</c:v>
                </c:pt>
                <c:pt idx="1791">
                  <c:v>79.132499999999993</c:v>
                </c:pt>
                <c:pt idx="1792">
                  <c:v>80.052499999999995</c:v>
                </c:pt>
                <c:pt idx="1793">
                  <c:v>86.987499999999997</c:v>
                </c:pt>
                <c:pt idx="1794">
                  <c:v>82.482500000000002</c:v>
                </c:pt>
                <c:pt idx="1795">
                  <c:v>81.61</c:v>
                </c:pt>
                <c:pt idx="1796">
                  <c:v>80.287499999999994</c:v>
                </c:pt>
                <c:pt idx="1797">
                  <c:v>80.849999999999994</c:v>
                </c:pt>
                <c:pt idx="1798">
                  <c:v>81.247500000000002</c:v>
                </c:pt>
                <c:pt idx="1799">
                  <c:v>86.527500000000003</c:v>
                </c:pt>
                <c:pt idx="1800">
                  <c:v>82.227500000000006</c:v>
                </c:pt>
                <c:pt idx="1801">
                  <c:v>81.56</c:v>
                </c:pt>
                <c:pt idx="1802">
                  <c:v>80.822500000000005</c:v>
                </c:pt>
                <c:pt idx="1803">
                  <c:v>79.105000000000004</c:v>
                </c:pt>
                <c:pt idx="1804">
                  <c:v>78.417500000000004</c:v>
                </c:pt>
                <c:pt idx="1805">
                  <c:v>83.262500000000003</c:v>
                </c:pt>
                <c:pt idx="1806">
                  <c:v>76.337500000000006</c:v>
                </c:pt>
                <c:pt idx="1807">
                  <c:v>74.635000000000005</c:v>
                </c:pt>
                <c:pt idx="1808">
                  <c:v>72.182500000000005</c:v>
                </c:pt>
                <c:pt idx="1809">
                  <c:v>71.722499999999997</c:v>
                </c:pt>
                <c:pt idx="1810">
                  <c:v>71.424999999999997</c:v>
                </c:pt>
                <c:pt idx="1811">
                  <c:v>75.48</c:v>
                </c:pt>
                <c:pt idx="1812">
                  <c:v>69.594999999999999</c:v>
                </c:pt>
                <c:pt idx="1813">
                  <c:v>68.44</c:v>
                </c:pt>
                <c:pt idx="1814">
                  <c:v>64.7</c:v>
                </c:pt>
                <c:pt idx="1815">
                  <c:v>1878</c:v>
                </c:pt>
                <c:pt idx="1816">
                  <c:v>1878</c:v>
                </c:pt>
                <c:pt idx="1817">
                  <c:v>1839</c:v>
                </c:pt>
                <c:pt idx="1818">
                  <c:v>1839</c:v>
                </c:pt>
                <c:pt idx="1819">
                  <c:v>5.5E-2</c:v>
                </c:pt>
                <c:pt idx="1820">
                  <c:v>0.2225</c:v>
                </c:pt>
                <c:pt idx="1821">
                  <c:v>0.56499999999999995</c:v>
                </c:pt>
                <c:pt idx="1822">
                  <c:v>1.32</c:v>
                </c:pt>
                <c:pt idx="1823">
                  <c:v>2.4674999999999998</c:v>
                </c:pt>
                <c:pt idx="1824">
                  <c:v>3.95</c:v>
                </c:pt>
                <c:pt idx="1825">
                  <c:v>5.6825000000000001</c:v>
                </c:pt>
                <c:pt idx="1826">
                  <c:v>32.61</c:v>
                </c:pt>
                <c:pt idx="1827">
                  <c:v>101.31</c:v>
                </c:pt>
                <c:pt idx="1828">
                  <c:v>122.99</c:v>
                </c:pt>
                <c:pt idx="1829">
                  <c:v>147.63499999999999</c:v>
                </c:pt>
                <c:pt idx="1830">
                  <c:v>172.17</c:v>
                </c:pt>
                <c:pt idx="1831">
                  <c:v>198.21299999999999</c:v>
                </c:pt>
                <c:pt idx="1832">
                  <c:v>208.827</c:v>
                </c:pt>
                <c:pt idx="1833">
                  <c:v>214.38300000000001</c:v>
                </c:pt>
                <c:pt idx="1834">
                  <c:v>210.702</c:v>
                </c:pt>
                <c:pt idx="1835">
                  <c:v>249.892</c:v>
                </c:pt>
                <c:pt idx="1836">
                  <c:v>250.73699999999999</c:v>
                </c:pt>
                <c:pt idx="1837">
                  <c:v>250.38499999999999</c:v>
                </c:pt>
                <c:pt idx="1838">
                  <c:v>249.71</c:v>
                </c:pt>
                <c:pt idx="1839">
                  <c:v>254.56200000000001</c:v>
                </c:pt>
                <c:pt idx="1840">
                  <c:v>249.245</c:v>
                </c:pt>
                <c:pt idx="1841">
                  <c:v>248.71</c:v>
                </c:pt>
                <c:pt idx="1842">
                  <c:v>248.738</c:v>
                </c:pt>
                <c:pt idx="1843">
                  <c:v>252.62299999999999</c:v>
                </c:pt>
                <c:pt idx="1844">
                  <c:v>256.40499999999997</c:v>
                </c:pt>
                <c:pt idx="1845">
                  <c:v>263.69</c:v>
                </c:pt>
                <c:pt idx="1846">
                  <c:v>259.63499999999999</c:v>
                </c:pt>
                <c:pt idx="1847">
                  <c:v>259.32499999999999</c:v>
                </c:pt>
                <c:pt idx="1848">
                  <c:v>259.06299999999999</c:v>
                </c:pt>
                <c:pt idx="1849">
                  <c:v>260.12</c:v>
                </c:pt>
                <c:pt idx="1850">
                  <c:v>261.548</c:v>
                </c:pt>
                <c:pt idx="1851">
                  <c:v>267.59500000000003</c:v>
                </c:pt>
                <c:pt idx="1852">
                  <c:v>263.20800000000003</c:v>
                </c:pt>
                <c:pt idx="1853">
                  <c:v>263.76</c:v>
                </c:pt>
                <c:pt idx="1854">
                  <c:v>263.43</c:v>
                </c:pt>
                <c:pt idx="1855">
                  <c:v>239.57499999999999</c:v>
                </c:pt>
                <c:pt idx="1856">
                  <c:v>215.62799999999999</c:v>
                </c:pt>
                <c:pt idx="1857">
                  <c:v>196.83</c:v>
                </c:pt>
                <c:pt idx="1858">
                  <c:v>167.11</c:v>
                </c:pt>
                <c:pt idx="1859">
                  <c:v>142.642</c:v>
                </c:pt>
                <c:pt idx="1860">
                  <c:v>116.997</c:v>
                </c:pt>
                <c:pt idx="1861">
                  <c:v>91.917500000000004</c:v>
                </c:pt>
                <c:pt idx="1862">
                  <c:v>65.694999999999993</c:v>
                </c:pt>
                <c:pt idx="1863">
                  <c:v>70.997500000000002</c:v>
                </c:pt>
                <c:pt idx="1864">
                  <c:v>65.652500000000003</c:v>
                </c:pt>
                <c:pt idx="1865">
                  <c:v>66.012500000000003</c:v>
                </c:pt>
                <c:pt idx="1866">
                  <c:v>64.765000000000001</c:v>
                </c:pt>
                <c:pt idx="1867">
                  <c:v>4.3150000000000004</c:v>
                </c:pt>
                <c:pt idx="1868">
                  <c:v>2.78</c:v>
                </c:pt>
                <c:pt idx="1869">
                  <c:v>1.2825</c:v>
                </c:pt>
                <c:pt idx="1870">
                  <c:v>0.53249999999999997</c:v>
                </c:pt>
                <c:pt idx="1871">
                  <c:v>1839</c:v>
                </c:pt>
                <c:pt idx="1872">
                  <c:v>1839</c:v>
                </c:pt>
                <c:pt idx="1873">
                  <c:v>2040</c:v>
                </c:pt>
                <c:pt idx="1874">
                  <c:v>2040</c:v>
                </c:pt>
                <c:pt idx="1875">
                  <c:v>5.5E-2</c:v>
                </c:pt>
                <c:pt idx="1876">
                  <c:v>0.1275</c:v>
                </c:pt>
                <c:pt idx="1877">
                  <c:v>0.26</c:v>
                </c:pt>
                <c:pt idx="1878">
                  <c:v>0.78500000000000003</c:v>
                </c:pt>
                <c:pt idx="1879">
                  <c:v>2.06</c:v>
                </c:pt>
                <c:pt idx="1880">
                  <c:v>3.5750000000000002</c:v>
                </c:pt>
                <c:pt idx="1881">
                  <c:v>5.1375000000000002</c:v>
                </c:pt>
                <c:pt idx="1882">
                  <c:v>7.6550000000000002</c:v>
                </c:pt>
                <c:pt idx="1883">
                  <c:v>15.202500000000001</c:v>
                </c:pt>
                <c:pt idx="1884">
                  <c:v>17.86</c:v>
                </c:pt>
                <c:pt idx="1885">
                  <c:v>20.664999999999999</c:v>
                </c:pt>
                <c:pt idx="1886">
                  <c:v>22.122499999999999</c:v>
                </c:pt>
                <c:pt idx="1887">
                  <c:v>24.2075</c:v>
                </c:pt>
                <c:pt idx="1888">
                  <c:v>26.512499999999999</c:v>
                </c:pt>
                <c:pt idx="1889">
                  <c:v>29.195</c:v>
                </c:pt>
                <c:pt idx="1890">
                  <c:v>31.934999999999999</c:v>
                </c:pt>
                <c:pt idx="1891">
                  <c:v>33.552500000000002</c:v>
                </c:pt>
                <c:pt idx="1892">
                  <c:v>34.604999999999997</c:v>
                </c:pt>
                <c:pt idx="1893">
                  <c:v>35.83</c:v>
                </c:pt>
                <c:pt idx="1894">
                  <c:v>36.225000000000001</c:v>
                </c:pt>
                <c:pt idx="1895">
                  <c:v>36.435000000000002</c:v>
                </c:pt>
                <c:pt idx="1896">
                  <c:v>36.924999999999997</c:v>
                </c:pt>
                <c:pt idx="1897">
                  <c:v>37.344999999999999</c:v>
                </c:pt>
                <c:pt idx="1898">
                  <c:v>38.299999999999997</c:v>
                </c:pt>
                <c:pt idx="1899">
                  <c:v>38.83</c:v>
                </c:pt>
                <c:pt idx="1900">
                  <c:v>38.79</c:v>
                </c:pt>
                <c:pt idx="1901">
                  <c:v>37.005000000000003</c:v>
                </c:pt>
                <c:pt idx="1902">
                  <c:v>36.947499999999998</c:v>
                </c:pt>
                <c:pt idx="1903">
                  <c:v>36.597499999999997</c:v>
                </c:pt>
                <c:pt idx="1904">
                  <c:v>37.232500000000002</c:v>
                </c:pt>
                <c:pt idx="1905">
                  <c:v>36.594999999999999</c:v>
                </c:pt>
                <c:pt idx="1906">
                  <c:v>35.322499999999998</c:v>
                </c:pt>
                <c:pt idx="1907">
                  <c:v>33.037500000000001</c:v>
                </c:pt>
                <c:pt idx="1908">
                  <c:v>32.645000000000003</c:v>
                </c:pt>
                <c:pt idx="1909">
                  <c:v>30.545000000000002</c:v>
                </c:pt>
                <c:pt idx="1910">
                  <c:v>30.8475</c:v>
                </c:pt>
                <c:pt idx="1911">
                  <c:v>29.295000000000002</c:v>
                </c:pt>
                <c:pt idx="1912">
                  <c:v>30.7075</c:v>
                </c:pt>
                <c:pt idx="1913">
                  <c:v>30.135000000000002</c:v>
                </c:pt>
                <c:pt idx="1914">
                  <c:v>28.572500000000002</c:v>
                </c:pt>
                <c:pt idx="1915">
                  <c:v>27.0825</c:v>
                </c:pt>
                <c:pt idx="1916">
                  <c:v>20.6875</c:v>
                </c:pt>
                <c:pt idx="1917">
                  <c:v>18.305</c:v>
                </c:pt>
                <c:pt idx="1918">
                  <c:v>15.9925</c:v>
                </c:pt>
                <c:pt idx="1919">
                  <c:v>13.2125</c:v>
                </c:pt>
                <c:pt idx="1920">
                  <c:v>10.827500000000001</c:v>
                </c:pt>
                <c:pt idx="1921">
                  <c:v>8.4049999999999994</c:v>
                </c:pt>
                <c:pt idx="1922">
                  <c:v>6.1</c:v>
                </c:pt>
                <c:pt idx="1923">
                  <c:v>4.4950000000000001</c:v>
                </c:pt>
                <c:pt idx="1924">
                  <c:v>3.0575000000000001</c:v>
                </c:pt>
                <c:pt idx="1925">
                  <c:v>1.905</c:v>
                </c:pt>
                <c:pt idx="1926">
                  <c:v>0.45250000000000001</c:v>
                </c:pt>
                <c:pt idx="1927" formatCode="0.00">
                  <c:v>0</c:v>
                </c:pt>
                <c:pt idx="1928" formatCode="0.00">
                  <c:v>0</c:v>
                </c:pt>
                <c:pt idx="1929">
                  <c:v>2046</c:v>
                </c:pt>
                <c:pt idx="1930">
                  <c:v>2040</c:v>
                </c:pt>
                <c:pt idx="1931">
                  <c:v>189</c:v>
                </c:pt>
                <c:pt idx="1932">
                  <c:v>189</c:v>
                </c:pt>
                <c:pt idx="1933">
                  <c:v>138.55500000000001</c:v>
                </c:pt>
                <c:pt idx="1934">
                  <c:v>138.37799999999999</c:v>
                </c:pt>
                <c:pt idx="1935">
                  <c:v>138.435</c:v>
                </c:pt>
                <c:pt idx="1936">
                  <c:v>138.53</c:v>
                </c:pt>
                <c:pt idx="1937">
                  <c:v>141.55500000000001</c:v>
                </c:pt>
                <c:pt idx="1938">
                  <c:v>143.05000000000001</c:v>
                </c:pt>
                <c:pt idx="1939">
                  <c:v>144.483</c:v>
                </c:pt>
                <c:pt idx="1940">
                  <c:v>146.792</c:v>
                </c:pt>
                <c:pt idx="1941">
                  <c:v>190.54300000000001</c:v>
                </c:pt>
                <c:pt idx="1942">
                  <c:v>187.03299999999999</c:v>
                </c:pt>
                <c:pt idx="1943">
                  <c:v>186.435</c:v>
                </c:pt>
                <c:pt idx="1944">
                  <c:v>185.99</c:v>
                </c:pt>
                <c:pt idx="1945">
                  <c:v>210.477</c:v>
                </c:pt>
                <c:pt idx="1946">
                  <c:v>261.41800000000001</c:v>
                </c:pt>
                <c:pt idx="1947">
                  <c:v>291.26499999999999</c:v>
                </c:pt>
                <c:pt idx="1948">
                  <c:v>312.02</c:v>
                </c:pt>
                <c:pt idx="1949">
                  <c:v>312.74</c:v>
                </c:pt>
                <c:pt idx="1950">
                  <c:v>313.42</c:v>
                </c:pt>
                <c:pt idx="1951">
                  <c:v>314.72500000000002</c:v>
                </c:pt>
                <c:pt idx="1952">
                  <c:v>315.74799999999999</c:v>
                </c:pt>
                <c:pt idx="1953">
                  <c:v>321.51499999999999</c:v>
                </c:pt>
                <c:pt idx="1954">
                  <c:v>317.173</c:v>
                </c:pt>
                <c:pt idx="1955">
                  <c:v>316.70499999999998</c:v>
                </c:pt>
                <c:pt idx="1956">
                  <c:v>317.84500000000003</c:v>
                </c:pt>
                <c:pt idx="1957">
                  <c:v>318.69299999999998</c:v>
                </c:pt>
                <c:pt idx="1958">
                  <c:v>319.613</c:v>
                </c:pt>
                <c:pt idx="1959">
                  <c:v>324.22800000000001</c:v>
                </c:pt>
                <c:pt idx="1960">
                  <c:v>317.88499999999999</c:v>
                </c:pt>
                <c:pt idx="1961">
                  <c:v>316.62799999999999</c:v>
                </c:pt>
                <c:pt idx="1962">
                  <c:v>316.065</c:v>
                </c:pt>
                <c:pt idx="1963">
                  <c:v>316.875</c:v>
                </c:pt>
                <c:pt idx="1964">
                  <c:v>317.625</c:v>
                </c:pt>
                <c:pt idx="1965">
                  <c:v>316.03199999999998</c:v>
                </c:pt>
                <c:pt idx="1966">
                  <c:v>303.88299999999998</c:v>
                </c:pt>
                <c:pt idx="1967">
                  <c:v>295.863</c:v>
                </c:pt>
                <c:pt idx="1968">
                  <c:v>288.72199999999998</c:v>
                </c:pt>
                <c:pt idx="1969">
                  <c:v>256.45</c:v>
                </c:pt>
                <c:pt idx="1970">
                  <c:v>223.91499999999999</c:v>
                </c:pt>
                <c:pt idx="1971">
                  <c:v>195.67500000000001</c:v>
                </c:pt>
                <c:pt idx="1972">
                  <c:v>158.18199999999999</c:v>
                </c:pt>
                <c:pt idx="1973">
                  <c:v>100.01300000000001</c:v>
                </c:pt>
                <c:pt idx="1974">
                  <c:v>100.68</c:v>
                </c:pt>
                <c:pt idx="1975">
                  <c:v>101.378</c:v>
                </c:pt>
                <c:pt idx="1976">
                  <c:v>102.76</c:v>
                </c:pt>
                <c:pt idx="1977">
                  <c:v>65.622500000000002</c:v>
                </c:pt>
                <c:pt idx="1978">
                  <c:v>60.435000000000002</c:v>
                </c:pt>
                <c:pt idx="1979">
                  <c:v>59.994999999999997</c:v>
                </c:pt>
                <c:pt idx="1980">
                  <c:v>60.947499999999998</c:v>
                </c:pt>
                <c:pt idx="1981">
                  <c:v>5.12</c:v>
                </c:pt>
                <c:pt idx="1982">
                  <c:v>3.0125000000000002</c:v>
                </c:pt>
                <c:pt idx="1983">
                  <c:v>1.7749999999999999</c:v>
                </c:pt>
                <c:pt idx="1984">
                  <c:v>0.3175</c:v>
                </c:pt>
                <c:pt idx="1985" formatCode="0.00">
                  <c:v>0</c:v>
                </c:pt>
                <c:pt idx="1986" formatCode="0.00">
                  <c:v>0</c:v>
                </c:pt>
                <c:pt idx="1987">
                  <c:v>189</c:v>
                </c:pt>
                <c:pt idx="1988">
                  <c:v>189</c:v>
                </c:pt>
                <c:pt idx="1989">
                  <c:v>624</c:v>
                </c:pt>
                <c:pt idx="1990">
                  <c:v>24</c:v>
                </c:pt>
                <c:pt idx="1991">
                  <c:v>4.3875000000000002</c:v>
                </c:pt>
                <c:pt idx="1992">
                  <c:v>4.2750000000000004</c:v>
                </c:pt>
                <c:pt idx="1993">
                  <c:v>4.7649999999999997</c:v>
                </c:pt>
                <c:pt idx="1994">
                  <c:v>5.0374999999999996</c:v>
                </c:pt>
                <c:pt idx="1995">
                  <c:v>55.732500000000002</c:v>
                </c:pt>
                <c:pt idx="1996">
                  <c:v>56.722499999999997</c:v>
                </c:pt>
                <c:pt idx="1997">
                  <c:v>58.052500000000002</c:v>
                </c:pt>
                <c:pt idx="1998">
                  <c:v>59.787500000000001</c:v>
                </c:pt>
                <c:pt idx="1999">
                  <c:v>225.07499999999999</c:v>
                </c:pt>
                <c:pt idx="2000">
                  <c:v>220.91499999999999</c:v>
                </c:pt>
                <c:pt idx="2001">
                  <c:v>221.47</c:v>
                </c:pt>
                <c:pt idx="2002">
                  <c:v>222.423</c:v>
                </c:pt>
                <c:pt idx="2003">
                  <c:v>171.375</c:v>
                </c:pt>
                <c:pt idx="2004">
                  <c:v>172.34200000000001</c:v>
                </c:pt>
                <c:pt idx="2005">
                  <c:v>177.55799999999999</c:v>
                </c:pt>
                <c:pt idx="2006">
                  <c:v>173.13499999999999</c:v>
                </c:pt>
                <c:pt idx="2007">
                  <c:v>226.20699999999999</c:v>
                </c:pt>
                <c:pt idx="2008">
                  <c:v>225.255</c:v>
                </c:pt>
                <c:pt idx="2009">
                  <c:v>225.035</c:v>
                </c:pt>
                <c:pt idx="2010">
                  <c:v>224.58500000000001</c:v>
                </c:pt>
                <c:pt idx="2011">
                  <c:v>230.03700000000001</c:v>
                </c:pt>
                <c:pt idx="2012">
                  <c:v>225.82499999999999</c:v>
                </c:pt>
                <c:pt idx="2013">
                  <c:v>225.303</c:v>
                </c:pt>
                <c:pt idx="2014">
                  <c:v>224.75299999999999</c:v>
                </c:pt>
                <c:pt idx="2015">
                  <c:v>225.70699999999999</c:v>
                </c:pt>
                <c:pt idx="2016">
                  <c:v>225.11</c:v>
                </c:pt>
                <c:pt idx="2017">
                  <c:v>228.81</c:v>
                </c:pt>
                <c:pt idx="2018">
                  <c:v>223.245</c:v>
                </c:pt>
                <c:pt idx="2019">
                  <c:v>222.78</c:v>
                </c:pt>
                <c:pt idx="2020">
                  <c:v>223.60300000000001</c:v>
                </c:pt>
                <c:pt idx="2021">
                  <c:v>223.23500000000001</c:v>
                </c:pt>
                <c:pt idx="2022">
                  <c:v>224.608</c:v>
                </c:pt>
                <c:pt idx="2023">
                  <c:v>230.08799999999999</c:v>
                </c:pt>
                <c:pt idx="2024">
                  <c:v>225.155</c:v>
                </c:pt>
                <c:pt idx="2025">
                  <c:v>226.142</c:v>
                </c:pt>
                <c:pt idx="2026">
                  <c:v>226.68</c:v>
                </c:pt>
                <c:pt idx="2027">
                  <c:v>275.08199999999999</c:v>
                </c:pt>
                <c:pt idx="2028">
                  <c:v>276.04300000000001</c:v>
                </c:pt>
                <c:pt idx="2029">
                  <c:v>280.99200000000002</c:v>
                </c:pt>
                <c:pt idx="2030">
                  <c:v>276.18200000000002</c:v>
                </c:pt>
                <c:pt idx="2031">
                  <c:v>225.637</c:v>
                </c:pt>
                <c:pt idx="2032">
                  <c:v>225.86799999999999</c:v>
                </c:pt>
                <c:pt idx="2033">
                  <c:v>224.69499999999999</c:v>
                </c:pt>
                <c:pt idx="2034">
                  <c:v>225.62799999999999</c:v>
                </c:pt>
                <c:pt idx="2035">
                  <c:v>56.652500000000003</c:v>
                </c:pt>
                <c:pt idx="2036">
                  <c:v>51.352499999999999</c:v>
                </c:pt>
                <c:pt idx="2037">
                  <c:v>51.225000000000001</c:v>
                </c:pt>
                <c:pt idx="2038">
                  <c:v>51.204999999999998</c:v>
                </c:pt>
                <c:pt idx="2039">
                  <c:v>3.8450000000000002</c:v>
                </c:pt>
                <c:pt idx="2040">
                  <c:v>2.6225000000000001</c:v>
                </c:pt>
                <c:pt idx="2041">
                  <c:v>1.4724999999999999</c:v>
                </c:pt>
                <c:pt idx="2042">
                  <c:v>24</c:v>
                </c:pt>
                <c:pt idx="2043">
                  <c:v>624</c:v>
                </c:pt>
                <c:pt idx="2044">
                  <c:v>51.895000000000003</c:v>
                </c:pt>
                <c:pt idx="2045">
                  <c:v>46.42</c:v>
                </c:pt>
                <c:pt idx="2046">
                  <c:v>46.45</c:v>
                </c:pt>
                <c:pt idx="2047">
                  <c:v>49.5</c:v>
                </c:pt>
                <c:pt idx="2048">
                  <c:v>53.75</c:v>
                </c:pt>
                <c:pt idx="2049">
                  <c:v>52.75</c:v>
                </c:pt>
                <c:pt idx="2050">
                  <c:v>57.25</c:v>
                </c:pt>
                <c:pt idx="2051">
                  <c:v>51.75</c:v>
                </c:pt>
                <c:pt idx="2052">
                  <c:v>49.25</c:v>
                </c:pt>
                <c:pt idx="2053">
                  <c:v>47.25</c:v>
                </c:pt>
                <c:pt idx="2054">
                  <c:v>45.5</c:v>
                </c:pt>
                <c:pt idx="2055">
                  <c:v>44</c:v>
                </c:pt>
                <c:pt idx="2056">
                  <c:v>49</c:v>
                </c:pt>
                <c:pt idx="2057">
                  <c:v>42.5</c:v>
                </c:pt>
                <c:pt idx="2058">
                  <c:v>42.25</c:v>
                </c:pt>
                <c:pt idx="2059">
                  <c:v>41.5</c:v>
                </c:pt>
                <c:pt idx="2060">
                  <c:v>115.5</c:v>
                </c:pt>
                <c:pt idx="2061">
                  <c:v>114.75</c:v>
                </c:pt>
                <c:pt idx="2062">
                  <c:v>119</c:v>
                </c:pt>
                <c:pt idx="2063">
                  <c:v>113.75</c:v>
                </c:pt>
                <c:pt idx="2064">
                  <c:v>113.25</c:v>
                </c:pt>
                <c:pt idx="2065">
                  <c:v>113.25</c:v>
                </c:pt>
                <c:pt idx="2066">
                  <c:v>115</c:v>
                </c:pt>
                <c:pt idx="2067">
                  <c:v>118</c:v>
                </c:pt>
                <c:pt idx="2068">
                  <c:v>125.5</c:v>
                </c:pt>
                <c:pt idx="2069">
                  <c:v>123</c:v>
                </c:pt>
                <c:pt idx="2070">
                  <c:v>125.5</c:v>
                </c:pt>
                <c:pt idx="2071">
                  <c:v>127</c:v>
                </c:pt>
                <c:pt idx="2072">
                  <c:v>129</c:v>
                </c:pt>
                <c:pt idx="2073">
                  <c:v>130</c:v>
                </c:pt>
                <c:pt idx="2074">
                  <c:v>136</c:v>
                </c:pt>
                <c:pt idx="2075">
                  <c:v>133.25</c:v>
                </c:pt>
                <c:pt idx="2076">
                  <c:v>51.442500000000003</c:v>
                </c:pt>
                <c:pt idx="2077">
                  <c:v>51.67</c:v>
                </c:pt>
                <c:pt idx="2078">
                  <c:v>53.397500000000001</c:v>
                </c:pt>
                <c:pt idx="2079">
                  <c:v>55.1175</c:v>
                </c:pt>
                <c:pt idx="2080">
                  <c:v>62.592500000000001</c:v>
                </c:pt>
                <c:pt idx="2081">
                  <c:v>61.07</c:v>
                </c:pt>
                <c:pt idx="2082">
                  <c:v>64.0625</c:v>
                </c:pt>
                <c:pt idx="2083">
                  <c:v>66.305000000000007</c:v>
                </c:pt>
                <c:pt idx="2084">
                  <c:v>150</c:v>
                </c:pt>
                <c:pt idx="2085">
                  <c:v>150</c:v>
                </c:pt>
                <c:pt idx="2086">
                  <c:v>150</c:v>
                </c:pt>
                <c:pt idx="2087">
                  <c:v>150</c:v>
                </c:pt>
                <c:pt idx="2088">
                  <c:v>63.5</c:v>
                </c:pt>
                <c:pt idx="2089">
                  <c:v>63</c:v>
                </c:pt>
                <c:pt idx="2090">
                  <c:v>62.5</c:v>
                </c:pt>
                <c:pt idx="2091">
                  <c:v>66</c:v>
                </c:pt>
                <c:pt idx="2092">
                  <c:v>73.75</c:v>
                </c:pt>
                <c:pt idx="2093">
                  <c:v>72.75</c:v>
                </c:pt>
                <c:pt idx="2094">
                  <c:v>73.5</c:v>
                </c:pt>
                <c:pt idx="2095">
                  <c:v>78.25</c:v>
                </c:pt>
                <c:pt idx="2096">
                  <c:v>81</c:v>
                </c:pt>
                <c:pt idx="2097">
                  <c:v>83.75</c:v>
                </c:pt>
                <c:pt idx="2098">
                  <c:v>91</c:v>
                </c:pt>
                <c:pt idx="2099">
                  <c:v>88.5</c:v>
                </c:pt>
                <c:pt idx="2100">
                  <c:v>91.75</c:v>
                </c:pt>
                <c:pt idx="2101">
                  <c:v>92</c:v>
                </c:pt>
                <c:pt idx="2102">
                  <c:v>166.25</c:v>
                </c:pt>
                <c:pt idx="2103">
                  <c:v>164.25</c:v>
                </c:pt>
                <c:pt idx="2104">
                  <c:v>166.75</c:v>
                </c:pt>
                <c:pt idx="2105">
                  <c:v>159.25</c:v>
                </c:pt>
                <c:pt idx="2106">
                  <c:v>155.75</c:v>
                </c:pt>
                <c:pt idx="2107">
                  <c:v>153.75</c:v>
                </c:pt>
                <c:pt idx="2108">
                  <c:v>152.5</c:v>
                </c:pt>
                <c:pt idx="2109">
                  <c:v>153.25</c:v>
                </c:pt>
                <c:pt idx="2110">
                  <c:v>159.5</c:v>
                </c:pt>
                <c:pt idx="2111">
                  <c:v>159.25</c:v>
                </c:pt>
                <c:pt idx="2112">
                  <c:v>163.75</c:v>
                </c:pt>
                <c:pt idx="2113">
                  <c:v>166.25</c:v>
                </c:pt>
                <c:pt idx="2114">
                  <c:v>168.75</c:v>
                </c:pt>
                <c:pt idx="2115">
                  <c:v>171.5</c:v>
                </c:pt>
                <c:pt idx="2116">
                  <c:v>152.75</c:v>
                </c:pt>
                <c:pt idx="2117">
                  <c:v>124</c:v>
                </c:pt>
                <c:pt idx="2118">
                  <c:v>102</c:v>
                </c:pt>
                <c:pt idx="2119">
                  <c:v>104</c:v>
                </c:pt>
                <c:pt idx="2120">
                  <c:v>107</c:v>
                </c:pt>
                <c:pt idx="2121">
                  <c:v>111.25</c:v>
                </c:pt>
                <c:pt idx="2122">
                  <c:v>80.75</c:v>
                </c:pt>
                <c:pt idx="2123">
                  <c:v>77.75</c:v>
                </c:pt>
                <c:pt idx="2124">
                  <c:v>80.25</c:v>
                </c:pt>
                <c:pt idx="2125">
                  <c:v>82.75</c:v>
                </c:pt>
                <c:pt idx="2126">
                  <c:v>396</c:v>
                </c:pt>
                <c:pt idx="2127">
                  <c:v>396</c:v>
                </c:pt>
                <c:pt idx="2128">
                  <c:v>396</c:v>
                </c:pt>
                <c:pt idx="2129">
                  <c:v>0</c:v>
                </c:pt>
                <c:pt idx="2130">
                  <c:v>5.5E-2</c:v>
                </c:pt>
                <c:pt idx="2131">
                  <c:v>0.11</c:v>
                </c:pt>
                <c:pt idx="2132">
                  <c:v>0.17499999999999999</c:v>
                </c:pt>
                <c:pt idx="2133">
                  <c:v>0.23250000000000001</c:v>
                </c:pt>
                <c:pt idx="2134">
                  <c:v>0.32500000000000001</c:v>
                </c:pt>
                <c:pt idx="2135">
                  <c:v>0.52749999999999997</c:v>
                </c:pt>
                <c:pt idx="2136">
                  <c:v>0.75</c:v>
                </c:pt>
                <c:pt idx="2137">
                  <c:v>0.97750000000000004</c:v>
                </c:pt>
                <c:pt idx="2138">
                  <c:v>1.0475000000000001</c:v>
                </c:pt>
                <c:pt idx="2139">
                  <c:v>13.5825</c:v>
                </c:pt>
                <c:pt idx="2140">
                  <c:v>120.188</c:v>
                </c:pt>
                <c:pt idx="2141">
                  <c:v>119.893</c:v>
                </c:pt>
                <c:pt idx="2142">
                  <c:v>118.66</c:v>
                </c:pt>
                <c:pt idx="2143">
                  <c:v>123.13500000000001</c:v>
                </c:pt>
                <c:pt idx="2144">
                  <c:v>129.303</c:v>
                </c:pt>
                <c:pt idx="2145">
                  <c:v>128.40299999999999</c:v>
                </c:pt>
                <c:pt idx="2146">
                  <c:v>125.495</c:v>
                </c:pt>
                <c:pt idx="2147">
                  <c:v>130.517</c:v>
                </c:pt>
                <c:pt idx="2148">
                  <c:v>134.11500000000001</c:v>
                </c:pt>
                <c:pt idx="2149">
                  <c:v>136.46</c:v>
                </c:pt>
                <c:pt idx="2150">
                  <c:v>144.22499999999999</c:v>
                </c:pt>
                <c:pt idx="2151">
                  <c:v>144.05000000000001</c:v>
                </c:pt>
                <c:pt idx="2152">
                  <c:v>148.977</c:v>
                </c:pt>
                <c:pt idx="2153">
                  <c:v>148.81</c:v>
                </c:pt>
                <c:pt idx="2154">
                  <c:v>224.863</c:v>
                </c:pt>
                <c:pt idx="2155">
                  <c:v>224.68</c:v>
                </c:pt>
                <c:pt idx="2156">
                  <c:v>228.375</c:v>
                </c:pt>
                <c:pt idx="2157">
                  <c:v>222.23500000000001</c:v>
                </c:pt>
                <c:pt idx="2158">
                  <c:v>216.11799999999999</c:v>
                </c:pt>
                <c:pt idx="2159">
                  <c:v>214.995</c:v>
                </c:pt>
                <c:pt idx="2160">
                  <c:v>247.97499999999999</c:v>
                </c:pt>
                <c:pt idx="2161">
                  <c:v>249.96799999999999</c:v>
                </c:pt>
                <c:pt idx="2162">
                  <c:v>255.94</c:v>
                </c:pt>
                <c:pt idx="2163">
                  <c:v>256.58199999999999</c:v>
                </c:pt>
                <c:pt idx="2164">
                  <c:v>262.05500000000001</c:v>
                </c:pt>
                <c:pt idx="2165">
                  <c:v>263.77</c:v>
                </c:pt>
                <c:pt idx="2166">
                  <c:v>267.947</c:v>
                </c:pt>
                <c:pt idx="2167">
                  <c:v>248.375</c:v>
                </c:pt>
                <c:pt idx="2168">
                  <c:v>228.84800000000001</c:v>
                </c:pt>
                <c:pt idx="2169">
                  <c:v>201.83</c:v>
                </c:pt>
                <c:pt idx="2170">
                  <c:v>175.655</c:v>
                </c:pt>
                <c:pt idx="2171">
                  <c:v>148.858</c:v>
                </c:pt>
                <c:pt idx="2172">
                  <c:v>121.47499999999999</c:v>
                </c:pt>
                <c:pt idx="2173">
                  <c:v>117.5</c:v>
                </c:pt>
                <c:pt idx="2174">
                  <c:v>82.95</c:v>
                </c:pt>
                <c:pt idx="2175">
                  <c:v>75.435000000000002</c:v>
                </c:pt>
                <c:pt idx="2176">
                  <c:v>75.040000000000006</c:v>
                </c:pt>
                <c:pt idx="2177">
                  <c:v>78.45</c:v>
                </c:pt>
                <c:pt idx="2178">
                  <c:v>5.5E-2</c:v>
                </c:pt>
                <c:pt idx="2179">
                  <c:v>5.5E-2</c:v>
                </c:pt>
                <c:pt idx="2180">
                  <c:v>0</c:v>
                </c:pt>
                <c:pt idx="2181">
                  <c:v>0</c:v>
                </c:pt>
                <c:pt idx="2182">
                  <c:v>0</c:v>
                </c:pt>
                <c:pt idx="2183">
                  <c:v>0</c:v>
                </c:pt>
                <c:pt idx="2184">
                  <c:v>756</c:v>
                </c:pt>
                <c:pt idx="2185">
                  <c:v>756</c:v>
                </c:pt>
                <c:pt idx="2186">
                  <c:v>5.5E-2</c:v>
                </c:pt>
                <c:pt idx="2187">
                  <c:v>0.17</c:v>
                </c:pt>
                <c:pt idx="2188">
                  <c:v>0.61750000000000005</c:v>
                </c:pt>
                <c:pt idx="2189">
                  <c:v>1.2549999999999999</c:v>
                </c:pt>
                <c:pt idx="2190">
                  <c:v>2.2925</c:v>
                </c:pt>
                <c:pt idx="2191">
                  <c:v>3.9125000000000001</c:v>
                </c:pt>
                <c:pt idx="2192">
                  <c:v>5.9</c:v>
                </c:pt>
                <c:pt idx="2193">
                  <c:v>8.0474999999999994</c:v>
                </c:pt>
                <c:pt idx="2194">
                  <c:v>9.9875000000000007</c:v>
                </c:pt>
                <c:pt idx="2195">
                  <c:v>11.592499999999999</c:v>
                </c:pt>
                <c:pt idx="2196">
                  <c:v>13.2675</c:v>
                </c:pt>
                <c:pt idx="2197">
                  <c:v>15.44</c:v>
                </c:pt>
                <c:pt idx="2198">
                  <c:v>19.5975</c:v>
                </c:pt>
                <c:pt idx="2199">
                  <c:v>85.577500000000001</c:v>
                </c:pt>
                <c:pt idx="2200">
                  <c:v>89.93</c:v>
                </c:pt>
                <c:pt idx="2201">
                  <c:v>99.582499999999996</c:v>
                </c:pt>
                <c:pt idx="2202">
                  <c:v>101.04</c:v>
                </c:pt>
                <c:pt idx="2203">
                  <c:v>103.05</c:v>
                </c:pt>
                <c:pt idx="2204">
                  <c:v>109.33</c:v>
                </c:pt>
                <c:pt idx="2205">
                  <c:v>112.875</c:v>
                </c:pt>
                <c:pt idx="2206">
                  <c:v>116.97799999999999</c:v>
                </c:pt>
                <c:pt idx="2207">
                  <c:v>125.348</c:v>
                </c:pt>
                <c:pt idx="2208">
                  <c:v>125.943</c:v>
                </c:pt>
                <c:pt idx="2209">
                  <c:v>125.328</c:v>
                </c:pt>
                <c:pt idx="2210">
                  <c:v>127.2</c:v>
                </c:pt>
                <c:pt idx="2211">
                  <c:v>128.28700000000001</c:v>
                </c:pt>
                <c:pt idx="2212">
                  <c:v>128.292</c:v>
                </c:pt>
                <c:pt idx="2213">
                  <c:v>133.435</c:v>
                </c:pt>
                <c:pt idx="2214">
                  <c:v>125.768</c:v>
                </c:pt>
                <c:pt idx="2215">
                  <c:v>120.72</c:v>
                </c:pt>
                <c:pt idx="2216">
                  <c:v>117.61799999999999</c:v>
                </c:pt>
                <c:pt idx="2217">
                  <c:v>115.33</c:v>
                </c:pt>
                <c:pt idx="2218">
                  <c:v>114.965</c:v>
                </c:pt>
                <c:pt idx="2219">
                  <c:v>121.10299999999999</c:v>
                </c:pt>
                <c:pt idx="2220">
                  <c:v>119.12</c:v>
                </c:pt>
                <c:pt idx="2221">
                  <c:v>122.66</c:v>
                </c:pt>
                <c:pt idx="2222">
                  <c:v>124.313</c:v>
                </c:pt>
                <c:pt idx="2223">
                  <c:v>125.595</c:v>
                </c:pt>
                <c:pt idx="2224">
                  <c:v>127.38200000000001</c:v>
                </c:pt>
                <c:pt idx="2225">
                  <c:v>132.53</c:v>
                </c:pt>
                <c:pt idx="2226">
                  <c:v>125.733</c:v>
                </c:pt>
                <c:pt idx="2227">
                  <c:v>127.943</c:v>
                </c:pt>
                <c:pt idx="2228">
                  <c:v>129.58000000000001</c:v>
                </c:pt>
                <c:pt idx="2229">
                  <c:v>128.97999999999999</c:v>
                </c:pt>
                <c:pt idx="2230">
                  <c:v>128.857</c:v>
                </c:pt>
                <c:pt idx="2231">
                  <c:v>89.53</c:v>
                </c:pt>
                <c:pt idx="2232">
                  <c:v>84.6875</c:v>
                </c:pt>
                <c:pt idx="2233">
                  <c:v>85.202500000000001</c:v>
                </c:pt>
                <c:pt idx="2234">
                  <c:v>84.802499999999995</c:v>
                </c:pt>
                <c:pt idx="2235">
                  <c:v>2.9525000000000001</c:v>
                </c:pt>
                <c:pt idx="2236">
                  <c:v>2.0249999999999999</c:v>
                </c:pt>
                <c:pt idx="2237">
                  <c:v>1.0449999999999999</c:v>
                </c:pt>
                <c:pt idx="2238">
                  <c:v>0.33</c:v>
                </c:pt>
                <c:pt idx="2239">
                  <c:v>7.0000000000000007E-2</c:v>
                </c:pt>
                <c:pt idx="2240">
                  <c:v>5.5E-2</c:v>
                </c:pt>
                <c:pt idx="2241">
                  <c:v>756</c:v>
                </c:pt>
                <c:pt idx="2242">
                  <c:v>486</c:v>
                </c:pt>
                <c:pt idx="2243">
                  <c:v>486</c:v>
                </c:pt>
                <c:pt idx="2244">
                  <c:v>5.5E-2</c:v>
                </c:pt>
                <c:pt idx="2245">
                  <c:v>0.28999999999999998</c:v>
                </c:pt>
                <c:pt idx="2246">
                  <c:v>0.71250000000000002</c:v>
                </c:pt>
                <c:pt idx="2247">
                  <c:v>1.5475000000000001</c:v>
                </c:pt>
                <c:pt idx="2248">
                  <c:v>2.92</c:v>
                </c:pt>
                <c:pt idx="2249">
                  <c:v>4.8075000000000001</c:v>
                </c:pt>
                <c:pt idx="2250">
                  <c:v>7.18</c:v>
                </c:pt>
                <c:pt idx="2251">
                  <c:v>9.67</c:v>
                </c:pt>
                <c:pt idx="2252">
                  <c:v>12.0725</c:v>
                </c:pt>
                <c:pt idx="2253">
                  <c:v>14.5525</c:v>
                </c:pt>
                <c:pt idx="2254">
                  <c:v>17.045000000000002</c:v>
                </c:pt>
                <c:pt idx="2255">
                  <c:v>19.27</c:v>
                </c:pt>
                <c:pt idx="2256">
                  <c:v>22.125</c:v>
                </c:pt>
                <c:pt idx="2257">
                  <c:v>57.77</c:v>
                </c:pt>
                <c:pt idx="2258">
                  <c:v>59.045000000000002</c:v>
                </c:pt>
                <c:pt idx="2259">
                  <c:v>62.942500000000003</c:v>
                </c:pt>
                <c:pt idx="2260">
                  <c:v>58.037500000000001</c:v>
                </c:pt>
                <c:pt idx="2261">
                  <c:v>55.222499999999997</c:v>
                </c:pt>
                <c:pt idx="2262">
                  <c:v>62.055</c:v>
                </c:pt>
                <c:pt idx="2263">
                  <c:v>68.877499999999998</c:v>
                </c:pt>
                <c:pt idx="2264">
                  <c:v>77.484999999999999</c:v>
                </c:pt>
                <c:pt idx="2265">
                  <c:v>91.112499999999997</c:v>
                </c:pt>
                <c:pt idx="2266">
                  <c:v>89.732500000000002</c:v>
                </c:pt>
                <c:pt idx="2267">
                  <c:v>93.68</c:v>
                </c:pt>
                <c:pt idx="2268">
                  <c:v>98.385000000000005</c:v>
                </c:pt>
                <c:pt idx="2269">
                  <c:v>99.862499999999997</c:v>
                </c:pt>
                <c:pt idx="2270">
                  <c:v>100.21299999999999</c:v>
                </c:pt>
                <c:pt idx="2271">
                  <c:v>104.402</c:v>
                </c:pt>
                <c:pt idx="2272">
                  <c:v>99.344999999999999</c:v>
                </c:pt>
                <c:pt idx="2273">
                  <c:v>96.352500000000006</c:v>
                </c:pt>
                <c:pt idx="2274">
                  <c:v>93.57</c:v>
                </c:pt>
                <c:pt idx="2275">
                  <c:v>95.302499999999995</c:v>
                </c:pt>
                <c:pt idx="2276">
                  <c:v>90.825000000000003</c:v>
                </c:pt>
                <c:pt idx="2277">
                  <c:v>95.495000000000005</c:v>
                </c:pt>
                <c:pt idx="2278">
                  <c:v>91.57</c:v>
                </c:pt>
                <c:pt idx="2279">
                  <c:v>97.9375</c:v>
                </c:pt>
                <c:pt idx="2280">
                  <c:v>97.74</c:v>
                </c:pt>
                <c:pt idx="2281">
                  <c:v>97.392499999999998</c:v>
                </c:pt>
                <c:pt idx="2282">
                  <c:v>98.17</c:v>
                </c:pt>
                <c:pt idx="2283">
                  <c:v>102.55800000000001</c:v>
                </c:pt>
                <c:pt idx="2284">
                  <c:v>92.885000000000005</c:v>
                </c:pt>
                <c:pt idx="2285">
                  <c:v>93.532499999999999</c:v>
                </c:pt>
                <c:pt idx="2286">
                  <c:v>98.542500000000004</c:v>
                </c:pt>
                <c:pt idx="2287">
                  <c:v>97.474999999999994</c:v>
                </c:pt>
                <c:pt idx="2288">
                  <c:v>97.71</c:v>
                </c:pt>
                <c:pt idx="2289">
                  <c:v>97.382499999999993</c:v>
                </c:pt>
                <c:pt idx="2290">
                  <c:v>96.5625</c:v>
                </c:pt>
                <c:pt idx="2291">
                  <c:v>107.325</c:v>
                </c:pt>
                <c:pt idx="2292">
                  <c:v>112.48</c:v>
                </c:pt>
                <c:pt idx="2293">
                  <c:v>3.4075000000000002</c:v>
                </c:pt>
                <c:pt idx="2294">
                  <c:v>1.9275</c:v>
                </c:pt>
                <c:pt idx="2295">
                  <c:v>0.755</c:v>
                </c:pt>
                <c:pt idx="2296" formatCode="0.00">
                  <c:v>0</c:v>
                </c:pt>
                <c:pt idx="2297" formatCode="0.00">
                  <c:v>0</c:v>
                </c:pt>
                <c:pt idx="2298" formatCode="0.00">
                  <c:v>0</c:v>
                </c:pt>
                <c:pt idx="2299">
                  <c:v>486</c:v>
                </c:pt>
                <c:pt idx="2300">
                  <c:v>1704</c:v>
                </c:pt>
                <c:pt idx="2301">
                  <c:v>1704</c:v>
                </c:pt>
                <c:pt idx="2302">
                  <c:v>0.125</c:v>
                </c:pt>
                <c:pt idx="2303">
                  <c:v>0.56000000000000005</c:v>
                </c:pt>
                <c:pt idx="2304">
                  <c:v>1.2625</c:v>
                </c:pt>
                <c:pt idx="2305">
                  <c:v>2.2025000000000001</c:v>
                </c:pt>
                <c:pt idx="2306">
                  <c:v>4.3150000000000004</c:v>
                </c:pt>
                <c:pt idx="2307">
                  <c:v>6.5449999999999999</c:v>
                </c:pt>
                <c:pt idx="2308">
                  <c:v>8.8674999999999997</c:v>
                </c:pt>
                <c:pt idx="2309">
                  <c:v>11.16</c:v>
                </c:pt>
                <c:pt idx="2310">
                  <c:v>56.407499999999999</c:v>
                </c:pt>
                <c:pt idx="2311">
                  <c:v>52.542499999999997</c:v>
                </c:pt>
                <c:pt idx="2312">
                  <c:v>54.615000000000002</c:v>
                </c:pt>
                <c:pt idx="2313">
                  <c:v>56.29</c:v>
                </c:pt>
                <c:pt idx="2314">
                  <c:v>55.497500000000002</c:v>
                </c:pt>
                <c:pt idx="2315">
                  <c:v>56.667499999999997</c:v>
                </c:pt>
                <c:pt idx="2316">
                  <c:v>62.722499999999997</c:v>
                </c:pt>
                <c:pt idx="2317">
                  <c:v>59.604999999999997</c:v>
                </c:pt>
                <c:pt idx="2318">
                  <c:v>58.497500000000002</c:v>
                </c:pt>
                <c:pt idx="2319">
                  <c:v>58.407499999999999</c:v>
                </c:pt>
                <c:pt idx="2320">
                  <c:v>60.07</c:v>
                </c:pt>
                <c:pt idx="2321">
                  <c:v>60.217500000000001</c:v>
                </c:pt>
                <c:pt idx="2322">
                  <c:v>83.64</c:v>
                </c:pt>
                <c:pt idx="2323">
                  <c:v>86.232500000000002</c:v>
                </c:pt>
                <c:pt idx="2324">
                  <c:v>93.55</c:v>
                </c:pt>
                <c:pt idx="2325">
                  <c:v>95.704999999999998</c:v>
                </c:pt>
                <c:pt idx="2326">
                  <c:v>98.917500000000004</c:v>
                </c:pt>
                <c:pt idx="2327">
                  <c:v>101.49299999999999</c:v>
                </c:pt>
                <c:pt idx="2328">
                  <c:v>110.2</c:v>
                </c:pt>
                <c:pt idx="2329">
                  <c:v>105.23</c:v>
                </c:pt>
                <c:pt idx="2330">
                  <c:v>101.30500000000001</c:v>
                </c:pt>
                <c:pt idx="2331">
                  <c:v>98.837500000000006</c:v>
                </c:pt>
                <c:pt idx="2332">
                  <c:v>97.012500000000003</c:v>
                </c:pt>
                <c:pt idx="2333">
                  <c:v>97.245000000000005</c:v>
                </c:pt>
                <c:pt idx="2334">
                  <c:v>98.435000000000002</c:v>
                </c:pt>
                <c:pt idx="2335">
                  <c:v>96.39</c:v>
                </c:pt>
                <c:pt idx="2336">
                  <c:v>101.547</c:v>
                </c:pt>
                <c:pt idx="2337">
                  <c:v>104.41500000000001</c:v>
                </c:pt>
                <c:pt idx="2338">
                  <c:v>109.337</c:v>
                </c:pt>
                <c:pt idx="2339">
                  <c:v>111.648</c:v>
                </c:pt>
                <c:pt idx="2340">
                  <c:v>114.08499999999999</c:v>
                </c:pt>
                <c:pt idx="2341">
                  <c:v>109.872</c:v>
                </c:pt>
                <c:pt idx="2342">
                  <c:v>112.965</c:v>
                </c:pt>
                <c:pt idx="2343">
                  <c:v>112.467</c:v>
                </c:pt>
                <c:pt idx="2344">
                  <c:v>113.145</c:v>
                </c:pt>
                <c:pt idx="2345">
                  <c:v>116.708</c:v>
                </c:pt>
                <c:pt idx="2346">
                  <c:v>123.172</c:v>
                </c:pt>
                <c:pt idx="2347">
                  <c:v>120.965</c:v>
                </c:pt>
                <c:pt idx="2348">
                  <c:v>131.28299999999999</c:v>
                </c:pt>
                <c:pt idx="2349">
                  <c:v>141.453</c:v>
                </c:pt>
                <c:pt idx="2350">
                  <c:v>1.73</c:v>
                </c:pt>
                <c:pt idx="2351">
                  <c:v>1.17</c:v>
                </c:pt>
                <c:pt idx="2352">
                  <c:v>0.60750000000000004</c:v>
                </c:pt>
                <c:pt idx="2353">
                  <c:v>5.5E-2</c:v>
                </c:pt>
                <c:pt idx="2354">
                  <c:v>1704</c:v>
                </c:pt>
                <c:pt idx="2355">
                  <c:v>1704</c:v>
                </c:pt>
                <c:pt idx="2356" formatCode="0.00">
                  <c:v>0</c:v>
                </c:pt>
                <c:pt idx="2357">
                  <c:v>5.5E-2</c:v>
                </c:pt>
                <c:pt idx="2358">
                  <c:v>0.1275</c:v>
                </c:pt>
                <c:pt idx="2359">
                  <c:v>0.1825</c:v>
                </c:pt>
                <c:pt idx="2360">
                  <c:v>0.26750000000000002</c:v>
                </c:pt>
                <c:pt idx="2361">
                  <c:v>0.47</c:v>
                </c:pt>
                <c:pt idx="2362">
                  <c:v>0.74</c:v>
                </c:pt>
                <c:pt idx="2363">
                  <c:v>1.095</c:v>
                </c:pt>
                <c:pt idx="2364">
                  <c:v>35.805</c:v>
                </c:pt>
                <c:pt idx="2365">
                  <c:v>30.4575</c:v>
                </c:pt>
                <c:pt idx="2366">
                  <c:v>29.26</c:v>
                </c:pt>
                <c:pt idx="2367">
                  <c:v>28.995000000000001</c:v>
                </c:pt>
                <c:pt idx="2368">
                  <c:v>27.984999999999999</c:v>
                </c:pt>
                <c:pt idx="2369">
                  <c:v>26.28</c:v>
                </c:pt>
                <c:pt idx="2370">
                  <c:v>30.225000000000001</c:v>
                </c:pt>
                <c:pt idx="2371">
                  <c:v>23.442499999999999</c:v>
                </c:pt>
                <c:pt idx="2372">
                  <c:v>21.877500000000001</c:v>
                </c:pt>
                <c:pt idx="2373">
                  <c:v>19.762499999999999</c:v>
                </c:pt>
                <c:pt idx="2374">
                  <c:v>17.8125</c:v>
                </c:pt>
                <c:pt idx="2375">
                  <c:v>17.64</c:v>
                </c:pt>
                <c:pt idx="2376">
                  <c:v>23.467500000000001</c:v>
                </c:pt>
                <c:pt idx="2377">
                  <c:v>17.842500000000001</c:v>
                </c:pt>
                <c:pt idx="2378">
                  <c:v>19.504999999999999</c:v>
                </c:pt>
                <c:pt idx="2379">
                  <c:v>20.035</c:v>
                </c:pt>
                <c:pt idx="2380">
                  <c:v>19.475000000000001</c:v>
                </c:pt>
                <c:pt idx="2381">
                  <c:v>18.447500000000002</c:v>
                </c:pt>
                <c:pt idx="2382">
                  <c:v>22.9925</c:v>
                </c:pt>
                <c:pt idx="2383">
                  <c:v>17.237500000000001</c:v>
                </c:pt>
                <c:pt idx="2384">
                  <c:v>16.09</c:v>
                </c:pt>
                <c:pt idx="2385">
                  <c:v>15.55</c:v>
                </c:pt>
                <c:pt idx="2386">
                  <c:v>17.690000000000001</c:v>
                </c:pt>
                <c:pt idx="2387">
                  <c:v>18.875</c:v>
                </c:pt>
                <c:pt idx="2388">
                  <c:v>23.897500000000001</c:v>
                </c:pt>
                <c:pt idx="2389">
                  <c:v>19.532499999999999</c:v>
                </c:pt>
                <c:pt idx="2390">
                  <c:v>20.614999999999998</c:v>
                </c:pt>
                <c:pt idx="2391">
                  <c:v>22.21</c:v>
                </c:pt>
                <c:pt idx="2392">
                  <c:v>22.905000000000001</c:v>
                </c:pt>
                <c:pt idx="2393">
                  <c:v>26.2425</c:v>
                </c:pt>
                <c:pt idx="2394">
                  <c:v>33.272500000000001</c:v>
                </c:pt>
                <c:pt idx="2395">
                  <c:v>31.48</c:v>
                </c:pt>
                <c:pt idx="2396">
                  <c:v>32.652500000000003</c:v>
                </c:pt>
                <c:pt idx="2397">
                  <c:v>34.487499999999997</c:v>
                </c:pt>
                <c:pt idx="2398">
                  <c:v>36.297499999999999</c:v>
                </c:pt>
                <c:pt idx="2399">
                  <c:v>37.844999999999999</c:v>
                </c:pt>
                <c:pt idx="2400">
                  <c:v>45.602499999999999</c:v>
                </c:pt>
                <c:pt idx="2401">
                  <c:v>40.81</c:v>
                </c:pt>
                <c:pt idx="2402">
                  <c:v>41.232500000000002</c:v>
                </c:pt>
                <c:pt idx="2403">
                  <c:v>43.427500000000002</c:v>
                </c:pt>
                <c:pt idx="2404">
                  <c:v>5.5E-2</c:v>
                </c:pt>
                <c:pt idx="2405">
                  <c:v>5.5E-2</c:v>
                </c:pt>
                <c:pt idx="2406" formatCode="0.00">
                  <c:v>0</c:v>
                </c:pt>
                <c:pt idx="2407" formatCode="0.00">
                  <c:v>0</c:v>
                </c:pt>
                <c:pt idx="2408" formatCode="0.00">
                  <c:v>0</c:v>
                </c:pt>
                <c:pt idx="2409" formatCode="0.00">
                  <c:v>0</c:v>
                </c:pt>
                <c:pt idx="2410">
                  <c:v>1890</c:v>
                </c:pt>
                <c:pt idx="2411">
                  <c:v>1890</c:v>
                </c:pt>
                <c:pt idx="2412">
                  <c:v>1890</c:v>
                </c:pt>
                <c:pt idx="2413">
                  <c:v>1890</c:v>
                </c:pt>
                <c:pt idx="2414">
                  <c:v>5.5E-2</c:v>
                </c:pt>
                <c:pt idx="2415">
                  <c:v>0.1275</c:v>
                </c:pt>
                <c:pt idx="2416">
                  <c:v>0.1825</c:v>
                </c:pt>
                <c:pt idx="2417">
                  <c:v>0.28249999999999997</c:v>
                </c:pt>
                <c:pt idx="2418">
                  <c:v>0.495</c:v>
                </c:pt>
                <c:pt idx="2419">
                  <c:v>0.79500000000000004</c:v>
                </c:pt>
                <c:pt idx="2420">
                  <c:v>1.0575000000000001</c:v>
                </c:pt>
                <c:pt idx="2421">
                  <c:v>1.3425</c:v>
                </c:pt>
                <c:pt idx="2422">
                  <c:v>1.45</c:v>
                </c:pt>
                <c:pt idx="2423">
                  <c:v>1.7875000000000001</c:v>
                </c:pt>
                <c:pt idx="2424">
                  <c:v>1.8</c:v>
                </c:pt>
                <c:pt idx="2425">
                  <c:v>2.1074999999999999</c:v>
                </c:pt>
                <c:pt idx="2426">
                  <c:v>0.80249999999999999</c:v>
                </c:pt>
                <c:pt idx="2427">
                  <c:v>18.03</c:v>
                </c:pt>
                <c:pt idx="2428">
                  <c:v>22.925000000000001</c:v>
                </c:pt>
                <c:pt idx="2429">
                  <c:v>24.524999999999999</c:v>
                </c:pt>
                <c:pt idx="2430">
                  <c:v>28.0275</c:v>
                </c:pt>
                <c:pt idx="2431">
                  <c:v>32.747500000000002</c:v>
                </c:pt>
                <c:pt idx="2432">
                  <c:v>37.1</c:v>
                </c:pt>
                <c:pt idx="2433">
                  <c:v>109.63800000000001</c:v>
                </c:pt>
                <c:pt idx="2434">
                  <c:v>108.435</c:v>
                </c:pt>
                <c:pt idx="2435">
                  <c:v>112.86</c:v>
                </c:pt>
                <c:pt idx="2436">
                  <c:v>117.15</c:v>
                </c:pt>
                <c:pt idx="2437">
                  <c:v>117.41</c:v>
                </c:pt>
                <c:pt idx="2438">
                  <c:v>117.63500000000001</c:v>
                </c:pt>
                <c:pt idx="2439">
                  <c:v>124.26</c:v>
                </c:pt>
                <c:pt idx="2440">
                  <c:v>116.02500000000001</c:v>
                </c:pt>
                <c:pt idx="2441">
                  <c:v>112.247</c:v>
                </c:pt>
                <c:pt idx="2442">
                  <c:v>110.85</c:v>
                </c:pt>
                <c:pt idx="2443">
                  <c:v>109.01</c:v>
                </c:pt>
                <c:pt idx="2444">
                  <c:v>110.065</c:v>
                </c:pt>
                <c:pt idx="2445">
                  <c:v>111.515</c:v>
                </c:pt>
                <c:pt idx="2446">
                  <c:v>109.358</c:v>
                </c:pt>
                <c:pt idx="2447">
                  <c:v>111.733</c:v>
                </c:pt>
                <c:pt idx="2448">
                  <c:v>109.825</c:v>
                </c:pt>
                <c:pt idx="2449">
                  <c:v>44.825000000000003</c:v>
                </c:pt>
                <c:pt idx="2450">
                  <c:v>45.52</c:v>
                </c:pt>
                <c:pt idx="2451">
                  <c:v>45.38</c:v>
                </c:pt>
                <c:pt idx="2452">
                  <c:v>44.75</c:v>
                </c:pt>
                <c:pt idx="2453">
                  <c:v>45.865000000000002</c:v>
                </c:pt>
                <c:pt idx="2454">
                  <c:v>47.002499999999998</c:v>
                </c:pt>
                <c:pt idx="2455">
                  <c:v>47.292499999999997</c:v>
                </c:pt>
                <c:pt idx="2456">
                  <c:v>47.137500000000003</c:v>
                </c:pt>
                <c:pt idx="2457">
                  <c:v>0.63500000000000001</c:v>
                </c:pt>
                <c:pt idx="2458">
                  <c:v>0.35</c:v>
                </c:pt>
                <c:pt idx="2459">
                  <c:v>0.245</c:v>
                </c:pt>
                <c:pt idx="2460">
                  <c:v>0.18</c:v>
                </c:pt>
                <c:pt idx="2461" formatCode="0.00">
                  <c:v>0</c:v>
                </c:pt>
                <c:pt idx="2462">
                  <c:v>12.555</c:v>
                </c:pt>
                <c:pt idx="2463">
                  <c:v>13.175000000000001</c:v>
                </c:pt>
                <c:pt idx="2464">
                  <c:v>13.8</c:v>
                </c:pt>
                <c:pt idx="2465">
                  <c:v>13.775</c:v>
                </c:pt>
                <c:pt idx="2466">
                  <c:v>13.55</c:v>
                </c:pt>
                <c:pt idx="2467">
                  <c:v>14.1</c:v>
                </c:pt>
                <c:pt idx="2468">
                  <c:v>14.425000000000001</c:v>
                </c:pt>
                <c:pt idx="2469">
                  <c:v>14.7</c:v>
                </c:pt>
                <c:pt idx="2470">
                  <c:v>15.032500000000001</c:v>
                </c:pt>
                <c:pt idx="2471">
                  <c:v>14.744999999999999</c:v>
                </c:pt>
                <c:pt idx="2472">
                  <c:v>15.33</c:v>
                </c:pt>
                <c:pt idx="2473">
                  <c:v>14.1625</c:v>
                </c:pt>
                <c:pt idx="2474">
                  <c:v>13.3025</c:v>
                </c:pt>
                <c:pt idx="2475">
                  <c:v>13.72</c:v>
                </c:pt>
                <c:pt idx="2476">
                  <c:v>15.2325</c:v>
                </c:pt>
                <c:pt idx="2477">
                  <c:v>15.265000000000001</c:v>
                </c:pt>
                <c:pt idx="2478">
                  <c:v>42.005000000000003</c:v>
                </c:pt>
                <c:pt idx="2479">
                  <c:v>41.174999999999997</c:v>
                </c:pt>
                <c:pt idx="2480">
                  <c:v>42.332500000000003</c:v>
                </c:pt>
                <c:pt idx="2481">
                  <c:v>42.62</c:v>
                </c:pt>
                <c:pt idx="2482">
                  <c:v>40.762500000000003</c:v>
                </c:pt>
                <c:pt idx="2483">
                  <c:v>41.07</c:v>
                </c:pt>
                <c:pt idx="2484">
                  <c:v>41.252499999999998</c:v>
                </c:pt>
                <c:pt idx="2485">
                  <c:v>42.142499999999998</c:v>
                </c:pt>
                <c:pt idx="2486">
                  <c:v>40.577500000000001</c:v>
                </c:pt>
                <c:pt idx="2487">
                  <c:v>40.08</c:v>
                </c:pt>
                <c:pt idx="2488">
                  <c:v>41.282499999999999</c:v>
                </c:pt>
                <c:pt idx="2489">
                  <c:v>41.82</c:v>
                </c:pt>
                <c:pt idx="2490">
                  <c:v>40.512500000000003</c:v>
                </c:pt>
                <c:pt idx="2491">
                  <c:v>40.335000000000001</c:v>
                </c:pt>
                <c:pt idx="2492">
                  <c:v>40.405000000000001</c:v>
                </c:pt>
                <c:pt idx="2493">
                  <c:v>41.442500000000003</c:v>
                </c:pt>
                <c:pt idx="2494">
                  <c:v>40.01</c:v>
                </c:pt>
                <c:pt idx="2495">
                  <c:v>40.414999999999999</c:v>
                </c:pt>
                <c:pt idx="2496">
                  <c:v>41.344999999999999</c:v>
                </c:pt>
                <c:pt idx="2497">
                  <c:v>41.424999999999997</c:v>
                </c:pt>
                <c:pt idx="2498">
                  <c:v>41.167499999999997</c:v>
                </c:pt>
                <c:pt idx="2499">
                  <c:v>41.585000000000001</c:v>
                </c:pt>
                <c:pt idx="2500">
                  <c:v>42.052500000000002</c:v>
                </c:pt>
                <c:pt idx="2501">
                  <c:v>41.912500000000001</c:v>
                </c:pt>
                <c:pt idx="2502">
                  <c:v>42.327500000000001</c:v>
                </c:pt>
                <c:pt idx="2503">
                  <c:v>40.7575</c:v>
                </c:pt>
                <c:pt idx="2504">
                  <c:v>40.947499999999998</c:v>
                </c:pt>
                <c:pt idx="2505">
                  <c:v>42.252499999999998</c:v>
                </c:pt>
                <c:pt idx="2506">
                  <c:v>40.225000000000001</c:v>
                </c:pt>
                <c:pt idx="2507">
                  <c:v>38.975000000000001</c:v>
                </c:pt>
                <c:pt idx="2508">
                  <c:v>39.25</c:v>
                </c:pt>
                <c:pt idx="2509">
                  <c:v>39.774999999999999</c:v>
                </c:pt>
                <c:pt idx="2510" formatCode="0.00">
                  <c:v>0</c:v>
                </c:pt>
                <c:pt idx="2511">
                  <c:v>0.06</c:v>
                </c:pt>
                <c:pt idx="2512">
                  <c:v>0.40250000000000002</c:v>
                </c:pt>
                <c:pt idx="2513">
                  <c:v>0.89</c:v>
                </c:pt>
                <c:pt idx="2514">
                  <c:v>2.1025</c:v>
                </c:pt>
                <c:pt idx="2515">
                  <c:v>3.9874999999999998</c:v>
                </c:pt>
                <c:pt idx="2516">
                  <c:v>5.7074999999999996</c:v>
                </c:pt>
                <c:pt idx="2517">
                  <c:v>8.0325000000000006</c:v>
                </c:pt>
                <c:pt idx="2518">
                  <c:v>10.7525</c:v>
                </c:pt>
                <c:pt idx="2519">
                  <c:v>44.25</c:v>
                </c:pt>
                <c:pt idx="2520">
                  <c:v>47.055</c:v>
                </c:pt>
                <c:pt idx="2521">
                  <c:v>49.585000000000001</c:v>
                </c:pt>
                <c:pt idx="2522">
                  <c:v>51.932499999999997</c:v>
                </c:pt>
                <c:pt idx="2523">
                  <c:v>54.162500000000001</c:v>
                </c:pt>
                <c:pt idx="2524">
                  <c:v>55.24</c:v>
                </c:pt>
                <c:pt idx="2525">
                  <c:v>58.697499999999998</c:v>
                </c:pt>
                <c:pt idx="2526">
                  <c:v>60.307499999999997</c:v>
                </c:pt>
                <c:pt idx="2527">
                  <c:v>73.927499999999995</c:v>
                </c:pt>
                <c:pt idx="2528">
                  <c:v>74.5</c:v>
                </c:pt>
                <c:pt idx="2529">
                  <c:v>76.947500000000005</c:v>
                </c:pt>
                <c:pt idx="2530">
                  <c:v>78.217500000000001</c:v>
                </c:pt>
                <c:pt idx="2531">
                  <c:v>77.302499999999995</c:v>
                </c:pt>
                <c:pt idx="2532">
                  <c:v>78.75</c:v>
                </c:pt>
                <c:pt idx="2533">
                  <c:v>79.680000000000007</c:v>
                </c:pt>
                <c:pt idx="2534">
                  <c:v>80.212500000000006</c:v>
                </c:pt>
                <c:pt idx="2535">
                  <c:v>78.522499999999994</c:v>
                </c:pt>
                <c:pt idx="2536">
                  <c:v>77.465000000000003</c:v>
                </c:pt>
                <c:pt idx="2537">
                  <c:v>76.342500000000001</c:v>
                </c:pt>
                <c:pt idx="2538">
                  <c:v>75.435000000000002</c:v>
                </c:pt>
                <c:pt idx="2539">
                  <c:v>74.215000000000003</c:v>
                </c:pt>
                <c:pt idx="2540">
                  <c:v>73.844999999999999</c:v>
                </c:pt>
                <c:pt idx="2541">
                  <c:v>74.512500000000003</c:v>
                </c:pt>
                <c:pt idx="2542">
                  <c:v>75.772499999999994</c:v>
                </c:pt>
                <c:pt idx="2543">
                  <c:v>76.777500000000003</c:v>
                </c:pt>
                <c:pt idx="2544">
                  <c:v>74.41</c:v>
                </c:pt>
                <c:pt idx="2545">
                  <c:v>74.247500000000002</c:v>
                </c:pt>
                <c:pt idx="2546">
                  <c:v>72.8125</c:v>
                </c:pt>
                <c:pt idx="2547">
                  <c:v>58.854999999999997</c:v>
                </c:pt>
                <c:pt idx="2548">
                  <c:v>57.87</c:v>
                </c:pt>
                <c:pt idx="2549">
                  <c:v>56.2</c:v>
                </c:pt>
                <c:pt idx="2550">
                  <c:v>54.134999999999998</c:v>
                </c:pt>
                <c:pt idx="2551">
                  <c:v>52.45</c:v>
                </c:pt>
                <c:pt idx="2552">
                  <c:v>49.772500000000001</c:v>
                </c:pt>
                <c:pt idx="2553">
                  <c:v>46.767499999999998</c:v>
                </c:pt>
                <c:pt idx="2554">
                  <c:v>42.252499999999998</c:v>
                </c:pt>
                <c:pt idx="2555">
                  <c:v>40.15</c:v>
                </c:pt>
                <c:pt idx="2556">
                  <c:v>37.950000000000003</c:v>
                </c:pt>
                <c:pt idx="2557">
                  <c:v>36.287500000000001</c:v>
                </c:pt>
                <c:pt idx="2558">
                  <c:v>34.755000000000003</c:v>
                </c:pt>
                <c:pt idx="2559">
                  <c:v>1.7849999999999999</c:v>
                </c:pt>
                <c:pt idx="2560">
                  <c:v>1.1975</c:v>
                </c:pt>
                <c:pt idx="2561">
                  <c:v>1023</c:v>
                </c:pt>
                <c:pt idx="2562">
                  <c:v>1023</c:v>
                </c:pt>
                <c:pt idx="2563">
                  <c:v>0</c:v>
                </c:pt>
                <c:pt idx="2564">
                  <c:v>0</c:v>
                </c:pt>
                <c:pt idx="2565">
                  <c:v>5.5E-2</c:v>
                </c:pt>
                <c:pt idx="2566">
                  <c:v>0.1925</c:v>
                </c:pt>
                <c:pt idx="2567">
                  <c:v>0.72250000000000003</c:v>
                </c:pt>
                <c:pt idx="2568">
                  <c:v>1.6725000000000001</c:v>
                </c:pt>
                <c:pt idx="2569">
                  <c:v>2.7650000000000001</c:v>
                </c:pt>
                <c:pt idx="2570">
                  <c:v>4.0525000000000002</c:v>
                </c:pt>
                <c:pt idx="2571">
                  <c:v>5.4649999999999999</c:v>
                </c:pt>
                <c:pt idx="2572">
                  <c:v>6.835</c:v>
                </c:pt>
                <c:pt idx="2573">
                  <c:v>8.09</c:v>
                </c:pt>
                <c:pt idx="2574">
                  <c:v>9.3524999999999991</c:v>
                </c:pt>
                <c:pt idx="2575">
                  <c:v>10.3325</c:v>
                </c:pt>
                <c:pt idx="2576">
                  <c:v>10.967499999999999</c:v>
                </c:pt>
                <c:pt idx="2577">
                  <c:v>11.272500000000001</c:v>
                </c:pt>
                <c:pt idx="2578">
                  <c:v>11.82</c:v>
                </c:pt>
                <c:pt idx="2579">
                  <c:v>13.18</c:v>
                </c:pt>
                <c:pt idx="2580">
                  <c:v>15.15</c:v>
                </c:pt>
                <c:pt idx="2581">
                  <c:v>18.11</c:v>
                </c:pt>
                <c:pt idx="2582">
                  <c:v>21.425000000000001</c:v>
                </c:pt>
                <c:pt idx="2583">
                  <c:v>24.72</c:v>
                </c:pt>
                <c:pt idx="2584">
                  <c:v>26.83</c:v>
                </c:pt>
                <c:pt idx="2585">
                  <c:v>27.612500000000001</c:v>
                </c:pt>
                <c:pt idx="2586">
                  <c:v>27.772500000000001</c:v>
                </c:pt>
                <c:pt idx="2587">
                  <c:v>28.022500000000001</c:v>
                </c:pt>
                <c:pt idx="2588">
                  <c:v>28.2925</c:v>
                </c:pt>
                <c:pt idx="2589">
                  <c:v>28.8825</c:v>
                </c:pt>
                <c:pt idx="2590">
                  <c:v>29.512499999999999</c:v>
                </c:pt>
                <c:pt idx="2591">
                  <c:v>30.087499999999999</c:v>
                </c:pt>
                <c:pt idx="2592">
                  <c:v>30.045000000000002</c:v>
                </c:pt>
                <c:pt idx="2593">
                  <c:v>30.0825</c:v>
                </c:pt>
                <c:pt idx="2594">
                  <c:v>29.46</c:v>
                </c:pt>
                <c:pt idx="2595">
                  <c:v>28.7575</c:v>
                </c:pt>
                <c:pt idx="2596">
                  <c:v>27.3</c:v>
                </c:pt>
                <c:pt idx="2597">
                  <c:v>25.18</c:v>
                </c:pt>
                <c:pt idx="2598">
                  <c:v>23.252500000000001</c:v>
                </c:pt>
                <c:pt idx="2599">
                  <c:v>21.9575</c:v>
                </c:pt>
                <c:pt idx="2600">
                  <c:v>21.094999999999999</c:v>
                </c:pt>
                <c:pt idx="2601">
                  <c:v>20.74</c:v>
                </c:pt>
                <c:pt idx="2602">
                  <c:v>20.399999999999999</c:v>
                </c:pt>
                <c:pt idx="2603">
                  <c:v>19.4375</c:v>
                </c:pt>
                <c:pt idx="2604">
                  <c:v>17.727499999999999</c:v>
                </c:pt>
                <c:pt idx="2605">
                  <c:v>15.3675</c:v>
                </c:pt>
                <c:pt idx="2606">
                  <c:v>12.725</c:v>
                </c:pt>
                <c:pt idx="2607">
                  <c:v>10.2125</c:v>
                </c:pt>
                <c:pt idx="2608">
                  <c:v>8.3475000000000001</c:v>
                </c:pt>
                <c:pt idx="2609">
                  <c:v>6.4874999999999998</c:v>
                </c:pt>
                <c:pt idx="2610">
                  <c:v>4.6150000000000002</c:v>
                </c:pt>
                <c:pt idx="2611">
                  <c:v>2.8025000000000002</c:v>
                </c:pt>
                <c:pt idx="2612">
                  <c:v>1.9750000000000001</c:v>
                </c:pt>
                <c:pt idx="2613">
                  <c:v>1.325</c:v>
                </c:pt>
                <c:pt idx="2614">
                  <c:v>0.68</c:v>
                </c:pt>
                <c:pt idx="2615">
                  <c:v>1023</c:v>
                </c:pt>
                <c:pt idx="2616">
                  <c:v>1023</c:v>
                </c:pt>
                <c:pt idx="2617">
                  <c:v>723</c:v>
                </c:pt>
                <c:pt idx="2618">
                  <c:v>333</c:v>
                </c:pt>
                <c:pt idx="2619">
                  <c:v>0</c:v>
                </c:pt>
                <c:pt idx="2620">
                  <c:v>0</c:v>
                </c:pt>
                <c:pt idx="2621">
                  <c:v>5.5E-2</c:v>
                </c:pt>
                <c:pt idx="2622">
                  <c:v>0.63249999999999995</c:v>
                </c:pt>
                <c:pt idx="2623">
                  <c:v>1.44</c:v>
                </c:pt>
                <c:pt idx="2624">
                  <c:v>2.58</c:v>
                </c:pt>
                <c:pt idx="2625">
                  <c:v>3.7949999999999999</c:v>
                </c:pt>
                <c:pt idx="2626">
                  <c:v>5.5824999999999996</c:v>
                </c:pt>
                <c:pt idx="2627">
                  <c:v>8.1425000000000001</c:v>
                </c:pt>
                <c:pt idx="2628">
                  <c:v>81.027500000000003</c:v>
                </c:pt>
                <c:pt idx="2629">
                  <c:v>77.704999999999998</c:v>
                </c:pt>
                <c:pt idx="2630">
                  <c:v>78.694999999999993</c:v>
                </c:pt>
                <c:pt idx="2631">
                  <c:v>76.532499999999999</c:v>
                </c:pt>
                <c:pt idx="2632">
                  <c:v>75.712500000000006</c:v>
                </c:pt>
                <c:pt idx="2633">
                  <c:v>86.704999999999998</c:v>
                </c:pt>
                <c:pt idx="2634">
                  <c:v>97.41</c:v>
                </c:pt>
                <c:pt idx="2635">
                  <c:v>101.895</c:v>
                </c:pt>
                <c:pt idx="2636">
                  <c:v>105.22499999999999</c:v>
                </c:pt>
                <c:pt idx="2637">
                  <c:v>115.598</c:v>
                </c:pt>
                <c:pt idx="2638">
                  <c:v>119.16500000000001</c:v>
                </c:pt>
                <c:pt idx="2639">
                  <c:v>122.17</c:v>
                </c:pt>
                <c:pt idx="2640">
                  <c:v>126.878</c:v>
                </c:pt>
                <c:pt idx="2641">
                  <c:v>121.14</c:v>
                </c:pt>
                <c:pt idx="2642">
                  <c:v>115.67</c:v>
                </c:pt>
                <c:pt idx="2643">
                  <c:v>107.66500000000001</c:v>
                </c:pt>
                <c:pt idx="2644">
                  <c:v>112.608</c:v>
                </c:pt>
                <c:pt idx="2645">
                  <c:v>115.572</c:v>
                </c:pt>
                <c:pt idx="2646">
                  <c:v>121.575</c:v>
                </c:pt>
                <c:pt idx="2647">
                  <c:v>113.88</c:v>
                </c:pt>
                <c:pt idx="2648">
                  <c:v>106.55</c:v>
                </c:pt>
                <c:pt idx="2649">
                  <c:v>104.77500000000001</c:v>
                </c:pt>
                <c:pt idx="2650">
                  <c:v>106.33</c:v>
                </c:pt>
                <c:pt idx="2651">
                  <c:v>107.178</c:v>
                </c:pt>
                <c:pt idx="2652">
                  <c:v>113.298</c:v>
                </c:pt>
                <c:pt idx="2653">
                  <c:v>112.46</c:v>
                </c:pt>
                <c:pt idx="2654">
                  <c:v>114.06</c:v>
                </c:pt>
                <c:pt idx="2655">
                  <c:v>117.63</c:v>
                </c:pt>
                <c:pt idx="2656">
                  <c:v>117.163</c:v>
                </c:pt>
                <c:pt idx="2657">
                  <c:v>117.955</c:v>
                </c:pt>
                <c:pt idx="2658">
                  <c:v>123.003</c:v>
                </c:pt>
                <c:pt idx="2659">
                  <c:v>118.188</c:v>
                </c:pt>
                <c:pt idx="2660">
                  <c:v>129.11000000000001</c:v>
                </c:pt>
                <c:pt idx="2661">
                  <c:v>129.393</c:v>
                </c:pt>
                <c:pt idx="2662">
                  <c:v>130.19</c:v>
                </c:pt>
                <c:pt idx="2663">
                  <c:v>130.64699999999999</c:v>
                </c:pt>
                <c:pt idx="2664">
                  <c:v>74.025000000000006</c:v>
                </c:pt>
                <c:pt idx="2665">
                  <c:v>70.087500000000006</c:v>
                </c:pt>
                <c:pt idx="2666">
                  <c:v>70.894999999999996</c:v>
                </c:pt>
                <c:pt idx="2667">
                  <c:v>71.66</c:v>
                </c:pt>
                <c:pt idx="2668">
                  <c:v>0.27250000000000002</c:v>
                </c:pt>
                <c:pt idx="2669">
                  <c:v>0.1125</c:v>
                </c:pt>
                <c:pt idx="2670">
                  <c:v>333</c:v>
                </c:pt>
                <c:pt idx="2671">
                  <c:v>723</c:v>
                </c:pt>
                <c:pt idx="2672" formatCode="0.00">
                  <c:v>0</c:v>
                </c:pt>
                <c:pt idx="2673">
                  <c:v>49.332500000000003</c:v>
                </c:pt>
                <c:pt idx="2674">
                  <c:v>49.634999999999998</c:v>
                </c:pt>
                <c:pt idx="2675">
                  <c:v>50.27</c:v>
                </c:pt>
                <c:pt idx="2676">
                  <c:v>51.08</c:v>
                </c:pt>
                <c:pt idx="2677">
                  <c:v>52.897500000000001</c:v>
                </c:pt>
                <c:pt idx="2678">
                  <c:v>54.755000000000003</c:v>
                </c:pt>
                <c:pt idx="2679">
                  <c:v>56.645000000000003</c:v>
                </c:pt>
                <c:pt idx="2680">
                  <c:v>59.047499999999999</c:v>
                </c:pt>
                <c:pt idx="2681">
                  <c:v>141.24</c:v>
                </c:pt>
                <c:pt idx="2682">
                  <c:v>136.46</c:v>
                </c:pt>
                <c:pt idx="2683">
                  <c:v>134.577</c:v>
                </c:pt>
                <c:pt idx="2684">
                  <c:v>132.38999999999999</c:v>
                </c:pt>
                <c:pt idx="2685">
                  <c:v>143.69300000000001</c:v>
                </c:pt>
                <c:pt idx="2686">
                  <c:v>151.79300000000001</c:v>
                </c:pt>
                <c:pt idx="2687">
                  <c:v>161.65700000000001</c:v>
                </c:pt>
                <c:pt idx="2688">
                  <c:v>162.595</c:v>
                </c:pt>
                <c:pt idx="2689">
                  <c:v>167.125</c:v>
                </c:pt>
                <c:pt idx="2690">
                  <c:v>170.17</c:v>
                </c:pt>
                <c:pt idx="2691">
                  <c:v>180.08</c:v>
                </c:pt>
                <c:pt idx="2692">
                  <c:v>189.97200000000001</c:v>
                </c:pt>
                <c:pt idx="2693">
                  <c:v>200.63499999999999</c:v>
                </c:pt>
                <c:pt idx="2694">
                  <c:v>203.14</c:v>
                </c:pt>
                <c:pt idx="2695">
                  <c:v>208.98</c:v>
                </c:pt>
                <c:pt idx="2696">
                  <c:v>213.81</c:v>
                </c:pt>
                <c:pt idx="2697">
                  <c:v>217.89500000000001</c:v>
                </c:pt>
                <c:pt idx="2698">
                  <c:v>222.48500000000001</c:v>
                </c:pt>
                <c:pt idx="2699">
                  <c:v>229.405</c:v>
                </c:pt>
                <c:pt idx="2700">
                  <c:v>223.667</c:v>
                </c:pt>
                <c:pt idx="2701">
                  <c:v>214.66</c:v>
                </c:pt>
                <c:pt idx="2702">
                  <c:v>210.17500000000001</c:v>
                </c:pt>
                <c:pt idx="2703">
                  <c:v>183.35499999999999</c:v>
                </c:pt>
                <c:pt idx="2704">
                  <c:v>161.54300000000001</c:v>
                </c:pt>
                <c:pt idx="2705">
                  <c:v>164.49700000000001</c:v>
                </c:pt>
                <c:pt idx="2706">
                  <c:v>162.84</c:v>
                </c:pt>
                <c:pt idx="2707">
                  <c:v>170.267</c:v>
                </c:pt>
                <c:pt idx="2708">
                  <c:v>173.24700000000001</c:v>
                </c:pt>
                <c:pt idx="2709">
                  <c:v>174.625</c:v>
                </c:pt>
                <c:pt idx="2710">
                  <c:v>175.43</c:v>
                </c:pt>
                <c:pt idx="2711">
                  <c:v>180.74</c:v>
                </c:pt>
                <c:pt idx="2712">
                  <c:v>174.18799999999999</c:v>
                </c:pt>
                <c:pt idx="2713">
                  <c:v>173.52799999999999</c:v>
                </c:pt>
                <c:pt idx="2714">
                  <c:v>173.887</c:v>
                </c:pt>
                <c:pt idx="2715">
                  <c:v>174.625</c:v>
                </c:pt>
                <c:pt idx="2716">
                  <c:v>173.33799999999999</c:v>
                </c:pt>
                <c:pt idx="2717">
                  <c:v>117.66</c:v>
                </c:pt>
                <c:pt idx="2718">
                  <c:v>112.655</c:v>
                </c:pt>
                <c:pt idx="2719">
                  <c:v>92.9375</c:v>
                </c:pt>
                <c:pt idx="2720">
                  <c:v>93.532499999999999</c:v>
                </c:pt>
                <c:pt idx="2721">
                  <c:v>1.2424999999999999</c:v>
                </c:pt>
                <c:pt idx="2722">
                  <c:v>0.6925</c:v>
                </c:pt>
                <c:pt idx="2723">
                  <c:v>0.26250000000000001</c:v>
                </c:pt>
                <c:pt idx="2724">
                  <c:v>0.28749999999999998</c:v>
                </c:pt>
                <c:pt idx="2725">
                  <c:v>0.57499999999999996</c:v>
                </c:pt>
                <c:pt idx="2726">
                  <c:v>2.7475000000000001</c:v>
                </c:pt>
                <c:pt idx="2727">
                  <c:v>5.04</c:v>
                </c:pt>
                <c:pt idx="2728">
                  <c:v>8.2100000000000009</c:v>
                </c:pt>
                <c:pt idx="2729">
                  <c:v>11.4125</c:v>
                </c:pt>
                <c:pt idx="2730">
                  <c:v>14.9175</c:v>
                </c:pt>
                <c:pt idx="2731">
                  <c:v>19.8</c:v>
                </c:pt>
                <c:pt idx="2732">
                  <c:v>23.38</c:v>
                </c:pt>
                <c:pt idx="2733">
                  <c:v>26.967500000000001</c:v>
                </c:pt>
                <c:pt idx="2734">
                  <c:v>30.18</c:v>
                </c:pt>
                <c:pt idx="2735">
                  <c:v>33.322499999999998</c:v>
                </c:pt>
                <c:pt idx="2736">
                  <c:v>35.7425</c:v>
                </c:pt>
                <c:pt idx="2737">
                  <c:v>38.11</c:v>
                </c:pt>
                <c:pt idx="2738">
                  <c:v>39.82</c:v>
                </c:pt>
                <c:pt idx="2739">
                  <c:v>133.33500000000001</c:v>
                </c:pt>
                <c:pt idx="2740">
                  <c:v>133.61000000000001</c:v>
                </c:pt>
                <c:pt idx="2741">
                  <c:v>134.18199999999999</c:v>
                </c:pt>
                <c:pt idx="2742">
                  <c:v>134.255</c:v>
                </c:pt>
                <c:pt idx="2743">
                  <c:v>155.75700000000001</c:v>
                </c:pt>
                <c:pt idx="2744">
                  <c:v>149.56299999999999</c:v>
                </c:pt>
                <c:pt idx="2745">
                  <c:v>150.78700000000001</c:v>
                </c:pt>
                <c:pt idx="2746">
                  <c:v>150.53700000000001</c:v>
                </c:pt>
                <c:pt idx="2747">
                  <c:v>151.91200000000001</c:v>
                </c:pt>
                <c:pt idx="2748">
                  <c:v>153.965</c:v>
                </c:pt>
                <c:pt idx="2749">
                  <c:v>160.86000000000001</c:v>
                </c:pt>
                <c:pt idx="2750">
                  <c:v>155.44999999999999</c:v>
                </c:pt>
                <c:pt idx="2751">
                  <c:v>154.702</c:v>
                </c:pt>
                <c:pt idx="2752">
                  <c:v>154.82</c:v>
                </c:pt>
                <c:pt idx="2753">
                  <c:v>163.44800000000001</c:v>
                </c:pt>
                <c:pt idx="2754">
                  <c:v>163.63800000000001</c:v>
                </c:pt>
                <c:pt idx="2755">
                  <c:v>167.94300000000001</c:v>
                </c:pt>
                <c:pt idx="2756">
                  <c:v>163.71299999999999</c:v>
                </c:pt>
                <c:pt idx="2757">
                  <c:v>163.76499999999999</c:v>
                </c:pt>
                <c:pt idx="2758">
                  <c:v>163.815</c:v>
                </c:pt>
                <c:pt idx="2759">
                  <c:v>35.85</c:v>
                </c:pt>
                <c:pt idx="2760">
                  <c:v>33.862499999999997</c:v>
                </c:pt>
                <c:pt idx="2761">
                  <c:v>31.3825</c:v>
                </c:pt>
                <c:pt idx="2762">
                  <c:v>28.52</c:v>
                </c:pt>
                <c:pt idx="2763">
                  <c:v>25.925000000000001</c:v>
                </c:pt>
                <c:pt idx="2764">
                  <c:v>19.682500000000001</c:v>
                </c:pt>
                <c:pt idx="2765">
                  <c:v>18.3</c:v>
                </c:pt>
                <c:pt idx="2766">
                  <c:v>15.5175</c:v>
                </c:pt>
                <c:pt idx="2767">
                  <c:v>12.717499999999999</c:v>
                </c:pt>
                <c:pt idx="2768">
                  <c:v>9.94</c:v>
                </c:pt>
                <c:pt idx="2769">
                  <c:v>7.9474999999999998</c:v>
                </c:pt>
                <c:pt idx="2770">
                  <c:v>4.8550000000000004</c:v>
                </c:pt>
                <c:pt idx="2771">
                  <c:v>2.1749999999999998</c:v>
                </c:pt>
                <c:pt idx="2772">
                  <c:v>0.85250000000000004</c:v>
                </c:pt>
                <c:pt idx="2773" formatCode="0.00">
                  <c:v>0</c:v>
                </c:pt>
                <c:pt idx="2774" formatCode="0.00">
                  <c:v>0</c:v>
                </c:pt>
                <c:pt idx="2775">
                  <c:v>0.45</c:v>
                </c:pt>
                <c:pt idx="2776">
                  <c:v>0.89749999999999996</c:v>
                </c:pt>
                <c:pt idx="2777">
                  <c:v>3.0950000000000002</c:v>
                </c:pt>
                <c:pt idx="2778">
                  <c:v>5.6375000000000002</c:v>
                </c:pt>
                <c:pt idx="2779">
                  <c:v>9.0525000000000002</c:v>
                </c:pt>
                <c:pt idx="2780">
                  <c:v>12.487500000000001</c:v>
                </c:pt>
                <c:pt idx="2781">
                  <c:v>16.204999999999998</c:v>
                </c:pt>
                <c:pt idx="2782">
                  <c:v>19.942499999999999</c:v>
                </c:pt>
                <c:pt idx="2783">
                  <c:v>23.53</c:v>
                </c:pt>
                <c:pt idx="2784">
                  <c:v>27.15</c:v>
                </c:pt>
                <c:pt idx="2785">
                  <c:v>30.462499999999999</c:v>
                </c:pt>
                <c:pt idx="2786">
                  <c:v>33.067500000000003</c:v>
                </c:pt>
                <c:pt idx="2787">
                  <c:v>36.7575</c:v>
                </c:pt>
                <c:pt idx="2788">
                  <c:v>39.712499999999999</c:v>
                </c:pt>
                <c:pt idx="2789">
                  <c:v>41.222499999999997</c:v>
                </c:pt>
                <c:pt idx="2790">
                  <c:v>42.547499999999999</c:v>
                </c:pt>
                <c:pt idx="2791">
                  <c:v>44.357500000000002</c:v>
                </c:pt>
                <c:pt idx="2792">
                  <c:v>266.685</c:v>
                </c:pt>
                <c:pt idx="2793">
                  <c:v>274.89800000000002</c:v>
                </c:pt>
                <c:pt idx="2794">
                  <c:v>281.24200000000002</c:v>
                </c:pt>
                <c:pt idx="2795">
                  <c:v>289.24</c:v>
                </c:pt>
                <c:pt idx="2796">
                  <c:v>292.38499999999999</c:v>
                </c:pt>
                <c:pt idx="2797">
                  <c:v>295.57</c:v>
                </c:pt>
                <c:pt idx="2798">
                  <c:v>304.512</c:v>
                </c:pt>
                <c:pt idx="2799">
                  <c:v>307.798</c:v>
                </c:pt>
                <c:pt idx="2800">
                  <c:v>310.35000000000002</c:v>
                </c:pt>
                <c:pt idx="2801">
                  <c:v>308.24799999999999</c:v>
                </c:pt>
                <c:pt idx="2802">
                  <c:v>301.68</c:v>
                </c:pt>
                <c:pt idx="2803">
                  <c:v>298.142</c:v>
                </c:pt>
                <c:pt idx="2804">
                  <c:v>293.38499999999999</c:v>
                </c:pt>
                <c:pt idx="2805">
                  <c:v>291.47000000000003</c:v>
                </c:pt>
                <c:pt idx="2806">
                  <c:v>289.24799999999999</c:v>
                </c:pt>
                <c:pt idx="2807">
                  <c:v>290.08999999999997</c:v>
                </c:pt>
                <c:pt idx="2808">
                  <c:v>291.10500000000002</c:v>
                </c:pt>
                <c:pt idx="2809">
                  <c:v>291.88499999999999</c:v>
                </c:pt>
                <c:pt idx="2810">
                  <c:v>34.402500000000003</c:v>
                </c:pt>
                <c:pt idx="2811">
                  <c:v>31.27</c:v>
                </c:pt>
                <c:pt idx="2812">
                  <c:v>29.8675</c:v>
                </c:pt>
                <c:pt idx="2813">
                  <c:v>27.47</c:v>
                </c:pt>
                <c:pt idx="2814">
                  <c:v>25.342500000000001</c:v>
                </c:pt>
                <c:pt idx="2815">
                  <c:v>22.05</c:v>
                </c:pt>
                <c:pt idx="2816">
                  <c:v>18.855</c:v>
                </c:pt>
                <c:pt idx="2817">
                  <c:v>16.675000000000001</c:v>
                </c:pt>
                <c:pt idx="2818">
                  <c:v>14.785</c:v>
                </c:pt>
                <c:pt idx="2819">
                  <c:v>11.305</c:v>
                </c:pt>
                <c:pt idx="2820">
                  <c:v>7.9424999999999999</c:v>
                </c:pt>
                <c:pt idx="2821">
                  <c:v>4.74</c:v>
                </c:pt>
                <c:pt idx="2822">
                  <c:v>2.0674999999999999</c:v>
                </c:pt>
                <c:pt idx="2823">
                  <c:v>0.78249999999999997</c:v>
                </c:pt>
                <c:pt idx="2824">
                  <c:v>120</c:v>
                </c:pt>
                <c:pt idx="2825">
                  <c:v>120</c:v>
                </c:pt>
                <c:pt idx="2826" formatCode="0.00">
                  <c:v>0</c:v>
                </c:pt>
                <c:pt idx="2827">
                  <c:v>169.25</c:v>
                </c:pt>
                <c:pt idx="2828">
                  <c:v>169.48</c:v>
                </c:pt>
                <c:pt idx="2829">
                  <c:v>169.45699999999999</c:v>
                </c:pt>
                <c:pt idx="2830">
                  <c:v>169.84</c:v>
                </c:pt>
                <c:pt idx="2831">
                  <c:v>170.39500000000001</c:v>
                </c:pt>
                <c:pt idx="2832">
                  <c:v>170.65199999999999</c:v>
                </c:pt>
                <c:pt idx="2833">
                  <c:v>170.66200000000001</c:v>
                </c:pt>
                <c:pt idx="2834">
                  <c:v>170.99</c:v>
                </c:pt>
                <c:pt idx="2835">
                  <c:v>21.855</c:v>
                </c:pt>
                <c:pt idx="2836">
                  <c:v>25.78</c:v>
                </c:pt>
                <c:pt idx="2837">
                  <c:v>29.782499999999999</c:v>
                </c:pt>
                <c:pt idx="2838">
                  <c:v>33.407499999999999</c:v>
                </c:pt>
                <c:pt idx="2839">
                  <c:v>36.034999999999997</c:v>
                </c:pt>
                <c:pt idx="2840">
                  <c:v>40.307499999999997</c:v>
                </c:pt>
                <c:pt idx="2841">
                  <c:v>43.7</c:v>
                </c:pt>
                <c:pt idx="2842">
                  <c:v>45.322499999999998</c:v>
                </c:pt>
                <c:pt idx="2843">
                  <c:v>262.47199999999998</c:v>
                </c:pt>
                <c:pt idx="2844">
                  <c:v>270.42700000000002</c:v>
                </c:pt>
                <c:pt idx="2845">
                  <c:v>298.21199999999999</c:v>
                </c:pt>
                <c:pt idx="2846">
                  <c:v>306.05700000000002</c:v>
                </c:pt>
                <c:pt idx="2847">
                  <c:v>313.7</c:v>
                </c:pt>
                <c:pt idx="2848">
                  <c:v>312.84199999999998</c:v>
                </c:pt>
                <c:pt idx="2849">
                  <c:v>316.25200000000001</c:v>
                </c:pt>
                <c:pt idx="2850">
                  <c:v>315.53500000000003</c:v>
                </c:pt>
                <c:pt idx="2851">
                  <c:v>316.77999999999997</c:v>
                </c:pt>
                <c:pt idx="2852">
                  <c:v>316.12700000000001</c:v>
                </c:pt>
                <c:pt idx="2853">
                  <c:v>320.58499999999998</c:v>
                </c:pt>
                <c:pt idx="2854">
                  <c:v>314.74</c:v>
                </c:pt>
                <c:pt idx="2855">
                  <c:v>306.16300000000001</c:v>
                </c:pt>
                <c:pt idx="2856">
                  <c:v>301.43</c:v>
                </c:pt>
                <c:pt idx="2857">
                  <c:v>298.03500000000003</c:v>
                </c:pt>
                <c:pt idx="2858">
                  <c:v>294.69299999999998</c:v>
                </c:pt>
                <c:pt idx="2859">
                  <c:v>294.29199999999997</c:v>
                </c:pt>
                <c:pt idx="2860">
                  <c:v>296.53800000000001</c:v>
                </c:pt>
                <c:pt idx="2861">
                  <c:v>299.58699999999999</c:v>
                </c:pt>
                <c:pt idx="2862">
                  <c:v>299.233</c:v>
                </c:pt>
                <c:pt idx="2863">
                  <c:v>281.54500000000002</c:v>
                </c:pt>
                <c:pt idx="2864">
                  <c:v>281.67700000000002</c:v>
                </c:pt>
                <c:pt idx="2865">
                  <c:v>287.07299999999998</c:v>
                </c:pt>
                <c:pt idx="2866">
                  <c:v>281.23500000000001</c:v>
                </c:pt>
                <c:pt idx="2867">
                  <c:v>284.495</c:v>
                </c:pt>
                <c:pt idx="2868">
                  <c:v>287.185</c:v>
                </c:pt>
                <c:pt idx="2869">
                  <c:v>287.8</c:v>
                </c:pt>
                <c:pt idx="2870">
                  <c:v>288.63299999999998</c:v>
                </c:pt>
                <c:pt idx="2871">
                  <c:v>255.988</c:v>
                </c:pt>
                <c:pt idx="2872">
                  <c:v>236.25800000000001</c:v>
                </c:pt>
                <c:pt idx="2873">
                  <c:v>222.86500000000001</c:v>
                </c:pt>
                <c:pt idx="2874">
                  <c:v>206.17</c:v>
                </c:pt>
                <c:pt idx="2875">
                  <c:v>2.2174999999999998</c:v>
                </c:pt>
                <c:pt idx="2876">
                  <c:v>0.86</c:v>
                </c:pt>
                <c:pt idx="2877">
                  <c:v>120</c:v>
                </c:pt>
                <c:pt idx="2878">
                  <c:v>120</c:v>
                </c:pt>
                <c:pt idx="2879">
                  <c:v>450</c:v>
                </c:pt>
                <c:pt idx="2880">
                  <c:v>450</c:v>
                </c:pt>
                <c:pt idx="2881" formatCode="0.00">
                  <c:v>0</c:v>
                </c:pt>
                <c:pt idx="2882">
                  <c:v>190.25</c:v>
                </c:pt>
                <c:pt idx="2883">
                  <c:v>190.12200000000001</c:v>
                </c:pt>
                <c:pt idx="2884">
                  <c:v>190.21299999999999</c:v>
                </c:pt>
                <c:pt idx="2885">
                  <c:v>190.428</c:v>
                </c:pt>
                <c:pt idx="2886">
                  <c:v>190.49</c:v>
                </c:pt>
                <c:pt idx="2887">
                  <c:v>190.608</c:v>
                </c:pt>
                <c:pt idx="2888">
                  <c:v>190.8</c:v>
                </c:pt>
                <c:pt idx="2889">
                  <c:v>191.005</c:v>
                </c:pt>
                <c:pt idx="2890">
                  <c:v>190.94499999999999</c:v>
                </c:pt>
                <c:pt idx="2891">
                  <c:v>190.87200000000001</c:v>
                </c:pt>
                <c:pt idx="2892">
                  <c:v>190.91499999999999</c:v>
                </c:pt>
                <c:pt idx="2893">
                  <c:v>190.93799999999999</c:v>
                </c:pt>
                <c:pt idx="2894">
                  <c:v>196.125</c:v>
                </c:pt>
                <c:pt idx="2895">
                  <c:v>201.46</c:v>
                </c:pt>
                <c:pt idx="2896">
                  <c:v>205.31200000000001</c:v>
                </c:pt>
                <c:pt idx="2897">
                  <c:v>215.71799999999999</c:v>
                </c:pt>
                <c:pt idx="2898">
                  <c:v>218.102</c:v>
                </c:pt>
                <c:pt idx="2899">
                  <c:v>226.8</c:v>
                </c:pt>
                <c:pt idx="2900">
                  <c:v>235.47499999999999</c:v>
                </c:pt>
                <c:pt idx="2901">
                  <c:v>244.452</c:v>
                </c:pt>
                <c:pt idx="2902">
                  <c:v>248.77500000000001</c:v>
                </c:pt>
                <c:pt idx="2903">
                  <c:v>254.185</c:v>
                </c:pt>
                <c:pt idx="2904">
                  <c:v>259.39800000000002</c:v>
                </c:pt>
                <c:pt idx="2905">
                  <c:v>261.88499999999999</c:v>
                </c:pt>
                <c:pt idx="2906">
                  <c:v>266.45699999999999</c:v>
                </c:pt>
                <c:pt idx="2907">
                  <c:v>266.267</c:v>
                </c:pt>
                <c:pt idx="2908">
                  <c:v>267.97199999999998</c:v>
                </c:pt>
                <c:pt idx="2909">
                  <c:v>266.81799999999998</c:v>
                </c:pt>
                <c:pt idx="2910">
                  <c:v>258.72800000000001</c:v>
                </c:pt>
                <c:pt idx="2911">
                  <c:v>253.95500000000001</c:v>
                </c:pt>
                <c:pt idx="2912">
                  <c:v>248.35499999999999</c:v>
                </c:pt>
                <c:pt idx="2913">
                  <c:v>246.13</c:v>
                </c:pt>
                <c:pt idx="2914">
                  <c:v>240.577</c:v>
                </c:pt>
                <c:pt idx="2915">
                  <c:v>243.75299999999999</c:v>
                </c:pt>
                <c:pt idx="2916">
                  <c:v>245.21</c:v>
                </c:pt>
                <c:pt idx="2917">
                  <c:v>247.7</c:v>
                </c:pt>
                <c:pt idx="2918">
                  <c:v>245.40700000000001</c:v>
                </c:pt>
                <c:pt idx="2919">
                  <c:v>245.648</c:v>
                </c:pt>
                <c:pt idx="2920">
                  <c:v>245.702</c:v>
                </c:pt>
                <c:pt idx="2921">
                  <c:v>242.96</c:v>
                </c:pt>
                <c:pt idx="2922">
                  <c:v>247.267</c:v>
                </c:pt>
                <c:pt idx="2923">
                  <c:v>251.827</c:v>
                </c:pt>
                <c:pt idx="2924">
                  <c:v>251.815</c:v>
                </c:pt>
                <c:pt idx="2925">
                  <c:v>251.81200000000001</c:v>
                </c:pt>
                <c:pt idx="2926">
                  <c:v>215.36699999999999</c:v>
                </c:pt>
                <c:pt idx="2927">
                  <c:v>184.738</c:v>
                </c:pt>
                <c:pt idx="2928">
                  <c:v>177.80500000000001</c:v>
                </c:pt>
                <c:pt idx="2929">
                  <c:v>160.77699999999999</c:v>
                </c:pt>
                <c:pt idx="2930">
                  <c:v>2.2774999999999999</c:v>
                </c:pt>
                <c:pt idx="2931">
                  <c:v>0.86</c:v>
                </c:pt>
                <c:pt idx="2932">
                  <c:v>450</c:v>
                </c:pt>
                <c:pt idx="2933">
                  <c:v>450</c:v>
                </c:pt>
                <c:pt idx="2934">
                  <c:v>5.5E-2</c:v>
                </c:pt>
                <c:pt idx="2935">
                  <c:v>5.5E-2</c:v>
                </c:pt>
                <c:pt idx="2936">
                  <c:v>0.44750000000000001</c:v>
                </c:pt>
                <c:pt idx="2937">
                  <c:v>0.995</c:v>
                </c:pt>
                <c:pt idx="2938">
                  <c:v>3.3475000000000001</c:v>
                </c:pt>
                <c:pt idx="2939">
                  <c:v>6.14</c:v>
                </c:pt>
                <c:pt idx="2940">
                  <c:v>9.7624999999999993</c:v>
                </c:pt>
                <c:pt idx="2941">
                  <c:v>13.4975</c:v>
                </c:pt>
                <c:pt idx="2942">
                  <c:v>17.43</c:v>
                </c:pt>
                <c:pt idx="2943">
                  <c:v>21.3475</c:v>
                </c:pt>
                <c:pt idx="2944">
                  <c:v>24.855</c:v>
                </c:pt>
                <c:pt idx="2945">
                  <c:v>28.737500000000001</c:v>
                </c:pt>
                <c:pt idx="2946">
                  <c:v>31.2925</c:v>
                </c:pt>
                <c:pt idx="2947">
                  <c:v>40.252499999999998</c:v>
                </c:pt>
                <c:pt idx="2948">
                  <c:v>45.672499999999999</c:v>
                </c:pt>
                <c:pt idx="2949">
                  <c:v>51.002499999999998</c:v>
                </c:pt>
                <c:pt idx="2950">
                  <c:v>55.69</c:v>
                </c:pt>
                <c:pt idx="2951">
                  <c:v>271.29500000000002</c:v>
                </c:pt>
                <c:pt idx="2952">
                  <c:v>282.863</c:v>
                </c:pt>
                <c:pt idx="2953">
                  <c:v>294.58999999999997</c:v>
                </c:pt>
                <c:pt idx="2954">
                  <c:v>303.42700000000002</c:v>
                </c:pt>
                <c:pt idx="2955">
                  <c:v>310.91000000000003</c:v>
                </c:pt>
                <c:pt idx="2956">
                  <c:v>319.05700000000002</c:v>
                </c:pt>
                <c:pt idx="2957">
                  <c:v>323.47000000000003</c:v>
                </c:pt>
                <c:pt idx="2958">
                  <c:v>325.065</c:v>
                </c:pt>
                <c:pt idx="2959">
                  <c:v>326.80700000000002</c:v>
                </c:pt>
                <c:pt idx="2960">
                  <c:v>326.233</c:v>
                </c:pt>
                <c:pt idx="2961">
                  <c:v>332.1</c:v>
                </c:pt>
                <c:pt idx="2962">
                  <c:v>322.92200000000003</c:v>
                </c:pt>
                <c:pt idx="2963">
                  <c:v>320.19499999999999</c:v>
                </c:pt>
                <c:pt idx="2964">
                  <c:v>313.73500000000001</c:v>
                </c:pt>
                <c:pt idx="2965">
                  <c:v>312.43200000000002</c:v>
                </c:pt>
                <c:pt idx="2966">
                  <c:v>306.74700000000001</c:v>
                </c:pt>
                <c:pt idx="2967">
                  <c:v>296.93</c:v>
                </c:pt>
                <c:pt idx="2968">
                  <c:v>299.697</c:v>
                </c:pt>
                <c:pt idx="2969">
                  <c:v>302.41300000000001</c:v>
                </c:pt>
                <c:pt idx="2970">
                  <c:v>300.49700000000001</c:v>
                </c:pt>
                <c:pt idx="2971">
                  <c:v>30.122499999999999</c:v>
                </c:pt>
                <c:pt idx="2972">
                  <c:v>26.215</c:v>
                </c:pt>
                <c:pt idx="2973">
                  <c:v>23.462499999999999</c:v>
                </c:pt>
                <c:pt idx="2974">
                  <c:v>21.824999999999999</c:v>
                </c:pt>
                <c:pt idx="2975">
                  <c:v>20.237500000000001</c:v>
                </c:pt>
                <c:pt idx="2976">
                  <c:v>18.0275</c:v>
                </c:pt>
                <c:pt idx="2977">
                  <c:v>15.82</c:v>
                </c:pt>
                <c:pt idx="2978">
                  <c:v>13.34</c:v>
                </c:pt>
                <c:pt idx="2979">
                  <c:v>11.1975</c:v>
                </c:pt>
                <c:pt idx="2980">
                  <c:v>8.4499999999999993</c:v>
                </c:pt>
                <c:pt idx="2981">
                  <c:v>5.7925000000000004</c:v>
                </c:pt>
                <c:pt idx="2982">
                  <c:v>3.47</c:v>
                </c:pt>
                <c:pt idx="2983">
                  <c:v>1.7150000000000001</c:v>
                </c:pt>
                <c:pt idx="2984">
                  <c:v>0.58250000000000002</c:v>
                </c:pt>
                <c:pt idx="2985" formatCode="0.00">
                  <c:v>0</c:v>
                </c:pt>
                <c:pt idx="2986" formatCode="0.00">
                  <c:v>0</c:v>
                </c:pt>
                <c:pt idx="2987">
                  <c:v>0.17249999999999999</c:v>
                </c:pt>
                <c:pt idx="2988">
                  <c:v>0.85750000000000004</c:v>
                </c:pt>
                <c:pt idx="2989">
                  <c:v>2.2324999999999999</c:v>
                </c:pt>
                <c:pt idx="2990">
                  <c:v>4.585</c:v>
                </c:pt>
                <c:pt idx="2991">
                  <c:v>7.6150000000000002</c:v>
                </c:pt>
                <c:pt idx="2992">
                  <c:v>11.487500000000001</c:v>
                </c:pt>
                <c:pt idx="2993">
                  <c:v>15.445</c:v>
                </c:pt>
                <c:pt idx="2994">
                  <c:v>19.54</c:v>
                </c:pt>
                <c:pt idx="2995">
                  <c:v>23.4575</c:v>
                </c:pt>
                <c:pt idx="2996">
                  <c:v>28.065000000000001</c:v>
                </c:pt>
                <c:pt idx="2997">
                  <c:v>32.185000000000002</c:v>
                </c:pt>
                <c:pt idx="2998">
                  <c:v>35.01</c:v>
                </c:pt>
                <c:pt idx="2999">
                  <c:v>39.3125</c:v>
                </c:pt>
                <c:pt idx="3000">
                  <c:v>42.585000000000001</c:v>
                </c:pt>
                <c:pt idx="3001">
                  <c:v>46.0075</c:v>
                </c:pt>
                <c:pt idx="3002">
                  <c:v>47.337499999999999</c:v>
                </c:pt>
                <c:pt idx="3003">
                  <c:v>47.862499999999997</c:v>
                </c:pt>
                <c:pt idx="3004">
                  <c:v>48.5625</c:v>
                </c:pt>
                <c:pt idx="3005">
                  <c:v>49.557499999999997</c:v>
                </c:pt>
                <c:pt idx="3006">
                  <c:v>219.92500000000001</c:v>
                </c:pt>
                <c:pt idx="3007">
                  <c:v>225.11699999999999</c:v>
                </c:pt>
                <c:pt idx="3008">
                  <c:v>227.94499999999999</c:v>
                </c:pt>
                <c:pt idx="3009">
                  <c:v>233.22800000000001</c:v>
                </c:pt>
                <c:pt idx="3010">
                  <c:v>232.78700000000001</c:v>
                </c:pt>
                <c:pt idx="3011">
                  <c:v>232.71</c:v>
                </c:pt>
                <c:pt idx="3012">
                  <c:v>235.74</c:v>
                </c:pt>
                <c:pt idx="3013">
                  <c:v>230.66</c:v>
                </c:pt>
                <c:pt idx="3014">
                  <c:v>224.988</c:v>
                </c:pt>
                <c:pt idx="3015">
                  <c:v>227.49</c:v>
                </c:pt>
                <c:pt idx="3016">
                  <c:v>224.70500000000001</c:v>
                </c:pt>
                <c:pt idx="3017">
                  <c:v>224.94</c:v>
                </c:pt>
                <c:pt idx="3018">
                  <c:v>221.43</c:v>
                </c:pt>
                <c:pt idx="3019">
                  <c:v>226.91</c:v>
                </c:pt>
                <c:pt idx="3020">
                  <c:v>53.557499999999997</c:v>
                </c:pt>
                <c:pt idx="3021">
                  <c:v>52.45</c:v>
                </c:pt>
                <c:pt idx="3022">
                  <c:v>38.887500000000003</c:v>
                </c:pt>
                <c:pt idx="3023">
                  <c:v>35.67</c:v>
                </c:pt>
                <c:pt idx="3024">
                  <c:v>32.362499999999997</c:v>
                </c:pt>
                <c:pt idx="3025">
                  <c:v>29.412500000000001</c:v>
                </c:pt>
                <c:pt idx="3026">
                  <c:v>27.015000000000001</c:v>
                </c:pt>
                <c:pt idx="3027">
                  <c:v>22.135000000000002</c:v>
                </c:pt>
                <c:pt idx="3028">
                  <c:v>17.862500000000001</c:v>
                </c:pt>
                <c:pt idx="3029">
                  <c:v>14.27</c:v>
                </c:pt>
                <c:pt idx="3030">
                  <c:v>11.9125</c:v>
                </c:pt>
                <c:pt idx="3031">
                  <c:v>9.2874999999999996</c:v>
                </c:pt>
                <c:pt idx="3032">
                  <c:v>6.6174999999999997</c:v>
                </c:pt>
                <c:pt idx="3033">
                  <c:v>3.75</c:v>
                </c:pt>
                <c:pt idx="3034">
                  <c:v>1.9350000000000001</c:v>
                </c:pt>
                <c:pt idx="3035">
                  <c:v>0.53249999999999997</c:v>
                </c:pt>
                <c:pt idx="3036">
                  <c:v>5.7500000000000002E-2</c:v>
                </c:pt>
                <c:pt idx="3037">
                  <c:v>30.092500000000001</c:v>
                </c:pt>
                <c:pt idx="3038">
                  <c:v>0.59499999999999997</c:v>
                </c:pt>
                <c:pt idx="3039">
                  <c:v>1.3374999999999999</c:v>
                </c:pt>
                <c:pt idx="3040">
                  <c:v>3.1124999999999998</c:v>
                </c:pt>
                <c:pt idx="3041">
                  <c:v>5.9375</c:v>
                </c:pt>
                <c:pt idx="3042">
                  <c:v>9.43</c:v>
                </c:pt>
                <c:pt idx="3043">
                  <c:v>13.3725</c:v>
                </c:pt>
                <c:pt idx="3044">
                  <c:v>17.495000000000001</c:v>
                </c:pt>
                <c:pt idx="3045">
                  <c:v>21.787500000000001</c:v>
                </c:pt>
                <c:pt idx="3046">
                  <c:v>26.14</c:v>
                </c:pt>
                <c:pt idx="3047">
                  <c:v>30.5625</c:v>
                </c:pt>
                <c:pt idx="3048">
                  <c:v>34.590000000000003</c:v>
                </c:pt>
                <c:pt idx="3049">
                  <c:v>38.472499999999997</c:v>
                </c:pt>
                <c:pt idx="3050">
                  <c:v>42.347499999999997</c:v>
                </c:pt>
                <c:pt idx="3051">
                  <c:v>46.26</c:v>
                </c:pt>
                <c:pt idx="3052">
                  <c:v>49.432499999999997</c:v>
                </c:pt>
                <c:pt idx="3053">
                  <c:v>51.4925</c:v>
                </c:pt>
                <c:pt idx="3054">
                  <c:v>52.537500000000001</c:v>
                </c:pt>
                <c:pt idx="3055">
                  <c:v>53.317500000000003</c:v>
                </c:pt>
                <c:pt idx="3056">
                  <c:v>53.8</c:v>
                </c:pt>
                <c:pt idx="3057">
                  <c:v>93.034999999999997</c:v>
                </c:pt>
                <c:pt idx="3058">
                  <c:v>93.352500000000006</c:v>
                </c:pt>
                <c:pt idx="3059">
                  <c:v>93.487499999999997</c:v>
                </c:pt>
                <c:pt idx="3060">
                  <c:v>95.995000000000005</c:v>
                </c:pt>
                <c:pt idx="3061">
                  <c:v>95.862499999999997</c:v>
                </c:pt>
                <c:pt idx="3062">
                  <c:v>95.394999999999996</c:v>
                </c:pt>
                <c:pt idx="3063">
                  <c:v>97.242500000000007</c:v>
                </c:pt>
                <c:pt idx="3064">
                  <c:v>96.465000000000003</c:v>
                </c:pt>
                <c:pt idx="3065">
                  <c:v>95.587500000000006</c:v>
                </c:pt>
                <c:pt idx="3066">
                  <c:v>95.7</c:v>
                </c:pt>
                <c:pt idx="3067">
                  <c:v>95.602500000000006</c:v>
                </c:pt>
                <c:pt idx="3068">
                  <c:v>95.252499999999998</c:v>
                </c:pt>
                <c:pt idx="3069">
                  <c:v>94.722499999999997</c:v>
                </c:pt>
                <c:pt idx="3070">
                  <c:v>74.974999999999994</c:v>
                </c:pt>
                <c:pt idx="3071">
                  <c:v>74</c:v>
                </c:pt>
                <c:pt idx="3072">
                  <c:v>72.234999999999999</c:v>
                </c:pt>
                <c:pt idx="3073">
                  <c:v>44.032499999999999</c:v>
                </c:pt>
                <c:pt idx="3074">
                  <c:v>39.17</c:v>
                </c:pt>
                <c:pt idx="3075">
                  <c:v>34.284999999999997</c:v>
                </c:pt>
                <c:pt idx="3076">
                  <c:v>30.087499999999999</c:v>
                </c:pt>
                <c:pt idx="3077">
                  <c:v>26.64</c:v>
                </c:pt>
                <c:pt idx="3078">
                  <c:v>23.327500000000001</c:v>
                </c:pt>
                <c:pt idx="3079">
                  <c:v>20.5</c:v>
                </c:pt>
                <c:pt idx="3080">
                  <c:v>17.9175</c:v>
                </c:pt>
                <c:pt idx="3081">
                  <c:v>15.275</c:v>
                </c:pt>
                <c:pt idx="3082">
                  <c:v>11.755000000000001</c:v>
                </c:pt>
                <c:pt idx="3083">
                  <c:v>8.1575000000000006</c:v>
                </c:pt>
                <c:pt idx="3084">
                  <c:v>4.7824999999999998</c:v>
                </c:pt>
                <c:pt idx="3085">
                  <c:v>2.4950000000000001</c:v>
                </c:pt>
                <c:pt idx="3086">
                  <c:v>0.86750000000000005</c:v>
                </c:pt>
                <c:pt idx="3087">
                  <c:v>0.26</c:v>
                </c:pt>
                <c:pt idx="3088">
                  <c:v>5.5E-2</c:v>
                </c:pt>
                <c:pt idx="3089">
                  <c:v>154.59</c:v>
                </c:pt>
                <c:pt idx="3090">
                  <c:v>154.833</c:v>
                </c:pt>
                <c:pt idx="3091">
                  <c:v>154.80699999999999</c:v>
                </c:pt>
                <c:pt idx="3092">
                  <c:v>155.49299999999999</c:v>
                </c:pt>
                <c:pt idx="3093">
                  <c:v>156.40799999999999</c:v>
                </c:pt>
                <c:pt idx="3094">
                  <c:v>157.19499999999999</c:v>
                </c:pt>
                <c:pt idx="3095">
                  <c:v>158.27500000000001</c:v>
                </c:pt>
                <c:pt idx="3096">
                  <c:v>159.34700000000001</c:v>
                </c:pt>
                <c:pt idx="3097">
                  <c:v>160.49700000000001</c:v>
                </c:pt>
                <c:pt idx="3098">
                  <c:v>161.66200000000001</c:v>
                </c:pt>
                <c:pt idx="3099">
                  <c:v>162.66200000000001</c:v>
                </c:pt>
                <c:pt idx="3100">
                  <c:v>163.52699999999999</c:v>
                </c:pt>
                <c:pt idx="3101">
                  <c:v>164.37799999999999</c:v>
                </c:pt>
                <c:pt idx="3102">
                  <c:v>165.3</c:v>
                </c:pt>
                <c:pt idx="3103">
                  <c:v>166.083</c:v>
                </c:pt>
                <c:pt idx="3104">
                  <c:v>166.68</c:v>
                </c:pt>
                <c:pt idx="3105">
                  <c:v>167.07</c:v>
                </c:pt>
                <c:pt idx="3106">
                  <c:v>167.42699999999999</c:v>
                </c:pt>
                <c:pt idx="3107">
                  <c:v>167.84200000000001</c:v>
                </c:pt>
                <c:pt idx="3108">
                  <c:v>168.05</c:v>
                </c:pt>
                <c:pt idx="3109">
                  <c:v>167.88</c:v>
                </c:pt>
                <c:pt idx="3110">
                  <c:v>168.32300000000001</c:v>
                </c:pt>
                <c:pt idx="3111">
                  <c:v>173.30199999999999</c:v>
                </c:pt>
                <c:pt idx="3112">
                  <c:v>183.41800000000001</c:v>
                </c:pt>
                <c:pt idx="3113">
                  <c:v>311.01499999999999</c:v>
                </c:pt>
                <c:pt idx="3114">
                  <c:v>318.55200000000002</c:v>
                </c:pt>
                <c:pt idx="3115">
                  <c:v>320.90499999999997</c:v>
                </c:pt>
                <c:pt idx="3116">
                  <c:v>318.39</c:v>
                </c:pt>
                <c:pt idx="3117">
                  <c:v>315.87200000000001</c:v>
                </c:pt>
                <c:pt idx="3118">
                  <c:v>310.63</c:v>
                </c:pt>
                <c:pt idx="3119">
                  <c:v>315.31</c:v>
                </c:pt>
                <c:pt idx="3120">
                  <c:v>310.19799999999998</c:v>
                </c:pt>
                <c:pt idx="3121">
                  <c:v>179.8</c:v>
                </c:pt>
                <c:pt idx="3122">
                  <c:v>179.595</c:v>
                </c:pt>
                <c:pt idx="3123">
                  <c:v>184.00299999999999</c:v>
                </c:pt>
                <c:pt idx="3124">
                  <c:v>188.33199999999999</c:v>
                </c:pt>
                <c:pt idx="3125">
                  <c:v>192.68</c:v>
                </c:pt>
                <c:pt idx="3126">
                  <c:v>197.02</c:v>
                </c:pt>
                <c:pt idx="3127">
                  <c:v>193.62200000000001</c:v>
                </c:pt>
                <c:pt idx="3128">
                  <c:v>190.113</c:v>
                </c:pt>
                <c:pt idx="3129">
                  <c:v>189.61</c:v>
                </c:pt>
                <c:pt idx="3130">
                  <c:v>188.39500000000001</c:v>
                </c:pt>
                <c:pt idx="3131">
                  <c:v>165.50299999999999</c:v>
                </c:pt>
                <c:pt idx="3132">
                  <c:v>140.03</c:v>
                </c:pt>
                <c:pt idx="3133">
                  <c:v>91.635000000000005</c:v>
                </c:pt>
                <c:pt idx="3134">
                  <c:v>78.64</c:v>
                </c:pt>
                <c:pt idx="3135">
                  <c:v>70.817499999999995</c:v>
                </c:pt>
                <c:pt idx="3136">
                  <c:v>64.627499999999998</c:v>
                </c:pt>
                <c:pt idx="3137">
                  <c:v>2.4874999999999998</c:v>
                </c:pt>
                <c:pt idx="3138">
                  <c:v>0.77500000000000002</c:v>
                </c:pt>
                <c:pt idx="3139">
                  <c:v>0.1925</c:v>
                </c:pt>
                <c:pt idx="3140" formatCode="0.00">
                  <c:v>0</c:v>
                </c:pt>
                <c:pt idx="3141" formatCode="0.00">
                  <c:v>0</c:v>
                </c:pt>
                <c:pt idx="3142">
                  <c:v>0.1225</c:v>
                </c:pt>
                <c:pt idx="3143">
                  <c:v>0.315</c:v>
                </c:pt>
                <c:pt idx="3144">
                  <c:v>1.4850000000000001</c:v>
                </c:pt>
                <c:pt idx="3145">
                  <c:v>3.855</c:v>
                </c:pt>
                <c:pt idx="3146">
                  <c:v>6.9450000000000003</c:v>
                </c:pt>
                <c:pt idx="3147">
                  <c:v>10.7425</c:v>
                </c:pt>
                <c:pt idx="3148">
                  <c:v>15.1075</c:v>
                </c:pt>
                <c:pt idx="3149">
                  <c:v>19.572500000000002</c:v>
                </c:pt>
                <c:pt idx="3150">
                  <c:v>23.92</c:v>
                </c:pt>
                <c:pt idx="3151">
                  <c:v>33.31</c:v>
                </c:pt>
                <c:pt idx="3152">
                  <c:v>42.55</c:v>
                </c:pt>
                <c:pt idx="3153">
                  <c:v>58.822499999999998</c:v>
                </c:pt>
                <c:pt idx="3154">
                  <c:v>72.625</c:v>
                </c:pt>
                <c:pt idx="3155">
                  <c:v>70.989999999999995</c:v>
                </c:pt>
                <c:pt idx="3156">
                  <c:v>74.057500000000005</c:v>
                </c:pt>
                <c:pt idx="3157">
                  <c:v>81.83</c:v>
                </c:pt>
                <c:pt idx="3158">
                  <c:v>94.077500000000001</c:v>
                </c:pt>
                <c:pt idx="3159">
                  <c:v>103.465</c:v>
                </c:pt>
                <c:pt idx="3160">
                  <c:v>112.11</c:v>
                </c:pt>
                <c:pt idx="3161">
                  <c:v>120.18</c:v>
                </c:pt>
                <c:pt idx="3162">
                  <c:v>125.64</c:v>
                </c:pt>
                <c:pt idx="3163">
                  <c:v>127.908</c:v>
                </c:pt>
                <c:pt idx="3164">
                  <c:v>131.36500000000001</c:v>
                </c:pt>
                <c:pt idx="3165">
                  <c:v>135.96</c:v>
                </c:pt>
                <c:pt idx="3166">
                  <c:v>139.07</c:v>
                </c:pt>
                <c:pt idx="3167">
                  <c:v>136.37799999999999</c:v>
                </c:pt>
                <c:pt idx="3168">
                  <c:v>134.05500000000001</c:v>
                </c:pt>
                <c:pt idx="3169">
                  <c:v>123.895</c:v>
                </c:pt>
                <c:pt idx="3170">
                  <c:v>123.712</c:v>
                </c:pt>
                <c:pt idx="3171">
                  <c:v>120.82</c:v>
                </c:pt>
                <c:pt idx="3172">
                  <c:v>117.858</c:v>
                </c:pt>
                <c:pt idx="3173">
                  <c:v>119.62</c:v>
                </c:pt>
                <c:pt idx="3174">
                  <c:v>125.97499999999999</c:v>
                </c:pt>
                <c:pt idx="3175">
                  <c:v>127.17</c:v>
                </c:pt>
                <c:pt idx="3176">
                  <c:v>124.69</c:v>
                </c:pt>
                <c:pt idx="3177">
                  <c:v>46.137500000000003</c:v>
                </c:pt>
                <c:pt idx="3178">
                  <c:v>44.26</c:v>
                </c:pt>
                <c:pt idx="3179">
                  <c:v>41.247500000000002</c:v>
                </c:pt>
                <c:pt idx="3180">
                  <c:v>35.1875</c:v>
                </c:pt>
                <c:pt idx="3181">
                  <c:v>32.942500000000003</c:v>
                </c:pt>
                <c:pt idx="3182">
                  <c:v>28.57</c:v>
                </c:pt>
                <c:pt idx="3183">
                  <c:v>23.397500000000001</c:v>
                </c:pt>
                <c:pt idx="3184">
                  <c:v>19.66</c:v>
                </c:pt>
                <c:pt idx="3185">
                  <c:v>16.102499999999999</c:v>
                </c:pt>
                <c:pt idx="3186">
                  <c:v>13.02</c:v>
                </c:pt>
                <c:pt idx="3187">
                  <c:v>9.3774999999999995</c:v>
                </c:pt>
                <c:pt idx="3188">
                  <c:v>5.1749999999999998</c:v>
                </c:pt>
                <c:pt idx="3189">
                  <c:v>2.5550000000000002</c:v>
                </c:pt>
                <c:pt idx="3190">
                  <c:v>0.53</c:v>
                </c:pt>
                <c:pt idx="3191" formatCode="0.00">
                  <c:v>0</c:v>
                </c:pt>
                <c:pt idx="3192" formatCode="0.00">
                  <c:v>0</c:v>
                </c:pt>
                <c:pt idx="3193">
                  <c:v>0.4325</c:v>
                </c:pt>
                <c:pt idx="3194">
                  <c:v>0.81</c:v>
                </c:pt>
                <c:pt idx="3195">
                  <c:v>3.02</c:v>
                </c:pt>
                <c:pt idx="3196">
                  <c:v>5.6624999999999996</c:v>
                </c:pt>
                <c:pt idx="3197">
                  <c:v>9.4250000000000007</c:v>
                </c:pt>
                <c:pt idx="3198">
                  <c:v>13.275</c:v>
                </c:pt>
                <c:pt idx="3199">
                  <c:v>17.452500000000001</c:v>
                </c:pt>
                <c:pt idx="3200">
                  <c:v>21.434999999999999</c:v>
                </c:pt>
                <c:pt idx="3201">
                  <c:v>25.557500000000001</c:v>
                </c:pt>
                <c:pt idx="3202">
                  <c:v>29.405000000000001</c:v>
                </c:pt>
                <c:pt idx="3203">
                  <c:v>33.262500000000003</c:v>
                </c:pt>
                <c:pt idx="3204">
                  <c:v>36.862499999999997</c:v>
                </c:pt>
                <c:pt idx="3205">
                  <c:v>40.295000000000002</c:v>
                </c:pt>
                <c:pt idx="3206">
                  <c:v>43.524999999999999</c:v>
                </c:pt>
                <c:pt idx="3207">
                  <c:v>46.46</c:v>
                </c:pt>
                <c:pt idx="3208">
                  <c:v>101.753</c:v>
                </c:pt>
                <c:pt idx="3209">
                  <c:v>114.035</c:v>
                </c:pt>
                <c:pt idx="3210">
                  <c:v>123.83</c:v>
                </c:pt>
                <c:pt idx="3211">
                  <c:v>135.47499999999999</c:v>
                </c:pt>
                <c:pt idx="3212">
                  <c:v>142.125</c:v>
                </c:pt>
                <c:pt idx="3213">
                  <c:v>147.58000000000001</c:v>
                </c:pt>
                <c:pt idx="3214">
                  <c:v>150.63</c:v>
                </c:pt>
                <c:pt idx="3215">
                  <c:v>153.13200000000001</c:v>
                </c:pt>
                <c:pt idx="3216">
                  <c:v>150.68199999999999</c:v>
                </c:pt>
                <c:pt idx="3217">
                  <c:v>153.12799999999999</c:v>
                </c:pt>
                <c:pt idx="3218">
                  <c:v>150.38200000000001</c:v>
                </c:pt>
                <c:pt idx="3219">
                  <c:v>147.57499999999999</c:v>
                </c:pt>
                <c:pt idx="3220">
                  <c:v>137.28</c:v>
                </c:pt>
                <c:pt idx="3221">
                  <c:v>136.648</c:v>
                </c:pt>
                <c:pt idx="3222">
                  <c:v>128.572</c:v>
                </c:pt>
                <c:pt idx="3223">
                  <c:v>125.11199999999999</c:v>
                </c:pt>
                <c:pt idx="3224">
                  <c:v>126.355</c:v>
                </c:pt>
                <c:pt idx="3225">
                  <c:v>134.31800000000001</c:v>
                </c:pt>
                <c:pt idx="3226">
                  <c:v>134.63200000000001</c:v>
                </c:pt>
                <c:pt idx="3227">
                  <c:v>131.49700000000001</c:v>
                </c:pt>
                <c:pt idx="3228">
                  <c:v>43.572499999999998</c:v>
                </c:pt>
                <c:pt idx="3229">
                  <c:v>40.305</c:v>
                </c:pt>
                <c:pt idx="3230">
                  <c:v>36.907499999999999</c:v>
                </c:pt>
                <c:pt idx="3231">
                  <c:v>33.424999999999997</c:v>
                </c:pt>
                <c:pt idx="3232">
                  <c:v>30.037500000000001</c:v>
                </c:pt>
                <c:pt idx="3233">
                  <c:v>26.02</c:v>
                </c:pt>
                <c:pt idx="3234">
                  <c:v>22</c:v>
                </c:pt>
                <c:pt idx="3235">
                  <c:v>18.0275</c:v>
                </c:pt>
                <c:pt idx="3236">
                  <c:v>14.362500000000001</c:v>
                </c:pt>
                <c:pt idx="3237">
                  <c:v>10.547499999999999</c:v>
                </c:pt>
                <c:pt idx="3238">
                  <c:v>6.9</c:v>
                </c:pt>
                <c:pt idx="3239">
                  <c:v>3.83</c:v>
                </c:pt>
                <c:pt idx="3240">
                  <c:v>1.36</c:v>
                </c:pt>
                <c:pt idx="3241">
                  <c:v>0.38250000000000001</c:v>
                </c:pt>
                <c:pt idx="3242" formatCode="0.00">
                  <c:v>0</c:v>
                </c:pt>
                <c:pt idx="3243">
                  <c:v>0.2525</c:v>
                </c:pt>
                <c:pt idx="3244">
                  <c:v>0.49</c:v>
                </c:pt>
                <c:pt idx="3245">
                  <c:v>2.31</c:v>
                </c:pt>
                <c:pt idx="3246">
                  <c:v>4.1124999999999998</c:v>
                </c:pt>
                <c:pt idx="3247">
                  <c:v>6.96</c:v>
                </c:pt>
                <c:pt idx="3248">
                  <c:v>9.82</c:v>
                </c:pt>
                <c:pt idx="3249">
                  <c:v>12.965</c:v>
                </c:pt>
                <c:pt idx="3250">
                  <c:v>16.212499999999999</c:v>
                </c:pt>
                <c:pt idx="3251">
                  <c:v>19.420000000000002</c:v>
                </c:pt>
                <c:pt idx="3252">
                  <c:v>22.67</c:v>
                </c:pt>
                <c:pt idx="3253">
                  <c:v>25.762499999999999</c:v>
                </c:pt>
                <c:pt idx="3254">
                  <c:v>38.72</c:v>
                </c:pt>
                <c:pt idx="3255">
                  <c:v>46.487499999999997</c:v>
                </c:pt>
                <c:pt idx="3256">
                  <c:v>49.18</c:v>
                </c:pt>
                <c:pt idx="3257">
                  <c:v>49.012500000000003</c:v>
                </c:pt>
                <c:pt idx="3258">
                  <c:v>63.977499999999999</c:v>
                </c:pt>
                <c:pt idx="3259">
                  <c:v>76.057500000000005</c:v>
                </c:pt>
                <c:pt idx="3260">
                  <c:v>80.655000000000001</c:v>
                </c:pt>
                <c:pt idx="3261">
                  <c:v>92.277500000000003</c:v>
                </c:pt>
                <c:pt idx="3262">
                  <c:v>89.252499999999998</c:v>
                </c:pt>
                <c:pt idx="3263">
                  <c:v>94.427499999999995</c:v>
                </c:pt>
                <c:pt idx="3264">
                  <c:v>99.652500000000003</c:v>
                </c:pt>
                <c:pt idx="3265">
                  <c:v>104.675</c:v>
                </c:pt>
                <c:pt idx="3266">
                  <c:v>104.783</c:v>
                </c:pt>
                <c:pt idx="3267">
                  <c:v>104.66</c:v>
                </c:pt>
                <c:pt idx="3268">
                  <c:v>104.66500000000001</c:v>
                </c:pt>
                <c:pt idx="3269">
                  <c:v>101.783</c:v>
                </c:pt>
                <c:pt idx="3270">
                  <c:v>99.025000000000006</c:v>
                </c:pt>
                <c:pt idx="3271">
                  <c:v>93.362499999999997</c:v>
                </c:pt>
                <c:pt idx="3272">
                  <c:v>90.52</c:v>
                </c:pt>
                <c:pt idx="3273">
                  <c:v>87.157499999999999</c:v>
                </c:pt>
                <c:pt idx="3274">
                  <c:v>88.665000000000006</c:v>
                </c:pt>
                <c:pt idx="3275">
                  <c:v>91.902500000000003</c:v>
                </c:pt>
                <c:pt idx="3276">
                  <c:v>95.092500000000001</c:v>
                </c:pt>
                <c:pt idx="3277">
                  <c:v>102.443</c:v>
                </c:pt>
                <c:pt idx="3278">
                  <c:v>34.840000000000003</c:v>
                </c:pt>
                <c:pt idx="3279">
                  <c:v>32.25</c:v>
                </c:pt>
                <c:pt idx="3280">
                  <c:v>29.6675</c:v>
                </c:pt>
                <c:pt idx="3281">
                  <c:v>26.92</c:v>
                </c:pt>
                <c:pt idx="3282">
                  <c:v>23.827500000000001</c:v>
                </c:pt>
                <c:pt idx="3283">
                  <c:v>20.622499999999999</c:v>
                </c:pt>
                <c:pt idx="3284">
                  <c:v>17.489999999999998</c:v>
                </c:pt>
                <c:pt idx="3285">
                  <c:v>14.285</c:v>
                </c:pt>
                <c:pt idx="3286">
                  <c:v>11.09</c:v>
                </c:pt>
                <c:pt idx="3287">
                  <c:v>8.07</c:v>
                </c:pt>
                <c:pt idx="3288">
                  <c:v>5.0774999999999997</c:v>
                </c:pt>
                <c:pt idx="3289">
                  <c:v>2.9424999999999999</c:v>
                </c:pt>
                <c:pt idx="3290">
                  <c:v>0.8</c:v>
                </c:pt>
                <c:pt idx="3291">
                  <c:v>0.39750000000000002</c:v>
                </c:pt>
                <c:pt idx="3292">
                  <c:v>867</c:v>
                </c:pt>
                <c:pt idx="3293" formatCode="0.00">
                  <c:v>0</c:v>
                </c:pt>
                <c:pt idx="3294">
                  <c:v>0.245</c:v>
                </c:pt>
                <c:pt idx="3295">
                  <c:v>0.65749999999999997</c:v>
                </c:pt>
                <c:pt idx="3296">
                  <c:v>2.0874999999999999</c:v>
                </c:pt>
                <c:pt idx="3297">
                  <c:v>4.1399999999999997</c:v>
                </c:pt>
                <c:pt idx="3298">
                  <c:v>6.9325000000000001</c:v>
                </c:pt>
                <c:pt idx="3299">
                  <c:v>10.032500000000001</c:v>
                </c:pt>
                <c:pt idx="3300">
                  <c:v>13.55</c:v>
                </c:pt>
                <c:pt idx="3301">
                  <c:v>17.302499999999998</c:v>
                </c:pt>
                <c:pt idx="3302">
                  <c:v>20.787500000000001</c:v>
                </c:pt>
                <c:pt idx="3303">
                  <c:v>25.202500000000001</c:v>
                </c:pt>
                <c:pt idx="3304">
                  <c:v>29.092500000000001</c:v>
                </c:pt>
                <c:pt idx="3305">
                  <c:v>32.917499999999997</c:v>
                </c:pt>
                <c:pt idx="3306">
                  <c:v>36.5625</c:v>
                </c:pt>
                <c:pt idx="3307">
                  <c:v>39.827500000000001</c:v>
                </c:pt>
                <c:pt idx="3308">
                  <c:v>42.462499999999999</c:v>
                </c:pt>
                <c:pt idx="3309">
                  <c:v>44.79</c:v>
                </c:pt>
                <c:pt idx="3310">
                  <c:v>47.284999999999997</c:v>
                </c:pt>
                <c:pt idx="3311">
                  <c:v>49.217500000000001</c:v>
                </c:pt>
                <c:pt idx="3312">
                  <c:v>49.857500000000002</c:v>
                </c:pt>
                <c:pt idx="3313">
                  <c:v>50.18</c:v>
                </c:pt>
                <c:pt idx="3314">
                  <c:v>50.472499999999997</c:v>
                </c:pt>
                <c:pt idx="3315">
                  <c:v>50.462499999999999</c:v>
                </c:pt>
                <c:pt idx="3316">
                  <c:v>50.58</c:v>
                </c:pt>
                <c:pt idx="3317">
                  <c:v>50.634999999999998</c:v>
                </c:pt>
                <c:pt idx="3318">
                  <c:v>50.795000000000002</c:v>
                </c:pt>
                <c:pt idx="3319">
                  <c:v>50.787500000000001</c:v>
                </c:pt>
                <c:pt idx="3320">
                  <c:v>50.842500000000001</c:v>
                </c:pt>
                <c:pt idx="3321">
                  <c:v>50.702500000000001</c:v>
                </c:pt>
                <c:pt idx="3322">
                  <c:v>50.634999999999998</c:v>
                </c:pt>
                <c:pt idx="3323">
                  <c:v>50.45</c:v>
                </c:pt>
                <c:pt idx="3324">
                  <c:v>50.505000000000003</c:v>
                </c:pt>
                <c:pt idx="3325">
                  <c:v>49.77</c:v>
                </c:pt>
                <c:pt idx="3326">
                  <c:v>48.58</c:v>
                </c:pt>
                <c:pt idx="3327">
                  <c:v>46.634999999999998</c:v>
                </c:pt>
                <c:pt idx="3328">
                  <c:v>44.212499999999999</c:v>
                </c:pt>
                <c:pt idx="3329">
                  <c:v>41.557499999999997</c:v>
                </c:pt>
                <c:pt idx="3330">
                  <c:v>38.752499999999998</c:v>
                </c:pt>
                <c:pt idx="3331">
                  <c:v>35.7575</c:v>
                </c:pt>
                <c:pt idx="3332">
                  <c:v>32.427500000000002</c:v>
                </c:pt>
                <c:pt idx="3333">
                  <c:v>28.9025</c:v>
                </c:pt>
                <c:pt idx="3334">
                  <c:v>25.17</c:v>
                </c:pt>
                <c:pt idx="3335">
                  <c:v>21.237500000000001</c:v>
                </c:pt>
                <c:pt idx="3336">
                  <c:v>17.234999999999999</c:v>
                </c:pt>
                <c:pt idx="3337">
                  <c:v>13.147500000000001</c:v>
                </c:pt>
                <c:pt idx="3338">
                  <c:v>9.5124999999999993</c:v>
                </c:pt>
                <c:pt idx="3339">
                  <c:v>6.1025</c:v>
                </c:pt>
                <c:pt idx="3340">
                  <c:v>3.36</c:v>
                </c:pt>
                <c:pt idx="3341">
                  <c:v>1.33</c:v>
                </c:pt>
                <c:pt idx="3342">
                  <c:v>0.28499999999999998</c:v>
                </c:pt>
                <c:pt idx="3343">
                  <c:v>867</c:v>
                </c:pt>
                <c:pt idx="3344">
                  <c:v>7.4999999999999997E-2</c:v>
                </c:pt>
                <c:pt idx="3345">
                  <c:v>0.4975</c:v>
                </c:pt>
                <c:pt idx="3346">
                  <c:v>1.1675</c:v>
                </c:pt>
                <c:pt idx="3347">
                  <c:v>3.4725000000000001</c:v>
                </c:pt>
                <c:pt idx="3348">
                  <c:v>7.4050000000000002</c:v>
                </c:pt>
                <c:pt idx="3349">
                  <c:v>12.112500000000001</c:v>
                </c:pt>
                <c:pt idx="3350">
                  <c:v>17.0625</c:v>
                </c:pt>
                <c:pt idx="3351">
                  <c:v>22.16</c:v>
                </c:pt>
                <c:pt idx="3352">
                  <c:v>27.614999999999998</c:v>
                </c:pt>
                <c:pt idx="3353">
                  <c:v>32.817500000000003</c:v>
                </c:pt>
                <c:pt idx="3354">
                  <c:v>37.770000000000003</c:v>
                </c:pt>
                <c:pt idx="3355">
                  <c:v>42.777500000000003</c:v>
                </c:pt>
                <c:pt idx="3356">
                  <c:v>47.56</c:v>
                </c:pt>
                <c:pt idx="3357">
                  <c:v>52.125</c:v>
                </c:pt>
                <c:pt idx="3358">
                  <c:v>56.494999999999997</c:v>
                </c:pt>
                <c:pt idx="3359">
                  <c:v>60.452500000000001</c:v>
                </c:pt>
                <c:pt idx="3360">
                  <c:v>116.17700000000001</c:v>
                </c:pt>
                <c:pt idx="3361">
                  <c:v>118.895</c:v>
                </c:pt>
                <c:pt idx="3362">
                  <c:v>121.26</c:v>
                </c:pt>
                <c:pt idx="3363">
                  <c:v>121.785</c:v>
                </c:pt>
                <c:pt idx="3364">
                  <c:v>122.86199999999999</c:v>
                </c:pt>
                <c:pt idx="3365">
                  <c:v>123.258</c:v>
                </c:pt>
                <c:pt idx="3366">
                  <c:v>123.465</c:v>
                </c:pt>
                <c:pt idx="3367">
                  <c:v>123.578</c:v>
                </c:pt>
                <c:pt idx="3368">
                  <c:v>123.872</c:v>
                </c:pt>
                <c:pt idx="3369">
                  <c:v>123.943</c:v>
                </c:pt>
                <c:pt idx="3370">
                  <c:v>123.977</c:v>
                </c:pt>
                <c:pt idx="3371">
                  <c:v>124.05500000000001</c:v>
                </c:pt>
                <c:pt idx="3372">
                  <c:v>123.88500000000001</c:v>
                </c:pt>
                <c:pt idx="3373">
                  <c:v>123.34</c:v>
                </c:pt>
                <c:pt idx="3374">
                  <c:v>122.688</c:v>
                </c:pt>
                <c:pt idx="3375">
                  <c:v>122.148</c:v>
                </c:pt>
                <c:pt idx="3376">
                  <c:v>121.568</c:v>
                </c:pt>
                <c:pt idx="3377">
                  <c:v>119.715</c:v>
                </c:pt>
                <c:pt idx="3378">
                  <c:v>116.917</c:v>
                </c:pt>
                <c:pt idx="3379">
                  <c:v>113.495</c:v>
                </c:pt>
                <c:pt idx="3380">
                  <c:v>56.65</c:v>
                </c:pt>
                <c:pt idx="3381">
                  <c:v>52.265000000000001</c:v>
                </c:pt>
                <c:pt idx="3382">
                  <c:v>47.655000000000001</c:v>
                </c:pt>
                <c:pt idx="3383">
                  <c:v>43.125</c:v>
                </c:pt>
                <c:pt idx="3384">
                  <c:v>37.667499999999997</c:v>
                </c:pt>
                <c:pt idx="3385">
                  <c:v>32.524999999999999</c:v>
                </c:pt>
                <c:pt idx="3386">
                  <c:v>27.36</c:v>
                </c:pt>
                <c:pt idx="3387">
                  <c:v>22.0075</c:v>
                </c:pt>
                <c:pt idx="3388">
                  <c:v>16.934999999999999</c:v>
                </c:pt>
                <c:pt idx="3389">
                  <c:v>12.045</c:v>
                </c:pt>
                <c:pt idx="3390">
                  <c:v>7.4874999999999998</c:v>
                </c:pt>
                <c:pt idx="3391">
                  <c:v>3.6425000000000001</c:v>
                </c:pt>
                <c:pt idx="3392">
                  <c:v>1.3625</c:v>
                </c:pt>
                <c:pt idx="3393">
                  <c:v>0.56999999999999995</c:v>
                </c:pt>
                <c:pt idx="3394">
                  <c:v>9.5000000000000001E-2</c:v>
                </c:pt>
                <c:pt idx="3395" formatCode="0.00">
                  <c:v>0</c:v>
                </c:pt>
                <c:pt idx="3396">
                  <c:v>7.4999999999999997E-2</c:v>
                </c:pt>
                <c:pt idx="3397">
                  <c:v>0.5575</c:v>
                </c:pt>
                <c:pt idx="3398">
                  <c:v>1.23</c:v>
                </c:pt>
                <c:pt idx="3399">
                  <c:v>3.56</c:v>
                </c:pt>
                <c:pt idx="3400">
                  <c:v>7.5549999999999997</c:v>
                </c:pt>
                <c:pt idx="3401">
                  <c:v>12.532500000000001</c:v>
                </c:pt>
                <c:pt idx="3402">
                  <c:v>17.635000000000002</c:v>
                </c:pt>
                <c:pt idx="3403">
                  <c:v>22.844999999999999</c:v>
                </c:pt>
                <c:pt idx="3404">
                  <c:v>28.4375</c:v>
                </c:pt>
                <c:pt idx="3405">
                  <c:v>33.58</c:v>
                </c:pt>
                <c:pt idx="3406">
                  <c:v>38.587499999999999</c:v>
                </c:pt>
                <c:pt idx="3407">
                  <c:v>43.365000000000002</c:v>
                </c:pt>
                <c:pt idx="3408">
                  <c:v>47.22</c:v>
                </c:pt>
                <c:pt idx="3409">
                  <c:v>52.452500000000001</c:v>
                </c:pt>
                <c:pt idx="3410">
                  <c:v>56.807499999999997</c:v>
                </c:pt>
                <c:pt idx="3411">
                  <c:v>61.167499999999997</c:v>
                </c:pt>
                <c:pt idx="3412">
                  <c:v>64.237499999999997</c:v>
                </c:pt>
                <c:pt idx="3413">
                  <c:v>66.877499999999998</c:v>
                </c:pt>
                <c:pt idx="3414">
                  <c:v>69.482500000000002</c:v>
                </c:pt>
                <c:pt idx="3415">
                  <c:v>71.185000000000002</c:v>
                </c:pt>
                <c:pt idx="3416">
                  <c:v>72.3</c:v>
                </c:pt>
                <c:pt idx="3417">
                  <c:v>73.75</c:v>
                </c:pt>
                <c:pt idx="3418">
                  <c:v>74.3</c:v>
                </c:pt>
                <c:pt idx="3419">
                  <c:v>74.72</c:v>
                </c:pt>
                <c:pt idx="3420">
                  <c:v>74.737499999999997</c:v>
                </c:pt>
                <c:pt idx="3421">
                  <c:v>74.822500000000005</c:v>
                </c:pt>
                <c:pt idx="3422">
                  <c:v>75.497500000000002</c:v>
                </c:pt>
                <c:pt idx="3423">
                  <c:v>75.275000000000006</c:v>
                </c:pt>
                <c:pt idx="3424">
                  <c:v>74.497500000000002</c:v>
                </c:pt>
                <c:pt idx="3425">
                  <c:v>73.844999999999999</c:v>
                </c:pt>
                <c:pt idx="3426">
                  <c:v>72.709999999999994</c:v>
                </c:pt>
                <c:pt idx="3427">
                  <c:v>71.564999999999998</c:v>
                </c:pt>
                <c:pt idx="3428">
                  <c:v>68.702500000000001</c:v>
                </c:pt>
                <c:pt idx="3429">
                  <c:v>66.787499999999994</c:v>
                </c:pt>
                <c:pt idx="3430">
                  <c:v>64.042500000000004</c:v>
                </c:pt>
                <c:pt idx="3431">
                  <c:v>61.042499999999997</c:v>
                </c:pt>
                <c:pt idx="3432">
                  <c:v>56.807499999999997</c:v>
                </c:pt>
                <c:pt idx="3433">
                  <c:v>52.3</c:v>
                </c:pt>
                <c:pt idx="3434">
                  <c:v>47.897500000000001</c:v>
                </c:pt>
                <c:pt idx="3435">
                  <c:v>43.3125</c:v>
                </c:pt>
                <c:pt idx="3436">
                  <c:v>38.17</c:v>
                </c:pt>
                <c:pt idx="3437">
                  <c:v>33.017499999999998</c:v>
                </c:pt>
                <c:pt idx="3438">
                  <c:v>27.75</c:v>
                </c:pt>
                <c:pt idx="3439">
                  <c:v>22.282499999999999</c:v>
                </c:pt>
                <c:pt idx="3440">
                  <c:v>17.14</c:v>
                </c:pt>
                <c:pt idx="3441">
                  <c:v>12.2225</c:v>
                </c:pt>
                <c:pt idx="3442">
                  <c:v>7.6150000000000002</c:v>
                </c:pt>
                <c:pt idx="3443">
                  <c:v>3.7450000000000001</c:v>
                </c:pt>
                <c:pt idx="3444">
                  <c:v>1.38</c:v>
                </c:pt>
                <c:pt idx="3445">
                  <c:v>0.57750000000000001</c:v>
                </c:pt>
                <c:pt idx="3446">
                  <c:v>9.7500000000000003E-2</c:v>
                </c:pt>
                <c:pt idx="3447" formatCode="0.00">
                  <c:v>0</c:v>
                </c:pt>
                <c:pt idx="3448">
                  <c:v>0.41749999999999998</c:v>
                </c:pt>
                <c:pt idx="3449">
                  <c:v>0.89500000000000002</c:v>
                </c:pt>
                <c:pt idx="3450">
                  <c:v>3.1775000000000002</c:v>
                </c:pt>
                <c:pt idx="3451">
                  <c:v>6.6174999999999997</c:v>
                </c:pt>
                <c:pt idx="3452">
                  <c:v>11.1425</c:v>
                </c:pt>
                <c:pt idx="3453">
                  <c:v>16.2</c:v>
                </c:pt>
                <c:pt idx="3454">
                  <c:v>21.6325</c:v>
                </c:pt>
                <c:pt idx="3455">
                  <c:v>27.22</c:v>
                </c:pt>
                <c:pt idx="3456">
                  <c:v>32.597499999999997</c:v>
                </c:pt>
                <c:pt idx="3457">
                  <c:v>38.512500000000003</c:v>
                </c:pt>
                <c:pt idx="3458">
                  <c:v>43.847499999999997</c:v>
                </c:pt>
                <c:pt idx="3459">
                  <c:v>49.21</c:v>
                </c:pt>
                <c:pt idx="3460">
                  <c:v>54.107500000000002</c:v>
                </c:pt>
                <c:pt idx="3461">
                  <c:v>58.667499999999997</c:v>
                </c:pt>
                <c:pt idx="3462">
                  <c:v>62.465000000000003</c:v>
                </c:pt>
                <c:pt idx="3463">
                  <c:v>65.602500000000006</c:v>
                </c:pt>
                <c:pt idx="3464">
                  <c:v>68.972499999999997</c:v>
                </c:pt>
                <c:pt idx="3465">
                  <c:v>71.680000000000007</c:v>
                </c:pt>
                <c:pt idx="3466">
                  <c:v>72.842500000000001</c:v>
                </c:pt>
                <c:pt idx="3467">
                  <c:v>73.534999999999997</c:v>
                </c:pt>
                <c:pt idx="3468">
                  <c:v>74.25</c:v>
                </c:pt>
                <c:pt idx="3469">
                  <c:v>74.4375</c:v>
                </c:pt>
                <c:pt idx="3470">
                  <c:v>74.72</c:v>
                </c:pt>
                <c:pt idx="3471">
                  <c:v>74.642499999999998</c:v>
                </c:pt>
                <c:pt idx="3472">
                  <c:v>74.552499999999995</c:v>
                </c:pt>
                <c:pt idx="3473">
                  <c:v>74.367500000000007</c:v>
                </c:pt>
                <c:pt idx="3474">
                  <c:v>74.224999999999994</c:v>
                </c:pt>
                <c:pt idx="3475">
                  <c:v>74.040000000000006</c:v>
                </c:pt>
                <c:pt idx="3476">
                  <c:v>73.882499999999993</c:v>
                </c:pt>
                <c:pt idx="3477">
                  <c:v>73.23</c:v>
                </c:pt>
                <c:pt idx="3478">
                  <c:v>72.760000000000005</c:v>
                </c:pt>
                <c:pt idx="3479">
                  <c:v>71.44</c:v>
                </c:pt>
                <c:pt idx="3480">
                  <c:v>69.347499999999997</c:v>
                </c:pt>
                <c:pt idx="3481">
                  <c:v>66.517499999999998</c:v>
                </c:pt>
                <c:pt idx="3482">
                  <c:v>63.17</c:v>
                </c:pt>
                <c:pt idx="3483">
                  <c:v>59.195</c:v>
                </c:pt>
                <c:pt idx="3484">
                  <c:v>55.134999999999998</c:v>
                </c:pt>
                <c:pt idx="3485">
                  <c:v>50.69</c:v>
                </c:pt>
                <c:pt idx="3486">
                  <c:v>46.11</c:v>
                </c:pt>
                <c:pt idx="3487">
                  <c:v>40.905000000000001</c:v>
                </c:pt>
                <c:pt idx="3488">
                  <c:v>35.532499999999999</c:v>
                </c:pt>
                <c:pt idx="3489">
                  <c:v>29.704999999999998</c:v>
                </c:pt>
                <c:pt idx="3490">
                  <c:v>23.797499999999999</c:v>
                </c:pt>
                <c:pt idx="3491">
                  <c:v>17.984999999999999</c:v>
                </c:pt>
                <c:pt idx="3492">
                  <c:v>12.772500000000001</c:v>
                </c:pt>
                <c:pt idx="3493">
                  <c:v>8.0950000000000006</c:v>
                </c:pt>
                <c:pt idx="3494">
                  <c:v>4.2824999999999998</c:v>
                </c:pt>
                <c:pt idx="3495">
                  <c:v>1.55</c:v>
                </c:pt>
                <c:pt idx="3496">
                  <c:v>0.315</c:v>
                </c:pt>
                <c:pt idx="3497">
                  <c:v>0</c:v>
                </c:pt>
                <c:pt idx="3498">
                  <c:v>12.5725</c:v>
                </c:pt>
                <c:pt idx="3499">
                  <c:v>13.0525</c:v>
                </c:pt>
                <c:pt idx="3500">
                  <c:v>1.2150000000000001</c:v>
                </c:pt>
                <c:pt idx="3501">
                  <c:v>3.5249999999999999</c:v>
                </c:pt>
                <c:pt idx="3502">
                  <c:v>7.4874999999999998</c:v>
                </c:pt>
                <c:pt idx="3503">
                  <c:v>12.37</c:v>
                </c:pt>
                <c:pt idx="3504">
                  <c:v>17.425000000000001</c:v>
                </c:pt>
                <c:pt idx="3505">
                  <c:v>22.607500000000002</c:v>
                </c:pt>
                <c:pt idx="3506">
                  <c:v>27.997499999999999</c:v>
                </c:pt>
                <c:pt idx="3507">
                  <c:v>33.274999999999999</c:v>
                </c:pt>
                <c:pt idx="3508">
                  <c:v>50.667499999999997</c:v>
                </c:pt>
                <c:pt idx="3509">
                  <c:v>55.612499999999997</c:v>
                </c:pt>
                <c:pt idx="3510">
                  <c:v>60.36</c:v>
                </c:pt>
                <c:pt idx="3511">
                  <c:v>64.81</c:v>
                </c:pt>
                <c:pt idx="3512">
                  <c:v>69.2</c:v>
                </c:pt>
                <c:pt idx="3513">
                  <c:v>73.252499999999998</c:v>
                </c:pt>
                <c:pt idx="3514">
                  <c:v>76.487499999999997</c:v>
                </c:pt>
                <c:pt idx="3515">
                  <c:v>79.150000000000006</c:v>
                </c:pt>
                <c:pt idx="3516">
                  <c:v>81.752499999999998</c:v>
                </c:pt>
                <c:pt idx="3517">
                  <c:v>83.504999999999995</c:v>
                </c:pt>
                <c:pt idx="3518">
                  <c:v>85.254999999999995</c:v>
                </c:pt>
                <c:pt idx="3519">
                  <c:v>86.87</c:v>
                </c:pt>
                <c:pt idx="3520">
                  <c:v>87.47</c:v>
                </c:pt>
                <c:pt idx="3521">
                  <c:v>87.742500000000007</c:v>
                </c:pt>
                <c:pt idx="3522">
                  <c:v>88.055000000000007</c:v>
                </c:pt>
                <c:pt idx="3523">
                  <c:v>87.992500000000007</c:v>
                </c:pt>
                <c:pt idx="3524">
                  <c:v>87.954999999999998</c:v>
                </c:pt>
                <c:pt idx="3525">
                  <c:v>87.7</c:v>
                </c:pt>
                <c:pt idx="3526">
                  <c:v>87.467500000000001</c:v>
                </c:pt>
                <c:pt idx="3527">
                  <c:v>87.204999999999998</c:v>
                </c:pt>
                <c:pt idx="3528">
                  <c:v>85.862499999999997</c:v>
                </c:pt>
                <c:pt idx="3529">
                  <c:v>84.19</c:v>
                </c:pt>
                <c:pt idx="3530">
                  <c:v>81.73</c:v>
                </c:pt>
                <c:pt idx="3531">
                  <c:v>79.06</c:v>
                </c:pt>
                <c:pt idx="3532">
                  <c:v>76.382499999999993</c:v>
                </c:pt>
                <c:pt idx="3533">
                  <c:v>73.010000000000005</c:v>
                </c:pt>
                <c:pt idx="3534">
                  <c:v>68.662499999999994</c:v>
                </c:pt>
                <c:pt idx="3535">
                  <c:v>64.282499999999999</c:v>
                </c:pt>
                <c:pt idx="3536">
                  <c:v>59.737499999999997</c:v>
                </c:pt>
                <c:pt idx="3537">
                  <c:v>55.262500000000003</c:v>
                </c:pt>
                <c:pt idx="3538">
                  <c:v>37.69</c:v>
                </c:pt>
                <c:pt idx="3539">
                  <c:v>32.577500000000001</c:v>
                </c:pt>
                <c:pt idx="3540">
                  <c:v>27.36</c:v>
                </c:pt>
                <c:pt idx="3541">
                  <c:v>21.947500000000002</c:v>
                </c:pt>
                <c:pt idx="3542">
                  <c:v>16.8675</c:v>
                </c:pt>
                <c:pt idx="3543">
                  <c:v>12.01</c:v>
                </c:pt>
                <c:pt idx="3544">
                  <c:v>7.4924999999999997</c:v>
                </c:pt>
                <c:pt idx="3545">
                  <c:v>3.6924999999999999</c:v>
                </c:pt>
                <c:pt idx="3546">
                  <c:v>1.3574999999999999</c:v>
                </c:pt>
                <c:pt idx="3547">
                  <c:v>0.56499999999999995</c:v>
                </c:pt>
                <c:pt idx="3548">
                  <c:v>9.5000000000000001E-2</c:v>
                </c:pt>
                <c:pt idx="3549" formatCode="0.00">
                  <c:v>0</c:v>
                </c:pt>
                <c:pt idx="3550" formatCode="0.00">
                  <c:v>0</c:v>
                </c:pt>
                <c:pt idx="3551">
                  <c:v>0.1525</c:v>
                </c:pt>
                <c:pt idx="3552">
                  <c:v>0.30499999999999999</c:v>
                </c:pt>
                <c:pt idx="3553">
                  <c:v>9.4075000000000006</c:v>
                </c:pt>
                <c:pt idx="3554">
                  <c:v>14.085000000000001</c:v>
                </c:pt>
                <c:pt idx="3555">
                  <c:v>23.357500000000002</c:v>
                </c:pt>
                <c:pt idx="3556">
                  <c:v>29.17</c:v>
                </c:pt>
                <c:pt idx="3557">
                  <c:v>36.130000000000003</c:v>
                </c:pt>
                <c:pt idx="3558">
                  <c:v>42.8675</c:v>
                </c:pt>
                <c:pt idx="3559">
                  <c:v>49.817500000000003</c:v>
                </c:pt>
                <c:pt idx="3560">
                  <c:v>55.7</c:v>
                </c:pt>
                <c:pt idx="3561">
                  <c:v>61.892499999999998</c:v>
                </c:pt>
                <c:pt idx="3562">
                  <c:v>100.30500000000001</c:v>
                </c:pt>
                <c:pt idx="3563">
                  <c:v>98.617500000000007</c:v>
                </c:pt>
                <c:pt idx="3564">
                  <c:v>96.472499999999997</c:v>
                </c:pt>
                <c:pt idx="3565">
                  <c:v>94.314999999999998</c:v>
                </c:pt>
                <c:pt idx="3566">
                  <c:v>102.63</c:v>
                </c:pt>
                <c:pt idx="3567">
                  <c:v>98.954999999999998</c:v>
                </c:pt>
                <c:pt idx="3568">
                  <c:v>94.14</c:v>
                </c:pt>
                <c:pt idx="3569">
                  <c:v>96.375</c:v>
                </c:pt>
                <c:pt idx="3570">
                  <c:v>97.842500000000001</c:v>
                </c:pt>
                <c:pt idx="3571">
                  <c:v>99.162499999999994</c:v>
                </c:pt>
                <c:pt idx="3572">
                  <c:v>100.17700000000001</c:v>
                </c:pt>
                <c:pt idx="3573">
                  <c:v>100.58799999999999</c:v>
                </c:pt>
                <c:pt idx="3574">
                  <c:v>100.977</c:v>
                </c:pt>
                <c:pt idx="3575">
                  <c:v>100.895</c:v>
                </c:pt>
                <c:pt idx="3576">
                  <c:v>100.36199999999999</c:v>
                </c:pt>
                <c:pt idx="3577">
                  <c:v>99.607500000000002</c:v>
                </c:pt>
                <c:pt idx="3578">
                  <c:v>98.82</c:v>
                </c:pt>
                <c:pt idx="3579">
                  <c:v>97.67</c:v>
                </c:pt>
                <c:pt idx="3580">
                  <c:v>96.422499999999999</c:v>
                </c:pt>
                <c:pt idx="3581">
                  <c:v>94.78</c:v>
                </c:pt>
                <c:pt idx="3582">
                  <c:v>92.715000000000003</c:v>
                </c:pt>
                <c:pt idx="3583">
                  <c:v>89.53</c:v>
                </c:pt>
                <c:pt idx="3584">
                  <c:v>86.025000000000006</c:v>
                </c:pt>
                <c:pt idx="3585">
                  <c:v>81.510000000000005</c:v>
                </c:pt>
                <c:pt idx="3586">
                  <c:v>77.002499999999998</c:v>
                </c:pt>
                <c:pt idx="3587">
                  <c:v>72.015000000000001</c:v>
                </c:pt>
                <c:pt idx="3588">
                  <c:v>66.387500000000003</c:v>
                </c:pt>
                <c:pt idx="3589">
                  <c:v>60.8125</c:v>
                </c:pt>
                <c:pt idx="3590">
                  <c:v>54.76</c:v>
                </c:pt>
                <c:pt idx="3591">
                  <c:v>48.322499999999998</c:v>
                </c:pt>
                <c:pt idx="3592">
                  <c:v>41.482500000000002</c:v>
                </c:pt>
                <c:pt idx="3593">
                  <c:v>34.85</c:v>
                </c:pt>
                <c:pt idx="3594">
                  <c:v>28.66</c:v>
                </c:pt>
                <c:pt idx="3595">
                  <c:v>22.675000000000001</c:v>
                </c:pt>
                <c:pt idx="3596">
                  <c:v>17.37</c:v>
                </c:pt>
                <c:pt idx="3597">
                  <c:v>12.5275</c:v>
                </c:pt>
                <c:pt idx="3598">
                  <c:v>5.14</c:v>
                </c:pt>
                <c:pt idx="3599">
                  <c:v>0.08</c:v>
                </c:pt>
                <c:pt idx="3600">
                  <c:v>0.12</c:v>
                </c:pt>
                <c:pt idx="3601">
                  <c:v>0.37</c:v>
                </c:pt>
                <c:pt idx="3602">
                  <c:v>0.83750000000000002</c:v>
                </c:pt>
                <c:pt idx="3603">
                  <c:v>2.4</c:v>
                </c:pt>
                <c:pt idx="3604">
                  <c:v>6.08</c:v>
                </c:pt>
                <c:pt idx="3605">
                  <c:v>10.625</c:v>
                </c:pt>
                <c:pt idx="3606">
                  <c:v>15.8375</c:v>
                </c:pt>
                <c:pt idx="3607">
                  <c:v>21.28</c:v>
                </c:pt>
                <c:pt idx="3608">
                  <c:v>27.15</c:v>
                </c:pt>
                <c:pt idx="3609">
                  <c:v>33.015000000000001</c:v>
                </c:pt>
                <c:pt idx="3610">
                  <c:v>38.692500000000003</c:v>
                </c:pt>
                <c:pt idx="3611">
                  <c:v>44.03</c:v>
                </c:pt>
                <c:pt idx="3612">
                  <c:v>48.91</c:v>
                </c:pt>
                <c:pt idx="3613">
                  <c:v>53.6325</c:v>
                </c:pt>
                <c:pt idx="3614">
                  <c:v>58.1</c:v>
                </c:pt>
                <c:pt idx="3615">
                  <c:v>62.24</c:v>
                </c:pt>
                <c:pt idx="3616">
                  <c:v>65.900000000000006</c:v>
                </c:pt>
                <c:pt idx="3617">
                  <c:v>69.302499999999995</c:v>
                </c:pt>
                <c:pt idx="3618">
                  <c:v>72.144999999999996</c:v>
                </c:pt>
                <c:pt idx="3619">
                  <c:v>74.715000000000003</c:v>
                </c:pt>
                <c:pt idx="3620">
                  <c:v>75.344999999999999</c:v>
                </c:pt>
                <c:pt idx="3621">
                  <c:v>75.92</c:v>
                </c:pt>
                <c:pt idx="3622">
                  <c:v>76.325000000000003</c:v>
                </c:pt>
                <c:pt idx="3623">
                  <c:v>76.287499999999994</c:v>
                </c:pt>
                <c:pt idx="3624">
                  <c:v>76.322500000000005</c:v>
                </c:pt>
                <c:pt idx="3625">
                  <c:v>76.297499999999999</c:v>
                </c:pt>
                <c:pt idx="3626">
                  <c:v>76.185000000000002</c:v>
                </c:pt>
                <c:pt idx="3627">
                  <c:v>75.8</c:v>
                </c:pt>
                <c:pt idx="3628">
                  <c:v>75.287499999999994</c:v>
                </c:pt>
                <c:pt idx="3629">
                  <c:v>74.849999999999994</c:v>
                </c:pt>
                <c:pt idx="3630">
                  <c:v>74.125</c:v>
                </c:pt>
                <c:pt idx="3631">
                  <c:v>72.907499999999999</c:v>
                </c:pt>
                <c:pt idx="3632">
                  <c:v>71.064999999999998</c:v>
                </c:pt>
                <c:pt idx="3633">
                  <c:v>68.12</c:v>
                </c:pt>
                <c:pt idx="3634">
                  <c:v>65.174999999999997</c:v>
                </c:pt>
                <c:pt idx="3635">
                  <c:v>61.672499999999999</c:v>
                </c:pt>
                <c:pt idx="3636">
                  <c:v>57.532499999999999</c:v>
                </c:pt>
                <c:pt idx="3637">
                  <c:v>53.017499999999998</c:v>
                </c:pt>
                <c:pt idx="3638">
                  <c:v>48.552500000000002</c:v>
                </c:pt>
                <c:pt idx="3639">
                  <c:v>43.572499999999998</c:v>
                </c:pt>
                <c:pt idx="3640">
                  <c:v>38.549999999999997</c:v>
                </c:pt>
                <c:pt idx="3641">
                  <c:v>33.012500000000003</c:v>
                </c:pt>
                <c:pt idx="3642">
                  <c:v>27.142499999999998</c:v>
                </c:pt>
                <c:pt idx="3643">
                  <c:v>21.422499999999999</c:v>
                </c:pt>
                <c:pt idx="3644">
                  <c:v>16.195</c:v>
                </c:pt>
                <c:pt idx="3645">
                  <c:v>11.305</c:v>
                </c:pt>
                <c:pt idx="3646">
                  <c:v>6.8550000000000004</c:v>
                </c:pt>
                <c:pt idx="3647">
                  <c:v>3.0674999999999999</c:v>
                </c:pt>
                <c:pt idx="3648">
                  <c:v>1.3125</c:v>
                </c:pt>
                <c:pt idx="3649">
                  <c:v>0.08</c:v>
                </c:pt>
                <c:pt idx="3650">
                  <c:v>103.19</c:v>
                </c:pt>
                <c:pt idx="3651">
                  <c:v>103.26</c:v>
                </c:pt>
                <c:pt idx="3652">
                  <c:v>103.39</c:v>
                </c:pt>
                <c:pt idx="3653">
                  <c:v>104.15300000000001</c:v>
                </c:pt>
                <c:pt idx="3654">
                  <c:v>107.39</c:v>
                </c:pt>
                <c:pt idx="3655">
                  <c:v>108.96299999999999</c:v>
                </c:pt>
                <c:pt idx="3656">
                  <c:v>110.833</c:v>
                </c:pt>
                <c:pt idx="3657">
                  <c:v>112.583</c:v>
                </c:pt>
                <c:pt idx="3658">
                  <c:v>114.27800000000001</c:v>
                </c:pt>
                <c:pt idx="3659">
                  <c:v>115.943</c:v>
                </c:pt>
                <c:pt idx="3660">
                  <c:v>117.47799999999999</c:v>
                </c:pt>
                <c:pt idx="3661">
                  <c:v>118.958</c:v>
                </c:pt>
                <c:pt idx="3662">
                  <c:v>120.248</c:v>
                </c:pt>
                <c:pt idx="3663">
                  <c:v>121.515</c:v>
                </c:pt>
                <c:pt idx="3664">
                  <c:v>122.53700000000001</c:v>
                </c:pt>
                <c:pt idx="3665">
                  <c:v>123.46299999999999</c:v>
                </c:pt>
                <c:pt idx="3666">
                  <c:v>124.43</c:v>
                </c:pt>
                <c:pt idx="3667">
                  <c:v>125.13500000000001</c:v>
                </c:pt>
                <c:pt idx="3668">
                  <c:v>125.72799999999999</c:v>
                </c:pt>
                <c:pt idx="3669">
                  <c:v>126.36</c:v>
                </c:pt>
                <c:pt idx="3670">
                  <c:v>126.58</c:v>
                </c:pt>
                <c:pt idx="3671">
                  <c:v>126.77</c:v>
                </c:pt>
                <c:pt idx="3672">
                  <c:v>126.98</c:v>
                </c:pt>
                <c:pt idx="3673">
                  <c:v>127.15300000000001</c:v>
                </c:pt>
                <c:pt idx="3674">
                  <c:v>119.78</c:v>
                </c:pt>
                <c:pt idx="3675">
                  <c:v>112.66200000000001</c:v>
                </c:pt>
                <c:pt idx="3676">
                  <c:v>104.85</c:v>
                </c:pt>
                <c:pt idx="3677">
                  <c:v>97.66</c:v>
                </c:pt>
                <c:pt idx="3678">
                  <c:v>90.027500000000003</c:v>
                </c:pt>
                <c:pt idx="3679">
                  <c:v>82.022499999999994</c:v>
                </c:pt>
                <c:pt idx="3680">
                  <c:v>75.724999999999994</c:v>
                </c:pt>
                <c:pt idx="3681">
                  <c:v>75.17</c:v>
                </c:pt>
                <c:pt idx="3682">
                  <c:v>74.19</c:v>
                </c:pt>
                <c:pt idx="3683">
                  <c:v>73.254999999999995</c:v>
                </c:pt>
                <c:pt idx="3684">
                  <c:v>71.612499999999997</c:v>
                </c:pt>
                <c:pt idx="3685">
                  <c:v>67.88</c:v>
                </c:pt>
                <c:pt idx="3686">
                  <c:v>63.817500000000003</c:v>
                </c:pt>
                <c:pt idx="3687">
                  <c:v>60.77</c:v>
                </c:pt>
                <c:pt idx="3688">
                  <c:v>59.46</c:v>
                </c:pt>
                <c:pt idx="3689">
                  <c:v>57.93</c:v>
                </c:pt>
                <c:pt idx="3690">
                  <c:v>56.642499999999998</c:v>
                </c:pt>
                <c:pt idx="3691">
                  <c:v>55.03</c:v>
                </c:pt>
                <c:pt idx="3692">
                  <c:v>53.272500000000001</c:v>
                </c:pt>
                <c:pt idx="3693">
                  <c:v>51.585000000000001</c:v>
                </c:pt>
                <c:pt idx="3694">
                  <c:v>50.2425</c:v>
                </c:pt>
                <c:pt idx="3695">
                  <c:v>49.045000000000002</c:v>
                </c:pt>
                <c:pt idx="3696">
                  <c:v>48.087499999999999</c:v>
                </c:pt>
                <c:pt idx="3697">
                  <c:v>47.417499999999997</c:v>
                </c:pt>
                <c:pt idx="3698">
                  <c:v>0.64</c:v>
                </c:pt>
                <c:pt idx="3699">
                  <c:v>225</c:v>
                </c:pt>
                <c:pt idx="3700">
                  <c:v>225</c:v>
                </c:pt>
                <c:pt idx="3701">
                  <c:v>161.75</c:v>
                </c:pt>
                <c:pt idx="3702">
                  <c:v>161.62799999999999</c:v>
                </c:pt>
                <c:pt idx="3703">
                  <c:v>161.815</c:v>
                </c:pt>
                <c:pt idx="3704">
                  <c:v>162.655</c:v>
                </c:pt>
                <c:pt idx="3705">
                  <c:v>163.12799999999999</c:v>
                </c:pt>
                <c:pt idx="3706">
                  <c:v>164.65700000000001</c:v>
                </c:pt>
                <c:pt idx="3707">
                  <c:v>165.553</c:v>
                </c:pt>
                <c:pt idx="3708">
                  <c:v>166.91</c:v>
                </c:pt>
                <c:pt idx="3709">
                  <c:v>168.273</c:v>
                </c:pt>
                <c:pt idx="3710">
                  <c:v>169.53700000000001</c:v>
                </c:pt>
                <c:pt idx="3711">
                  <c:v>170.83799999999999</c:v>
                </c:pt>
                <c:pt idx="3712">
                  <c:v>172.27500000000001</c:v>
                </c:pt>
                <c:pt idx="3713">
                  <c:v>186.36500000000001</c:v>
                </c:pt>
                <c:pt idx="3714">
                  <c:v>188.673</c:v>
                </c:pt>
                <c:pt idx="3715">
                  <c:v>190.465</c:v>
                </c:pt>
                <c:pt idx="3716">
                  <c:v>192.24700000000001</c:v>
                </c:pt>
                <c:pt idx="3717">
                  <c:v>194.24700000000001</c:v>
                </c:pt>
                <c:pt idx="3718">
                  <c:v>195.69300000000001</c:v>
                </c:pt>
                <c:pt idx="3719">
                  <c:v>246.822</c:v>
                </c:pt>
                <c:pt idx="3720">
                  <c:v>248.297</c:v>
                </c:pt>
                <c:pt idx="3721">
                  <c:v>198.94800000000001</c:v>
                </c:pt>
                <c:pt idx="3722">
                  <c:v>249.565</c:v>
                </c:pt>
                <c:pt idx="3723">
                  <c:v>200.18</c:v>
                </c:pt>
                <c:pt idx="3724">
                  <c:v>275.39999999999998</c:v>
                </c:pt>
                <c:pt idx="3725">
                  <c:v>336.95499999999998</c:v>
                </c:pt>
                <c:pt idx="3726">
                  <c:v>336.93200000000002</c:v>
                </c:pt>
                <c:pt idx="3727">
                  <c:v>337.09699999999998</c:v>
                </c:pt>
                <c:pt idx="3728">
                  <c:v>337.11700000000002</c:v>
                </c:pt>
                <c:pt idx="3729">
                  <c:v>337.08300000000003</c:v>
                </c:pt>
                <c:pt idx="3730">
                  <c:v>336.892</c:v>
                </c:pt>
                <c:pt idx="3731">
                  <c:v>337.13499999999999</c:v>
                </c:pt>
                <c:pt idx="3732">
                  <c:v>246.905</c:v>
                </c:pt>
                <c:pt idx="3733">
                  <c:v>195.53200000000001</c:v>
                </c:pt>
                <c:pt idx="3734">
                  <c:v>194.18700000000001</c:v>
                </c:pt>
                <c:pt idx="3735">
                  <c:v>192.28700000000001</c:v>
                </c:pt>
                <c:pt idx="3736">
                  <c:v>176.54</c:v>
                </c:pt>
                <c:pt idx="3737">
                  <c:v>188.715</c:v>
                </c:pt>
                <c:pt idx="3738">
                  <c:v>186.33500000000001</c:v>
                </c:pt>
                <c:pt idx="3739">
                  <c:v>173.33</c:v>
                </c:pt>
                <c:pt idx="3740">
                  <c:v>172.15299999999999</c:v>
                </c:pt>
                <c:pt idx="3741">
                  <c:v>170.922</c:v>
                </c:pt>
                <c:pt idx="3742">
                  <c:v>169.36699999999999</c:v>
                </c:pt>
                <c:pt idx="3743">
                  <c:v>168.07300000000001</c:v>
                </c:pt>
                <c:pt idx="3744">
                  <c:v>166.833</c:v>
                </c:pt>
                <c:pt idx="3745">
                  <c:v>165.71700000000001</c:v>
                </c:pt>
                <c:pt idx="3746">
                  <c:v>142.55699999999999</c:v>
                </c:pt>
                <c:pt idx="3747">
                  <c:v>119.63500000000001</c:v>
                </c:pt>
                <c:pt idx="3748">
                  <c:v>97.185000000000002</c:v>
                </c:pt>
                <c:pt idx="3749">
                  <c:v>4.7949999999999999</c:v>
                </c:pt>
                <c:pt idx="3750">
                  <c:v>3.6475</c:v>
                </c:pt>
                <c:pt idx="3751">
                  <c:v>2.5</c:v>
                </c:pt>
                <c:pt idx="3752">
                  <c:v>1.5</c:v>
                </c:pt>
                <c:pt idx="3753">
                  <c:v>225</c:v>
                </c:pt>
                <c:pt idx="3754">
                  <c:v>225</c:v>
                </c:pt>
                <c:pt idx="3755">
                  <c:v>645</c:v>
                </c:pt>
                <c:pt idx="3756">
                  <c:v>645</c:v>
                </c:pt>
                <c:pt idx="3757">
                  <c:v>166.25</c:v>
                </c:pt>
                <c:pt idx="3758">
                  <c:v>166.25</c:v>
                </c:pt>
                <c:pt idx="3759">
                  <c:v>166.31</c:v>
                </c:pt>
                <c:pt idx="3760">
                  <c:v>166.505</c:v>
                </c:pt>
                <c:pt idx="3761">
                  <c:v>168.38800000000001</c:v>
                </c:pt>
                <c:pt idx="3762">
                  <c:v>168.643</c:v>
                </c:pt>
                <c:pt idx="3763">
                  <c:v>168.69499999999999</c:v>
                </c:pt>
                <c:pt idx="3764">
                  <c:v>168.82</c:v>
                </c:pt>
                <c:pt idx="3765">
                  <c:v>183.51300000000001</c:v>
                </c:pt>
                <c:pt idx="3766">
                  <c:v>198.102</c:v>
                </c:pt>
                <c:pt idx="3767">
                  <c:v>217.815</c:v>
                </c:pt>
                <c:pt idx="3768">
                  <c:v>217.94</c:v>
                </c:pt>
                <c:pt idx="3769">
                  <c:v>218.07499999999999</c:v>
                </c:pt>
                <c:pt idx="3770">
                  <c:v>218.273</c:v>
                </c:pt>
                <c:pt idx="3771">
                  <c:v>218.358</c:v>
                </c:pt>
                <c:pt idx="3772">
                  <c:v>218.46</c:v>
                </c:pt>
                <c:pt idx="3773">
                  <c:v>218.66</c:v>
                </c:pt>
                <c:pt idx="3774">
                  <c:v>218.68299999999999</c:v>
                </c:pt>
                <c:pt idx="3775">
                  <c:v>218.53</c:v>
                </c:pt>
                <c:pt idx="3776">
                  <c:v>218.74299999999999</c:v>
                </c:pt>
                <c:pt idx="3777">
                  <c:v>226.04499999999999</c:v>
                </c:pt>
                <c:pt idx="3778">
                  <c:v>226.24799999999999</c:v>
                </c:pt>
                <c:pt idx="3779">
                  <c:v>226.42500000000001</c:v>
                </c:pt>
                <c:pt idx="3780">
                  <c:v>226.62</c:v>
                </c:pt>
                <c:pt idx="3781">
                  <c:v>226.52699999999999</c:v>
                </c:pt>
                <c:pt idx="3782">
                  <c:v>226.38</c:v>
                </c:pt>
                <c:pt idx="3783">
                  <c:v>226.55799999999999</c:v>
                </c:pt>
                <c:pt idx="3784">
                  <c:v>226.512</c:v>
                </c:pt>
                <c:pt idx="3785">
                  <c:v>245.035</c:v>
                </c:pt>
                <c:pt idx="3786">
                  <c:v>244.94800000000001</c:v>
                </c:pt>
                <c:pt idx="3787">
                  <c:v>228.12</c:v>
                </c:pt>
                <c:pt idx="3788">
                  <c:v>226.37799999999999</c:v>
                </c:pt>
                <c:pt idx="3789">
                  <c:v>226.26499999999999</c:v>
                </c:pt>
                <c:pt idx="3790">
                  <c:v>226.017</c:v>
                </c:pt>
                <c:pt idx="3791">
                  <c:v>226.07</c:v>
                </c:pt>
                <c:pt idx="3792">
                  <c:v>226.095</c:v>
                </c:pt>
                <c:pt idx="3793">
                  <c:v>225.97499999999999</c:v>
                </c:pt>
                <c:pt idx="3794">
                  <c:v>225.98500000000001</c:v>
                </c:pt>
                <c:pt idx="3795">
                  <c:v>218.048</c:v>
                </c:pt>
                <c:pt idx="3796">
                  <c:v>218.042</c:v>
                </c:pt>
                <c:pt idx="3797">
                  <c:v>217.858</c:v>
                </c:pt>
                <c:pt idx="3798">
                  <c:v>217.64500000000001</c:v>
                </c:pt>
                <c:pt idx="3799">
                  <c:v>217.6</c:v>
                </c:pt>
                <c:pt idx="3800">
                  <c:v>202.69</c:v>
                </c:pt>
                <c:pt idx="3801">
                  <c:v>158.53</c:v>
                </c:pt>
                <c:pt idx="3802">
                  <c:v>138.97800000000001</c:v>
                </c:pt>
                <c:pt idx="3803">
                  <c:v>138.97999999999999</c:v>
                </c:pt>
                <c:pt idx="3804">
                  <c:v>138.93299999999999</c:v>
                </c:pt>
                <c:pt idx="3805">
                  <c:v>6.7024999999999997</c:v>
                </c:pt>
                <c:pt idx="3806">
                  <c:v>4.25</c:v>
                </c:pt>
                <c:pt idx="3807">
                  <c:v>2.5</c:v>
                </c:pt>
                <c:pt idx="3808">
                  <c:v>1.5</c:v>
                </c:pt>
                <c:pt idx="3809">
                  <c:v>645</c:v>
                </c:pt>
                <c:pt idx="3810">
                  <c:v>645</c:v>
                </c:pt>
                <c:pt idx="3811">
                  <c:v>780</c:v>
                </c:pt>
                <c:pt idx="3812">
                  <c:v>780</c:v>
                </c:pt>
                <c:pt idx="3813">
                  <c:v>234.80500000000001</c:v>
                </c:pt>
                <c:pt idx="3814">
                  <c:v>234.69</c:v>
                </c:pt>
                <c:pt idx="3815">
                  <c:v>234.84800000000001</c:v>
                </c:pt>
                <c:pt idx="3816">
                  <c:v>235.565</c:v>
                </c:pt>
                <c:pt idx="3817">
                  <c:v>236.815</c:v>
                </c:pt>
                <c:pt idx="3818">
                  <c:v>238.29</c:v>
                </c:pt>
                <c:pt idx="3819">
                  <c:v>240.13</c:v>
                </c:pt>
                <c:pt idx="3820">
                  <c:v>241.87200000000001</c:v>
                </c:pt>
                <c:pt idx="3821">
                  <c:v>243.68</c:v>
                </c:pt>
                <c:pt idx="3822">
                  <c:v>245.7</c:v>
                </c:pt>
                <c:pt idx="3823">
                  <c:v>247.267</c:v>
                </c:pt>
                <c:pt idx="3824">
                  <c:v>248.732</c:v>
                </c:pt>
                <c:pt idx="3825">
                  <c:v>250.18</c:v>
                </c:pt>
                <c:pt idx="3826">
                  <c:v>251.297</c:v>
                </c:pt>
                <c:pt idx="3827">
                  <c:v>252.28299999999999</c:v>
                </c:pt>
                <c:pt idx="3828">
                  <c:v>253.083</c:v>
                </c:pt>
                <c:pt idx="3829">
                  <c:v>254.14</c:v>
                </c:pt>
                <c:pt idx="3830">
                  <c:v>254.827</c:v>
                </c:pt>
                <c:pt idx="3831">
                  <c:v>255.29</c:v>
                </c:pt>
                <c:pt idx="3832">
                  <c:v>256.01299999999998</c:v>
                </c:pt>
                <c:pt idx="3833">
                  <c:v>263.79000000000002</c:v>
                </c:pt>
                <c:pt idx="3834">
                  <c:v>264.08999999999997</c:v>
                </c:pt>
                <c:pt idx="3835">
                  <c:v>264.363</c:v>
                </c:pt>
                <c:pt idx="3836">
                  <c:v>264.37799999999999</c:v>
                </c:pt>
                <c:pt idx="3837">
                  <c:v>264.36799999999999</c:v>
                </c:pt>
                <c:pt idx="3838">
                  <c:v>264.37299999999999</c:v>
                </c:pt>
                <c:pt idx="3839">
                  <c:v>264.58</c:v>
                </c:pt>
                <c:pt idx="3840">
                  <c:v>264.27499999999998</c:v>
                </c:pt>
                <c:pt idx="3841">
                  <c:v>263.79300000000001</c:v>
                </c:pt>
                <c:pt idx="3842">
                  <c:v>263.63499999999999</c:v>
                </c:pt>
                <c:pt idx="3843">
                  <c:v>263.00700000000001</c:v>
                </c:pt>
                <c:pt idx="3844">
                  <c:v>262.77800000000002</c:v>
                </c:pt>
                <c:pt idx="3845">
                  <c:v>261.65800000000002</c:v>
                </c:pt>
                <c:pt idx="3846">
                  <c:v>260.673</c:v>
                </c:pt>
                <c:pt idx="3847">
                  <c:v>259.548</c:v>
                </c:pt>
                <c:pt idx="3848">
                  <c:v>251.512</c:v>
                </c:pt>
                <c:pt idx="3849">
                  <c:v>250.488</c:v>
                </c:pt>
                <c:pt idx="3850">
                  <c:v>249.29</c:v>
                </c:pt>
                <c:pt idx="3851">
                  <c:v>247.87299999999999</c:v>
                </c:pt>
                <c:pt idx="3852">
                  <c:v>246.37299999999999</c:v>
                </c:pt>
                <c:pt idx="3853">
                  <c:v>244.24799999999999</c:v>
                </c:pt>
                <c:pt idx="3854">
                  <c:v>242.83699999999999</c:v>
                </c:pt>
                <c:pt idx="3855">
                  <c:v>241.12799999999999</c:v>
                </c:pt>
                <c:pt idx="3856">
                  <c:v>239.345</c:v>
                </c:pt>
                <c:pt idx="3857">
                  <c:v>223.453</c:v>
                </c:pt>
                <c:pt idx="3858">
                  <c:v>207.62</c:v>
                </c:pt>
                <c:pt idx="3859">
                  <c:v>192.20500000000001</c:v>
                </c:pt>
                <c:pt idx="3860">
                  <c:v>176.86500000000001</c:v>
                </c:pt>
                <c:pt idx="3861">
                  <c:v>4.1399999999999997</c:v>
                </c:pt>
                <c:pt idx="3862">
                  <c:v>3</c:v>
                </c:pt>
                <c:pt idx="3863">
                  <c:v>2</c:v>
                </c:pt>
                <c:pt idx="3864">
                  <c:v>2</c:v>
                </c:pt>
                <c:pt idx="3865">
                  <c:v>780</c:v>
                </c:pt>
                <c:pt idx="3866">
                  <c:v>780</c:v>
                </c:pt>
                <c:pt idx="3867">
                  <c:v>1005</c:v>
                </c:pt>
                <c:pt idx="3868">
                  <c:v>1005</c:v>
                </c:pt>
                <c:pt idx="3869">
                  <c:v>0</c:v>
                </c:pt>
                <c:pt idx="3870">
                  <c:v>230.80500000000001</c:v>
                </c:pt>
                <c:pt idx="3871">
                  <c:v>230.43299999999999</c:v>
                </c:pt>
                <c:pt idx="3872">
                  <c:v>230.36799999999999</c:v>
                </c:pt>
                <c:pt idx="3873">
                  <c:v>228.36500000000001</c:v>
                </c:pt>
                <c:pt idx="3874">
                  <c:v>218.96</c:v>
                </c:pt>
                <c:pt idx="3875">
                  <c:v>210.39500000000001</c:v>
                </c:pt>
                <c:pt idx="3876">
                  <c:v>204.85300000000001</c:v>
                </c:pt>
                <c:pt idx="3877">
                  <c:v>200.625</c:v>
                </c:pt>
                <c:pt idx="3878">
                  <c:v>195.95500000000001</c:v>
                </c:pt>
                <c:pt idx="3879">
                  <c:v>191.75700000000001</c:v>
                </c:pt>
                <c:pt idx="3880">
                  <c:v>187.172</c:v>
                </c:pt>
                <c:pt idx="3881">
                  <c:v>182.09299999999999</c:v>
                </c:pt>
                <c:pt idx="3882">
                  <c:v>177.893</c:v>
                </c:pt>
                <c:pt idx="3883">
                  <c:v>173.26499999999999</c:v>
                </c:pt>
                <c:pt idx="3884">
                  <c:v>168.643</c:v>
                </c:pt>
                <c:pt idx="3885">
                  <c:v>164.52</c:v>
                </c:pt>
                <c:pt idx="3886">
                  <c:v>160.72</c:v>
                </c:pt>
                <c:pt idx="3887">
                  <c:v>158.16800000000001</c:v>
                </c:pt>
                <c:pt idx="3888">
                  <c:v>154.91200000000001</c:v>
                </c:pt>
                <c:pt idx="3889">
                  <c:v>152.857</c:v>
                </c:pt>
                <c:pt idx="3890">
                  <c:v>160.63499999999999</c:v>
                </c:pt>
                <c:pt idx="3891">
                  <c:v>172.34800000000001</c:v>
                </c:pt>
                <c:pt idx="3892">
                  <c:v>222.21700000000001</c:v>
                </c:pt>
                <c:pt idx="3893">
                  <c:v>247.023</c:v>
                </c:pt>
                <c:pt idx="3894">
                  <c:v>312.49299999999999</c:v>
                </c:pt>
                <c:pt idx="3895">
                  <c:v>312.50700000000001</c:v>
                </c:pt>
                <c:pt idx="3896">
                  <c:v>311.298</c:v>
                </c:pt>
                <c:pt idx="3897">
                  <c:v>311.09199999999998</c:v>
                </c:pt>
                <c:pt idx="3898">
                  <c:v>310.57</c:v>
                </c:pt>
                <c:pt idx="3899">
                  <c:v>306.68799999999999</c:v>
                </c:pt>
                <c:pt idx="3900">
                  <c:v>282.04500000000002</c:v>
                </c:pt>
                <c:pt idx="3901">
                  <c:v>271.32799999999997</c:v>
                </c:pt>
                <c:pt idx="3902">
                  <c:v>236.43199999999999</c:v>
                </c:pt>
                <c:pt idx="3903">
                  <c:v>214.923</c:v>
                </c:pt>
                <c:pt idx="3904">
                  <c:v>191.673</c:v>
                </c:pt>
                <c:pt idx="3905">
                  <c:v>170.58199999999999</c:v>
                </c:pt>
                <c:pt idx="3906">
                  <c:v>173.19300000000001</c:v>
                </c:pt>
                <c:pt idx="3907">
                  <c:v>176.83699999999999</c:v>
                </c:pt>
                <c:pt idx="3908">
                  <c:v>180.19300000000001</c:v>
                </c:pt>
                <c:pt idx="3909">
                  <c:v>184.245</c:v>
                </c:pt>
                <c:pt idx="3910">
                  <c:v>177.85499999999999</c:v>
                </c:pt>
                <c:pt idx="3911">
                  <c:v>182.53200000000001</c:v>
                </c:pt>
                <c:pt idx="3912">
                  <c:v>186.27500000000001</c:v>
                </c:pt>
                <c:pt idx="3913">
                  <c:v>191.35</c:v>
                </c:pt>
                <c:pt idx="3914">
                  <c:v>182.238</c:v>
                </c:pt>
                <c:pt idx="3915">
                  <c:v>173.18799999999999</c:v>
                </c:pt>
                <c:pt idx="3916">
                  <c:v>165.267</c:v>
                </c:pt>
                <c:pt idx="3917">
                  <c:v>158.30799999999999</c:v>
                </c:pt>
                <c:pt idx="3918">
                  <c:v>0.435</c:v>
                </c:pt>
                <c:pt idx="3919">
                  <c:v>0.14749999999999999</c:v>
                </c:pt>
                <c:pt idx="3920">
                  <c:v>1005</c:v>
                </c:pt>
                <c:pt idx="3921">
                  <c:v>1005</c:v>
                </c:pt>
                <c:pt idx="3922">
                  <c:v>3243</c:v>
                </c:pt>
                <c:pt idx="3923">
                  <c:v>3243</c:v>
                </c:pt>
                <c:pt idx="3924">
                  <c:v>5.7500000000000002E-2</c:v>
                </c:pt>
                <c:pt idx="3925">
                  <c:v>0.24</c:v>
                </c:pt>
                <c:pt idx="3926">
                  <c:v>0.505</c:v>
                </c:pt>
                <c:pt idx="3927">
                  <c:v>1.4650000000000001</c:v>
                </c:pt>
                <c:pt idx="3928">
                  <c:v>4.1849999999999996</c:v>
                </c:pt>
                <c:pt idx="3929">
                  <c:v>8.6125000000000007</c:v>
                </c:pt>
                <c:pt idx="3930">
                  <c:v>14.4025</c:v>
                </c:pt>
                <c:pt idx="3931">
                  <c:v>20.6175</c:v>
                </c:pt>
                <c:pt idx="3932">
                  <c:v>27.78</c:v>
                </c:pt>
                <c:pt idx="3933">
                  <c:v>45.884999999999998</c:v>
                </c:pt>
                <c:pt idx="3934">
                  <c:v>88.742500000000007</c:v>
                </c:pt>
                <c:pt idx="3935">
                  <c:v>131.47499999999999</c:v>
                </c:pt>
                <c:pt idx="3936">
                  <c:v>174.29300000000001</c:v>
                </c:pt>
                <c:pt idx="3937">
                  <c:v>206.03700000000001</c:v>
                </c:pt>
                <c:pt idx="3938">
                  <c:v>206.16200000000001</c:v>
                </c:pt>
                <c:pt idx="3939">
                  <c:v>206.375</c:v>
                </c:pt>
                <c:pt idx="3940">
                  <c:v>206.25</c:v>
                </c:pt>
                <c:pt idx="3941">
                  <c:v>206.17500000000001</c:v>
                </c:pt>
                <c:pt idx="3942">
                  <c:v>206.238</c:v>
                </c:pt>
                <c:pt idx="3943">
                  <c:v>206.137</c:v>
                </c:pt>
                <c:pt idx="3944">
                  <c:v>218.113</c:v>
                </c:pt>
                <c:pt idx="3945">
                  <c:v>218.137</c:v>
                </c:pt>
                <c:pt idx="3946">
                  <c:v>218.25</c:v>
                </c:pt>
                <c:pt idx="3947">
                  <c:v>218.53800000000001</c:v>
                </c:pt>
                <c:pt idx="3948">
                  <c:v>213.32499999999999</c:v>
                </c:pt>
                <c:pt idx="3949">
                  <c:v>213.33699999999999</c:v>
                </c:pt>
                <c:pt idx="3950">
                  <c:v>213.91300000000001</c:v>
                </c:pt>
                <c:pt idx="3951">
                  <c:v>213.75</c:v>
                </c:pt>
                <c:pt idx="3952">
                  <c:v>213.15</c:v>
                </c:pt>
                <c:pt idx="3953">
                  <c:v>212.82499999999999</c:v>
                </c:pt>
                <c:pt idx="3954">
                  <c:v>217.91300000000001</c:v>
                </c:pt>
                <c:pt idx="3955">
                  <c:v>218.488</c:v>
                </c:pt>
                <c:pt idx="3956">
                  <c:v>217.762</c:v>
                </c:pt>
                <c:pt idx="3957">
                  <c:v>217.29</c:v>
                </c:pt>
                <c:pt idx="3958">
                  <c:v>188.625</c:v>
                </c:pt>
                <c:pt idx="3959">
                  <c:v>159.767</c:v>
                </c:pt>
                <c:pt idx="3960">
                  <c:v>130.63300000000001</c:v>
                </c:pt>
                <c:pt idx="3961">
                  <c:v>101.072</c:v>
                </c:pt>
                <c:pt idx="3962">
                  <c:v>46.37</c:v>
                </c:pt>
                <c:pt idx="3963">
                  <c:v>41.145000000000003</c:v>
                </c:pt>
                <c:pt idx="3964">
                  <c:v>35.93</c:v>
                </c:pt>
                <c:pt idx="3965">
                  <c:v>30.5275</c:v>
                </c:pt>
                <c:pt idx="3966">
                  <c:v>24.66</c:v>
                </c:pt>
                <c:pt idx="3967">
                  <c:v>19.147500000000001</c:v>
                </c:pt>
                <c:pt idx="3968">
                  <c:v>14.1275</c:v>
                </c:pt>
                <c:pt idx="3969">
                  <c:v>9.5500000000000007</c:v>
                </c:pt>
                <c:pt idx="3970">
                  <c:v>5.165</c:v>
                </c:pt>
                <c:pt idx="3971">
                  <c:v>2.6124999999999998</c:v>
                </c:pt>
                <c:pt idx="3972">
                  <c:v>0.435</c:v>
                </c:pt>
                <c:pt idx="3973">
                  <c:v>0.14749999999999999</c:v>
                </c:pt>
                <c:pt idx="3974">
                  <c:v>3243</c:v>
                </c:pt>
                <c:pt idx="3975">
                  <c:v>3243</c:v>
                </c:pt>
                <c:pt idx="3976">
                  <c:v>28.055</c:v>
                </c:pt>
                <c:pt idx="3977">
                  <c:v>0.185</c:v>
                </c:pt>
                <c:pt idx="3978">
                  <c:v>0.36749999999999999</c:v>
                </c:pt>
                <c:pt idx="3979">
                  <c:v>1.4025000000000001</c:v>
                </c:pt>
                <c:pt idx="3980">
                  <c:v>4.1449999999999996</c:v>
                </c:pt>
                <c:pt idx="3981">
                  <c:v>8.5124999999999993</c:v>
                </c:pt>
                <c:pt idx="3982">
                  <c:v>14.285</c:v>
                </c:pt>
                <c:pt idx="3983">
                  <c:v>20.465</c:v>
                </c:pt>
                <c:pt idx="3984">
                  <c:v>27.4375</c:v>
                </c:pt>
                <c:pt idx="3985">
                  <c:v>32.935000000000002</c:v>
                </c:pt>
                <c:pt idx="3986">
                  <c:v>38.24</c:v>
                </c:pt>
                <c:pt idx="3987">
                  <c:v>43.442500000000003</c:v>
                </c:pt>
                <c:pt idx="3988">
                  <c:v>70.967500000000001</c:v>
                </c:pt>
                <c:pt idx="3989">
                  <c:v>80.650000000000006</c:v>
                </c:pt>
                <c:pt idx="3990">
                  <c:v>85.122500000000002</c:v>
                </c:pt>
                <c:pt idx="3991">
                  <c:v>88.822500000000005</c:v>
                </c:pt>
                <c:pt idx="3992">
                  <c:v>92.525000000000006</c:v>
                </c:pt>
                <c:pt idx="3993">
                  <c:v>95.762500000000003</c:v>
                </c:pt>
                <c:pt idx="3994">
                  <c:v>98.867500000000007</c:v>
                </c:pt>
                <c:pt idx="3995">
                  <c:v>106.28</c:v>
                </c:pt>
                <c:pt idx="3996">
                  <c:v>146.41</c:v>
                </c:pt>
                <c:pt idx="3997">
                  <c:v>146.82499999999999</c:v>
                </c:pt>
                <c:pt idx="3998">
                  <c:v>147.75299999999999</c:v>
                </c:pt>
                <c:pt idx="3999">
                  <c:v>147.91200000000001</c:v>
                </c:pt>
                <c:pt idx="4000">
                  <c:v>147.84299999999999</c:v>
                </c:pt>
                <c:pt idx="4001">
                  <c:v>147.50299999999999</c:v>
                </c:pt>
                <c:pt idx="4002">
                  <c:v>147.44</c:v>
                </c:pt>
                <c:pt idx="4003">
                  <c:v>146.65299999999999</c:v>
                </c:pt>
                <c:pt idx="4004">
                  <c:v>145.798</c:v>
                </c:pt>
                <c:pt idx="4005">
                  <c:v>144.64500000000001</c:v>
                </c:pt>
                <c:pt idx="4006">
                  <c:v>143.74299999999999</c:v>
                </c:pt>
                <c:pt idx="4007">
                  <c:v>142.13999999999999</c:v>
                </c:pt>
                <c:pt idx="4008">
                  <c:v>140.1</c:v>
                </c:pt>
                <c:pt idx="4009">
                  <c:v>136.80199999999999</c:v>
                </c:pt>
                <c:pt idx="4010">
                  <c:v>105.38800000000001</c:v>
                </c:pt>
                <c:pt idx="4011">
                  <c:v>100.083</c:v>
                </c:pt>
                <c:pt idx="4012">
                  <c:v>81.332499999999996</c:v>
                </c:pt>
                <c:pt idx="4013">
                  <c:v>76.922499999999999</c:v>
                </c:pt>
                <c:pt idx="4014">
                  <c:v>72.38</c:v>
                </c:pt>
                <c:pt idx="4015">
                  <c:v>67.327500000000001</c:v>
                </c:pt>
                <c:pt idx="4016">
                  <c:v>62.85</c:v>
                </c:pt>
                <c:pt idx="4017">
                  <c:v>57.46</c:v>
                </c:pt>
                <c:pt idx="4018">
                  <c:v>24.4575</c:v>
                </c:pt>
                <c:pt idx="4019">
                  <c:v>19.0275</c:v>
                </c:pt>
                <c:pt idx="4020">
                  <c:v>14.05</c:v>
                </c:pt>
                <c:pt idx="4021">
                  <c:v>9.5024999999999995</c:v>
                </c:pt>
                <c:pt idx="4022">
                  <c:v>5.1124999999999998</c:v>
                </c:pt>
                <c:pt idx="4023">
                  <c:v>2.5724999999999998</c:v>
                </c:pt>
                <c:pt idx="4024">
                  <c:v>0.435</c:v>
                </c:pt>
                <c:pt idx="4025">
                  <c:v>0.15</c:v>
                </c:pt>
                <c:pt idx="4026">
                  <c:v>5.5E-2</c:v>
                </c:pt>
                <c:pt idx="4027">
                  <c:v>0.30499999999999999</c:v>
                </c:pt>
                <c:pt idx="4028">
                  <c:v>0.42249999999999999</c:v>
                </c:pt>
                <c:pt idx="4029">
                  <c:v>1.4175</c:v>
                </c:pt>
                <c:pt idx="4030">
                  <c:v>7.6425000000000001</c:v>
                </c:pt>
                <c:pt idx="4031">
                  <c:v>14.585000000000001</c:v>
                </c:pt>
                <c:pt idx="4032">
                  <c:v>20.997499999999999</c:v>
                </c:pt>
                <c:pt idx="4033">
                  <c:v>26.875</c:v>
                </c:pt>
                <c:pt idx="4034">
                  <c:v>33.972499999999997</c:v>
                </c:pt>
                <c:pt idx="4035">
                  <c:v>49.48</c:v>
                </c:pt>
                <c:pt idx="4036">
                  <c:v>55.467500000000001</c:v>
                </c:pt>
                <c:pt idx="4037">
                  <c:v>61.4</c:v>
                </c:pt>
                <c:pt idx="4038">
                  <c:v>67.427499999999995</c:v>
                </c:pt>
                <c:pt idx="4039">
                  <c:v>72.897499999999994</c:v>
                </c:pt>
                <c:pt idx="4040">
                  <c:v>78.1875</c:v>
                </c:pt>
                <c:pt idx="4041">
                  <c:v>82.355000000000004</c:v>
                </c:pt>
                <c:pt idx="4042">
                  <c:v>86.29</c:v>
                </c:pt>
                <c:pt idx="4043">
                  <c:v>89.844999999999999</c:v>
                </c:pt>
                <c:pt idx="4044">
                  <c:v>93.515000000000001</c:v>
                </c:pt>
                <c:pt idx="4045">
                  <c:v>96.017499999999998</c:v>
                </c:pt>
                <c:pt idx="4046">
                  <c:v>110.45</c:v>
                </c:pt>
                <c:pt idx="4047">
                  <c:v>111.63</c:v>
                </c:pt>
                <c:pt idx="4048">
                  <c:v>112.63500000000001</c:v>
                </c:pt>
                <c:pt idx="4049">
                  <c:v>113.955</c:v>
                </c:pt>
                <c:pt idx="4050">
                  <c:v>114.44</c:v>
                </c:pt>
                <c:pt idx="4051">
                  <c:v>114.41500000000001</c:v>
                </c:pt>
                <c:pt idx="4052">
                  <c:v>115.03700000000001</c:v>
                </c:pt>
                <c:pt idx="4053">
                  <c:v>114.072</c:v>
                </c:pt>
                <c:pt idx="4054">
                  <c:v>113.12</c:v>
                </c:pt>
                <c:pt idx="4055">
                  <c:v>111.315</c:v>
                </c:pt>
                <c:pt idx="4056">
                  <c:v>109.83799999999999</c:v>
                </c:pt>
                <c:pt idx="4057">
                  <c:v>83.47</c:v>
                </c:pt>
                <c:pt idx="4058">
                  <c:v>81.48</c:v>
                </c:pt>
                <c:pt idx="4059">
                  <c:v>78.319999999999993</c:v>
                </c:pt>
                <c:pt idx="4060">
                  <c:v>74.795000000000002</c:v>
                </c:pt>
                <c:pt idx="4061">
                  <c:v>71.292500000000004</c:v>
                </c:pt>
                <c:pt idx="4062">
                  <c:v>66.917500000000004</c:v>
                </c:pt>
                <c:pt idx="4063">
                  <c:v>62.3825</c:v>
                </c:pt>
                <c:pt idx="4064">
                  <c:v>57.622500000000002</c:v>
                </c:pt>
                <c:pt idx="4065">
                  <c:v>52.5075</c:v>
                </c:pt>
                <c:pt idx="4066">
                  <c:v>46.77</c:v>
                </c:pt>
                <c:pt idx="4067">
                  <c:v>41.182499999999997</c:v>
                </c:pt>
                <c:pt idx="4068">
                  <c:v>34.74</c:v>
                </c:pt>
                <c:pt idx="4069">
                  <c:v>28.36</c:v>
                </c:pt>
                <c:pt idx="4070">
                  <c:v>22.48</c:v>
                </c:pt>
                <c:pt idx="4071">
                  <c:v>17.3125</c:v>
                </c:pt>
                <c:pt idx="4072">
                  <c:v>11.205</c:v>
                </c:pt>
                <c:pt idx="4073">
                  <c:v>5.85</c:v>
                </c:pt>
                <c:pt idx="4074">
                  <c:v>3.9275000000000002</c:v>
                </c:pt>
                <c:pt idx="4075">
                  <c:v>3.3250000000000002</c:v>
                </c:pt>
                <c:pt idx="4076">
                  <c:v>5.5E-2</c:v>
                </c:pt>
                <c:pt idx="4077">
                  <c:v>5.5E-2</c:v>
                </c:pt>
                <c:pt idx="4078">
                  <c:v>0.1075</c:v>
                </c:pt>
                <c:pt idx="4079">
                  <c:v>1.2050000000000001</c:v>
                </c:pt>
                <c:pt idx="4080">
                  <c:v>3.7075</c:v>
                </c:pt>
                <c:pt idx="4081">
                  <c:v>7.6924999999999999</c:v>
                </c:pt>
                <c:pt idx="4082">
                  <c:v>12.865</c:v>
                </c:pt>
                <c:pt idx="4083">
                  <c:v>18.395</c:v>
                </c:pt>
                <c:pt idx="4084">
                  <c:v>32.2425</c:v>
                </c:pt>
                <c:pt idx="4085">
                  <c:v>38.227499999999999</c:v>
                </c:pt>
                <c:pt idx="4086">
                  <c:v>43.932499999999997</c:v>
                </c:pt>
                <c:pt idx="4087">
                  <c:v>49.424999999999997</c:v>
                </c:pt>
                <c:pt idx="4088">
                  <c:v>54.917499999999997</c:v>
                </c:pt>
                <c:pt idx="4089">
                  <c:v>59.662500000000001</c:v>
                </c:pt>
                <c:pt idx="4090">
                  <c:v>63.712499999999999</c:v>
                </c:pt>
                <c:pt idx="4091">
                  <c:v>68.252499999999998</c:v>
                </c:pt>
                <c:pt idx="4092">
                  <c:v>121.985</c:v>
                </c:pt>
                <c:pt idx="4093">
                  <c:v>132.803</c:v>
                </c:pt>
                <c:pt idx="4094">
                  <c:v>133.13499999999999</c:v>
                </c:pt>
                <c:pt idx="4095">
                  <c:v>133.16499999999999</c:v>
                </c:pt>
                <c:pt idx="4096">
                  <c:v>137.83500000000001</c:v>
                </c:pt>
                <c:pt idx="4097">
                  <c:v>146.62200000000001</c:v>
                </c:pt>
                <c:pt idx="4098">
                  <c:v>152.59</c:v>
                </c:pt>
                <c:pt idx="4099">
                  <c:v>155.71</c:v>
                </c:pt>
                <c:pt idx="4100">
                  <c:v>155.79</c:v>
                </c:pt>
                <c:pt idx="4101">
                  <c:v>158.702</c:v>
                </c:pt>
                <c:pt idx="4102">
                  <c:v>161.05699999999999</c:v>
                </c:pt>
                <c:pt idx="4103">
                  <c:v>193.23</c:v>
                </c:pt>
                <c:pt idx="4104">
                  <c:v>300.18</c:v>
                </c:pt>
                <c:pt idx="4105">
                  <c:v>269.22500000000002</c:v>
                </c:pt>
                <c:pt idx="4106">
                  <c:v>162.70500000000001</c:v>
                </c:pt>
                <c:pt idx="4107">
                  <c:v>136.08000000000001</c:v>
                </c:pt>
                <c:pt idx="4108">
                  <c:v>136.76499999999999</c:v>
                </c:pt>
                <c:pt idx="4109">
                  <c:v>113.378</c:v>
                </c:pt>
                <c:pt idx="4110">
                  <c:v>112.583</c:v>
                </c:pt>
                <c:pt idx="4111">
                  <c:v>109.155</c:v>
                </c:pt>
                <c:pt idx="4112">
                  <c:v>110.078</c:v>
                </c:pt>
                <c:pt idx="4113">
                  <c:v>104.185</c:v>
                </c:pt>
                <c:pt idx="4114">
                  <c:v>99.72</c:v>
                </c:pt>
                <c:pt idx="4115">
                  <c:v>92.572500000000005</c:v>
                </c:pt>
                <c:pt idx="4116">
                  <c:v>85.444999999999993</c:v>
                </c:pt>
                <c:pt idx="4117">
                  <c:v>82.24</c:v>
                </c:pt>
                <c:pt idx="4118">
                  <c:v>81.064999999999998</c:v>
                </c:pt>
                <c:pt idx="4119">
                  <c:v>77.702500000000001</c:v>
                </c:pt>
                <c:pt idx="4120">
                  <c:v>87.307500000000005</c:v>
                </c:pt>
                <c:pt idx="4121">
                  <c:v>92.215000000000003</c:v>
                </c:pt>
                <c:pt idx="4122">
                  <c:v>95.27</c:v>
                </c:pt>
                <c:pt idx="4123">
                  <c:v>97.152500000000003</c:v>
                </c:pt>
                <c:pt idx="4124">
                  <c:v>0.55000000000000004</c:v>
                </c:pt>
                <c:pt idx="4125" formatCode="0.00">
                  <c:v>0</c:v>
                </c:pt>
                <c:pt idx="4126">
                  <c:v>5.5E-2</c:v>
                </c:pt>
                <c:pt idx="4127">
                  <c:v>5.5E-2</c:v>
                </c:pt>
                <c:pt idx="4128">
                  <c:v>0.1075</c:v>
                </c:pt>
                <c:pt idx="4129">
                  <c:v>1.1375</c:v>
                </c:pt>
                <c:pt idx="4130">
                  <c:v>11.785</c:v>
                </c:pt>
                <c:pt idx="4131">
                  <c:v>21.3125</c:v>
                </c:pt>
                <c:pt idx="4132">
                  <c:v>27.647500000000001</c:v>
                </c:pt>
                <c:pt idx="4133">
                  <c:v>34.037500000000001</c:v>
                </c:pt>
                <c:pt idx="4134">
                  <c:v>40.615000000000002</c:v>
                </c:pt>
                <c:pt idx="4135">
                  <c:v>46.865000000000002</c:v>
                </c:pt>
                <c:pt idx="4136">
                  <c:v>53.602499999999999</c:v>
                </c:pt>
                <c:pt idx="4137">
                  <c:v>59.664999999999999</c:v>
                </c:pt>
                <c:pt idx="4138">
                  <c:v>65.465000000000003</c:v>
                </c:pt>
                <c:pt idx="4139">
                  <c:v>71.412499999999994</c:v>
                </c:pt>
                <c:pt idx="4140">
                  <c:v>77.052499999999995</c:v>
                </c:pt>
                <c:pt idx="4141">
                  <c:v>168.58500000000001</c:v>
                </c:pt>
                <c:pt idx="4142">
                  <c:v>85.194999999999993</c:v>
                </c:pt>
                <c:pt idx="4143">
                  <c:v>262.50299999999999</c:v>
                </c:pt>
                <c:pt idx="4144">
                  <c:v>277.06799999999998</c:v>
                </c:pt>
                <c:pt idx="4145">
                  <c:v>279.48</c:v>
                </c:pt>
                <c:pt idx="4146">
                  <c:v>287.53500000000003</c:v>
                </c:pt>
                <c:pt idx="4147">
                  <c:v>293.82299999999998</c:v>
                </c:pt>
                <c:pt idx="4148">
                  <c:v>299.69299999999998</c:v>
                </c:pt>
                <c:pt idx="4149">
                  <c:v>303.52499999999998</c:v>
                </c:pt>
                <c:pt idx="4150">
                  <c:v>306.72699999999998</c:v>
                </c:pt>
                <c:pt idx="4151">
                  <c:v>311.55700000000002</c:v>
                </c:pt>
                <c:pt idx="4152">
                  <c:v>311.94</c:v>
                </c:pt>
                <c:pt idx="4153">
                  <c:v>306.012</c:v>
                </c:pt>
                <c:pt idx="4154">
                  <c:v>305.35000000000002</c:v>
                </c:pt>
                <c:pt idx="4155">
                  <c:v>292.113</c:v>
                </c:pt>
                <c:pt idx="4156">
                  <c:v>277.65699999999998</c:v>
                </c:pt>
                <c:pt idx="4157">
                  <c:v>252.42500000000001</c:v>
                </c:pt>
                <c:pt idx="4158">
                  <c:v>238.04</c:v>
                </c:pt>
                <c:pt idx="4159">
                  <c:v>246.79</c:v>
                </c:pt>
                <c:pt idx="4160">
                  <c:v>94.012500000000003</c:v>
                </c:pt>
                <c:pt idx="4161">
                  <c:v>90.612499999999997</c:v>
                </c:pt>
                <c:pt idx="4162">
                  <c:v>78.657499999999999</c:v>
                </c:pt>
                <c:pt idx="4163">
                  <c:v>73.122500000000002</c:v>
                </c:pt>
                <c:pt idx="4164">
                  <c:v>68.672499999999999</c:v>
                </c:pt>
                <c:pt idx="4165">
                  <c:v>62.612499999999997</c:v>
                </c:pt>
                <c:pt idx="4166">
                  <c:v>56.604999999999997</c:v>
                </c:pt>
                <c:pt idx="4167">
                  <c:v>50.217500000000001</c:v>
                </c:pt>
                <c:pt idx="4168">
                  <c:v>43.78</c:v>
                </c:pt>
                <c:pt idx="4169">
                  <c:v>36.647500000000001</c:v>
                </c:pt>
                <c:pt idx="4170">
                  <c:v>30.3825</c:v>
                </c:pt>
                <c:pt idx="4171">
                  <c:v>23.75</c:v>
                </c:pt>
                <c:pt idx="4172">
                  <c:v>17.375</c:v>
                </c:pt>
                <c:pt idx="4173">
                  <c:v>7.9775</c:v>
                </c:pt>
                <c:pt idx="4174">
                  <c:v>6.4850000000000003</c:v>
                </c:pt>
                <c:pt idx="4175">
                  <c:v>5.75</c:v>
                </c:pt>
                <c:pt idx="4176">
                  <c:v>5.5</c:v>
                </c:pt>
                <c:pt idx="4177" formatCode="0.00">
                  <c:v>0</c:v>
                </c:pt>
                <c:pt idx="4178" formatCode="0.00">
                  <c:v>0</c:v>
                </c:pt>
                <c:pt idx="4179">
                  <c:v>9.2499999999999999E-2</c:v>
                </c:pt>
                <c:pt idx="4180">
                  <c:v>1.1475</c:v>
                </c:pt>
                <c:pt idx="4181">
                  <c:v>8.23</c:v>
                </c:pt>
                <c:pt idx="4182">
                  <c:v>15.487500000000001</c:v>
                </c:pt>
                <c:pt idx="4183">
                  <c:v>22.7925</c:v>
                </c:pt>
                <c:pt idx="4184">
                  <c:v>29.875</c:v>
                </c:pt>
                <c:pt idx="4185">
                  <c:v>211.137</c:v>
                </c:pt>
                <c:pt idx="4186">
                  <c:v>217.845</c:v>
                </c:pt>
                <c:pt idx="4187">
                  <c:v>224.542</c:v>
                </c:pt>
                <c:pt idx="4188">
                  <c:v>231.28</c:v>
                </c:pt>
                <c:pt idx="4189">
                  <c:v>237.43299999999999</c:v>
                </c:pt>
                <c:pt idx="4190">
                  <c:v>243.22</c:v>
                </c:pt>
                <c:pt idx="4191">
                  <c:v>248.1</c:v>
                </c:pt>
                <c:pt idx="4192">
                  <c:v>253.49</c:v>
                </c:pt>
                <c:pt idx="4193">
                  <c:v>257.81</c:v>
                </c:pt>
                <c:pt idx="4194">
                  <c:v>261.49299999999999</c:v>
                </c:pt>
                <c:pt idx="4195">
                  <c:v>264.72300000000001</c:v>
                </c:pt>
                <c:pt idx="4196">
                  <c:v>267.40499999999997</c:v>
                </c:pt>
                <c:pt idx="4197">
                  <c:v>270.81799999999998</c:v>
                </c:pt>
                <c:pt idx="4198">
                  <c:v>271.98500000000001</c:v>
                </c:pt>
                <c:pt idx="4199">
                  <c:v>273.32499999999999</c:v>
                </c:pt>
                <c:pt idx="4200">
                  <c:v>273.29500000000002</c:v>
                </c:pt>
                <c:pt idx="4201">
                  <c:v>273.72300000000001</c:v>
                </c:pt>
                <c:pt idx="4202">
                  <c:v>274.46499999999997</c:v>
                </c:pt>
                <c:pt idx="4203">
                  <c:v>274.322</c:v>
                </c:pt>
                <c:pt idx="4204">
                  <c:v>274.27199999999999</c:v>
                </c:pt>
                <c:pt idx="4205">
                  <c:v>273.95499999999998</c:v>
                </c:pt>
                <c:pt idx="4206">
                  <c:v>272.61500000000001</c:v>
                </c:pt>
                <c:pt idx="4207">
                  <c:v>271.113</c:v>
                </c:pt>
                <c:pt idx="4208">
                  <c:v>269.363</c:v>
                </c:pt>
                <c:pt idx="4209">
                  <c:v>267.928</c:v>
                </c:pt>
                <c:pt idx="4210">
                  <c:v>264.47500000000002</c:v>
                </c:pt>
                <c:pt idx="4211">
                  <c:v>260.98</c:v>
                </c:pt>
                <c:pt idx="4212">
                  <c:v>256.98</c:v>
                </c:pt>
                <c:pt idx="4213">
                  <c:v>251.57499999999999</c:v>
                </c:pt>
                <c:pt idx="4214">
                  <c:v>244.90799999999999</c:v>
                </c:pt>
                <c:pt idx="4215">
                  <c:v>239.17500000000001</c:v>
                </c:pt>
                <c:pt idx="4216">
                  <c:v>233.52799999999999</c:v>
                </c:pt>
                <c:pt idx="4217">
                  <c:v>203.428</c:v>
                </c:pt>
                <c:pt idx="4218">
                  <c:v>158.90799999999999</c:v>
                </c:pt>
                <c:pt idx="4219">
                  <c:v>38.58</c:v>
                </c:pt>
                <c:pt idx="4220">
                  <c:v>31.46</c:v>
                </c:pt>
                <c:pt idx="4221">
                  <c:v>24.607500000000002</c:v>
                </c:pt>
                <c:pt idx="4222">
                  <c:v>18.197500000000002</c:v>
                </c:pt>
                <c:pt idx="4223">
                  <c:v>12.577500000000001</c:v>
                </c:pt>
                <c:pt idx="4224">
                  <c:v>6.35</c:v>
                </c:pt>
                <c:pt idx="4225">
                  <c:v>4.53</c:v>
                </c:pt>
                <c:pt idx="4226">
                  <c:v>3.25</c:v>
                </c:pt>
                <c:pt idx="4227">
                  <c:v>2.25</c:v>
                </c:pt>
                <c:pt idx="4228">
                  <c:v>0.13750000000000001</c:v>
                </c:pt>
                <c:pt idx="4229">
                  <c:v>0.38250000000000001</c:v>
                </c:pt>
                <c:pt idx="4230">
                  <c:v>0.79749999999999999</c:v>
                </c:pt>
                <c:pt idx="4231">
                  <c:v>2.4624999999999999</c:v>
                </c:pt>
                <c:pt idx="4232">
                  <c:v>9.24</c:v>
                </c:pt>
                <c:pt idx="4233">
                  <c:v>16.2425</c:v>
                </c:pt>
                <c:pt idx="4234">
                  <c:v>21.852499999999999</c:v>
                </c:pt>
                <c:pt idx="4235">
                  <c:v>27.254999999999999</c:v>
                </c:pt>
                <c:pt idx="4236">
                  <c:v>56.45</c:v>
                </c:pt>
                <c:pt idx="4237">
                  <c:v>61.975000000000001</c:v>
                </c:pt>
                <c:pt idx="4238">
                  <c:v>68.422499999999999</c:v>
                </c:pt>
                <c:pt idx="4239">
                  <c:v>73.400000000000006</c:v>
                </c:pt>
                <c:pt idx="4240">
                  <c:v>78.314999999999998</c:v>
                </c:pt>
                <c:pt idx="4241">
                  <c:v>84.025000000000006</c:v>
                </c:pt>
                <c:pt idx="4242">
                  <c:v>91.897499999999994</c:v>
                </c:pt>
                <c:pt idx="4243">
                  <c:v>105.97799999999999</c:v>
                </c:pt>
                <c:pt idx="4244">
                  <c:v>285.74299999999999</c:v>
                </c:pt>
                <c:pt idx="4245">
                  <c:v>298.86500000000001</c:v>
                </c:pt>
                <c:pt idx="4246">
                  <c:v>310.03300000000002</c:v>
                </c:pt>
                <c:pt idx="4247">
                  <c:v>322.42500000000001</c:v>
                </c:pt>
                <c:pt idx="4248">
                  <c:v>345.59500000000003</c:v>
                </c:pt>
                <c:pt idx="4249">
                  <c:v>356.15499999999997</c:v>
                </c:pt>
                <c:pt idx="4250">
                  <c:v>364.93299999999999</c:v>
                </c:pt>
                <c:pt idx="4251">
                  <c:v>370.21499999999997</c:v>
                </c:pt>
                <c:pt idx="4252">
                  <c:v>370.495</c:v>
                </c:pt>
                <c:pt idx="4253">
                  <c:v>372.065</c:v>
                </c:pt>
                <c:pt idx="4254">
                  <c:v>374.01</c:v>
                </c:pt>
                <c:pt idx="4255">
                  <c:v>372.928</c:v>
                </c:pt>
                <c:pt idx="4256">
                  <c:v>365.85500000000002</c:v>
                </c:pt>
                <c:pt idx="4257">
                  <c:v>359.41800000000001</c:v>
                </c:pt>
                <c:pt idx="4258">
                  <c:v>351.99299999999999</c:v>
                </c:pt>
                <c:pt idx="4259">
                  <c:v>350.81299999999999</c:v>
                </c:pt>
                <c:pt idx="4260">
                  <c:v>347.46499999999997</c:v>
                </c:pt>
                <c:pt idx="4261">
                  <c:v>345.47300000000001</c:v>
                </c:pt>
                <c:pt idx="4262">
                  <c:v>346.96199999999999</c:v>
                </c:pt>
                <c:pt idx="4263">
                  <c:v>346.8</c:v>
                </c:pt>
                <c:pt idx="4264">
                  <c:v>150.74</c:v>
                </c:pt>
                <c:pt idx="4265">
                  <c:v>146.697</c:v>
                </c:pt>
                <c:pt idx="4266">
                  <c:v>126.438</c:v>
                </c:pt>
                <c:pt idx="4267">
                  <c:v>96.482500000000002</c:v>
                </c:pt>
                <c:pt idx="4268">
                  <c:v>78.877499999999998</c:v>
                </c:pt>
                <c:pt idx="4269">
                  <c:v>35.92</c:v>
                </c:pt>
                <c:pt idx="4270">
                  <c:v>30.79</c:v>
                </c:pt>
                <c:pt idx="4271">
                  <c:v>25.102499999999999</c:v>
                </c:pt>
                <c:pt idx="4272">
                  <c:v>20.227499999999999</c:v>
                </c:pt>
                <c:pt idx="4273">
                  <c:v>15.557499999999999</c:v>
                </c:pt>
                <c:pt idx="4274">
                  <c:v>10.682499999999999</c:v>
                </c:pt>
                <c:pt idx="4275">
                  <c:v>4.8949999999999996</c:v>
                </c:pt>
                <c:pt idx="4276">
                  <c:v>3.4125000000000001</c:v>
                </c:pt>
                <c:pt idx="4277">
                  <c:v>2.7</c:v>
                </c:pt>
                <c:pt idx="4278">
                  <c:v>1.5</c:v>
                </c:pt>
                <c:pt idx="4279" formatCode="0.00">
                  <c:v>0</c:v>
                </c:pt>
                <c:pt idx="4280">
                  <c:v>5.5E-2</c:v>
                </c:pt>
                <c:pt idx="4281">
                  <c:v>0.11</c:v>
                </c:pt>
                <c:pt idx="4282">
                  <c:v>0.2175</c:v>
                </c:pt>
                <c:pt idx="4283">
                  <c:v>1.76</c:v>
                </c:pt>
                <c:pt idx="4284">
                  <c:v>12.6625</c:v>
                </c:pt>
                <c:pt idx="4285">
                  <c:v>21.842500000000001</c:v>
                </c:pt>
                <c:pt idx="4286">
                  <c:v>30.0275</c:v>
                </c:pt>
                <c:pt idx="4287">
                  <c:v>36.467500000000001</c:v>
                </c:pt>
                <c:pt idx="4288">
                  <c:v>43.237499999999997</c:v>
                </c:pt>
                <c:pt idx="4289">
                  <c:v>49.462499999999999</c:v>
                </c:pt>
                <c:pt idx="4290">
                  <c:v>56.1</c:v>
                </c:pt>
                <c:pt idx="4291">
                  <c:v>62.505000000000003</c:v>
                </c:pt>
                <c:pt idx="4292">
                  <c:v>325.76</c:v>
                </c:pt>
                <c:pt idx="4293">
                  <c:v>372.47500000000002</c:v>
                </c:pt>
                <c:pt idx="4294">
                  <c:v>418.52</c:v>
                </c:pt>
                <c:pt idx="4295">
                  <c:v>414.702</c:v>
                </c:pt>
                <c:pt idx="4296">
                  <c:v>420.53</c:v>
                </c:pt>
                <c:pt idx="4297">
                  <c:v>419.858</c:v>
                </c:pt>
                <c:pt idx="4298">
                  <c:v>426.245</c:v>
                </c:pt>
                <c:pt idx="4299">
                  <c:v>434.642</c:v>
                </c:pt>
                <c:pt idx="4300">
                  <c:v>454.59300000000002</c:v>
                </c:pt>
                <c:pt idx="4301">
                  <c:v>461.27</c:v>
                </c:pt>
                <c:pt idx="4302">
                  <c:v>465.77</c:v>
                </c:pt>
                <c:pt idx="4303">
                  <c:v>468.58499999999998</c:v>
                </c:pt>
                <c:pt idx="4304">
                  <c:v>468.69200000000001</c:v>
                </c:pt>
                <c:pt idx="4305">
                  <c:v>470.767</c:v>
                </c:pt>
                <c:pt idx="4306">
                  <c:v>473.88</c:v>
                </c:pt>
                <c:pt idx="4307">
                  <c:v>471.27199999999999</c:v>
                </c:pt>
                <c:pt idx="4308">
                  <c:v>465.77499999999998</c:v>
                </c:pt>
                <c:pt idx="4309">
                  <c:v>460.64</c:v>
                </c:pt>
                <c:pt idx="4310">
                  <c:v>459.39</c:v>
                </c:pt>
                <c:pt idx="4311">
                  <c:v>459.83499999999998</c:v>
                </c:pt>
                <c:pt idx="4312">
                  <c:v>455.94499999999999</c:v>
                </c:pt>
                <c:pt idx="4313">
                  <c:v>439.005</c:v>
                </c:pt>
                <c:pt idx="4314">
                  <c:v>379.02800000000002</c:v>
                </c:pt>
                <c:pt idx="4315">
                  <c:v>344.30200000000002</c:v>
                </c:pt>
                <c:pt idx="4316">
                  <c:v>182.9</c:v>
                </c:pt>
                <c:pt idx="4317">
                  <c:v>164.64500000000001</c:v>
                </c:pt>
                <c:pt idx="4318">
                  <c:v>122.855</c:v>
                </c:pt>
                <c:pt idx="4319">
                  <c:v>77.915000000000006</c:v>
                </c:pt>
                <c:pt idx="4320">
                  <c:v>56.9</c:v>
                </c:pt>
                <c:pt idx="4321">
                  <c:v>50.164999999999999</c:v>
                </c:pt>
                <c:pt idx="4322">
                  <c:v>43.192500000000003</c:v>
                </c:pt>
                <c:pt idx="4323">
                  <c:v>35.802500000000002</c:v>
                </c:pt>
                <c:pt idx="4324">
                  <c:v>29.4925</c:v>
                </c:pt>
                <c:pt idx="4325">
                  <c:v>23.8675</c:v>
                </c:pt>
                <c:pt idx="4326">
                  <c:v>15.2925</c:v>
                </c:pt>
                <c:pt idx="4327">
                  <c:v>9.6425000000000001</c:v>
                </c:pt>
                <c:pt idx="4328">
                  <c:v>7.7649999999999997</c:v>
                </c:pt>
                <c:pt idx="4329">
                  <c:v>7</c:v>
                </c:pt>
                <c:pt idx="4330">
                  <c:v>6</c:v>
                </c:pt>
                <c:pt idx="4331" formatCode="0.00">
                  <c:v>0</c:v>
                </c:pt>
                <c:pt idx="4332">
                  <c:v>5.5E-2</c:v>
                </c:pt>
                <c:pt idx="4333">
                  <c:v>0.30499999999999999</c:v>
                </c:pt>
                <c:pt idx="4334">
                  <c:v>0.4425</c:v>
                </c:pt>
                <c:pt idx="4335">
                  <c:v>1.6525000000000001</c:v>
                </c:pt>
                <c:pt idx="4336">
                  <c:v>12.21</c:v>
                </c:pt>
                <c:pt idx="4337">
                  <c:v>21.282499999999999</c:v>
                </c:pt>
                <c:pt idx="4338">
                  <c:v>27.155000000000001</c:v>
                </c:pt>
                <c:pt idx="4339">
                  <c:v>33.854999999999997</c:v>
                </c:pt>
                <c:pt idx="4340">
                  <c:v>40.755000000000003</c:v>
                </c:pt>
                <c:pt idx="4341">
                  <c:v>47.534999999999997</c:v>
                </c:pt>
                <c:pt idx="4342">
                  <c:v>54.26</c:v>
                </c:pt>
                <c:pt idx="4343">
                  <c:v>59.307499999999997</c:v>
                </c:pt>
                <c:pt idx="4344">
                  <c:v>341.42500000000001</c:v>
                </c:pt>
                <c:pt idx="4345">
                  <c:v>359.815</c:v>
                </c:pt>
                <c:pt idx="4346">
                  <c:v>356.387</c:v>
                </c:pt>
                <c:pt idx="4347">
                  <c:v>354.03300000000002</c:v>
                </c:pt>
                <c:pt idx="4348">
                  <c:v>349.78800000000001</c:v>
                </c:pt>
                <c:pt idx="4349">
                  <c:v>348.74299999999999</c:v>
                </c:pt>
                <c:pt idx="4350">
                  <c:v>354.96499999999997</c:v>
                </c:pt>
                <c:pt idx="4351">
                  <c:v>363.35500000000002</c:v>
                </c:pt>
                <c:pt idx="4352">
                  <c:v>383.78500000000003</c:v>
                </c:pt>
                <c:pt idx="4353">
                  <c:v>390.8</c:v>
                </c:pt>
                <c:pt idx="4354">
                  <c:v>395.83699999999999</c:v>
                </c:pt>
                <c:pt idx="4355">
                  <c:v>399</c:v>
                </c:pt>
                <c:pt idx="4356">
                  <c:v>398.858</c:v>
                </c:pt>
                <c:pt idx="4357">
                  <c:v>401.14499999999998</c:v>
                </c:pt>
                <c:pt idx="4358">
                  <c:v>404.34300000000002</c:v>
                </c:pt>
                <c:pt idx="4359">
                  <c:v>401.358</c:v>
                </c:pt>
                <c:pt idx="4360">
                  <c:v>395.73</c:v>
                </c:pt>
                <c:pt idx="4361">
                  <c:v>389.86799999999999</c:v>
                </c:pt>
                <c:pt idx="4362">
                  <c:v>388.03300000000002</c:v>
                </c:pt>
                <c:pt idx="4363">
                  <c:v>388.03800000000001</c:v>
                </c:pt>
                <c:pt idx="4364">
                  <c:v>384.30799999999999</c:v>
                </c:pt>
                <c:pt idx="4365">
                  <c:v>394.26499999999999</c:v>
                </c:pt>
                <c:pt idx="4366">
                  <c:v>327.44799999999998</c:v>
                </c:pt>
                <c:pt idx="4367">
                  <c:v>285.80500000000001</c:v>
                </c:pt>
                <c:pt idx="4368">
                  <c:v>252.398</c:v>
                </c:pt>
                <c:pt idx="4369">
                  <c:v>256.32</c:v>
                </c:pt>
                <c:pt idx="4370">
                  <c:v>81.297499999999999</c:v>
                </c:pt>
                <c:pt idx="4371">
                  <c:v>77.342500000000001</c:v>
                </c:pt>
                <c:pt idx="4372">
                  <c:v>54.83</c:v>
                </c:pt>
                <c:pt idx="4373">
                  <c:v>48.202500000000001</c:v>
                </c:pt>
                <c:pt idx="4374">
                  <c:v>40.97</c:v>
                </c:pt>
                <c:pt idx="4375">
                  <c:v>34.03</c:v>
                </c:pt>
                <c:pt idx="4376">
                  <c:v>27.375</c:v>
                </c:pt>
                <c:pt idx="4377">
                  <c:v>24.052499999999998</c:v>
                </c:pt>
                <c:pt idx="4378">
                  <c:v>15.1075</c:v>
                </c:pt>
                <c:pt idx="4379">
                  <c:v>9.73</c:v>
                </c:pt>
                <c:pt idx="4380">
                  <c:v>7.8375000000000004</c:v>
                </c:pt>
                <c:pt idx="4381">
                  <c:v>6.5</c:v>
                </c:pt>
                <c:pt idx="4382">
                  <c:v>5.75</c:v>
                </c:pt>
                <c:pt idx="4383">
                  <c:v>249</c:v>
                </c:pt>
                <c:pt idx="4384">
                  <c:v>249</c:v>
                </c:pt>
                <c:pt idx="4385" formatCode="0.00">
                  <c:v>0</c:v>
                </c:pt>
                <c:pt idx="4386" formatCode="0.00">
                  <c:v>0</c:v>
                </c:pt>
                <c:pt idx="4387" formatCode="0.00">
                  <c:v>0</c:v>
                </c:pt>
                <c:pt idx="4388" formatCode="0.00">
                  <c:v>0</c:v>
                </c:pt>
                <c:pt idx="4389">
                  <c:v>0.3125</c:v>
                </c:pt>
                <c:pt idx="4390">
                  <c:v>10.56</c:v>
                </c:pt>
                <c:pt idx="4391">
                  <c:v>14.032500000000001</c:v>
                </c:pt>
                <c:pt idx="4392">
                  <c:v>21.45</c:v>
                </c:pt>
                <c:pt idx="4393">
                  <c:v>26.0275</c:v>
                </c:pt>
                <c:pt idx="4394">
                  <c:v>31.012499999999999</c:v>
                </c:pt>
                <c:pt idx="4395">
                  <c:v>37.945</c:v>
                </c:pt>
                <c:pt idx="4396">
                  <c:v>180.667</c:v>
                </c:pt>
                <c:pt idx="4397">
                  <c:v>222.75800000000001</c:v>
                </c:pt>
                <c:pt idx="4398">
                  <c:v>387.23500000000001</c:v>
                </c:pt>
                <c:pt idx="4399">
                  <c:v>384.53800000000001</c:v>
                </c:pt>
                <c:pt idx="4400">
                  <c:v>381.15300000000002</c:v>
                </c:pt>
                <c:pt idx="4401">
                  <c:v>377.07299999999998</c:v>
                </c:pt>
                <c:pt idx="4402">
                  <c:v>374.05</c:v>
                </c:pt>
                <c:pt idx="4403">
                  <c:v>376.59199999999998</c:v>
                </c:pt>
                <c:pt idx="4404">
                  <c:v>382.68700000000001</c:v>
                </c:pt>
                <c:pt idx="4405">
                  <c:v>387.44799999999998</c:v>
                </c:pt>
                <c:pt idx="4406">
                  <c:v>408.16</c:v>
                </c:pt>
                <c:pt idx="4407">
                  <c:v>417.36</c:v>
                </c:pt>
                <c:pt idx="4408">
                  <c:v>422.23500000000001</c:v>
                </c:pt>
                <c:pt idx="4409">
                  <c:v>425.66</c:v>
                </c:pt>
                <c:pt idx="4410">
                  <c:v>423.39699999999999</c:v>
                </c:pt>
                <c:pt idx="4411">
                  <c:v>425.38</c:v>
                </c:pt>
                <c:pt idx="4412">
                  <c:v>428.57799999999997</c:v>
                </c:pt>
                <c:pt idx="4413">
                  <c:v>425.85500000000002</c:v>
                </c:pt>
                <c:pt idx="4414">
                  <c:v>417.43799999999999</c:v>
                </c:pt>
                <c:pt idx="4415">
                  <c:v>410.34199999999998</c:v>
                </c:pt>
                <c:pt idx="4416">
                  <c:v>408.25</c:v>
                </c:pt>
                <c:pt idx="4417">
                  <c:v>409.185</c:v>
                </c:pt>
                <c:pt idx="4418">
                  <c:v>404.51499999999999</c:v>
                </c:pt>
                <c:pt idx="4419">
                  <c:v>411.54</c:v>
                </c:pt>
                <c:pt idx="4420">
                  <c:v>418.34500000000003</c:v>
                </c:pt>
                <c:pt idx="4421">
                  <c:v>426.30500000000001</c:v>
                </c:pt>
                <c:pt idx="4422">
                  <c:v>431.995</c:v>
                </c:pt>
                <c:pt idx="4423">
                  <c:v>436.51499999999999</c:v>
                </c:pt>
                <c:pt idx="4424">
                  <c:v>56.674999999999997</c:v>
                </c:pt>
                <c:pt idx="4425">
                  <c:v>52.3675</c:v>
                </c:pt>
                <c:pt idx="4426">
                  <c:v>47.032499999999999</c:v>
                </c:pt>
                <c:pt idx="4427">
                  <c:v>41.847499999999997</c:v>
                </c:pt>
                <c:pt idx="4428">
                  <c:v>33.484999999999999</c:v>
                </c:pt>
                <c:pt idx="4429">
                  <c:v>28.33</c:v>
                </c:pt>
                <c:pt idx="4430">
                  <c:v>22.712499999999999</c:v>
                </c:pt>
                <c:pt idx="4431">
                  <c:v>18.434999999999999</c:v>
                </c:pt>
                <c:pt idx="4432">
                  <c:v>10.91</c:v>
                </c:pt>
                <c:pt idx="4433">
                  <c:v>9.2274999999999991</c:v>
                </c:pt>
                <c:pt idx="4434">
                  <c:v>7.3425000000000002</c:v>
                </c:pt>
                <c:pt idx="4435">
                  <c:v>6.5</c:v>
                </c:pt>
                <c:pt idx="4436">
                  <c:v>6.25</c:v>
                </c:pt>
                <c:pt idx="4437" formatCode="0.00">
                  <c:v>0</c:v>
                </c:pt>
                <c:pt idx="4438" formatCode="0.00">
                  <c:v>0</c:v>
                </c:pt>
                <c:pt idx="4439" formatCode="0.00">
                  <c:v>0</c:v>
                </c:pt>
                <c:pt idx="4440" formatCode="0.00">
                  <c:v>0</c:v>
                </c:pt>
                <c:pt idx="4441">
                  <c:v>1.0425</c:v>
                </c:pt>
                <c:pt idx="4442">
                  <c:v>2.1124999999999998</c:v>
                </c:pt>
                <c:pt idx="4443">
                  <c:v>2.7549999999999999</c:v>
                </c:pt>
                <c:pt idx="4444">
                  <c:v>6.8849999999999998</c:v>
                </c:pt>
                <c:pt idx="4445">
                  <c:v>10.035</c:v>
                </c:pt>
                <c:pt idx="4446">
                  <c:v>233.66200000000001</c:v>
                </c:pt>
                <c:pt idx="4447">
                  <c:v>231.637</c:v>
                </c:pt>
                <c:pt idx="4448">
                  <c:v>230.738</c:v>
                </c:pt>
                <c:pt idx="4449">
                  <c:v>228.125</c:v>
                </c:pt>
                <c:pt idx="4450">
                  <c:v>441.57499999999999</c:v>
                </c:pt>
                <c:pt idx="4451">
                  <c:v>441.3</c:v>
                </c:pt>
                <c:pt idx="4452">
                  <c:v>442.7</c:v>
                </c:pt>
                <c:pt idx="4453">
                  <c:v>451.25</c:v>
                </c:pt>
                <c:pt idx="4454">
                  <c:v>455.45</c:v>
                </c:pt>
                <c:pt idx="4455">
                  <c:v>461.887</c:v>
                </c:pt>
                <c:pt idx="4456">
                  <c:v>480.012</c:v>
                </c:pt>
                <c:pt idx="4457">
                  <c:v>487.18799999999999</c:v>
                </c:pt>
                <c:pt idx="4458">
                  <c:v>508.35</c:v>
                </c:pt>
                <c:pt idx="4459">
                  <c:v>515.625</c:v>
                </c:pt>
                <c:pt idx="4460">
                  <c:v>533.125</c:v>
                </c:pt>
                <c:pt idx="4461">
                  <c:v>536.66300000000001</c:v>
                </c:pt>
                <c:pt idx="4462">
                  <c:v>536.29999999999995</c:v>
                </c:pt>
                <c:pt idx="4463">
                  <c:v>538.41300000000001</c:v>
                </c:pt>
                <c:pt idx="4464">
                  <c:v>541.57500000000005</c:v>
                </c:pt>
                <c:pt idx="4465">
                  <c:v>538.375</c:v>
                </c:pt>
                <c:pt idx="4466">
                  <c:v>530.18799999999999</c:v>
                </c:pt>
                <c:pt idx="4467">
                  <c:v>521.85</c:v>
                </c:pt>
                <c:pt idx="4468">
                  <c:v>519.35</c:v>
                </c:pt>
                <c:pt idx="4469">
                  <c:v>518.04999999999995</c:v>
                </c:pt>
                <c:pt idx="4470">
                  <c:v>494.35</c:v>
                </c:pt>
                <c:pt idx="4471">
                  <c:v>497.1</c:v>
                </c:pt>
                <c:pt idx="4472">
                  <c:v>502.65</c:v>
                </c:pt>
                <c:pt idx="4473">
                  <c:v>511.55</c:v>
                </c:pt>
                <c:pt idx="4474">
                  <c:v>120.102</c:v>
                </c:pt>
                <c:pt idx="4475">
                  <c:v>117.608</c:v>
                </c:pt>
                <c:pt idx="4476">
                  <c:v>118.04</c:v>
                </c:pt>
                <c:pt idx="4477">
                  <c:v>115.495</c:v>
                </c:pt>
                <c:pt idx="4478">
                  <c:v>103.215</c:v>
                </c:pt>
                <c:pt idx="4479">
                  <c:v>96.87</c:v>
                </c:pt>
                <c:pt idx="4480">
                  <c:v>94.617500000000007</c:v>
                </c:pt>
                <c:pt idx="4481">
                  <c:v>84.692499999999995</c:v>
                </c:pt>
                <c:pt idx="4482">
                  <c:v>43.365000000000002</c:v>
                </c:pt>
                <c:pt idx="4483">
                  <c:v>2.6349999999999998</c:v>
                </c:pt>
                <c:pt idx="4484">
                  <c:v>0.13250000000000001</c:v>
                </c:pt>
                <c:pt idx="4485">
                  <c:v>0.96750000000000003</c:v>
                </c:pt>
                <c:pt idx="4486">
                  <c:v>9.2499999999999999E-2</c:v>
                </c:pt>
                <c:pt idx="4487" formatCode="0.00">
                  <c:v>0</c:v>
                </c:pt>
                <c:pt idx="4488" formatCode="0.00">
                  <c:v>0</c:v>
                </c:pt>
                <c:pt idx="4489">
                  <c:v>5.5E-2</c:v>
                </c:pt>
                <c:pt idx="4490">
                  <c:v>5.5E-2</c:v>
                </c:pt>
                <c:pt idx="4491">
                  <c:v>0.1075</c:v>
                </c:pt>
                <c:pt idx="4492">
                  <c:v>0.995</c:v>
                </c:pt>
                <c:pt idx="4493">
                  <c:v>3.4824999999999999</c:v>
                </c:pt>
                <c:pt idx="4494">
                  <c:v>7</c:v>
                </c:pt>
                <c:pt idx="4495">
                  <c:v>12.135</c:v>
                </c:pt>
                <c:pt idx="4496">
                  <c:v>14.942500000000001</c:v>
                </c:pt>
                <c:pt idx="4497">
                  <c:v>20.3475</c:v>
                </c:pt>
                <c:pt idx="4498">
                  <c:v>25.6875</c:v>
                </c:pt>
                <c:pt idx="4499">
                  <c:v>33.822499999999998</c:v>
                </c:pt>
                <c:pt idx="4500">
                  <c:v>39.064999999999998</c:v>
                </c:pt>
                <c:pt idx="4501">
                  <c:v>44.2575</c:v>
                </c:pt>
                <c:pt idx="4502">
                  <c:v>111.363</c:v>
                </c:pt>
                <c:pt idx="4503">
                  <c:v>153.167</c:v>
                </c:pt>
                <c:pt idx="4504">
                  <c:v>286.77499999999998</c:v>
                </c:pt>
                <c:pt idx="4505">
                  <c:v>286.488</c:v>
                </c:pt>
                <c:pt idx="4506">
                  <c:v>285.887</c:v>
                </c:pt>
                <c:pt idx="4507">
                  <c:v>480.017</c:v>
                </c:pt>
                <c:pt idx="4508">
                  <c:v>481.43799999999999</c:v>
                </c:pt>
                <c:pt idx="4509">
                  <c:v>491.25</c:v>
                </c:pt>
                <c:pt idx="4510">
                  <c:v>491.28800000000001</c:v>
                </c:pt>
                <c:pt idx="4511">
                  <c:v>491.27499999999998</c:v>
                </c:pt>
                <c:pt idx="4512">
                  <c:v>499.875</c:v>
                </c:pt>
                <c:pt idx="4513">
                  <c:v>499.67500000000001</c:v>
                </c:pt>
                <c:pt idx="4514">
                  <c:v>499.35</c:v>
                </c:pt>
                <c:pt idx="4515">
                  <c:v>499.97500000000002</c:v>
                </c:pt>
                <c:pt idx="4516">
                  <c:v>499.55</c:v>
                </c:pt>
                <c:pt idx="4517">
                  <c:v>498.55</c:v>
                </c:pt>
                <c:pt idx="4518">
                  <c:v>497.77</c:v>
                </c:pt>
                <c:pt idx="4519">
                  <c:v>495.93</c:v>
                </c:pt>
                <c:pt idx="4520">
                  <c:v>496.202</c:v>
                </c:pt>
                <c:pt idx="4521">
                  <c:v>493.52699999999999</c:v>
                </c:pt>
                <c:pt idx="4522">
                  <c:v>491.238</c:v>
                </c:pt>
                <c:pt idx="4523">
                  <c:v>498.27499999999998</c:v>
                </c:pt>
                <c:pt idx="4524">
                  <c:v>499.45</c:v>
                </c:pt>
                <c:pt idx="4525">
                  <c:v>499.47500000000002</c:v>
                </c:pt>
                <c:pt idx="4526">
                  <c:v>473.12299999999999</c:v>
                </c:pt>
                <c:pt idx="4527">
                  <c:v>298.637</c:v>
                </c:pt>
                <c:pt idx="4528">
                  <c:v>263.66000000000003</c:v>
                </c:pt>
                <c:pt idx="4529">
                  <c:v>233.005</c:v>
                </c:pt>
                <c:pt idx="4530">
                  <c:v>162.505</c:v>
                </c:pt>
                <c:pt idx="4531">
                  <c:v>23.175000000000001</c:v>
                </c:pt>
                <c:pt idx="4532">
                  <c:v>13.81</c:v>
                </c:pt>
                <c:pt idx="4533">
                  <c:v>8.77</c:v>
                </c:pt>
                <c:pt idx="4534">
                  <c:v>6.9325000000000001</c:v>
                </c:pt>
                <c:pt idx="4535">
                  <c:v>3.5874999999999999</c:v>
                </c:pt>
                <c:pt idx="4536">
                  <c:v>1.34</c:v>
                </c:pt>
                <c:pt idx="4537">
                  <c:v>0.22750000000000001</c:v>
                </c:pt>
                <c:pt idx="4538" formatCode="0.00">
                  <c:v>0</c:v>
                </c:pt>
                <c:pt idx="4539" formatCode="0.00">
                  <c:v>0</c:v>
                </c:pt>
                <c:pt idx="4540">
                  <c:v>5.5E-2</c:v>
                </c:pt>
                <c:pt idx="4541">
                  <c:v>5.5E-2</c:v>
                </c:pt>
                <c:pt idx="4542">
                  <c:v>0.1075</c:v>
                </c:pt>
                <c:pt idx="4543">
                  <c:v>1.05</c:v>
                </c:pt>
                <c:pt idx="4544">
                  <c:v>28.54</c:v>
                </c:pt>
                <c:pt idx="4545">
                  <c:v>69.575000000000003</c:v>
                </c:pt>
                <c:pt idx="4546">
                  <c:v>124.58</c:v>
                </c:pt>
                <c:pt idx="4547">
                  <c:v>128.85</c:v>
                </c:pt>
                <c:pt idx="4548">
                  <c:v>136.33199999999999</c:v>
                </c:pt>
                <c:pt idx="4549">
                  <c:v>135.68199999999999</c:v>
                </c:pt>
                <c:pt idx="4550">
                  <c:v>135.81700000000001</c:v>
                </c:pt>
                <c:pt idx="4551">
                  <c:v>134.75</c:v>
                </c:pt>
                <c:pt idx="4552">
                  <c:v>134.43199999999999</c:v>
                </c:pt>
                <c:pt idx="4553">
                  <c:v>135.56800000000001</c:v>
                </c:pt>
                <c:pt idx="4554">
                  <c:v>135.767</c:v>
                </c:pt>
                <c:pt idx="4555">
                  <c:v>135.58199999999999</c:v>
                </c:pt>
                <c:pt idx="4556">
                  <c:v>310.53300000000002</c:v>
                </c:pt>
                <c:pt idx="4557">
                  <c:v>309.767</c:v>
                </c:pt>
                <c:pt idx="4558">
                  <c:v>310.85000000000002</c:v>
                </c:pt>
                <c:pt idx="4559">
                  <c:v>310.5</c:v>
                </c:pt>
                <c:pt idx="4560">
                  <c:v>310.13200000000001</c:v>
                </c:pt>
                <c:pt idx="4561">
                  <c:v>319.14999999999998</c:v>
                </c:pt>
                <c:pt idx="4562">
                  <c:v>319.11799999999999</c:v>
                </c:pt>
                <c:pt idx="4563">
                  <c:v>320.33300000000003</c:v>
                </c:pt>
                <c:pt idx="4564">
                  <c:v>311.43200000000002</c:v>
                </c:pt>
                <c:pt idx="4565">
                  <c:v>320.08300000000003</c:v>
                </c:pt>
                <c:pt idx="4566">
                  <c:v>320.63200000000001</c:v>
                </c:pt>
                <c:pt idx="4567">
                  <c:v>320.11799999999999</c:v>
                </c:pt>
                <c:pt idx="4568">
                  <c:v>310.28300000000002</c:v>
                </c:pt>
                <c:pt idx="4569">
                  <c:v>317.46699999999998</c:v>
                </c:pt>
                <c:pt idx="4570">
                  <c:v>318</c:v>
                </c:pt>
                <c:pt idx="4571">
                  <c:v>319.767</c:v>
                </c:pt>
                <c:pt idx="4572">
                  <c:v>308.95800000000003</c:v>
                </c:pt>
                <c:pt idx="4573">
                  <c:v>318.483</c:v>
                </c:pt>
                <c:pt idx="4574">
                  <c:v>318.85000000000002</c:v>
                </c:pt>
                <c:pt idx="4575">
                  <c:v>320.517</c:v>
                </c:pt>
                <c:pt idx="4576">
                  <c:v>137.05000000000001</c:v>
                </c:pt>
                <c:pt idx="4577">
                  <c:v>144.31800000000001</c:v>
                </c:pt>
                <c:pt idx="4578">
                  <c:v>145.017</c:v>
                </c:pt>
                <c:pt idx="4579">
                  <c:v>137.733</c:v>
                </c:pt>
                <c:pt idx="4580">
                  <c:v>130.30000000000001</c:v>
                </c:pt>
                <c:pt idx="4581">
                  <c:v>128.80000000000001</c:v>
                </c:pt>
                <c:pt idx="4582">
                  <c:v>119.017</c:v>
                </c:pt>
                <c:pt idx="4583">
                  <c:v>63.795000000000002</c:v>
                </c:pt>
                <c:pt idx="4584">
                  <c:v>46.2575</c:v>
                </c:pt>
                <c:pt idx="4585">
                  <c:v>31.94</c:v>
                </c:pt>
                <c:pt idx="4586">
                  <c:v>16.0625</c:v>
                </c:pt>
                <c:pt idx="4587">
                  <c:v>1.3325</c:v>
                </c:pt>
                <c:pt idx="4588">
                  <c:v>0.22750000000000001</c:v>
                </c:pt>
                <c:pt idx="4589" formatCode="0.00">
                  <c:v>0</c:v>
                </c:pt>
                <c:pt idx="4590">
                  <c:v>5.5E-2</c:v>
                </c:pt>
                <c:pt idx="4591">
                  <c:v>0.13250000000000001</c:v>
                </c:pt>
                <c:pt idx="4592">
                  <c:v>0.2225</c:v>
                </c:pt>
                <c:pt idx="4593">
                  <c:v>1.0349999999999999</c:v>
                </c:pt>
                <c:pt idx="4594">
                  <c:v>3.0950000000000002</c:v>
                </c:pt>
                <c:pt idx="4595">
                  <c:v>6.4749999999999996</c:v>
                </c:pt>
                <c:pt idx="4596">
                  <c:v>11.217499999999999</c:v>
                </c:pt>
                <c:pt idx="4597">
                  <c:v>17.094999999999999</c:v>
                </c:pt>
                <c:pt idx="4598">
                  <c:v>23.002500000000001</c:v>
                </c:pt>
                <c:pt idx="4599">
                  <c:v>28.96</c:v>
                </c:pt>
                <c:pt idx="4600">
                  <c:v>34.744999999999997</c:v>
                </c:pt>
                <c:pt idx="4601">
                  <c:v>40.2425</c:v>
                </c:pt>
                <c:pt idx="4602">
                  <c:v>257.197</c:v>
                </c:pt>
                <c:pt idx="4603">
                  <c:v>260.88</c:v>
                </c:pt>
                <c:pt idx="4604">
                  <c:v>264.31799999999998</c:v>
                </c:pt>
                <c:pt idx="4605">
                  <c:v>267.392</c:v>
                </c:pt>
                <c:pt idx="4606">
                  <c:v>326.38299999999998</c:v>
                </c:pt>
                <c:pt idx="4607">
                  <c:v>330.375</c:v>
                </c:pt>
                <c:pt idx="4608">
                  <c:v>344.798</c:v>
                </c:pt>
                <c:pt idx="4609">
                  <c:v>352.21800000000002</c:v>
                </c:pt>
                <c:pt idx="4610">
                  <c:v>358.84699999999998</c:v>
                </c:pt>
                <c:pt idx="4611">
                  <c:v>360.06</c:v>
                </c:pt>
                <c:pt idx="4612">
                  <c:v>362.73500000000001</c:v>
                </c:pt>
                <c:pt idx="4613">
                  <c:v>367.798</c:v>
                </c:pt>
                <c:pt idx="4614">
                  <c:v>374.97699999999998</c:v>
                </c:pt>
                <c:pt idx="4615">
                  <c:v>379.83199999999999</c:v>
                </c:pt>
                <c:pt idx="4616">
                  <c:v>382.30200000000002</c:v>
                </c:pt>
                <c:pt idx="4617">
                  <c:v>382.03300000000002</c:v>
                </c:pt>
                <c:pt idx="4618">
                  <c:v>376.98500000000001</c:v>
                </c:pt>
                <c:pt idx="4619">
                  <c:v>369.20699999999999</c:v>
                </c:pt>
                <c:pt idx="4620">
                  <c:v>364.17700000000002</c:v>
                </c:pt>
                <c:pt idx="4621">
                  <c:v>364.09199999999998</c:v>
                </c:pt>
                <c:pt idx="4622">
                  <c:v>365.35</c:v>
                </c:pt>
                <c:pt idx="4623">
                  <c:v>370.233</c:v>
                </c:pt>
                <c:pt idx="4624">
                  <c:v>354.91199999999998</c:v>
                </c:pt>
                <c:pt idx="4625">
                  <c:v>354.96499999999997</c:v>
                </c:pt>
                <c:pt idx="4626">
                  <c:v>346.36500000000001</c:v>
                </c:pt>
                <c:pt idx="4627">
                  <c:v>319.12799999999999</c:v>
                </c:pt>
                <c:pt idx="4628">
                  <c:v>220.977</c:v>
                </c:pt>
                <c:pt idx="4629">
                  <c:v>40.58</c:v>
                </c:pt>
                <c:pt idx="4630">
                  <c:v>35.29</c:v>
                </c:pt>
                <c:pt idx="4631">
                  <c:v>29.897500000000001</c:v>
                </c:pt>
                <c:pt idx="4632">
                  <c:v>24.112500000000001</c:v>
                </c:pt>
                <c:pt idx="4633">
                  <c:v>18.260000000000002</c:v>
                </c:pt>
                <c:pt idx="4634">
                  <c:v>12.615</c:v>
                </c:pt>
                <c:pt idx="4635">
                  <c:v>7.1849999999999996</c:v>
                </c:pt>
                <c:pt idx="4636">
                  <c:v>3.36</c:v>
                </c:pt>
                <c:pt idx="4637">
                  <c:v>1.0525</c:v>
                </c:pt>
                <c:pt idx="4638">
                  <c:v>0.13</c:v>
                </c:pt>
                <c:pt idx="4639" formatCode="0.00">
                  <c:v>0</c:v>
                </c:pt>
                <c:pt idx="4640">
                  <c:v>138.072</c:v>
                </c:pt>
                <c:pt idx="4641">
                  <c:v>127.05500000000001</c:v>
                </c:pt>
                <c:pt idx="4642">
                  <c:v>117.47799999999999</c:v>
                </c:pt>
                <c:pt idx="4643">
                  <c:v>109.58499999999999</c:v>
                </c:pt>
                <c:pt idx="4644">
                  <c:v>106.44</c:v>
                </c:pt>
                <c:pt idx="4645">
                  <c:v>103.348</c:v>
                </c:pt>
                <c:pt idx="4646">
                  <c:v>99.65</c:v>
                </c:pt>
                <c:pt idx="4647">
                  <c:v>97.82</c:v>
                </c:pt>
                <c:pt idx="4648">
                  <c:v>93.457499999999996</c:v>
                </c:pt>
                <c:pt idx="4649">
                  <c:v>89.027500000000003</c:v>
                </c:pt>
                <c:pt idx="4650">
                  <c:v>78.704999999999998</c:v>
                </c:pt>
                <c:pt idx="4651">
                  <c:v>14.14</c:v>
                </c:pt>
                <c:pt idx="4652">
                  <c:v>11.1625</c:v>
                </c:pt>
                <c:pt idx="4653">
                  <c:v>7.1675000000000004</c:v>
                </c:pt>
                <c:pt idx="4654">
                  <c:v>4.6475</c:v>
                </c:pt>
                <c:pt idx="4655">
                  <c:v>2.1924999999999999</c:v>
                </c:pt>
                <c:pt idx="4656">
                  <c:v>1.26</c:v>
                </c:pt>
                <c:pt idx="4657">
                  <c:v>0.88749999999999996</c:v>
                </c:pt>
                <c:pt idx="4658">
                  <c:v>0.22</c:v>
                </c:pt>
                <c:pt idx="4659">
                  <c:v>7.4999999999999997E-2</c:v>
                </c:pt>
                <c:pt idx="4660">
                  <c:v>0</c:v>
                </c:pt>
                <c:pt idx="4661">
                  <c:v>0</c:v>
                </c:pt>
                <c:pt idx="4662">
                  <c:v>0</c:v>
                </c:pt>
                <c:pt idx="4663">
                  <c:v>0</c:v>
                </c:pt>
                <c:pt idx="4664">
                  <c:v>0.16</c:v>
                </c:pt>
                <c:pt idx="4665">
                  <c:v>0.35</c:v>
                </c:pt>
                <c:pt idx="4666">
                  <c:v>0.61499999999999999</c:v>
                </c:pt>
                <c:pt idx="4667">
                  <c:v>1.2725</c:v>
                </c:pt>
                <c:pt idx="4668">
                  <c:v>2.19</c:v>
                </c:pt>
                <c:pt idx="4669">
                  <c:v>3.1349999999999998</c:v>
                </c:pt>
                <c:pt idx="4670">
                  <c:v>4.2625000000000002</c:v>
                </c:pt>
                <c:pt idx="4671">
                  <c:v>5.3475000000000001</c:v>
                </c:pt>
                <c:pt idx="4672">
                  <c:v>6.56</c:v>
                </c:pt>
                <c:pt idx="4673">
                  <c:v>7.69</c:v>
                </c:pt>
                <c:pt idx="4674">
                  <c:v>73.504999999999995</c:v>
                </c:pt>
                <c:pt idx="4675">
                  <c:v>60.482500000000002</c:v>
                </c:pt>
                <c:pt idx="4676">
                  <c:v>57.62</c:v>
                </c:pt>
                <c:pt idx="4677">
                  <c:v>46.015000000000001</c:v>
                </c:pt>
                <c:pt idx="4678">
                  <c:v>43.79</c:v>
                </c:pt>
                <c:pt idx="4679">
                  <c:v>41.237499999999997</c:v>
                </c:pt>
                <c:pt idx="4680">
                  <c:v>39.57</c:v>
                </c:pt>
                <c:pt idx="4681">
                  <c:v>39.147500000000001</c:v>
                </c:pt>
                <c:pt idx="4682">
                  <c:v>38.752499999999998</c:v>
                </c:pt>
                <c:pt idx="4683">
                  <c:v>38.327500000000001</c:v>
                </c:pt>
                <c:pt idx="4684">
                  <c:v>38.232500000000002</c:v>
                </c:pt>
                <c:pt idx="4685">
                  <c:v>37.587499999999999</c:v>
                </c:pt>
                <c:pt idx="4686">
                  <c:v>37.762500000000003</c:v>
                </c:pt>
                <c:pt idx="4687">
                  <c:v>37.615000000000002</c:v>
                </c:pt>
                <c:pt idx="4688">
                  <c:v>37.6875</c:v>
                </c:pt>
                <c:pt idx="4689">
                  <c:v>37.49</c:v>
                </c:pt>
                <c:pt idx="4690">
                  <c:v>37.767499999999998</c:v>
                </c:pt>
                <c:pt idx="4691">
                  <c:v>37.822499999999998</c:v>
                </c:pt>
                <c:pt idx="4692">
                  <c:v>38.002499999999998</c:v>
                </c:pt>
                <c:pt idx="4693">
                  <c:v>39.9375</c:v>
                </c:pt>
                <c:pt idx="4694">
                  <c:v>42.23</c:v>
                </c:pt>
                <c:pt idx="4695">
                  <c:v>44.457500000000003</c:v>
                </c:pt>
                <c:pt idx="4696">
                  <c:v>46.844999999999999</c:v>
                </c:pt>
                <c:pt idx="4697">
                  <c:v>58.41</c:v>
                </c:pt>
                <c:pt idx="4698">
                  <c:v>61.805</c:v>
                </c:pt>
                <c:pt idx="4699">
                  <c:v>64.77</c:v>
                </c:pt>
                <c:pt idx="4700">
                  <c:v>77.89</c:v>
                </c:pt>
                <c:pt idx="4701">
                  <c:v>6.04</c:v>
                </c:pt>
                <c:pt idx="4702">
                  <c:v>4.9000000000000004</c:v>
                </c:pt>
                <c:pt idx="4703">
                  <c:v>3.6949999999999998</c:v>
                </c:pt>
                <c:pt idx="4704">
                  <c:v>2.5924999999999998</c:v>
                </c:pt>
                <c:pt idx="4705">
                  <c:v>1.6425000000000001</c:v>
                </c:pt>
                <c:pt idx="4706">
                  <c:v>0.93500000000000005</c:v>
                </c:pt>
                <c:pt idx="4707">
                  <c:v>0.375</c:v>
                </c:pt>
                <c:pt idx="4708">
                  <c:v>0.125</c:v>
                </c:pt>
                <c:pt idx="4709">
                  <c:v>7.4999999999999997E-2</c:v>
                </c:pt>
                <c:pt idx="4710">
                  <c:v>0</c:v>
                </c:pt>
                <c:pt idx="4711">
                  <c:v>8.2500000000000004E-2</c:v>
                </c:pt>
                <c:pt idx="4712">
                  <c:v>8.2500000000000004E-2</c:v>
                </c:pt>
                <c:pt idx="4713">
                  <c:v>0.14499999999999999</c:v>
                </c:pt>
                <c:pt idx="4714">
                  <c:v>0.29749999999999999</c:v>
                </c:pt>
                <c:pt idx="4715">
                  <c:v>0.98750000000000004</c:v>
                </c:pt>
                <c:pt idx="4716">
                  <c:v>2.3199999999999998</c:v>
                </c:pt>
                <c:pt idx="4717">
                  <c:v>4.8099999999999996</c:v>
                </c:pt>
                <c:pt idx="4718">
                  <c:v>7.8525</c:v>
                </c:pt>
                <c:pt idx="4719">
                  <c:v>11.24</c:v>
                </c:pt>
                <c:pt idx="4720">
                  <c:v>14.842499999999999</c:v>
                </c:pt>
                <c:pt idx="4721">
                  <c:v>19.162500000000001</c:v>
                </c:pt>
                <c:pt idx="4722">
                  <c:v>23.077500000000001</c:v>
                </c:pt>
                <c:pt idx="4723">
                  <c:v>26.984999999999999</c:v>
                </c:pt>
                <c:pt idx="4724">
                  <c:v>31.567499999999999</c:v>
                </c:pt>
                <c:pt idx="4725">
                  <c:v>98.834999999999994</c:v>
                </c:pt>
                <c:pt idx="4726">
                  <c:v>93.04</c:v>
                </c:pt>
                <c:pt idx="4727">
                  <c:v>72.27</c:v>
                </c:pt>
                <c:pt idx="4728">
                  <c:v>71.467500000000001</c:v>
                </c:pt>
                <c:pt idx="4729">
                  <c:v>70.540000000000006</c:v>
                </c:pt>
                <c:pt idx="4730">
                  <c:v>69.72</c:v>
                </c:pt>
                <c:pt idx="4731">
                  <c:v>71.655000000000001</c:v>
                </c:pt>
                <c:pt idx="4732">
                  <c:v>71.207499999999996</c:v>
                </c:pt>
                <c:pt idx="4733">
                  <c:v>71.102500000000006</c:v>
                </c:pt>
                <c:pt idx="4734">
                  <c:v>70.760000000000005</c:v>
                </c:pt>
                <c:pt idx="4735">
                  <c:v>71.760000000000005</c:v>
                </c:pt>
                <c:pt idx="4736">
                  <c:v>71.6875</c:v>
                </c:pt>
                <c:pt idx="4737">
                  <c:v>71.47</c:v>
                </c:pt>
                <c:pt idx="4738">
                  <c:v>71.427499999999995</c:v>
                </c:pt>
                <c:pt idx="4739">
                  <c:v>70.987499999999997</c:v>
                </c:pt>
                <c:pt idx="4740">
                  <c:v>69.739999999999995</c:v>
                </c:pt>
                <c:pt idx="4741">
                  <c:v>68.52</c:v>
                </c:pt>
                <c:pt idx="4742">
                  <c:v>67.25</c:v>
                </c:pt>
                <c:pt idx="4743">
                  <c:v>69.055000000000007</c:v>
                </c:pt>
                <c:pt idx="4744">
                  <c:v>69.177499999999995</c:v>
                </c:pt>
                <c:pt idx="4745">
                  <c:v>69.42</c:v>
                </c:pt>
                <c:pt idx="4746">
                  <c:v>69.512500000000003</c:v>
                </c:pt>
                <c:pt idx="4747">
                  <c:v>70.792500000000004</c:v>
                </c:pt>
                <c:pt idx="4748">
                  <c:v>84.35</c:v>
                </c:pt>
                <c:pt idx="4749">
                  <c:v>91.954999999999998</c:v>
                </c:pt>
                <c:pt idx="4750">
                  <c:v>96.297499999999999</c:v>
                </c:pt>
                <c:pt idx="4751">
                  <c:v>18.782499999999999</c:v>
                </c:pt>
                <c:pt idx="4752">
                  <c:v>15.032500000000001</c:v>
                </c:pt>
                <c:pt idx="4753">
                  <c:v>11.0425</c:v>
                </c:pt>
                <c:pt idx="4754">
                  <c:v>7.2225000000000001</c:v>
                </c:pt>
                <c:pt idx="4755">
                  <c:v>4.4325000000000001</c:v>
                </c:pt>
                <c:pt idx="4756">
                  <c:v>2.2324999999999999</c:v>
                </c:pt>
                <c:pt idx="4757">
                  <c:v>0.90749999999999997</c:v>
                </c:pt>
                <c:pt idx="4758">
                  <c:v>0.35749999999999998</c:v>
                </c:pt>
                <c:pt idx="4759">
                  <c:v>7.4999999999999997E-2</c:v>
                </c:pt>
                <c:pt idx="4760">
                  <c:v>0</c:v>
                </c:pt>
                <c:pt idx="4761">
                  <c:v>0.08</c:v>
                </c:pt>
                <c:pt idx="4762">
                  <c:v>0.08</c:v>
                </c:pt>
                <c:pt idx="4763">
                  <c:v>0.08</c:v>
                </c:pt>
                <c:pt idx="4764">
                  <c:v>0.155</c:v>
                </c:pt>
                <c:pt idx="4765">
                  <c:v>0.69750000000000001</c:v>
                </c:pt>
                <c:pt idx="4766">
                  <c:v>2.1074999999999999</c:v>
                </c:pt>
                <c:pt idx="4767">
                  <c:v>4.6524999999999999</c:v>
                </c:pt>
                <c:pt idx="4768">
                  <c:v>7.96</c:v>
                </c:pt>
                <c:pt idx="4769">
                  <c:v>11.3725</c:v>
                </c:pt>
                <c:pt idx="4770">
                  <c:v>15.422499999999999</c:v>
                </c:pt>
                <c:pt idx="4771">
                  <c:v>20.234999999999999</c:v>
                </c:pt>
                <c:pt idx="4772">
                  <c:v>24.4025</c:v>
                </c:pt>
                <c:pt idx="4773">
                  <c:v>96.372500000000002</c:v>
                </c:pt>
                <c:pt idx="4774">
                  <c:v>89.57</c:v>
                </c:pt>
                <c:pt idx="4775">
                  <c:v>208.78700000000001</c:v>
                </c:pt>
                <c:pt idx="4776">
                  <c:v>252.285</c:v>
                </c:pt>
                <c:pt idx="4777">
                  <c:v>188.33199999999999</c:v>
                </c:pt>
                <c:pt idx="4778">
                  <c:v>218.99799999999999</c:v>
                </c:pt>
                <c:pt idx="4779">
                  <c:v>217.37</c:v>
                </c:pt>
                <c:pt idx="4780">
                  <c:v>266.142</c:v>
                </c:pt>
                <c:pt idx="4781">
                  <c:v>252.21</c:v>
                </c:pt>
                <c:pt idx="4782">
                  <c:v>250.29499999999999</c:v>
                </c:pt>
                <c:pt idx="4783">
                  <c:v>280.25</c:v>
                </c:pt>
                <c:pt idx="4784">
                  <c:v>278.91000000000003</c:v>
                </c:pt>
                <c:pt idx="4785">
                  <c:v>278.29199999999997</c:v>
                </c:pt>
                <c:pt idx="4786">
                  <c:v>278.33199999999999</c:v>
                </c:pt>
                <c:pt idx="4787">
                  <c:v>278.25</c:v>
                </c:pt>
                <c:pt idx="4788">
                  <c:v>277.58499999999998</c:v>
                </c:pt>
                <c:pt idx="4789">
                  <c:v>277.46699999999998</c:v>
                </c:pt>
                <c:pt idx="4790">
                  <c:v>293.31299999999999</c:v>
                </c:pt>
                <c:pt idx="4791">
                  <c:v>277.11</c:v>
                </c:pt>
                <c:pt idx="4792">
                  <c:v>277.88299999999998</c:v>
                </c:pt>
                <c:pt idx="4793">
                  <c:v>285.19</c:v>
                </c:pt>
                <c:pt idx="4794">
                  <c:v>281.05700000000002</c:v>
                </c:pt>
                <c:pt idx="4795">
                  <c:v>200.065</c:v>
                </c:pt>
                <c:pt idx="4796">
                  <c:v>176.33199999999999</c:v>
                </c:pt>
                <c:pt idx="4797">
                  <c:v>176.90199999999999</c:v>
                </c:pt>
                <c:pt idx="4798">
                  <c:v>140.53299999999999</c:v>
                </c:pt>
                <c:pt idx="4799">
                  <c:v>89.92</c:v>
                </c:pt>
                <c:pt idx="4800">
                  <c:v>88.882499999999993</c:v>
                </c:pt>
                <c:pt idx="4801">
                  <c:v>116.175</c:v>
                </c:pt>
                <c:pt idx="4802">
                  <c:v>16.47</c:v>
                </c:pt>
                <c:pt idx="4803">
                  <c:v>12.13</c:v>
                </c:pt>
                <c:pt idx="4804">
                  <c:v>7.9775</c:v>
                </c:pt>
                <c:pt idx="4805">
                  <c:v>4.8775000000000004</c:v>
                </c:pt>
                <c:pt idx="4806">
                  <c:v>2.3650000000000002</c:v>
                </c:pt>
                <c:pt idx="4807">
                  <c:v>1.1850000000000001</c:v>
                </c:pt>
                <c:pt idx="4808">
                  <c:v>0.47499999999999998</c:v>
                </c:pt>
                <c:pt idx="4809">
                  <c:v>7.4999999999999997E-2</c:v>
                </c:pt>
                <c:pt idx="4810" formatCode="0.00">
                  <c:v>0</c:v>
                </c:pt>
                <c:pt idx="4811">
                  <c:v>8.5000000000000006E-2</c:v>
                </c:pt>
                <c:pt idx="4812">
                  <c:v>8.5000000000000006E-2</c:v>
                </c:pt>
                <c:pt idx="4813">
                  <c:v>8.5000000000000006E-2</c:v>
                </c:pt>
                <c:pt idx="4814">
                  <c:v>0.16</c:v>
                </c:pt>
                <c:pt idx="4815">
                  <c:v>0.69</c:v>
                </c:pt>
                <c:pt idx="4816">
                  <c:v>1.9824999999999999</c:v>
                </c:pt>
                <c:pt idx="4817">
                  <c:v>4.4375</c:v>
                </c:pt>
                <c:pt idx="4818">
                  <c:v>6.29</c:v>
                </c:pt>
                <c:pt idx="4819">
                  <c:v>8.9725000000000001</c:v>
                </c:pt>
                <c:pt idx="4820">
                  <c:v>12.145</c:v>
                </c:pt>
                <c:pt idx="4821">
                  <c:v>14.015000000000001</c:v>
                </c:pt>
                <c:pt idx="4822">
                  <c:v>19.2925</c:v>
                </c:pt>
                <c:pt idx="4823">
                  <c:v>22.0625</c:v>
                </c:pt>
                <c:pt idx="4824">
                  <c:v>26.76</c:v>
                </c:pt>
                <c:pt idx="4825">
                  <c:v>44.274999999999999</c:v>
                </c:pt>
                <c:pt idx="4826">
                  <c:v>51.667499999999997</c:v>
                </c:pt>
                <c:pt idx="4827">
                  <c:v>119.852</c:v>
                </c:pt>
                <c:pt idx="4828">
                  <c:v>124.57</c:v>
                </c:pt>
                <c:pt idx="4829">
                  <c:v>129.03299999999999</c:v>
                </c:pt>
                <c:pt idx="4830">
                  <c:v>133.07499999999999</c:v>
                </c:pt>
                <c:pt idx="4831">
                  <c:v>213.99</c:v>
                </c:pt>
                <c:pt idx="4832">
                  <c:v>253.21</c:v>
                </c:pt>
                <c:pt idx="4833">
                  <c:v>305.02199999999999</c:v>
                </c:pt>
                <c:pt idx="4834">
                  <c:v>318.41000000000003</c:v>
                </c:pt>
                <c:pt idx="4835">
                  <c:v>318.05</c:v>
                </c:pt>
                <c:pt idx="4836">
                  <c:v>317.79000000000002</c:v>
                </c:pt>
                <c:pt idx="4837">
                  <c:v>306.267</c:v>
                </c:pt>
                <c:pt idx="4838">
                  <c:v>306.09300000000002</c:v>
                </c:pt>
                <c:pt idx="4839">
                  <c:v>292.33</c:v>
                </c:pt>
                <c:pt idx="4840">
                  <c:v>290.61</c:v>
                </c:pt>
                <c:pt idx="4841">
                  <c:v>251.39</c:v>
                </c:pt>
                <c:pt idx="4842">
                  <c:v>237.065</c:v>
                </c:pt>
                <c:pt idx="4843">
                  <c:v>208.523</c:v>
                </c:pt>
                <c:pt idx="4844">
                  <c:v>167.148</c:v>
                </c:pt>
                <c:pt idx="4845">
                  <c:v>112.8</c:v>
                </c:pt>
                <c:pt idx="4846">
                  <c:v>108.523</c:v>
                </c:pt>
                <c:pt idx="4847">
                  <c:v>109.44</c:v>
                </c:pt>
                <c:pt idx="4848">
                  <c:v>103.253</c:v>
                </c:pt>
                <c:pt idx="4849">
                  <c:v>32.615000000000002</c:v>
                </c:pt>
                <c:pt idx="4850">
                  <c:v>21.182500000000001</c:v>
                </c:pt>
                <c:pt idx="4851">
                  <c:v>14.3575</c:v>
                </c:pt>
                <c:pt idx="4852">
                  <c:v>11.7325</c:v>
                </c:pt>
                <c:pt idx="4853">
                  <c:v>8.8874999999999993</c:v>
                </c:pt>
                <c:pt idx="4854">
                  <c:v>6.2474999999999996</c:v>
                </c:pt>
                <c:pt idx="4855">
                  <c:v>3.3450000000000002</c:v>
                </c:pt>
                <c:pt idx="4856">
                  <c:v>2.27</c:v>
                </c:pt>
                <c:pt idx="4857">
                  <c:v>0.99750000000000005</c:v>
                </c:pt>
                <c:pt idx="4858">
                  <c:v>0.3775</c:v>
                </c:pt>
                <c:pt idx="4859">
                  <c:v>7.4999999999999997E-2</c:v>
                </c:pt>
                <c:pt idx="4860" formatCode="0.00">
                  <c:v>0</c:v>
                </c:pt>
                <c:pt idx="4861">
                  <c:v>8.5000000000000006E-2</c:v>
                </c:pt>
                <c:pt idx="4862">
                  <c:v>8.5000000000000006E-2</c:v>
                </c:pt>
                <c:pt idx="4863">
                  <c:v>8.5000000000000006E-2</c:v>
                </c:pt>
                <c:pt idx="4864">
                  <c:v>0.185</c:v>
                </c:pt>
                <c:pt idx="4865">
                  <c:v>0.6875</c:v>
                </c:pt>
                <c:pt idx="4866">
                  <c:v>1.72</c:v>
                </c:pt>
                <c:pt idx="4867">
                  <c:v>3.5550000000000002</c:v>
                </c:pt>
                <c:pt idx="4868">
                  <c:v>5.8</c:v>
                </c:pt>
                <c:pt idx="4869">
                  <c:v>8.3074999999999992</c:v>
                </c:pt>
                <c:pt idx="4870">
                  <c:v>10.9375</c:v>
                </c:pt>
                <c:pt idx="4871">
                  <c:v>13.664999999999999</c:v>
                </c:pt>
                <c:pt idx="4872">
                  <c:v>16.585000000000001</c:v>
                </c:pt>
                <c:pt idx="4873">
                  <c:v>34.299999999999997</c:v>
                </c:pt>
                <c:pt idx="4874">
                  <c:v>22.454999999999998</c:v>
                </c:pt>
                <c:pt idx="4875">
                  <c:v>25.327500000000001</c:v>
                </c:pt>
                <c:pt idx="4876">
                  <c:v>27.675000000000001</c:v>
                </c:pt>
                <c:pt idx="4877">
                  <c:v>89.55</c:v>
                </c:pt>
                <c:pt idx="4878">
                  <c:v>88.875</c:v>
                </c:pt>
                <c:pt idx="4879">
                  <c:v>89.95</c:v>
                </c:pt>
                <c:pt idx="4880">
                  <c:v>89.6</c:v>
                </c:pt>
                <c:pt idx="4881">
                  <c:v>88.724999999999994</c:v>
                </c:pt>
                <c:pt idx="4882">
                  <c:v>88.75</c:v>
                </c:pt>
                <c:pt idx="4883">
                  <c:v>88.924999999999997</c:v>
                </c:pt>
                <c:pt idx="4884">
                  <c:v>89.35</c:v>
                </c:pt>
                <c:pt idx="4885">
                  <c:v>89</c:v>
                </c:pt>
                <c:pt idx="4886">
                  <c:v>89.075000000000003</c:v>
                </c:pt>
                <c:pt idx="4887">
                  <c:v>89.4</c:v>
                </c:pt>
                <c:pt idx="4888">
                  <c:v>89.55</c:v>
                </c:pt>
                <c:pt idx="4889">
                  <c:v>88.7</c:v>
                </c:pt>
                <c:pt idx="4890">
                  <c:v>88.7</c:v>
                </c:pt>
                <c:pt idx="4891">
                  <c:v>88.75</c:v>
                </c:pt>
                <c:pt idx="4892">
                  <c:v>89.2</c:v>
                </c:pt>
                <c:pt idx="4893">
                  <c:v>88.674999999999997</c:v>
                </c:pt>
                <c:pt idx="4894">
                  <c:v>88.65</c:v>
                </c:pt>
                <c:pt idx="4895">
                  <c:v>88.674999999999997</c:v>
                </c:pt>
                <c:pt idx="4896">
                  <c:v>89.75</c:v>
                </c:pt>
                <c:pt idx="4897">
                  <c:v>75.8125</c:v>
                </c:pt>
                <c:pt idx="4898">
                  <c:v>74.362499999999997</c:v>
                </c:pt>
                <c:pt idx="4899">
                  <c:v>20.5425</c:v>
                </c:pt>
                <c:pt idx="4900">
                  <c:v>17.675000000000001</c:v>
                </c:pt>
                <c:pt idx="4901">
                  <c:v>15.494999999999999</c:v>
                </c:pt>
                <c:pt idx="4902">
                  <c:v>10.7</c:v>
                </c:pt>
                <c:pt idx="4903">
                  <c:v>7.94</c:v>
                </c:pt>
                <c:pt idx="4904">
                  <c:v>5.3650000000000002</c:v>
                </c:pt>
                <c:pt idx="4905">
                  <c:v>3.22</c:v>
                </c:pt>
                <c:pt idx="4906">
                  <c:v>1.7</c:v>
                </c:pt>
                <c:pt idx="4907">
                  <c:v>0.70250000000000001</c:v>
                </c:pt>
                <c:pt idx="4908">
                  <c:v>0.3</c:v>
                </c:pt>
                <c:pt idx="4909">
                  <c:v>0.1</c:v>
                </c:pt>
                <c:pt idx="4910" formatCode="0.00">
                  <c:v>0</c:v>
                </c:pt>
                <c:pt idx="4911">
                  <c:v>8.2500000000000004E-2</c:v>
                </c:pt>
                <c:pt idx="4912">
                  <c:v>8.2500000000000004E-2</c:v>
                </c:pt>
                <c:pt idx="4913">
                  <c:v>8.2500000000000004E-2</c:v>
                </c:pt>
                <c:pt idx="4914">
                  <c:v>0.1825</c:v>
                </c:pt>
                <c:pt idx="4915">
                  <c:v>0.68</c:v>
                </c:pt>
                <c:pt idx="4916">
                  <c:v>1.7224999999999999</c:v>
                </c:pt>
                <c:pt idx="4917">
                  <c:v>3.5874999999999999</c:v>
                </c:pt>
                <c:pt idx="4918">
                  <c:v>5.8849999999999998</c:v>
                </c:pt>
                <c:pt idx="4919">
                  <c:v>8.4450000000000003</c:v>
                </c:pt>
                <c:pt idx="4920">
                  <c:v>11.125</c:v>
                </c:pt>
                <c:pt idx="4921">
                  <c:v>13.925000000000001</c:v>
                </c:pt>
                <c:pt idx="4922">
                  <c:v>23.145</c:v>
                </c:pt>
                <c:pt idx="4923">
                  <c:v>51.012500000000003</c:v>
                </c:pt>
                <c:pt idx="4924">
                  <c:v>57.024999999999999</c:v>
                </c:pt>
                <c:pt idx="4925">
                  <c:v>47.65</c:v>
                </c:pt>
                <c:pt idx="4926">
                  <c:v>66.400000000000006</c:v>
                </c:pt>
                <c:pt idx="4927">
                  <c:v>153.44999999999999</c:v>
                </c:pt>
                <c:pt idx="4928">
                  <c:v>139.57499999999999</c:v>
                </c:pt>
                <c:pt idx="4929">
                  <c:v>141.648</c:v>
                </c:pt>
                <c:pt idx="4930">
                  <c:v>167.76499999999999</c:v>
                </c:pt>
                <c:pt idx="4931">
                  <c:v>93.7</c:v>
                </c:pt>
                <c:pt idx="4932">
                  <c:v>94.65</c:v>
                </c:pt>
                <c:pt idx="4933">
                  <c:v>95.415000000000006</c:v>
                </c:pt>
                <c:pt idx="4934">
                  <c:v>96.53</c:v>
                </c:pt>
                <c:pt idx="4935">
                  <c:v>96.142499999999998</c:v>
                </c:pt>
                <c:pt idx="4936">
                  <c:v>96.182500000000005</c:v>
                </c:pt>
                <c:pt idx="4937">
                  <c:v>96.672499999999999</c:v>
                </c:pt>
                <c:pt idx="4938">
                  <c:v>96.4</c:v>
                </c:pt>
                <c:pt idx="4939">
                  <c:v>94.972499999999997</c:v>
                </c:pt>
                <c:pt idx="4940">
                  <c:v>94.002499999999998</c:v>
                </c:pt>
                <c:pt idx="4941">
                  <c:v>93.5</c:v>
                </c:pt>
                <c:pt idx="4942">
                  <c:v>94.025000000000006</c:v>
                </c:pt>
                <c:pt idx="4943">
                  <c:v>93.5</c:v>
                </c:pt>
                <c:pt idx="4944">
                  <c:v>93.5</c:v>
                </c:pt>
                <c:pt idx="4945">
                  <c:v>93.5</c:v>
                </c:pt>
                <c:pt idx="4946">
                  <c:v>94.45</c:v>
                </c:pt>
                <c:pt idx="4947">
                  <c:v>137.13</c:v>
                </c:pt>
                <c:pt idx="4948">
                  <c:v>166.15</c:v>
                </c:pt>
                <c:pt idx="4949">
                  <c:v>50.28</c:v>
                </c:pt>
                <c:pt idx="4950">
                  <c:v>34.837499999999999</c:v>
                </c:pt>
                <c:pt idx="4951">
                  <c:v>25.21</c:v>
                </c:pt>
                <c:pt idx="4952">
                  <c:v>22.267499999999998</c:v>
                </c:pt>
                <c:pt idx="4953">
                  <c:v>19.43</c:v>
                </c:pt>
                <c:pt idx="4954">
                  <c:v>16.802499999999998</c:v>
                </c:pt>
                <c:pt idx="4955">
                  <c:v>3.35</c:v>
                </c:pt>
                <c:pt idx="4956">
                  <c:v>1.7649999999999999</c:v>
                </c:pt>
                <c:pt idx="4957">
                  <c:v>0.75</c:v>
                </c:pt>
                <c:pt idx="4958">
                  <c:v>0.26750000000000002</c:v>
                </c:pt>
                <c:pt idx="4959">
                  <c:v>0.1</c:v>
                </c:pt>
                <c:pt idx="4960" formatCode="0.00">
                  <c:v>0</c:v>
                </c:pt>
                <c:pt idx="4961">
                  <c:v>0</c:v>
                </c:pt>
                <c:pt idx="4962">
                  <c:v>0</c:v>
                </c:pt>
                <c:pt idx="4963">
                  <c:v>0</c:v>
                </c:pt>
                <c:pt idx="4964">
                  <c:v>0.1</c:v>
                </c:pt>
                <c:pt idx="4965">
                  <c:v>0.22500000000000001</c:v>
                </c:pt>
                <c:pt idx="4966">
                  <c:v>0.52500000000000002</c:v>
                </c:pt>
                <c:pt idx="4967">
                  <c:v>1.4</c:v>
                </c:pt>
                <c:pt idx="4968">
                  <c:v>2.6</c:v>
                </c:pt>
                <c:pt idx="4969">
                  <c:v>3.9249999999999998</c:v>
                </c:pt>
                <c:pt idx="4970">
                  <c:v>5.4249999999999998</c:v>
                </c:pt>
                <c:pt idx="4971">
                  <c:v>6.85</c:v>
                </c:pt>
                <c:pt idx="4972">
                  <c:v>8.5</c:v>
                </c:pt>
                <c:pt idx="4973">
                  <c:v>10.125</c:v>
                </c:pt>
                <c:pt idx="4974">
                  <c:v>11.65</c:v>
                </c:pt>
                <c:pt idx="4975">
                  <c:v>86.775000000000006</c:v>
                </c:pt>
                <c:pt idx="4976">
                  <c:v>86.9</c:v>
                </c:pt>
                <c:pt idx="4977">
                  <c:v>164</c:v>
                </c:pt>
                <c:pt idx="4978">
                  <c:v>112.75</c:v>
                </c:pt>
                <c:pt idx="4979">
                  <c:v>112.72499999999999</c:v>
                </c:pt>
                <c:pt idx="4980">
                  <c:v>112.75</c:v>
                </c:pt>
                <c:pt idx="4981">
                  <c:v>237.55</c:v>
                </c:pt>
                <c:pt idx="4982">
                  <c:v>287.60000000000002</c:v>
                </c:pt>
                <c:pt idx="4983">
                  <c:v>162.57499999999999</c:v>
                </c:pt>
                <c:pt idx="4984">
                  <c:v>163.44999999999999</c:v>
                </c:pt>
                <c:pt idx="4985">
                  <c:v>174.25</c:v>
                </c:pt>
                <c:pt idx="4986">
                  <c:v>173.97499999999999</c:v>
                </c:pt>
                <c:pt idx="4987">
                  <c:v>174.52500000000001</c:v>
                </c:pt>
                <c:pt idx="4988">
                  <c:v>174.45</c:v>
                </c:pt>
                <c:pt idx="4989">
                  <c:v>173.55</c:v>
                </c:pt>
                <c:pt idx="4990">
                  <c:v>173.1</c:v>
                </c:pt>
                <c:pt idx="4991">
                  <c:v>173.125</c:v>
                </c:pt>
                <c:pt idx="4992">
                  <c:v>173.9</c:v>
                </c:pt>
                <c:pt idx="4993">
                  <c:v>172.92500000000001</c:v>
                </c:pt>
                <c:pt idx="4994">
                  <c:v>173.07499999999999</c:v>
                </c:pt>
                <c:pt idx="4995">
                  <c:v>173</c:v>
                </c:pt>
                <c:pt idx="4996">
                  <c:v>174.45</c:v>
                </c:pt>
                <c:pt idx="4997">
                  <c:v>124.5</c:v>
                </c:pt>
                <c:pt idx="4998">
                  <c:v>123.85</c:v>
                </c:pt>
                <c:pt idx="4999">
                  <c:v>131.30000000000001</c:v>
                </c:pt>
                <c:pt idx="5000">
                  <c:v>135.67500000000001</c:v>
                </c:pt>
                <c:pt idx="5001">
                  <c:v>8.4</c:v>
                </c:pt>
                <c:pt idx="5002">
                  <c:v>6.7750000000000004</c:v>
                </c:pt>
                <c:pt idx="5003">
                  <c:v>5.1749999999999998</c:v>
                </c:pt>
                <c:pt idx="5004">
                  <c:v>3.6749999999999998</c:v>
                </c:pt>
                <c:pt idx="5005">
                  <c:v>2.2999999999999998</c:v>
                </c:pt>
                <c:pt idx="5006">
                  <c:v>1.3</c:v>
                </c:pt>
                <c:pt idx="5007">
                  <c:v>0.57499999999999996</c:v>
                </c:pt>
                <c:pt idx="5008">
                  <c:v>0.2</c:v>
                </c:pt>
                <c:pt idx="5009">
                  <c:v>0.1</c:v>
                </c:pt>
                <c:pt idx="5010">
                  <c:v>0</c:v>
                </c:pt>
                <c:pt idx="5011">
                  <c:v>0</c:v>
                </c:pt>
                <c:pt idx="5012">
                  <c:v>0</c:v>
                </c:pt>
                <c:pt idx="5013">
                  <c:v>0</c:v>
                </c:pt>
                <c:pt idx="5014">
                  <c:v>0.1</c:v>
                </c:pt>
                <c:pt idx="5015">
                  <c:v>0.22500000000000001</c:v>
                </c:pt>
                <c:pt idx="5016">
                  <c:v>0.55000000000000004</c:v>
                </c:pt>
                <c:pt idx="5017">
                  <c:v>1.425</c:v>
                </c:pt>
                <c:pt idx="5018">
                  <c:v>2.65</c:v>
                </c:pt>
                <c:pt idx="5019">
                  <c:v>4.25</c:v>
                </c:pt>
                <c:pt idx="5020">
                  <c:v>5.7750000000000004</c:v>
                </c:pt>
                <c:pt idx="5021">
                  <c:v>7.2249999999999996</c:v>
                </c:pt>
                <c:pt idx="5022">
                  <c:v>8.9</c:v>
                </c:pt>
                <c:pt idx="5023">
                  <c:v>10.775</c:v>
                </c:pt>
                <c:pt idx="5024">
                  <c:v>12.324999999999999</c:v>
                </c:pt>
                <c:pt idx="5025">
                  <c:v>87.5</c:v>
                </c:pt>
                <c:pt idx="5026">
                  <c:v>88.9</c:v>
                </c:pt>
                <c:pt idx="5027">
                  <c:v>141.875</c:v>
                </c:pt>
                <c:pt idx="5028">
                  <c:v>143.02500000000001</c:v>
                </c:pt>
                <c:pt idx="5029">
                  <c:v>144</c:v>
                </c:pt>
                <c:pt idx="5030">
                  <c:v>144.80000000000001</c:v>
                </c:pt>
                <c:pt idx="5031">
                  <c:v>145.6</c:v>
                </c:pt>
                <c:pt idx="5032">
                  <c:v>145.92500000000001</c:v>
                </c:pt>
                <c:pt idx="5033">
                  <c:v>146.17500000000001</c:v>
                </c:pt>
                <c:pt idx="5034">
                  <c:v>147.30000000000001</c:v>
                </c:pt>
                <c:pt idx="5035">
                  <c:v>160</c:v>
                </c:pt>
                <c:pt idx="5036">
                  <c:v>160.65</c:v>
                </c:pt>
                <c:pt idx="5037">
                  <c:v>161.17500000000001</c:v>
                </c:pt>
                <c:pt idx="5038">
                  <c:v>160.94999999999999</c:v>
                </c:pt>
                <c:pt idx="5039">
                  <c:v>160.07499999999999</c:v>
                </c:pt>
                <c:pt idx="5040">
                  <c:v>159.6</c:v>
                </c:pt>
                <c:pt idx="5041">
                  <c:v>158.82499999999999</c:v>
                </c:pt>
                <c:pt idx="5042">
                  <c:v>157.125</c:v>
                </c:pt>
                <c:pt idx="5043">
                  <c:v>156.22499999999999</c:v>
                </c:pt>
                <c:pt idx="5044">
                  <c:v>155.875</c:v>
                </c:pt>
                <c:pt idx="5045">
                  <c:v>155.4</c:v>
                </c:pt>
                <c:pt idx="5046">
                  <c:v>140.80000000000001</c:v>
                </c:pt>
                <c:pt idx="5047">
                  <c:v>139.25</c:v>
                </c:pt>
                <c:pt idx="5048">
                  <c:v>138.05000000000001</c:v>
                </c:pt>
                <c:pt idx="5049">
                  <c:v>136.72499999999999</c:v>
                </c:pt>
                <c:pt idx="5050">
                  <c:v>149.82499999999999</c:v>
                </c:pt>
                <c:pt idx="5051">
                  <c:v>9.0500000000000007</c:v>
                </c:pt>
                <c:pt idx="5052">
                  <c:v>7.15</c:v>
                </c:pt>
                <c:pt idx="5053">
                  <c:v>5.5</c:v>
                </c:pt>
                <c:pt idx="5054">
                  <c:v>4</c:v>
                </c:pt>
                <c:pt idx="5055">
                  <c:v>2.5750000000000002</c:v>
                </c:pt>
                <c:pt idx="5056">
                  <c:v>1.325</c:v>
                </c:pt>
                <c:pt idx="5057">
                  <c:v>0.6</c:v>
                </c:pt>
                <c:pt idx="5058">
                  <c:v>0.2</c:v>
                </c:pt>
                <c:pt idx="5059">
                  <c:v>0.1</c:v>
                </c:pt>
                <c:pt idx="5060">
                  <c:v>0</c:v>
                </c:pt>
                <c:pt idx="5061">
                  <c:v>0</c:v>
                </c:pt>
                <c:pt idx="5062" formatCode="0.00">
                  <c:v>0</c:v>
                </c:pt>
                <c:pt idx="5063" formatCode="0.00">
                  <c:v>0</c:v>
                </c:pt>
                <c:pt idx="5064" formatCode="0.00">
                  <c:v>0</c:v>
                </c:pt>
                <c:pt idx="5065" formatCode="0.00">
                  <c:v>0</c:v>
                </c:pt>
                <c:pt idx="5066">
                  <c:v>0.13750000000000001</c:v>
                </c:pt>
                <c:pt idx="5067">
                  <c:v>0.27</c:v>
                </c:pt>
                <c:pt idx="5068">
                  <c:v>1.365</c:v>
                </c:pt>
                <c:pt idx="5069">
                  <c:v>3</c:v>
                </c:pt>
                <c:pt idx="5070">
                  <c:v>5.3925000000000001</c:v>
                </c:pt>
                <c:pt idx="5071">
                  <c:v>8.1575000000000006</c:v>
                </c:pt>
                <c:pt idx="5072">
                  <c:v>11.022500000000001</c:v>
                </c:pt>
                <c:pt idx="5073">
                  <c:v>12.865</c:v>
                </c:pt>
                <c:pt idx="5074">
                  <c:v>102.875</c:v>
                </c:pt>
                <c:pt idx="5075">
                  <c:v>99.21</c:v>
                </c:pt>
                <c:pt idx="5076">
                  <c:v>134.72999999999999</c:v>
                </c:pt>
                <c:pt idx="5077">
                  <c:v>130.89500000000001</c:v>
                </c:pt>
                <c:pt idx="5078">
                  <c:v>116.622</c:v>
                </c:pt>
                <c:pt idx="5079">
                  <c:v>118.688</c:v>
                </c:pt>
                <c:pt idx="5080">
                  <c:v>174.06299999999999</c:v>
                </c:pt>
                <c:pt idx="5081">
                  <c:v>174.875</c:v>
                </c:pt>
                <c:pt idx="5082">
                  <c:v>175.17</c:v>
                </c:pt>
                <c:pt idx="5083">
                  <c:v>176.17</c:v>
                </c:pt>
                <c:pt idx="5084">
                  <c:v>177.24700000000001</c:v>
                </c:pt>
                <c:pt idx="5085">
                  <c:v>179.02699999999999</c:v>
                </c:pt>
                <c:pt idx="5086">
                  <c:v>183.108</c:v>
                </c:pt>
                <c:pt idx="5087">
                  <c:v>183.233</c:v>
                </c:pt>
                <c:pt idx="5088">
                  <c:v>183.34800000000001</c:v>
                </c:pt>
                <c:pt idx="5089">
                  <c:v>183.10499999999999</c:v>
                </c:pt>
                <c:pt idx="5090">
                  <c:v>181.82499999999999</c:v>
                </c:pt>
                <c:pt idx="5091">
                  <c:v>180.148</c:v>
                </c:pt>
                <c:pt idx="5092">
                  <c:v>178.87200000000001</c:v>
                </c:pt>
                <c:pt idx="5093">
                  <c:v>177.93199999999999</c:v>
                </c:pt>
                <c:pt idx="5094">
                  <c:v>175.41800000000001</c:v>
                </c:pt>
                <c:pt idx="5095">
                  <c:v>173.19499999999999</c:v>
                </c:pt>
                <c:pt idx="5096">
                  <c:v>170.32</c:v>
                </c:pt>
                <c:pt idx="5097">
                  <c:v>168.523</c:v>
                </c:pt>
                <c:pt idx="5098">
                  <c:v>111.13</c:v>
                </c:pt>
                <c:pt idx="5099">
                  <c:v>108.36499999999999</c:v>
                </c:pt>
                <c:pt idx="5100">
                  <c:v>105.285</c:v>
                </c:pt>
                <c:pt idx="5101">
                  <c:v>102.22499999999999</c:v>
                </c:pt>
                <c:pt idx="5102">
                  <c:v>10.077500000000001</c:v>
                </c:pt>
                <c:pt idx="5103">
                  <c:v>7.04</c:v>
                </c:pt>
                <c:pt idx="5104">
                  <c:v>4.3025000000000002</c:v>
                </c:pt>
                <c:pt idx="5105">
                  <c:v>2.7349999999999999</c:v>
                </c:pt>
                <c:pt idx="5106">
                  <c:v>1.36</c:v>
                </c:pt>
                <c:pt idx="5107">
                  <c:v>0.5575</c:v>
                </c:pt>
                <c:pt idx="5108">
                  <c:v>0.1825</c:v>
                </c:pt>
                <c:pt idx="5109" formatCode="0.00">
                  <c:v>0</c:v>
                </c:pt>
                <c:pt idx="5110" formatCode="0.00">
                  <c:v>0</c:v>
                </c:pt>
                <c:pt idx="5111" formatCode="0.00">
                  <c:v>0</c:v>
                </c:pt>
                <c:pt idx="5112">
                  <c:v>50</c:v>
                </c:pt>
                <c:pt idx="5113">
                  <c:v>50</c:v>
                </c:pt>
                <c:pt idx="5114">
                  <c:v>50</c:v>
                </c:pt>
                <c:pt idx="5115">
                  <c:v>50.067500000000003</c:v>
                </c:pt>
                <c:pt idx="5116">
                  <c:v>50.274999999999999</c:v>
                </c:pt>
                <c:pt idx="5117">
                  <c:v>50.48</c:v>
                </c:pt>
                <c:pt idx="5118">
                  <c:v>51.677500000000002</c:v>
                </c:pt>
                <c:pt idx="5119">
                  <c:v>53.34</c:v>
                </c:pt>
                <c:pt idx="5120">
                  <c:v>55.744999999999997</c:v>
                </c:pt>
                <c:pt idx="5121">
                  <c:v>58.55</c:v>
                </c:pt>
                <c:pt idx="5122">
                  <c:v>61.354999999999997</c:v>
                </c:pt>
                <c:pt idx="5123">
                  <c:v>63.104999999999997</c:v>
                </c:pt>
                <c:pt idx="5124">
                  <c:v>65.89</c:v>
                </c:pt>
                <c:pt idx="5125">
                  <c:v>68.892499999999998</c:v>
                </c:pt>
                <c:pt idx="5126">
                  <c:v>72.622500000000002</c:v>
                </c:pt>
                <c:pt idx="5127">
                  <c:v>76.092500000000001</c:v>
                </c:pt>
                <c:pt idx="5128">
                  <c:v>79.477500000000006</c:v>
                </c:pt>
                <c:pt idx="5129">
                  <c:v>82.192499999999995</c:v>
                </c:pt>
                <c:pt idx="5130">
                  <c:v>84.075000000000003</c:v>
                </c:pt>
                <c:pt idx="5131">
                  <c:v>85.332499999999996</c:v>
                </c:pt>
                <c:pt idx="5132">
                  <c:v>136.62200000000001</c:v>
                </c:pt>
                <c:pt idx="5133">
                  <c:v>137.49</c:v>
                </c:pt>
                <c:pt idx="5134">
                  <c:v>138.43799999999999</c:v>
                </c:pt>
                <c:pt idx="5135">
                  <c:v>139.227</c:v>
                </c:pt>
                <c:pt idx="5136">
                  <c:v>141.74299999999999</c:v>
                </c:pt>
                <c:pt idx="5137">
                  <c:v>141.785</c:v>
                </c:pt>
                <c:pt idx="5138">
                  <c:v>141.405</c:v>
                </c:pt>
                <c:pt idx="5139">
                  <c:v>140.97499999999999</c:v>
                </c:pt>
                <c:pt idx="5140">
                  <c:v>140.11799999999999</c:v>
                </c:pt>
                <c:pt idx="5141">
                  <c:v>138.62799999999999</c:v>
                </c:pt>
                <c:pt idx="5142">
                  <c:v>137.21799999999999</c:v>
                </c:pt>
                <c:pt idx="5143">
                  <c:v>135.54499999999999</c:v>
                </c:pt>
                <c:pt idx="5144">
                  <c:v>133.785</c:v>
                </c:pt>
                <c:pt idx="5145">
                  <c:v>131.72300000000001</c:v>
                </c:pt>
                <c:pt idx="5146">
                  <c:v>129.03700000000001</c:v>
                </c:pt>
                <c:pt idx="5147">
                  <c:v>126.24</c:v>
                </c:pt>
                <c:pt idx="5148">
                  <c:v>71.102500000000006</c:v>
                </c:pt>
                <c:pt idx="5149">
                  <c:v>68.8125</c:v>
                </c:pt>
                <c:pt idx="5150">
                  <c:v>65.12</c:v>
                </c:pt>
                <c:pt idx="5151">
                  <c:v>62.325000000000003</c:v>
                </c:pt>
                <c:pt idx="5152">
                  <c:v>59.697499999999998</c:v>
                </c:pt>
                <c:pt idx="5153">
                  <c:v>56.792499999999997</c:v>
                </c:pt>
                <c:pt idx="5154">
                  <c:v>54.204999999999998</c:v>
                </c:pt>
                <c:pt idx="5155">
                  <c:v>52.692500000000003</c:v>
                </c:pt>
                <c:pt idx="5156">
                  <c:v>51.357500000000002</c:v>
                </c:pt>
                <c:pt idx="5157">
                  <c:v>50.575000000000003</c:v>
                </c:pt>
                <c:pt idx="5158">
                  <c:v>50.155000000000001</c:v>
                </c:pt>
                <c:pt idx="5159">
                  <c:v>50</c:v>
                </c:pt>
                <c:pt idx="5160" formatCode="0.00">
                  <c:v>0</c:v>
                </c:pt>
                <c:pt idx="5161" formatCode="0.00">
                  <c:v>0</c:v>
                </c:pt>
                <c:pt idx="5162" formatCode="0.00">
                  <c:v>0</c:v>
                </c:pt>
                <c:pt idx="5163" formatCode="0.00">
                  <c:v>0</c:v>
                </c:pt>
                <c:pt idx="5164" formatCode="0.00">
                  <c:v>0</c:v>
                </c:pt>
                <c:pt idx="5165" formatCode="0.00">
                  <c:v>0</c:v>
                </c:pt>
                <c:pt idx="5166">
                  <c:v>7.4999999999999997E-2</c:v>
                </c:pt>
                <c:pt idx="5167">
                  <c:v>0.125</c:v>
                </c:pt>
                <c:pt idx="5168">
                  <c:v>0.7</c:v>
                </c:pt>
                <c:pt idx="5169">
                  <c:v>1.6</c:v>
                </c:pt>
                <c:pt idx="5170">
                  <c:v>3</c:v>
                </c:pt>
                <c:pt idx="5171">
                  <c:v>4.7750000000000004</c:v>
                </c:pt>
                <c:pt idx="5172">
                  <c:v>6.75</c:v>
                </c:pt>
                <c:pt idx="5173">
                  <c:v>8.3000000000000007</c:v>
                </c:pt>
                <c:pt idx="5174">
                  <c:v>9.85</c:v>
                </c:pt>
                <c:pt idx="5175">
                  <c:v>11.3</c:v>
                </c:pt>
                <c:pt idx="5176">
                  <c:v>12.85</c:v>
                </c:pt>
                <c:pt idx="5177">
                  <c:v>14.1</c:v>
                </c:pt>
                <c:pt idx="5178">
                  <c:v>15.225</c:v>
                </c:pt>
                <c:pt idx="5179">
                  <c:v>16.375</c:v>
                </c:pt>
                <c:pt idx="5180">
                  <c:v>17.024999999999999</c:v>
                </c:pt>
                <c:pt idx="5181">
                  <c:v>17.625</c:v>
                </c:pt>
                <c:pt idx="5182">
                  <c:v>18.274999999999999</c:v>
                </c:pt>
                <c:pt idx="5183">
                  <c:v>18.774999999999999</c:v>
                </c:pt>
                <c:pt idx="5184">
                  <c:v>19.324999999999999</c:v>
                </c:pt>
                <c:pt idx="5185">
                  <c:v>19.850000000000001</c:v>
                </c:pt>
                <c:pt idx="5186">
                  <c:v>20.074999999999999</c:v>
                </c:pt>
                <c:pt idx="5187">
                  <c:v>20.25</c:v>
                </c:pt>
                <c:pt idx="5188">
                  <c:v>32.225000000000001</c:v>
                </c:pt>
                <c:pt idx="5189">
                  <c:v>32.1</c:v>
                </c:pt>
                <c:pt idx="5190">
                  <c:v>31.15</c:v>
                </c:pt>
                <c:pt idx="5191">
                  <c:v>30.15</c:v>
                </c:pt>
                <c:pt idx="5192">
                  <c:v>29.5</c:v>
                </c:pt>
                <c:pt idx="5193">
                  <c:v>29.35</c:v>
                </c:pt>
                <c:pt idx="5194">
                  <c:v>27.75</c:v>
                </c:pt>
                <c:pt idx="5195">
                  <c:v>26.625</c:v>
                </c:pt>
                <c:pt idx="5196">
                  <c:v>25.175000000000001</c:v>
                </c:pt>
                <c:pt idx="5197">
                  <c:v>24.824999999999999</c:v>
                </c:pt>
                <c:pt idx="5198">
                  <c:v>23.55</c:v>
                </c:pt>
                <c:pt idx="5199">
                  <c:v>21.9</c:v>
                </c:pt>
                <c:pt idx="5200">
                  <c:v>7.9749999999999996</c:v>
                </c:pt>
                <c:pt idx="5201">
                  <c:v>6.4749999999999996</c:v>
                </c:pt>
                <c:pt idx="5202">
                  <c:v>5.0999999999999996</c:v>
                </c:pt>
                <c:pt idx="5203">
                  <c:v>3.55</c:v>
                </c:pt>
                <c:pt idx="5204">
                  <c:v>2.1749999999999998</c:v>
                </c:pt>
                <c:pt idx="5205">
                  <c:v>1.375</c:v>
                </c:pt>
                <c:pt idx="5206">
                  <c:v>0.67500000000000004</c:v>
                </c:pt>
                <c:pt idx="5207">
                  <c:v>0.27500000000000002</c:v>
                </c:pt>
                <c:pt idx="5208">
                  <c:v>0.1</c:v>
                </c:pt>
                <c:pt idx="5209" formatCode="0.00">
                  <c:v>0</c:v>
                </c:pt>
                <c:pt idx="5210" formatCode="0.00">
                  <c:v>0</c:v>
                </c:pt>
                <c:pt idx="5211" formatCode="0.00">
                  <c:v>0</c:v>
                </c:pt>
                <c:pt idx="5212" formatCode="0.00">
                  <c:v>0</c:v>
                </c:pt>
                <c:pt idx="5213" formatCode="0.00">
                  <c:v>0</c:v>
                </c:pt>
                <c:pt idx="5214" formatCode="0.00">
                  <c:v>0</c:v>
                </c:pt>
                <c:pt idx="5215">
                  <c:v>8.2500000000000004E-2</c:v>
                </c:pt>
                <c:pt idx="5216">
                  <c:v>0.245</c:v>
                </c:pt>
                <c:pt idx="5217">
                  <c:v>0.47249999999999998</c:v>
                </c:pt>
                <c:pt idx="5218">
                  <c:v>1.3474999999999999</c:v>
                </c:pt>
                <c:pt idx="5219">
                  <c:v>3.1225000000000001</c:v>
                </c:pt>
                <c:pt idx="5220">
                  <c:v>5.7474999999999996</c:v>
                </c:pt>
                <c:pt idx="5221">
                  <c:v>8.7149999999999999</c:v>
                </c:pt>
                <c:pt idx="5222">
                  <c:v>12.27</c:v>
                </c:pt>
                <c:pt idx="5223">
                  <c:v>15.6325</c:v>
                </c:pt>
                <c:pt idx="5224">
                  <c:v>18.77</c:v>
                </c:pt>
                <c:pt idx="5225">
                  <c:v>22.0275</c:v>
                </c:pt>
                <c:pt idx="5226">
                  <c:v>50.287500000000001</c:v>
                </c:pt>
                <c:pt idx="5227">
                  <c:v>52.88</c:v>
                </c:pt>
                <c:pt idx="5228">
                  <c:v>56.217500000000001</c:v>
                </c:pt>
                <c:pt idx="5229">
                  <c:v>58.47</c:v>
                </c:pt>
                <c:pt idx="5230">
                  <c:v>59.282499999999999</c:v>
                </c:pt>
                <c:pt idx="5231">
                  <c:v>61.642499999999998</c:v>
                </c:pt>
                <c:pt idx="5232">
                  <c:v>62.442500000000003</c:v>
                </c:pt>
                <c:pt idx="5233">
                  <c:v>62.484999999999999</c:v>
                </c:pt>
                <c:pt idx="5234">
                  <c:v>63.427500000000002</c:v>
                </c:pt>
                <c:pt idx="5235">
                  <c:v>64.314999999999998</c:v>
                </c:pt>
                <c:pt idx="5236">
                  <c:v>126.702</c:v>
                </c:pt>
                <c:pt idx="5237">
                  <c:v>126.89</c:v>
                </c:pt>
                <c:pt idx="5238">
                  <c:v>126.50700000000001</c:v>
                </c:pt>
                <c:pt idx="5239">
                  <c:v>126.75700000000001</c:v>
                </c:pt>
                <c:pt idx="5240">
                  <c:v>126.182</c:v>
                </c:pt>
                <c:pt idx="5241">
                  <c:v>124.505</c:v>
                </c:pt>
                <c:pt idx="5242">
                  <c:v>123.042</c:v>
                </c:pt>
                <c:pt idx="5243">
                  <c:v>121.727</c:v>
                </c:pt>
                <c:pt idx="5244">
                  <c:v>120.7</c:v>
                </c:pt>
                <c:pt idx="5245">
                  <c:v>118.098</c:v>
                </c:pt>
                <c:pt idx="5246">
                  <c:v>115.643</c:v>
                </c:pt>
                <c:pt idx="5247">
                  <c:v>89.19</c:v>
                </c:pt>
                <c:pt idx="5248">
                  <c:v>61.547499999999999</c:v>
                </c:pt>
                <c:pt idx="5249">
                  <c:v>46.587499999999999</c:v>
                </c:pt>
                <c:pt idx="5250">
                  <c:v>42.975000000000001</c:v>
                </c:pt>
                <c:pt idx="5251">
                  <c:v>39.784999999999997</c:v>
                </c:pt>
                <c:pt idx="5252">
                  <c:v>11.57</c:v>
                </c:pt>
                <c:pt idx="5253">
                  <c:v>8.2575000000000003</c:v>
                </c:pt>
                <c:pt idx="5254">
                  <c:v>5.29</c:v>
                </c:pt>
                <c:pt idx="5255">
                  <c:v>3.4175</c:v>
                </c:pt>
                <c:pt idx="5256">
                  <c:v>1.8225</c:v>
                </c:pt>
                <c:pt idx="5257">
                  <c:v>0.70250000000000001</c:v>
                </c:pt>
                <c:pt idx="5258">
                  <c:v>0.1825</c:v>
                </c:pt>
                <c:pt idx="5259" formatCode="0.00">
                  <c:v>0</c:v>
                </c:pt>
                <c:pt idx="5260" formatCode="0.00">
                  <c:v>0</c:v>
                </c:pt>
                <c:pt idx="5261" formatCode="0.00">
                  <c:v>0</c:v>
                </c:pt>
                <c:pt idx="5262" formatCode="0.00">
                  <c:v>0</c:v>
                </c:pt>
                <c:pt idx="5263" formatCode="0.00">
                  <c:v>0</c:v>
                </c:pt>
                <c:pt idx="5264" formatCode="0.00">
                  <c:v>0</c:v>
                </c:pt>
                <c:pt idx="5265" formatCode="0.00">
                  <c:v>0</c:v>
                </c:pt>
                <c:pt idx="5266">
                  <c:v>0.13750000000000001</c:v>
                </c:pt>
                <c:pt idx="5267">
                  <c:v>0.26750000000000002</c:v>
                </c:pt>
                <c:pt idx="5268">
                  <c:v>1.4075</c:v>
                </c:pt>
                <c:pt idx="5269">
                  <c:v>3.1850000000000001</c:v>
                </c:pt>
                <c:pt idx="5270">
                  <c:v>6.01</c:v>
                </c:pt>
                <c:pt idx="5271">
                  <c:v>9.59</c:v>
                </c:pt>
                <c:pt idx="5272">
                  <c:v>13.55</c:v>
                </c:pt>
                <c:pt idx="5273">
                  <c:v>16.647500000000001</c:v>
                </c:pt>
                <c:pt idx="5274">
                  <c:v>19.7425</c:v>
                </c:pt>
                <c:pt idx="5275">
                  <c:v>22.695</c:v>
                </c:pt>
                <c:pt idx="5276">
                  <c:v>25.797499999999999</c:v>
                </c:pt>
                <c:pt idx="5277">
                  <c:v>28.297499999999999</c:v>
                </c:pt>
                <c:pt idx="5278">
                  <c:v>30.5275</c:v>
                </c:pt>
                <c:pt idx="5279">
                  <c:v>32.842500000000001</c:v>
                </c:pt>
                <c:pt idx="5280">
                  <c:v>34.167499999999997</c:v>
                </c:pt>
                <c:pt idx="5281">
                  <c:v>35.387500000000003</c:v>
                </c:pt>
                <c:pt idx="5282">
                  <c:v>36.664999999999999</c:v>
                </c:pt>
                <c:pt idx="5283">
                  <c:v>37.674999999999997</c:v>
                </c:pt>
                <c:pt idx="5284">
                  <c:v>38.762500000000003</c:v>
                </c:pt>
                <c:pt idx="5285">
                  <c:v>39.85</c:v>
                </c:pt>
                <c:pt idx="5286">
                  <c:v>40.299999999999997</c:v>
                </c:pt>
                <c:pt idx="5287">
                  <c:v>40.619999999999997</c:v>
                </c:pt>
                <c:pt idx="5288">
                  <c:v>40.217500000000001</c:v>
                </c:pt>
                <c:pt idx="5289">
                  <c:v>39.950000000000003</c:v>
                </c:pt>
                <c:pt idx="5290">
                  <c:v>50.5075</c:v>
                </c:pt>
                <c:pt idx="5291">
                  <c:v>49.15</c:v>
                </c:pt>
                <c:pt idx="5292">
                  <c:v>47.8675</c:v>
                </c:pt>
                <c:pt idx="5293">
                  <c:v>46.274999999999999</c:v>
                </c:pt>
                <c:pt idx="5294">
                  <c:v>44.362499999999997</c:v>
                </c:pt>
                <c:pt idx="5295">
                  <c:v>42.1</c:v>
                </c:pt>
                <c:pt idx="5296">
                  <c:v>39.19</c:v>
                </c:pt>
                <c:pt idx="5297">
                  <c:v>36.26</c:v>
                </c:pt>
                <c:pt idx="5298">
                  <c:v>22.21</c:v>
                </c:pt>
                <c:pt idx="5299">
                  <c:v>19.877500000000001</c:v>
                </c:pt>
                <c:pt idx="5300">
                  <c:v>16.004999999999999</c:v>
                </c:pt>
                <c:pt idx="5301">
                  <c:v>13.012499999999999</c:v>
                </c:pt>
                <c:pt idx="5302">
                  <c:v>10.23</c:v>
                </c:pt>
                <c:pt idx="5303">
                  <c:v>7.1375000000000002</c:v>
                </c:pt>
                <c:pt idx="5304">
                  <c:v>4.3624999999999998</c:v>
                </c:pt>
                <c:pt idx="5305">
                  <c:v>2.77</c:v>
                </c:pt>
                <c:pt idx="5306">
                  <c:v>1.365</c:v>
                </c:pt>
                <c:pt idx="5307">
                  <c:v>0.54749999999999999</c:v>
                </c:pt>
                <c:pt idx="5308">
                  <c:v>0.18</c:v>
                </c:pt>
                <c:pt idx="5309" formatCode="0.00">
                  <c:v>0</c:v>
                </c:pt>
                <c:pt idx="5310" formatCode="0.00">
                  <c:v>0</c:v>
                </c:pt>
                <c:pt idx="5311" formatCode="0.00">
                  <c:v>0</c:v>
                </c:pt>
                <c:pt idx="5312" formatCode="0.00">
                  <c:v>0</c:v>
                </c:pt>
                <c:pt idx="5313" formatCode="0.00">
                  <c:v>0</c:v>
                </c:pt>
                <c:pt idx="5314" formatCode="0.00">
                  <c:v>0</c:v>
                </c:pt>
                <c:pt idx="5315" formatCode="0.00">
                  <c:v>0</c:v>
                </c:pt>
                <c:pt idx="5316">
                  <c:v>0.13750000000000001</c:v>
                </c:pt>
                <c:pt idx="5317">
                  <c:v>0.27</c:v>
                </c:pt>
                <c:pt idx="5318">
                  <c:v>1.5375000000000001</c:v>
                </c:pt>
                <c:pt idx="5319">
                  <c:v>3.5625</c:v>
                </c:pt>
                <c:pt idx="5320">
                  <c:v>6.9124999999999996</c:v>
                </c:pt>
                <c:pt idx="5321">
                  <c:v>10.83</c:v>
                </c:pt>
                <c:pt idx="5322">
                  <c:v>15.21</c:v>
                </c:pt>
                <c:pt idx="5323">
                  <c:v>18.772500000000001</c:v>
                </c:pt>
                <c:pt idx="5324">
                  <c:v>22.3475</c:v>
                </c:pt>
                <c:pt idx="5325">
                  <c:v>25.7925</c:v>
                </c:pt>
                <c:pt idx="5326">
                  <c:v>29.39</c:v>
                </c:pt>
                <c:pt idx="5327">
                  <c:v>32.417499999999997</c:v>
                </c:pt>
                <c:pt idx="5328">
                  <c:v>35.172499999999999</c:v>
                </c:pt>
                <c:pt idx="5329">
                  <c:v>37.85</c:v>
                </c:pt>
                <c:pt idx="5330">
                  <c:v>39.377499999999998</c:v>
                </c:pt>
                <c:pt idx="5331">
                  <c:v>40.840000000000003</c:v>
                </c:pt>
                <c:pt idx="5332">
                  <c:v>42.337499999999999</c:v>
                </c:pt>
                <c:pt idx="5333">
                  <c:v>43.482500000000002</c:v>
                </c:pt>
                <c:pt idx="5334">
                  <c:v>44.685000000000002</c:v>
                </c:pt>
                <c:pt idx="5335">
                  <c:v>46.884999999999998</c:v>
                </c:pt>
                <c:pt idx="5336">
                  <c:v>58.552500000000002</c:v>
                </c:pt>
                <c:pt idx="5337">
                  <c:v>58.907499999999999</c:v>
                </c:pt>
                <c:pt idx="5338">
                  <c:v>58.7575</c:v>
                </c:pt>
                <c:pt idx="5339">
                  <c:v>58.582500000000003</c:v>
                </c:pt>
                <c:pt idx="5340">
                  <c:v>57.1875</c:v>
                </c:pt>
                <c:pt idx="5341">
                  <c:v>55.125</c:v>
                </c:pt>
                <c:pt idx="5342">
                  <c:v>53.655000000000001</c:v>
                </c:pt>
                <c:pt idx="5343">
                  <c:v>52.762500000000003</c:v>
                </c:pt>
                <c:pt idx="5344">
                  <c:v>49.707500000000003</c:v>
                </c:pt>
                <c:pt idx="5345">
                  <c:v>47.36</c:v>
                </c:pt>
                <c:pt idx="5346">
                  <c:v>44.167499999999997</c:v>
                </c:pt>
                <c:pt idx="5347">
                  <c:v>42.287500000000001</c:v>
                </c:pt>
                <c:pt idx="5348">
                  <c:v>39.265000000000001</c:v>
                </c:pt>
                <c:pt idx="5349">
                  <c:v>35.89</c:v>
                </c:pt>
                <c:pt idx="5350">
                  <c:v>19.12</c:v>
                </c:pt>
                <c:pt idx="5351">
                  <c:v>15.695</c:v>
                </c:pt>
                <c:pt idx="5352">
                  <c:v>12.164999999999999</c:v>
                </c:pt>
                <c:pt idx="5353">
                  <c:v>8.5875000000000004</c:v>
                </c:pt>
                <c:pt idx="5354">
                  <c:v>5.4474999999999998</c:v>
                </c:pt>
                <c:pt idx="5355">
                  <c:v>3.4925000000000002</c:v>
                </c:pt>
                <c:pt idx="5356">
                  <c:v>1.8174999999999999</c:v>
                </c:pt>
                <c:pt idx="5357">
                  <c:v>0.76500000000000001</c:v>
                </c:pt>
                <c:pt idx="5358">
                  <c:v>0.24</c:v>
                </c:pt>
                <c:pt idx="5359" formatCode="0.00">
                  <c:v>0</c:v>
                </c:pt>
                <c:pt idx="5360" formatCode="0.00">
                  <c:v>0</c:v>
                </c:pt>
                <c:pt idx="5361" formatCode="0.00">
                  <c:v>0</c:v>
                </c:pt>
                <c:pt idx="5362" formatCode="0.00">
                  <c:v>0</c:v>
                </c:pt>
                <c:pt idx="5363" formatCode="0.00">
                  <c:v>0</c:v>
                </c:pt>
                <c:pt idx="5364" formatCode="0.00">
                  <c:v>0</c:v>
                </c:pt>
                <c:pt idx="5365">
                  <c:v>0.1</c:v>
                </c:pt>
                <c:pt idx="5366">
                  <c:v>0.53749999999999998</c:v>
                </c:pt>
                <c:pt idx="5367">
                  <c:v>1.0175000000000001</c:v>
                </c:pt>
                <c:pt idx="5368">
                  <c:v>2.1025</c:v>
                </c:pt>
                <c:pt idx="5369">
                  <c:v>4.6725000000000003</c:v>
                </c:pt>
                <c:pt idx="5370">
                  <c:v>8.8350000000000009</c:v>
                </c:pt>
                <c:pt idx="5371">
                  <c:v>12.9575</c:v>
                </c:pt>
                <c:pt idx="5372">
                  <c:v>17.047499999999999</c:v>
                </c:pt>
                <c:pt idx="5373">
                  <c:v>22.577500000000001</c:v>
                </c:pt>
                <c:pt idx="5374">
                  <c:v>27.545000000000002</c:v>
                </c:pt>
                <c:pt idx="5375">
                  <c:v>33.445</c:v>
                </c:pt>
                <c:pt idx="5376">
                  <c:v>39.274999999999999</c:v>
                </c:pt>
                <c:pt idx="5377">
                  <c:v>43.957500000000003</c:v>
                </c:pt>
                <c:pt idx="5378">
                  <c:v>47.78</c:v>
                </c:pt>
                <c:pt idx="5379">
                  <c:v>49.984999999999999</c:v>
                </c:pt>
                <c:pt idx="5380">
                  <c:v>52.657499999999999</c:v>
                </c:pt>
                <c:pt idx="5381">
                  <c:v>55.122500000000002</c:v>
                </c:pt>
                <c:pt idx="5382">
                  <c:v>57.295000000000002</c:v>
                </c:pt>
                <c:pt idx="5383">
                  <c:v>58.88</c:v>
                </c:pt>
                <c:pt idx="5384">
                  <c:v>60.2575</c:v>
                </c:pt>
                <c:pt idx="5385">
                  <c:v>62.59</c:v>
                </c:pt>
                <c:pt idx="5386">
                  <c:v>123.16500000000001</c:v>
                </c:pt>
                <c:pt idx="5387">
                  <c:v>123.708</c:v>
                </c:pt>
                <c:pt idx="5388">
                  <c:v>123.783</c:v>
                </c:pt>
                <c:pt idx="5389">
                  <c:v>123.643</c:v>
                </c:pt>
                <c:pt idx="5390">
                  <c:v>122.25</c:v>
                </c:pt>
                <c:pt idx="5391">
                  <c:v>120.123</c:v>
                </c:pt>
                <c:pt idx="5392">
                  <c:v>118.69799999999999</c:v>
                </c:pt>
                <c:pt idx="5393">
                  <c:v>117.58499999999999</c:v>
                </c:pt>
                <c:pt idx="5394">
                  <c:v>114.30500000000001</c:v>
                </c:pt>
                <c:pt idx="5395">
                  <c:v>111.72499999999999</c:v>
                </c:pt>
                <c:pt idx="5396">
                  <c:v>107.985</c:v>
                </c:pt>
                <c:pt idx="5397">
                  <c:v>105.61</c:v>
                </c:pt>
                <c:pt idx="5398">
                  <c:v>101.82</c:v>
                </c:pt>
                <c:pt idx="5399">
                  <c:v>97.547499999999999</c:v>
                </c:pt>
                <c:pt idx="5400">
                  <c:v>31.39</c:v>
                </c:pt>
                <c:pt idx="5401">
                  <c:v>26.335000000000001</c:v>
                </c:pt>
                <c:pt idx="5402">
                  <c:v>21.69</c:v>
                </c:pt>
                <c:pt idx="5403">
                  <c:v>16.482500000000002</c:v>
                </c:pt>
                <c:pt idx="5404">
                  <c:v>11.395</c:v>
                </c:pt>
                <c:pt idx="5405">
                  <c:v>7.6849999999999996</c:v>
                </c:pt>
                <c:pt idx="5406">
                  <c:v>4.4850000000000003</c:v>
                </c:pt>
                <c:pt idx="5407">
                  <c:v>2.0225</c:v>
                </c:pt>
                <c:pt idx="5408">
                  <c:v>0.67749999999999999</c:v>
                </c:pt>
                <c:pt idx="5409">
                  <c:v>0.25</c:v>
                </c:pt>
                <c:pt idx="5410" formatCode="0.00">
                  <c:v>0</c:v>
                </c:pt>
                <c:pt idx="5411" formatCode="0.00">
                  <c:v>0</c:v>
                </c:pt>
                <c:pt idx="5412" formatCode="0.00">
                  <c:v>0</c:v>
                </c:pt>
                <c:pt idx="5413" formatCode="0.00">
                  <c:v>0</c:v>
                </c:pt>
                <c:pt idx="5414">
                  <c:v>5.5E-2</c:v>
                </c:pt>
                <c:pt idx="5415">
                  <c:v>0.27</c:v>
                </c:pt>
                <c:pt idx="5416">
                  <c:v>0.58750000000000002</c:v>
                </c:pt>
                <c:pt idx="5417">
                  <c:v>1.0325</c:v>
                </c:pt>
                <c:pt idx="5418">
                  <c:v>1.7175</c:v>
                </c:pt>
                <c:pt idx="5419">
                  <c:v>3.6625000000000001</c:v>
                </c:pt>
                <c:pt idx="5420">
                  <c:v>6.2925000000000004</c:v>
                </c:pt>
                <c:pt idx="5421">
                  <c:v>8.7274999999999991</c:v>
                </c:pt>
                <c:pt idx="5422">
                  <c:v>11.9925</c:v>
                </c:pt>
                <c:pt idx="5423">
                  <c:v>15.8925</c:v>
                </c:pt>
                <c:pt idx="5424">
                  <c:v>19.3325</c:v>
                </c:pt>
                <c:pt idx="5425">
                  <c:v>23.1525</c:v>
                </c:pt>
                <c:pt idx="5426">
                  <c:v>26.76</c:v>
                </c:pt>
                <c:pt idx="5427">
                  <c:v>31</c:v>
                </c:pt>
                <c:pt idx="5428">
                  <c:v>33.549999999999997</c:v>
                </c:pt>
                <c:pt idx="5429">
                  <c:v>34.96</c:v>
                </c:pt>
                <c:pt idx="5430">
                  <c:v>37.762500000000003</c:v>
                </c:pt>
                <c:pt idx="5431">
                  <c:v>39.027500000000003</c:v>
                </c:pt>
                <c:pt idx="5432">
                  <c:v>39.215000000000003</c:v>
                </c:pt>
                <c:pt idx="5433">
                  <c:v>40.1</c:v>
                </c:pt>
                <c:pt idx="5434">
                  <c:v>40.8675</c:v>
                </c:pt>
                <c:pt idx="5435">
                  <c:v>42.515000000000001</c:v>
                </c:pt>
                <c:pt idx="5436">
                  <c:v>48.9925</c:v>
                </c:pt>
                <c:pt idx="5437">
                  <c:v>49.327500000000001</c:v>
                </c:pt>
                <c:pt idx="5438">
                  <c:v>49.505000000000003</c:v>
                </c:pt>
                <c:pt idx="5439">
                  <c:v>49.452500000000001</c:v>
                </c:pt>
                <c:pt idx="5440">
                  <c:v>48.405000000000001</c:v>
                </c:pt>
                <c:pt idx="5441">
                  <c:v>47</c:v>
                </c:pt>
                <c:pt idx="5442">
                  <c:v>45.9</c:v>
                </c:pt>
                <c:pt idx="5443">
                  <c:v>45.784999999999997</c:v>
                </c:pt>
                <c:pt idx="5444">
                  <c:v>43.424999999999997</c:v>
                </c:pt>
                <c:pt idx="5445">
                  <c:v>41.872500000000002</c:v>
                </c:pt>
                <c:pt idx="5446">
                  <c:v>39.634999999999998</c:v>
                </c:pt>
                <c:pt idx="5447">
                  <c:v>38.424999999999997</c:v>
                </c:pt>
                <c:pt idx="5448">
                  <c:v>35.835000000000001</c:v>
                </c:pt>
                <c:pt idx="5449">
                  <c:v>25.324999999999999</c:v>
                </c:pt>
                <c:pt idx="5450">
                  <c:v>21.822500000000002</c:v>
                </c:pt>
                <c:pt idx="5451">
                  <c:v>18.149999999999999</c:v>
                </c:pt>
                <c:pt idx="5452">
                  <c:v>14.2</c:v>
                </c:pt>
                <c:pt idx="5453">
                  <c:v>10.395</c:v>
                </c:pt>
                <c:pt idx="5454">
                  <c:v>7.01</c:v>
                </c:pt>
                <c:pt idx="5455">
                  <c:v>4.6475</c:v>
                </c:pt>
                <c:pt idx="5456">
                  <c:v>2.6475</c:v>
                </c:pt>
                <c:pt idx="5457">
                  <c:v>1.06</c:v>
                </c:pt>
                <c:pt idx="5458">
                  <c:v>0.25</c:v>
                </c:pt>
                <c:pt idx="5459" formatCode="0.00">
                  <c:v>0</c:v>
                </c:pt>
                <c:pt idx="5460" formatCode="0.00">
                  <c:v>0</c:v>
                </c:pt>
                <c:pt idx="5461" formatCode="0.00">
                  <c:v>0</c:v>
                </c:pt>
                <c:pt idx="5462" formatCode="0.00">
                  <c:v>0</c:v>
                </c:pt>
                <c:pt idx="5463" formatCode="0.00">
                  <c:v>0</c:v>
                </c:pt>
                <c:pt idx="5464">
                  <c:v>5.5E-2</c:v>
                </c:pt>
                <c:pt idx="5465">
                  <c:v>0.26</c:v>
                </c:pt>
                <c:pt idx="5466">
                  <c:v>0.56999999999999995</c:v>
                </c:pt>
                <c:pt idx="5467">
                  <c:v>1.0249999999999999</c:v>
                </c:pt>
                <c:pt idx="5468">
                  <c:v>1.7075</c:v>
                </c:pt>
                <c:pt idx="5469">
                  <c:v>3.26</c:v>
                </c:pt>
                <c:pt idx="5470">
                  <c:v>5.5724999999999998</c:v>
                </c:pt>
                <c:pt idx="5471">
                  <c:v>7.8650000000000002</c:v>
                </c:pt>
                <c:pt idx="5472">
                  <c:v>10.305</c:v>
                </c:pt>
                <c:pt idx="5473">
                  <c:v>13.73</c:v>
                </c:pt>
                <c:pt idx="5474">
                  <c:v>17.397500000000001</c:v>
                </c:pt>
                <c:pt idx="5475">
                  <c:v>21.467500000000001</c:v>
                </c:pt>
                <c:pt idx="5476">
                  <c:v>25.317499999999999</c:v>
                </c:pt>
                <c:pt idx="5477">
                  <c:v>28.447500000000002</c:v>
                </c:pt>
                <c:pt idx="5478">
                  <c:v>54.77</c:v>
                </c:pt>
                <c:pt idx="5479">
                  <c:v>57.02</c:v>
                </c:pt>
                <c:pt idx="5480">
                  <c:v>59.08</c:v>
                </c:pt>
                <c:pt idx="5481">
                  <c:v>60.862499999999997</c:v>
                </c:pt>
                <c:pt idx="5482">
                  <c:v>95.93</c:v>
                </c:pt>
                <c:pt idx="5483">
                  <c:v>97.922499999999999</c:v>
                </c:pt>
                <c:pt idx="5484">
                  <c:v>99.474999999999994</c:v>
                </c:pt>
                <c:pt idx="5485">
                  <c:v>100.773</c:v>
                </c:pt>
                <c:pt idx="5486">
                  <c:v>67.617500000000007</c:v>
                </c:pt>
                <c:pt idx="5487">
                  <c:v>67.927499999999995</c:v>
                </c:pt>
                <c:pt idx="5488">
                  <c:v>67.922499999999999</c:v>
                </c:pt>
                <c:pt idx="5489">
                  <c:v>67.745000000000005</c:v>
                </c:pt>
                <c:pt idx="5490">
                  <c:v>67.322500000000005</c:v>
                </c:pt>
                <c:pt idx="5491">
                  <c:v>66.444999999999993</c:v>
                </c:pt>
                <c:pt idx="5492">
                  <c:v>65.307500000000005</c:v>
                </c:pt>
                <c:pt idx="5493">
                  <c:v>64.247500000000002</c:v>
                </c:pt>
                <c:pt idx="5494">
                  <c:v>62.77</c:v>
                </c:pt>
                <c:pt idx="5495">
                  <c:v>60.945</c:v>
                </c:pt>
                <c:pt idx="5496">
                  <c:v>58.792499999999997</c:v>
                </c:pt>
                <c:pt idx="5497">
                  <c:v>56.17</c:v>
                </c:pt>
                <c:pt idx="5498">
                  <c:v>53.43</c:v>
                </c:pt>
                <c:pt idx="5499">
                  <c:v>50.552500000000002</c:v>
                </c:pt>
                <c:pt idx="5500">
                  <c:v>46.917499999999997</c:v>
                </c:pt>
                <c:pt idx="5501">
                  <c:v>18.7225</c:v>
                </c:pt>
                <c:pt idx="5502">
                  <c:v>14.4925</c:v>
                </c:pt>
                <c:pt idx="5503">
                  <c:v>11.682499999999999</c:v>
                </c:pt>
                <c:pt idx="5504">
                  <c:v>9.3424999999999994</c:v>
                </c:pt>
                <c:pt idx="5505">
                  <c:v>7.0175000000000001</c:v>
                </c:pt>
                <c:pt idx="5506">
                  <c:v>2.57</c:v>
                </c:pt>
                <c:pt idx="5507">
                  <c:v>1.02</c:v>
                </c:pt>
                <c:pt idx="5508">
                  <c:v>0.24249999999999999</c:v>
                </c:pt>
                <c:pt idx="5509" formatCode="0.00">
                  <c:v>0</c:v>
                </c:pt>
                <c:pt idx="5510" formatCode="0.00">
                  <c:v>0</c:v>
                </c:pt>
                <c:pt idx="5511" formatCode="0.00">
                  <c:v>0</c:v>
                </c:pt>
                <c:pt idx="5512">
                  <c:v>0</c:v>
                </c:pt>
                <c:pt idx="5513">
                  <c:v>0</c:v>
                </c:pt>
                <c:pt idx="5514">
                  <c:v>0</c:v>
                </c:pt>
                <c:pt idx="5515">
                  <c:v>0.1</c:v>
                </c:pt>
                <c:pt idx="5516">
                  <c:v>0.22500000000000001</c:v>
                </c:pt>
                <c:pt idx="5517">
                  <c:v>0.42499999999999999</c:v>
                </c:pt>
                <c:pt idx="5518">
                  <c:v>0.77500000000000002</c:v>
                </c:pt>
                <c:pt idx="5519">
                  <c:v>1.425</c:v>
                </c:pt>
                <c:pt idx="5520">
                  <c:v>2.5499999999999998</c:v>
                </c:pt>
                <c:pt idx="5521">
                  <c:v>3.7749999999999999</c:v>
                </c:pt>
                <c:pt idx="5522">
                  <c:v>4.7249999999999996</c:v>
                </c:pt>
                <c:pt idx="5523">
                  <c:v>6.4249999999999998</c:v>
                </c:pt>
                <c:pt idx="5524">
                  <c:v>8.6</c:v>
                </c:pt>
                <c:pt idx="5525">
                  <c:v>11</c:v>
                </c:pt>
                <c:pt idx="5526">
                  <c:v>13.3</c:v>
                </c:pt>
                <c:pt idx="5527">
                  <c:v>15.15</c:v>
                </c:pt>
                <c:pt idx="5528">
                  <c:v>79.224999999999994</c:v>
                </c:pt>
                <c:pt idx="5529">
                  <c:v>86</c:v>
                </c:pt>
                <c:pt idx="5530">
                  <c:v>86.7</c:v>
                </c:pt>
                <c:pt idx="5531">
                  <c:v>86.3</c:v>
                </c:pt>
                <c:pt idx="5532">
                  <c:v>85.375</c:v>
                </c:pt>
                <c:pt idx="5533">
                  <c:v>85.204999999999998</c:v>
                </c:pt>
                <c:pt idx="5534">
                  <c:v>85.15</c:v>
                </c:pt>
                <c:pt idx="5535">
                  <c:v>86.15</c:v>
                </c:pt>
                <c:pt idx="5536">
                  <c:v>99.825000000000003</c:v>
                </c:pt>
                <c:pt idx="5537">
                  <c:v>99.9</c:v>
                </c:pt>
                <c:pt idx="5538">
                  <c:v>100.02500000000001</c:v>
                </c:pt>
                <c:pt idx="5539">
                  <c:v>100.15</c:v>
                </c:pt>
                <c:pt idx="5540">
                  <c:v>99.474999999999994</c:v>
                </c:pt>
                <c:pt idx="5541">
                  <c:v>98.9</c:v>
                </c:pt>
                <c:pt idx="5542">
                  <c:v>98.9</c:v>
                </c:pt>
                <c:pt idx="5543">
                  <c:v>99.8</c:v>
                </c:pt>
                <c:pt idx="5544">
                  <c:v>98.9</c:v>
                </c:pt>
                <c:pt idx="5545">
                  <c:v>99.15</c:v>
                </c:pt>
                <c:pt idx="5546">
                  <c:v>98.974999999999994</c:v>
                </c:pt>
                <c:pt idx="5547">
                  <c:v>100.27500000000001</c:v>
                </c:pt>
                <c:pt idx="5548">
                  <c:v>39.4</c:v>
                </c:pt>
                <c:pt idx="5549">
                  <c:v>25.15</c:v>
                </c:pt>
                <c:pt idx="5550">
                  <c:v>10.45</c:v>
                </c:pt>
                <c:pt idx="5551">
                  <c:v>8.125</c:v>
                </c:pt>
                <c:pt idx="5552">
                  <c:v>5.625</c:v>
                </c:pt>
                <c:pt idx="5553">
                  <c:v>4.5</c:v>
                </c:pt>
                <c:pt idx="5554">
                  <c:v>3.65</c:v>
                </c:pt>
                <c:pt idx="5555">
                  <c:v>2.4</c:v>
                </c:pt>
                <c:pt idx="5556">
                  <c:v>1.35</c:v>
                </c:pt>
                <c:pt idx="5557">
                  <c:v>0.5</c:v>
                </c:pt>
                <c:pt idx="5558">
                  <c:v>0.1</c:v>
                </c:pt>
                <c:pt idx="5559">
                  <c:v>0</c:v>
                </c:pt>
                <c:pt idx="5560">
                  <c:v>0</c:v>
                </c:pt>
                <c:pt idx="5561">
                  <c:v>0</c:v>
                </c:pt>
                <c:pt idx="5562">
                  <c:v>0</c:v>
                </c:pt>
                <c:pt idx="5563">
                  <c:v>0</c:v>
                </c:pt>
                <c:pt idx="5564">
                  <c:v>0</c:v>
                </c:pt>
                <c:pt idx="5565">
                  <c:v>0.1</c:v>
                </c:pt>
                <c:pt idx="5566">
                  <c:v>0.22500000000000001</c:v>
                </c:pt>
                <c:pt idx="5567">
                  <c:v>0.42499999999999999</c:v>
                </c:pt>
                <c:pt idx="5568">
                  <c:v>0.75</c:v>
                </c:pt>
                <c:pt idx="5569">
                  <c:v>1.4</c:v>
                </c:pt>
                <c:pt idx="5570">
                  <c:v>2.5249999999999999</c:v>
                </c:pt>
                <c:pt idx="5571">
                  <c:v>3.7250000000000001</c:v>
                </c:pt>
                <c:pt idx="5572">
                  <c:v>4.6749999999999998</c:v>
                </c:pt>
                <c:pt idx="5573">
                  <c:v>6.375</c:v>
                </c:pt>
                <c:pt idx="5574">
                  <c:v>8.5</c:v>
                </c:pt>
                <c:pt idx="5575">
                  <c:v>10.9</c:v>
                </c:pt>
                <c:pt idx="5576">
                  <c:v>13.175000000000001</c:v>
                </c:pt>
                <c:pt idx="5577">
                  <c:v>15</c:v>
                </c:pt>
                <c:pt idx="5578">
                  <c:v>16.55</c:v>
                </c:pt>
                <c:pt idx="5579">
                  <c:v>17.899999999999999</c:v>
                </c:pt>
                <c:pt idx="5580">
                  <c:v>19.125</c:v>
                </c:pt>
                <c:pt idx="5581">
                  <c:v>20.2</c:v>
                </c:pt>
                <c:pt idx="5582">
                  <c:v>20.9</c:v>
                </c:pt>
                <c:pt idx="5583">
                  <c:v>21.55</c:v>
                </c:pt>
                <c:pt idx="5584">
                  <c:v>34.549999999999997</c:v>
                </c:pt>
                <c:pt idx="5585">
                  <c:v>59.975000000000001</c:v>
                </c:pt>
                <c:pt idx="5586">
                  <c:v>81.25</c:v>
                </c:pt>
                <c:pt idx="5587">
                  <c:v>81.25</c:v>
                </c:pt>
                <c:pt idx="5588">
                  <c:v>81.25</c:v>
                </c:pt>
                <c:pt idx="5589">
                  <c:v>81.25</c:v>
                </c:pt>
                <c:pt idx="5590">
                  <c:v>81.25</c:v>
                </c:pt>
                <c:pt idx="5591">
                  <c:v>81.25</c:v>
                </c:pt>
                <c:pt idx="5592">
                  <c:v>81.25</c:v>
                </c:pt>
                <c:pt idx="5593">
                  <c:v>81.25</c:v>
                </c:pt>
                <c:pt idx="5594">
                  <c:v>81.25</c:v>
                </c:pt>
                <c:pt idx="5595">
                  <c:v>81.25</c:v>
                </c:pt>
                <c:pt idx="5596">
                  <c:v>81.25</c:v>
                </c:pt>
                <c:pt idx="5597">
                  <c:v>81.25</c:v>
                </c:pt>
                <c:pt idx="5598">
                  <c:v>51.75</c:v>
                </c:pt>
                <c:pt idx="5599">
                  <c:v>37.524999999999999</c:v>
                </c:pt>
                <c:pt idx="5600">
                  <c:v>10.35</c:v>
                </c:pt>
                <c:pt idx="5601">
                  <c:v>8.0500000000000007</c:v>
                </c:pt>
                <c:pt idx="5602">
                  <c:v>5.5750000000000002</c:v>
                </c:pt>
                <c:pt idx="5603">
                  <c:v>4.45</c:v>
                </c:pt>
                <c:pt idx="5604">
                  <c:v>3.625</c:v>
                </c:pt>
                <c:pt idx="5605">
                  <c:v>2.375</c:v>
                </c:pt>
                <c:pt idx="5606">
                  <c:v>1.325</c:v>
                </c:pt>
                <c:pt idx="5607">
                  <c:v>0.5</c:v>
                </c:pt>
                <c:pt idx="5608">
                  <c:v>0.1</c:v>
                </c:pt>
                <c:pt idx="5609">
                  <c:v>0</c:v>
                </c:pt>
                <c:pt idx="5610">
                  <c:v>0</c:v>
                </c:pt>
                <c:pt idx="5611">
                  <c:v>0</c:v>
                </c:pt>
                <c:pt idx="5612" formatCode="0.00">
                  <c:v>0</c:v>
                </c:pt>
                <c:pt idx="5613" formatCode="0.00">
                  <c:v>0</c:v>
                </c:pt>
                <c:pt idx="5614" formatCode="0.00">
                  <c:v>0</c:v>
                </c:pt>
                <c:pt idx="5615">
                  <c:v>0.1</c:v>
                </c:pt>
                <c:pt idx="5616">
                  <c:v>0.22500000000000001</c:v>
                </c:pt>
                <c:pt idx="5617">
                  <c:v>0.42499999999999999</c:v>
                </c:pt>
                <c:pt idx="5618">
                  <c:v>0.77500000000000002</c:v>
                </c:pt>
                <c:pt idx="5619">
                  <c:v>1.425</c:v>
                </c:pt>
                <c:pt idx="5620">
                  <c:v>2.5499999999999998</c:v>
                </c:pt>
                <c:pt idx="5621">
                  <c:v>3.7749999999999999</c:v>
                </c:pt>
                <c:pt idx="5622">
                  <c:v>4.7249999999999996</c:v>
                </c:pt>
                <c:pt idx="5623">
                  <c:v>6.4249999999999998</c:v>
                </c:pt>
                <c:pt idx="5624">
                  <c:v>8.6</c:v>
                </c:pt>
                <c:pt idx="5625">
                  <c:v>11</c:v>
                </c:pt>
                <c:pt idx="5626">
                  <c:v>13.3</c:v>
                </c:pt>
                <c:pt idx="5627">
                  <c:v>15.15</c:v>
                </c:pt>
                <c:pt idx="5628">
                  <c:v>16.7</c:v>
                </c:pt>
                <c:pt idx="5629">
                  <c:v>18.074999999999999</c:v>
                </c:pt>
                <c:pt idx="5630">
                  <c:v>19.324999999999999</c:v>
                </c:pt>
                <c:pt idx="5631">
                  <c:v>20.399999999999999</c:v>
                </c:pt>
                <c:pt idx="5632">
                  <c:v>21.1</c:v>
                </c:pt>
                <c:pt idx="5633">
                  <c:v>21.75</c:v>
                </c:pt>
                <c:pt idx="5634">
                  <c:v>22.274999999999999</c:v>
                </c:pt>
                <c:pt idx="5635">
                  <c:v>22.7</c:v>
                </c:pt>
                <c:pt idx="5636">
                  <c:v>37.200000000000003</c:v>
                </c:pt>
                <c:pt idx="5637">
                  <c:v>35.674999999999997</c:v>
                </c:pt>
                <c:pt idx="5638">
                  <c:v>37.6</c:v>
                </c:pt>
                <c:pt idx="5639">
                  <c:v>37.575000000000003</c:v>
                </c:pt>
                <c:pt idx="5640">
                  <c:v>36.700000000000003</c:v>
                </c:pt>
                <c:pt idx="5641">
                  <c:v>36.024999999999999</c:v>
                </c:pt>
                <c:pt idx="5642">
                  <c:v>35.325000000000003</c:v>
                </c:pt>
                <c:pt idx="5643">
                  <c:v>35.15</c:v>
                </c:pt>
                <c:pt idx="5644">
                  <c:v>33.799999999999997</c:v>
                </c:pt>
                <c:pt idx="5645">
                  <c:v>32.674999999999997</c:v>
                </c:pt>
                <c:pt idx="5646">
                  <c:v>31.375</c:v>
                </c:pt>
                <c:pt idx="5647">
                  <c:v>28.55</c:v>
                </c:pt>
                <c:pt idx="5648">
                  <c:v>14.4</c:v>
                </c:pt>
                <c:pt idx="5649">
                  <c:v>12.65</c:v>
                </c:pt>
                <c:pt idx="5650">
                  <c:v>10.45</c:v>
                </c:pt>
                <c:pt idx="5651">
                  <c:v>8.125</c:v>
                </c:pt>
                <c:pt idx="5652">
                  <c:v>5.625</c:v>
                </c:pt>
                <c:pt idx="5653">
                  <c:v>4.5</c:v>
                </c:pt>
                <c:pt idx="5654">
                  <c:v>3.65</c:v>
                </c:pt>
                <c:pt idx="5655">
                  <c:v>2.4</c:v>
                </c:pt>
                <c:pt idx="5656">
                  <c:v>1.35</c:v>
                </c:pt>
                <c:pt idx="5657">
                  <c:v>0.5</c:v>
                </c:pt>
                <c:pt idx="5658">
                  <c:v>0.1</c:v>
                </c:pt>
                <c:pt idx="5659" formatCode="0.00">
                  <c:v>0</c:v>
                </c:pt>
                <c:pt idx="5660" formatCode="0.00">
                  <c:v>0</c:v>
                </c:pt>
                <c:pt idx="5661" formatCode="0.00">
                  <c:v>0</c:v>
                </c:pt>
                <c:pt idx="5662" formatCode="0.00">
                  <c:v>0</c:v>
                </c:pt>
                <c:pt idx="5663" formatCode="0.00">
                  <c:v>0</c:v>
                </c:pt>
                <c:pt idx="5664">
                  <c:v>5.5E-2</c:v>
                </c:pt>
                <c:pt idx="5665">
                  <c:v>0.155</c:v>
                </c:pt>
                <c:pt idx="5666">
                  <c:v>0.32500000000000001</c:v>
                </c:pt>
                <c:pt idx="5667">
                  <c:v>0.62</c:v>
                </c:pt>
                <c:pt idx="5668">
                  <c:v>0.77500000000000002</c:v>
                </c:pt>
                <c:pt idx="5669">
                  <c:v>1.2749999999999999</c:v>
                </c:pt>
                <c:pt idx="5670">
                  <c:v>2.8149999999999999</c:v>
                </c:pt>
                <c:pt idx="5671">
                  <c:v>3.97</c:v>
                </c:pt>
                <c:pt idx="5672">
                  <c:v>4.9225000000000003</c:v>
                </c:pt>
                <c:pt idx="5673">
                  <c:v>6.5</c:v>
                </c:pt>
                <c:pt idx="5674">
                  <c:v>8.44</c:v>
                </c:pt>
                <c:pt idx="5675">
                  <c:v>10.58</c:v>
                </c:pt>
                <c:pt idx="5676">
                  <c:v>12.6275</c:v>
                </c:pt>
                <c:pt idx="5677">
                  <c:v>14.265000000000001</c:v>
                </c:pt>
                <c:pt idx="5678">
                  <c:v>15.69</c:v>
                </c:pt>
                <c:pt idx="5679">
                  <c:v>16.914999999999999</c:v>
                </c:pt>
                <c:pt idx="5680">
                  <c:v>18.079999999999998</c:v>
                </c:pt>
                <c:pt idx="5681">
                  <c:v>19.0075</c:v>
                </c:pt>
                <c:pt idx="5682">
                  <c:v>19.637499999999999</c:v>
                </c:pt>
                <c:pt idx="5683">
                  <c:v>20.23</c:v>
                </c:pt>
                <c:pt idx="5684">
                  <c:v>20.6875</c:v>
                </c:pt>
                <c:pt idx="5685">
                  <c:v>21.614999999999998</c:v>
                </c:pt>
                <c:pt idx="5686">
                  <c:v>21.704999999999998</c:v>
                </c:pt>
                <c:pt idx="5687">
                  <c:v>22.02</c:v>
                </c:pt>
                <c:pt idx="5688">
                  <c:v>22.1175</c:v>
                </c:pt>
                <c:pt idx="5689">
                  <c:v>22.102499999999999</c:v>
                </c:pt>
                <c:pt idx="5690">
                  <c:v>127.675</c:v>
                </c:pt>
                <c:pt idx="5691">
                  <c:v>127.5</c:v>
                </c:pt>
                <c:pt idx="5692">
                  <c:v>127.5</c:v>
                </c:pt>
                <c:pt idx="5693">
                  <c:v>127.97499999999999</c:v>
                </c:pt>
                <c:pt idx="5694">
                  <c:v>127.5</c:v>
                </c:pt>
                <c:pt idx="5695">
                  <c:v>127.5</c:v>
                </c:pt>
                <c:pt idx="5696">
                  <c:v>78.842500000000001</c:v>
                </c:pt>
                <c:pt idx="5697">
                  <c:v>52.41</c:v>
                </c:pt>
                <c:pt idx="5698">
                  <c:v>13.147500000000001</c:v>
                </c:pt>
                <c:pt idx="5699">
                  <c:v>11.16</c:v>
                </c:pt>
                <c:pt idx="5700">
                  <c:v>9.8224999999999998</c:v>
                </c:pt>
                <c:pt idx="5701">
                  <c:v>7.7450000000000001</c:v>
                </c:pt>
                <c:pt idx="5702">
                  <c:v>5.4924999999999997</c:v>
                </c:pt>
                <c:pt idx="5703">
                  <c:v>4.3925000000000001</c:v>
                </c:pt>
                <c:pt idx="5704">
                  <c:v>3.5425</c:v>
                </c:pt>
                <c:pt idx="5705">
                  <c:v>2.3525</c:v>
                </c:pt>
                <c:pt idx="5706">
                  <c:v>1.355</c:v>
                </c:pt>
                <c:pt idx="5707">
                  <c:v>0.55000000000000004</c:v>
                </c:pt>
                <c:pt idx="5708">
                  <c:v>0.155</c:v>
                </c:pt>
                <c:pt idx="5709" formatCode="0.00">
                  <c:v>0</c:v>
                </c:pt>
                <c:pt idx="5710" formatCode="0.00">
                  <c:v>0</c:v>
                </c:pt>
                <c:pt idx="5711" formatCode="0.00">
                  <c:v>0</c:v>
                </c:pt>
                <c:pt idx="5712" formatCode="0.00">
                  <c:v>0</c:v>
                </c:pt>
                <c:pt idx="5713" formatCode="0.00">
                  <c:v>0</c:v>
                </c:pt>
                <c:pt idx="5714" formatCode="0.00">
                  <c:v>0</c:v>
                </c:pt>
                <c:pt idx="5715" formatCode="0.00">
                  <c:v>0</c:v>
                </c:pt>
                <c:pt idx="5716" formatCode="0.00">
                  <c:v>0</c:v>
                </c:pt>
                <c:pt idx="5717" formatCode="0.00">
                  <c:v>0</c:v>
                </c:pt>
                <c:pt idx="5718" formatCode="0.00">
                  <c:v>0</c:v>
                </c:pt>
                <c:pt idx="5719" formatCode="0.00">
                  <c:v>0</c:v>
                </c:pt>
                <c:pt idx="5720" formatCode="0.00">
                  <c:v>0</c:v>
                </c:pt>
                <c:pt idx="5721" formatCode="0.00">
                  <c:v>0</c:v>
                </c:pt>
                <c:pt idx="5722" formatCode="0.00">
                  <c:v>0</c:v>
                </c:pt>
                <c:pt idx="5723" formatCode="0.00">
                  <c:v>0</c:v>
                </c:pt>
                <c:pt idx="5724" formatCode="0.00">
                  <c:v>0</c:v>
                </c:pt>
                <c:pt idx="5725" formatCode="0.00">
                  <c:v>0</c:v>
                </c:pt>
                <c:pt idx="5726" formatCode="0.00">
                  <c:v>0</c:v>
                </c:pt>
                <c:pt idx="5727" formatCode="0.00">
                  <c:v>0</c:v>
                </c:pt>
                <c:pt idx="5728" formatCode="0.00">
                  <c:v>0</c:v>
                </c:pt>
                <c:pt idx="5729" formatCode="0.00">
                  <c:v>0</c:v>
                </c:pt>
                <c:pt idx="5730" formatCode="0.00">
                  <c:v>0</c:v>
                </c:pt>
                <c:pt idx="5731" formatCode="0.00">
                  <c:v>0</c:v>
                </c:pt>
                <c:pt idx="5732">
                  <c:v>0.67500000000000004</c:v>
                </c:pt>
                <c:pt idx="5733" formatCode="0.00">
                  <c:v>0</c:v>
                </c:pt>
                <c:pt idx="5734" formatCode="0.00">
                  <c:v>0</c:v>
                </c:pt>
                <c:pt idx="5735" formatCode="0.00">
                  <c:v>0</c:v>
                </c:pt>
                <c:pt idx="5736">
                  <c:v>15.55</c:v>
                </c:pt>
                <c:pt idx="5737">
                  <c:v>15.45</c:v>
                </c:pt>
                <c:pt idx="5738">
                  <c:v>15.574999999999999</c:v>
                </c:pt>
                <c:pt idx="5739">
                  <c:v>15.7</c:v>
                </c:pt>
                <c:pt idx="5740">
                  <c:v>15.775</c:v>
                </c:pt>
                <c:pt idx="5741">
                  <c:v>15.175000000000001</c:v>
                </c:pt>
                <c:pt idx="5742">
                  <c:v>15</c:v>
                </c:pt>
                <c:pt idx="5743">
                  <c:v>15</c:v>
                </c:pt>
                <c:pt idx="5744">
                  <c:v>15.475</c:v>
                </c:pt>
                <c:pt idx="5745">
                  <c:v>15</c:v>
                </c:pt>
                <c:pt idx="5746" formatCode="0.00">
                  <c:v>0</c:v>
                </c:pt>
                <c:pt idx="5747" formatCode="0.00">
                  <c:v>0</c:v>
                </c:pt>
                <c:pt idx="5748" formatCode="0.00">
                  <c:v>0</c:v>
                </c:pt>
                <c:pt idx="5749" formatCode="0.00">
                  <c:v>0</c:v>
                </c:pt>
                <c:pt idx="5750" formatCode="0.00">
                  <c:v>0</c:v>
                </c:pt>
                <c:pt idx="5751" formatCode="0.00">
                  <c:v>0</c:v>
                </c:pt>
                <c:pt idx="5752" formatCode="0.00">
                  <c:v>0</c:v>
                </c:pt>
                <c:pt idx="5753" formatCode="0.00">
                  <c:v>0</c:v>
                </c:pt>
                <c:pt idx="5754" formatCode="0.00">
                  <c:v>0</c:v>
                </c:pt>
                <c:pt idx="5755" formatCode="0.00">
                  <c:v>0</c:v>
                </c:pt>
                <c:pt idx="5756" formatCode="0.00">
                  <c:v>0</c:v>
                </c:pt>
                <c:pt idx="5757" formatCode="0.00">
                  <c:v>0</c:v>
                </c:pt>
                <c:pt idx="5758" formatCode="0.00">
                  <c:v>0</c:v>
                </c:pt>
                <c:pt idx="5759" formatCode="0.00">
                  <c:v>0</c:v>
                </c:pt>
                <c:pt idx="5760" formatCode="0.00">
                  <c:v>0</c:v>
                </c:pt>
                <c:pt idx="5761" formatCode="0.00">
                  <c:v>0</c:v>
                </c:pt>
                <c:pt idx="5762" formatCode="0.00">
                  <c:v>0</c:v>
                </c:pt>
                <c:pt idx="5763" formatCode="0.00">
                  <c:v>0</c:v>
                </c:pt>
                <c:pt idx="5764" formatCode="0.00">
                  <c:v>0</c:v>
                </c:pt>
                <c:pt idx="5765">
                  <c:v>5.5E-2</c:v>
                </c:pt>
                <c:pt idx="5766">
                  <c:v>0.13500000000000001</c:v>
                </c:pt>
                <c:pt idx="5767">
                  <c:v>0.23749999999999999</c:v>
                </c:pt>
                <c:pt idx="5768">
                  <c:v>0.35</c:v>
                </c:pt>
                <c:pt idx="5769">
                  <c:v>0.48249999999999998</c:v>
                </c:pt>
                <c:pt idx="5770">
                  <c:v>0.625</c:v>
                </c:pt>
                <c:pt idx="5771">
                  <c:v>0.76500000000000001</c:v>
                </c:pt>
                <c:pt idx="5772">
                  <c:v>0.91</c:v>
                </c:pt>
                <c:pt idx="5773">
                  <c:v>1.0525</c:v>
                </c:pt>
                <c:pt idx="5774">
                  <c:v>1.18</c:v>
                </c:pt>
                <c:pt idx="5775">
                  <c:v>1.3</c:v>
                </c:pt>
                <c:pt idx="5776">
                  <c:v>1.4125000000000001</c:v>
                </c:pt>
                <c:pt idx="5777">
                  <c:v>1.53</c:v>
                </c:pt>
                <c:pt idx="5778">
                  <c:v>1.6225000000000001</c:v>
                </c:pt>
                <c:pt idx="5779">
                  <c:v>1.6875</c:v>
                </c:pt>
                <c:pt idx="5780">
                  <c:v>1.78</c:v>
                </c:pt>
                <c:pt idx="5781">
                  <c:v>1.855</c:v>
                </c:pt>
                <c:pt idx="5782">
                  <c:v>1.8825000000000001</c:v>
                </c:pt>
                <c:pt idx="5783">
                  <c:v>1.91</c:v>
                </c:pt>
                <c:pt idx="5784">
                  <c:v>1.9450000000000001</c:v>
                </c:pt>
                <c:pt idx="5785">
                  <c:v>1.9550000000000001</c:v>
                </c:pt>
                <c:pt idx="5786">
                  <c:v>11.965</c:v>
                </c:pt>
                <c:pt idx="5787">
                  <c:v>11.952500000000001</c:v>
                </c:pt>
                <c:pt idx="5788">
                  <c:v>11.9275</c:v>
                </c:pt>
                <c:pt idx="5789">
                  <c:v>11.925000000000001</c:v>
                </c:pt>
                <c:pt idx="5790">
                  <c:v>11.9</c:v>
                </c:pt>
                <c:pt idx="5791">
                  <c:v>11.862500000000001</c:v>
                </c:pt>
                <c:pt idx="5792">
                  <c:v>11.824999999999999</c:v>
                </c:pt>
                <c:pt idx="5793">
                  <c:v>11.772500000000001</c:v>
                </c:pt>
                <c:pt idx="5794">
                  <c:v>11.695</c:v>
                </c:pt>
                <c:pt idx="5795">
                  <c:v>11.61</c:v>
                </c:pt>
                <c:pt idx="5796">
                  <c:v>11.512499999999999</c:v>
                </c:pt>
                <c:pt idx="5797">
                  <c:v>11.397500000000001</c:v>
                </c:pt>
                <c:pt idx="5798">
                  <c:v>1.2775000000000001</c:v>
                </c:pt>
                <c:pt idx="5799">
                  <c:v>1.1675</c:v>
                </c:pt>
                <c:pt idx="5800">
                  <c:v>1.0375000000000001</c:v>
                </c:pt>
                <c:pt idx="5801">
                  <c:v>0.89249999999999996</c:v>
                </c:pt>
                <c:pt idx="5802">
                  <c:v>0.74750000000000005</c:v>
                </c:pt>
                <c:pt idx="5803">
                  <c:v>0.60250000000000004</c:v>
                </c:pt>
                <c:pt idx="5804">
                  <c:v>0.46</c:v>
                </c:pt>
                <c:pt idx="5805">
                  <c:v>0.32500000000000001</c:v>
                </c:pt>
                <c:pt idx="5806">
                  <c:v>0.2175</c:v>
                </c:pt>
                <c:pt idx="5807">
                  <c:v>0.13</c:v>
                </c:pt>
                <c:pt idx="5808">
                  <c:v>6.25E-2</c:v>
                </c:pt>
                <c:pt idx="5809" formatCode="0.00">
                  <c:v>0</c:v>
                </c:pt>
                <c:pt idx="5810" formatCode="0.00">
                  <c:v>0</c:v>
                </c:pt>
                <c:pt idx="5811" formatCode="0.00">
                  <c:v>0</c:v>
                </c:pt>
                <c:pt idx="5812" formatCode="0.00">
                  <c:v>0</c:v>
                </c:pt>
                <c:pt idx="5813" formatCode="0.00">
                  <c:v>0</c:v>
                </c:pt>
                <c:pt idx="5814" formatCode="0.00">
                  <c:v>0</c:v>
                </c:pt>
                <c:pt idx="5815">
                  <c:v>0.1575</c:v>
                </c:pt>
                <c:pt idx="5816">
                  <c:v>0.35</c:v>
                </c:pt>
                <c:pt idx="5817">
                  <c:v>0.65</c:v>
                </c:pt>
                <c:pt idx="5818">
                  <c:v>1.07</c:v>
                </c:pt>
                <c:pt idx="5819">
                  <c:v>1.7975000000000001</c:v>
                </c:pt>
                <c:pt idx="5820">
                  <c:v>2.99</c:v>
                </c:pt>
                <c:pt idx="5821">
                  <c:v>4.2324999999999999</c:v>
                </c:pt>
                <c:pt idx="5822">
                  <c:v>5.2774999999999999</c:v>
                </c:pt>
                <c:pt idx="5823">
                  <c:v>6.9675000000000002</c:v>
                </c:pt>
                <c:pt idx="5824">
                  <c:v>9.09</c:v>
                </c:pt>
                <c:pt idx="5825">
                  <c:v>11.4125</c:v>
                </c:pt>
                <c:pt idx="5826">
                  <c:v>13.6525</c:v>
                </c:pt>
                <c:pt idx="5827">
                  <c:v>15.465</c:v>
                </c:pt>
                <c:pt idx="5828">
                  <c:v>16.98</c:v>
                </c:pt>
                <c:pt idx="5829">
                  <c:v>18.327500000000001</c:v>
                </c:pt>
                <c:pt idx="5830">
                  <c:v>19.537500000000001</c:v>
                </c:pt>
                <c:pt idx="5831">
                  <c:v>20.607500000000002</c:v>
                </c:pt>
                <c:pt idx="5832">
                  <c:v>21.28</c:v>
                </c:pt>
                <c:pt idx="5833">
                  <c:v>21.912500000000001</c:v>
                </c:pt>
                <c:pt idx="5834">
                  <c:v>22.4175</c:v>
                </c:pt>
                <c:pt idx="5835">
                  <c:v>22.805</c:v>
                </c:pt>
                <c:pt idx="5836">
                  <c:v>23.08</c:v>
                </c:pt>
                <c:pt idx="5837">
                  <c:v>23.245000000000001</c:v>
                </c:pt>
                <c:pt idx="5838">
                  <c:v>23.22</c:v>
                </c:pt>
                <c:pt idx="5839">
                  <c:v>23.12</c:v>
                </c:pt>
                <c:pt idx="5840">
                  <c:v>22.8325</c:v>
                </c:pt>
                <c:pt idx="5841">
                  <c:v>22.32</c:v>
                </c:pt>
                <c:pt idx="5842">
                  <c:v>21.655000000000001</c:v>
                </c:pt>
                <c:pt idx="5843">
                  <c:v>20.995000000000001</c:v>
                </c:pt>
                <c:pt idx="5844">
                  <c:v>20.0825</c:v>
                </c:pt>
                <c:pt idx="5845">
                  <c:v>18.97</c:v>
                </c:pt>
                <c:pt idx="5846">
                  <c:v>17.670000000000002</c:v>
                </c:pt>
                <c:pt idx="5847">
                  <c:v>16.107500000000002</c:v>
                </c:pt>
                <c:pt idx="5848">
                  <c:v>14.4725</c:v>
                </c:pt>
                <c:pt idx="5849">
                  <c:v>12.77</c:v>
                </c:pt>
                <c:pt idx="5850">
                  <c:v>10.6225</c:v>
                </c:pt>
                <c:pt idx="5851">
                  <c:v>8.3674999999999997</c:v>
                </c:pt>
                <c:pt idx="5852">
                  <c:v>5.9225000000000003</c:v>
                </c:pt>
                <c:pt idx="5853">
                  <c:v>4.7575000000000003</c:v>
                </c:pt>
                <c:pt idx="5854">
                  <c:v>3.8424999999999998</c:v>
                </c:pt>
                <c:pt idx="5855">
                  <c:v>2.5575000000000001</c:v>
                </c:pt>
                <c:pt idx="5856">
                  <c:v>1.48</c:v>
                </c:pt>
                <c:pt idx="5857">
                  <c:v>0.61750000000000005</c:v>
                </c:pt>
                <c:pt idx="5858">
                  <c:v>0.17249999999999999</c:v>
                </c:pt>
                <c:pt idx="5859" formatCode="0.00">
                  <c:v>0</c:v>
                </c:pt>
                <c:pt idx="5860" formatCode="0.00">
                  <c:v>0</c:v>
                </c:pt>
                <c:pt idx="5861" formatCode="0.00">
                  <c:v>0</c:v>
                </c:pt>
                <c:pt idx="5862" formatCode="0.00">
                  <c:v>0</c:v>
                </c:pt>
                <c:pt idx="5863" formatCode="0.00">
                  <c:v>0</c:v>
                </c:pt>
                <c:pt idx="5864">
                  <c:v>5.5E-2</c:v>
                </c:pt>
                <c:pt idx="5865">
                  <c:v>0.17749999999999999</c:v>
                </c:pt>
                <c:pt idx="5866">
                  <c:v>0.38750000000000001</c:v>
                </c:pt>
                <c:pt idx="5867">
                  <c:v>0.69750000000000001</c:v>
                </c:pt>
                <c:pt idx="5868">
                  <c:v>1.1100000000000001</c:v>
                </c:pt>
                <c:pt idx="5869">
                  <c:v>1.84</c:v>
                </c:pt>
                <c:pt idx="5870">
                  <c:v>3.0225</c:v>
                </c:pt>
                <c:pt idx="5871">
                  <c:v>4.2774999999999999</c:v>
                </c:pt>
                <c:pt idx="5872">
                  <c:v>5.3049999999999997</c:v>
                </c:pt>
                <c:pt idx="5873">
                  <c:v>7.01</c:v>
                </c:pt>
                <c:pt idx="5874">
                  <c:v>9.1425000000000001</c:v>
                </c:pt>
                <c:pt idx="5875">
                  <c:v>11.477499999999999</c:v>
                </c:pt>
                <c:pt idx="5876">
                  <c:v>13.737500000000001</c:v>
                </c:pt>
                <c:pt idx="5877">
                  <c:v>15.574999999999999</c:v>
                </c:pt>
                <c:pt idx="5878">
                  <c:v>17.0975</c:v>
                </c:pt>
                <c:pt idx="5879">
                  <c:v>18.45</c:v>
                </c:pt>
                <c:pt idx="5880">
                  <c:v>19.677499999999998</c:v>
                </c:pt>
                <c:pt idx="5881">
                  <c:v>20.75</c:v>
                </c:pt>
                <c:pt idx="5882">
                  <c:v>21.43</c:v>
                </c:pt>
                <c:pt idx="5883">
                  <c:v>22.04</c:v>
                </c:pt>
                <c:pt idx="5884">
                  <c:v>22.535</c:v>
                </c:pt>
                <c:pt idx="5885">
                  <c:v>22.93</c:v>
                </c:pt>
                <c:pt idx="5886">
                  <c:v>23.184999999999999</c:v>
                </c:pt>
                <c:pt idx="5887">
                  <c:v>22.28</c:v>
                </c:pt>
                <c:pt idx="5888">
                  <c:v>21.725000000000001</c:v>
                </c:pt>
                <c:pt idx="5889">
                  <c:v>21.105</c:v>
                </c:pt>
                <c:pt idx="5890">
                  <c:v>20.32</c:v>
                </c:pt>
                <c:pt idx="5891">
                  <c:v>19.344999999999999</c:v>
                </c:pt>
                <c:pt idx="5892">
                  <c:v>18.8</c:v>
                </c:pt>
                <c:pt idx="5893">
                  <c:v>18.232500000000002</c:v>
                </c:pt>
                <c:pt idx="5894">
                  <c:v>17.4375</c:v>
                </c:pt>
                <c:pt idx="5895">
                  <c:v>16.4725</c:v>
                </c:pt>
                <c:pt idx="5896">
                  <c:v>15.352499999999999</c:v>
                </c:pt>
                <c:pt idx="5897">
                  <c:v>13.984999999999999</c:v>
                </c:pt>
                <c:pt idx="5898">
                  <c:v>12.57</c:v>
                </c:pt>
                <c:pt idx="5899">
                  <c:v>11.08</c:v>
                </c:pt>
                <c:pt idx="5900">
                  <c:v>9.2174999999999994</c:v>
                </c:pt>
                <c:pt idx="5901">
                  <c:v>7.2750000000000004</c:v>
                </c:pt>
                <c:pt idx="5902">
                  <c:v>5.1725000000000003</c:v>
                </c:pt>
                <c:pt idx="5903">
                  <c:v>4.1425000000000001</c:v>
                </c:pt>
                <c:pt idx="5904">
                  <c:v>3.3624999999999998</c:v>
                </c:pt>
                <c:pt idx="5905">
                  <c:v>2.2324999999999999</c:v>
                </c:pt>
                <c:pt idx="5906">
                  <c:v>1.3274999999999999</c:v>
                </c:pt>
                <c:pt idx="5907">
                  <c:v>0.57750000000000001</c:v>
                </c:pt>
                <c:pt idx="5908">
                  <c:v>0.17</c:v>
                </c:pt>
                <c:pt idx="5909" formatCode="0.00">
                  <c:v>0</c:v>
                </c:pt>
                <c:pt idx="5910" formatCode="0.00">
                  <c:v>0</c:v>
                </c:pt>
                <c:pt idx="5911" formatCode="0.00">
                  <c:v>0</c:v>
                </c:pt>
                <c:pt idx="5912" formatCode="0.00">
                  <c:v>0</c:v>
                </c:pt>
                <c:pt idx="5913" formatCode="0.00">
                  <c:v>0</c:v>
                </c:pt>
                <c:pt idx="5914" formatCode="0.00">
                  <c:v>0</c:v>
                </c:pt>
                <c:pt idx="5915">
                  <c:v>0.1</c:v>
                </c:pt>
                <c:pt idx="5916">
                  <c:v>0.2</c:v>
                </c:pt>
                <c:pt idx="5917">
                  <c:v>0.4</c:v>
                </c:pt>
                <c:pt idx="5918">
                  <c:v>0.7</c:v>
                </c:pt>
                <c:pt idx="5919">
                  <c:v>1.325</c:v>
                </c:pt>
                <c:pt idx="5920">
                  <c:v>2.375</c:v>
                </c:pt>
                <c:pt idx="5921">
                  <c:v>3.5</c:v>
                </c:pt>
                <c:pt idx="5922">
                  <c:v>4.4000000000000004</c:v>
                </c:pt>
                <c:pt idx="5923">
                  <c:v>5.9749999999999996</c:v>
                </c:pt>
                <c:pt idx="5924">
                  <c:v>8</c:v>
                </c:pt>
                <c:pt idx="5925">
                  <c:v>10.225</c:v>
                </c:pt>
                <c:pt idx="5926">
                  <c:v>12.375</c:v>
                </c:pt>
                <c:pt idx="5927">
                  <c:v>14.1</c:v>
                </c:pt>
                <c:pt idx="5928">
                  <c:v>15.55</c:v>
                </c:pt>
                <c:pt idx="5929">
                  <c:v>16.824999999999999</c:v>
                </c:pt>
                <c:pt idx="5930">
                  <c:v>17.975000000000001</c:v>
                </c:pt>
                <c:pt idx="5931">
                  <c:v>18.975000000000001</c:v>
                </c:pt>
                <c:pt idx="5932">
                  <c:v>19.649999999999999</c:v>
                </c:pt>
                <c:pt idx="5933">
                  <c:v>20.25</c:v>
                </c:pt>
                <c:pt idx="5934">
                  <c:v>20.725000000000001</c:v>
                </c:pt>
                <c:pt idx="5935">
                  <c:v>21.1</c:v>
                </c:pt>
                <c:pt idx="5936">
                  <c:v>21.375</c:v>
                </c:pt>
                <c:pt idx="5937">
                  <c:v>21.55</c:v>
                </c:pt>
                <c:pt idx="5938">
                  <c:v>21.55</c:v>
                </c:pt>
                <c:pt idx="5939">
                  <c:v>21.45</c:v>
                </c:pt>
                <c:pt idx="5940">
                  <c:v>21.2</c:v>
                </c:pt>
                <c:pt idx="5941">
                  <c:v>20.725000000000001</c:v>
                </c:pt>
                <c:pt idx="5942">
                  <c:v>20.074999999999999</c:v>
                </c:pt>
                <c:pt idx="5943">
                  <c:v>19.475000000000001</c:v>
                </c:pt>
                <c:pt idx="5944">
                  <c:v>18.649999999999999</c:v>
                </c:pt>
                <c:pt idx="5945">
                  <c:v>17.625</c:v>
                </c:pt>
                <c:pt idx="5946">
                  <c:v>16.399999999999999</c:v>
                </c:pt>
                <c:pt idx="5947">
                  <c:v>14.925000000000001</c:v>
                </c:pt>
                <c:pt idx="5948">
                  <c:v>13.4</c:v>
                </c:pt>
                <c:pt idx="5949">
                  <c:v>11.75</c:v>
                </c:pt>
                <c:pt idx="5950">
                  <c:v>9.7249999999999996</c:v>
                </c:pt>
                <c:pt idx="5951">
                  <c:v>7.5750000000000002</c:v>
                </c:pt>
                <c:pt idx="5952">
                  <c:v>5.25</c:v>
                </c:pt>
                <c:pt idx="5953">
                  <c:v>4.2</c:v>
                </c:pt>
                <c:pt idx="5954">
                  <c:v>3.4</c:v>
                </c:pt>
                <c:pt idx="5955">
                  <c:v>2.25</c:v>
                </c:pt>
                <c:pt idx="5956">
                  <c:v>1.25</c:v>
                </c:pt>
                <c:pt idx="5957">
                  <c:v>0.47499999999999998</c:v>
                </c:pt>
                <c:pt idx="5958">
                  <c:v>0.1</c:v>
                </c:pt>
                <c:pt idx="5959" formatCode="0.00">
                  <c:v>0</c:v>
                </c:pt>
                <c:pt idx="5960" formatCode="0.00">
                  <c:v>0</c:v>
                </c:pt>
                <c:pt idx="5961" formatCode="0.00">
                  <c:v>0</c:v>
                </c:pt>
                <c:pt idx="5962" formatCode="0.00">
                  <c:v>0</c:v>
                </c:pt>
                <c:pt idx="5963" formatCode="0.00">
                  <c:v>0</c:v>
                </c:pt>
                <c:pt idx="5964" formatCode="0.00">
                  <c:v>0</c:v>
                </c:pt>
                <c:pt idx="5965">
                  <c:v>0.13</c:v>
                </c:pt>
                <c:pt idx="5966">
                  <c:v>0.28749999999999998</c:v>
                </c:pt>
                <c:pt idx="5967">
                  <c:v>0.53500000000000003</c:v>
                </c:pt>
                <c:pt idx="5968">
                  <c:v>0.88</c:v>
                </c:pt>
                <c:pt idx="5969">
                  <c:v>1.49</c:v>
                </c:pt>
                <c:pt idx="5970">
                  <c:v>2.4900000000000002</c:v>
                </c:pt>
                <c:pt idx="5971">
                  <c:v>3.5074999999999998</c:v>
                </c:pt>
                <c:pt idx="5972">
                  <c:v>4.3574999999999999</c:v>
                </c:pt>
                <c:pt idx="5973">
                  <c:v>5.7474999999999996</c:v>
                </c:pt>
                <c:pt idx="5974">
                  <c:v>6.78</c:v>
                </c:pt>
                <c:pt idx="5975">
                  <c:v>7.9074999999999998</c:v>
                </c:pt>
                <c:pt idx="5976">
                  <c:v>9.0474999999999994</c:v>
                </c:pt>
                <c:pt idx="5977">
                  <c:v>10.6</c:v>
                </c:pt>
                <c:pt idx="5978">
                  <c:v>12.07</c:v>
                </c:pt>
                <c:pt idx="5979">
                  <c:v>13.484999999999999</c:v>
                </c:pt>
                <c:pt idx="5980">
                  <c:v>14.855</c:v>
                </c:pt>
                <c:pt idx="5981">
                  <c:v>15.6775</c:v>
                </c:pt>
                <c:pt idx="5982">
                  <c:v>16.467500000000001</c:v>
                </c:pt>
                <c:pt idx="5983">
                  <c:v>17.53</c:v>
                </c:pt>
                <c:pt idx="5984">
                  <c:v>18.202500000000001</c:v>
                </c:pt>
                <c:pt idx="5985">
                  <c:v>18.829999999999998</c:v>
                </c:pt>
                <c:pt idx="5986">
                  <c:v>19.329999999999998</c:v>
                </c:pt>
                <c:pt idx="5987">
                  <c:v>19.782499999999999</c:v>
                </c:pt>
                <c:pt idx="5988">
                  <c:v>20.074999999999999</c:v>
                </c:pt>
                <c:pt idx="5989">
                  <c:v>19.982500000000002</c:v>
                </c:pt>
                <c:pt idx="5990">
                  <c:v>19.7225</c:v>
                </c:pt>
                <c:pt idx="5991">
                  <c:v>19.28</c:v>
                </c:pt>
                <c:pt idx="5992">
                  <c:v>18.702500000000001</c:v>
                </c:pt>
                <c:pt idx="5993">
                  <c:v>18.142499999999998</c:v>
                </c:pt>
                <c:pt idx="5994">
                  <c:v>17.385000000000002</c:v>
                </c:pt>
                <c:pt idx="5995">
                  <c:v>16.422499999999999</c:v>
                </c:pt>
                <c:pt idx="5996">
                  <c:v>15.3</c:v>
                </c:pt>
                <c:pt idx="5997">
                  <c:v>13.95</c:v>
                </c:pt>
                <c:pt idx="5998">
                  <c:v>12.555</c:v>
                </c:pt>
                <c:pt idx="5999">
                  <c:v>11.065</c:v>
                </c:pt>
                <c:pt idx="6000">
                  <c:v>9.2074999999999996</c:v>
                </c:pt>
                <c:pt idx="6001">
                  <c:v>7.2625000000000002</c:v>
                </c:pt>
                <c:pt idx="6002">
                  <c:v>5.1725000000000003</c:v>
                </c:pt>
                <c:pt idx="6003">
                  <c:v>4.1475</c:v>
                </c:pt>
                <c:pt idx="6004">
                  <c:v>3.3275000000000001</c:v>
                </c:pt>
                <c:pt idx="6005">
                  <c:v>2.2149999999999999</c:v>
                </c:pt>
                <c:pt idx="6006">
                  <c:v>1.27</c:v>
                </c:pt>
                <c:pt idx="6007">
                  <c:v>0.52500000000000002</c:v>
                </c:pt>
                <c:pt idx="6008">
                  <c:v>0.13750000000000001</c:v>
                </c:pt>
                <c:pt idx="6009" formatCode="0.00">
                  <c:v>0</c:v>
                </c:pt>
                <c:pt idx="6010" formatCode="0.00">
                  <c:v>0</c:v>
                </c:pt>
                <c:pt idx="6011" formatCode="0.00">
                  <c:v>0</c:v>
                </c:pt>
                <c:pt idx="6012">
                  <c:v>0.06</c:v>
                </c:pt>
                <c:pt idx="6013">
                  <c:v>0.115</c:v>
                </c:pt>
                <c:pt idx="6014">
                  <c:v>0.24249999999999999</c:v>
                </c:pt>
                <c:pt idx="6015">
                  <c:v>0.34499999999999997</c:v>
                </c:pt>
                <c:pt idx="6016">
                  <c:v>0.38</c:v>
                </c:pt>
                <c:pt idx="6017">
                  <c:v>0.59499999999999997</c:v>
                </c:pt>
                <c:pt idx="6018">
                  <c:v>1.34</c:v>
                </c:pt>
                <c:pt idx="6019">
                  <c:v>1.8625</c:v>
                </c:pt>
                <c:pt idx="6020">
                  <c:v>2.0024999999999999</c:v>
                </c:pt>
                <c:pt idx="6021">
                  <c:v>2.2025000000000001</c:v>
                </c:pt>
                <c:pt idx="6022">
                  <c:v>3.0724999999999998</c:v>
                </c:pt>
                <c:pt idx="6023">
                  <c:v>4.3775000000000004</c:v>
                </c:pt>
                <c:pt idx="6024">
                  <c:v>14.355</c:v>
                </c:pt>
                <c:pt idx="6025">
                  <c:v>17.484999999999999</c:v>
                </c:pt>
                <c:pt idx="6026">
                  <c:v>21.295000000000002</c:v>
                </c:pt>
                <c:pt idx="6027">
                  <c:v>24.8325</c:v>
                </c:pt>
                <c:pt idx="6028">
                  <c:v>27.774999999999999</c:v>
                </c:pt>
                <c:pt idx="6029">
                  <c:v>31.0825</c:v>
                </c:pt>
                <c:pt idx="6030">
                  <c:v>35.052500000000002</c:v>
                </c:pt>
                <c:pt idx="6031">
                  <c:v>43.017499999999998</c:v>
                </c:pt>
                <c:pt idx="6032">
                  <c:v>46.1875</c:v>
                </c:pt>
                <c:pt idx="6033">
                  <c:v>59.914999999999999</c:v>
                </c:pt>
                <c:pt idx="6034">
                  <c:v>78.650000000000006</c:v>
                </c:pt>
                <c:pt idx="6035">
                  <c:v>79.319999999999993</c:v>
                </c:pt>
                <c:pt idx="6036">
                  <c:v>79.587500000000006</c:v>
                </c:pt>
                <c:pt idx="6037">
                  <c:v>79.452500000000001</c:v>
                </c:pt>
                <c:pt idx="6038">
                  <c:v>78.569999999999993</c:v>
                </c:pt>
                <c:pt idx="6039">
                  <c:v>76.852500000000006</c:v>
                </c:pt>
                <c:pt idx="6040">
                  <c:v>75.52</c:v>
                </c:pt>
                <c:pt idx="6041">
                  <c:v>73.752499999999998</c:v>
                </c:pt>
                <c:pt idx="6042">
                  <c:v>70.204999999999998</c:v>
                </c:pt>
                <c:pt idx="6043">
                  <c:v>65.61</c:v>
                </c:pt>
                <c:pt idx="6044">
                  <c:v>62.207500000000003</c:v>
                </c:pt>
                <c:pt idx="6045">
                  <c:v>41.265000000000001</c:v>
                </c:pt>
                <c:pt idx="6046">
                  <c:v>23.547499999999999</c:v>
                </c:pt>
                <c:pt idx="6047">
                  <c:v>19.512499999999999</c:v>
                </c:pt>
                <c:pt idx="6048">
                  <c:v>15.085000000000001</c:v>
                </c:pt>
                <c:pt idx="6049">
                  <c:v>12.2925</c:v>
                </c:pt>
                <c:pt idx="6050">
                  <c:v>3.1575000000000002</c:v>
                </c:pt>
                <c:pt idx="6051">
                  <c:v>2.4325000000000001</c:v>
                </c:pt>
                <c:pt idx="6052">
                  <c:v>1.4125000000000001</c:v>
                </c:pt>
                <c:pt idx="6053">
                  <c:v>1.1475</c:v>
                </c:pt>
                <c:pt idx="6054">
                  <c:v>0.6875</c:v>
                </c:pt>
                <c:pt idx="6055">
                  <c:v>0.67749999999999999</c:v>
                </c:pt>
                <c:pt idx="6056">
                  <c:v>0.6925</c:v>
                </c:pt>
                <c:pt idx="6057">
                  <c:v>0.51500000000000001</c:v>
                </c:pt>
                <c:pt idx="6058">
                  <c:v>7.4999999999999997E-2</c:v>
                </c:pt>
                <c:pt idx="6059">
                  <c:v>0.17499999999999999</c:v>
                </c:pt>
                <c:pt idx="6060">
                  <c:v>0.3</c:v>
                </c:pt>
                <c:pt idx="6061">
                  <c:v>0.55000000000000004</c:v>
                </c:pt>
                <c:pt idx="6062">
                  <c:v>1.0249999999999999</c:v>
                </c:pt>
                <c:pt idx="6063">
                  <c:v>1.7</c:v>
                </c:pt>
                <c:pt idx="6064">
                  <c:v>2.5249999999999999</c:v>
                </c:pt>
                <c:pt idx="6065">
                  <c:v>3.15</c:v>
                </c:pt>
                <c:pt idx="6066">
                  <c:v>4.125</c:v>
                </c:pt>
                <c:pt idx="6067">
                  <c:v>6.2850000000000001</c:v>
                </c:pt>
                <c:pt idx="6068">
                  <c:v>7.8425000000000002</c:v>
                </c:pt>
                <c:pt idx="6069">
                  <c:v>9.0150000000000006</c:v>
                </c:pt>
                <c:pt idx="6070">
                  <c:v>10.55</c:v>
                </c:pt>
                <c:pt idx="6071">
                  <c:v>12.01</c:v>
                </c:pt>
                <c:pt idx="6072">
                  <c:v>13.41</c:v>
                </c:pt>
                <c:pt idx="6073">
                  <c:v>14.78</c:v>
                </c:pt>
                <c:pt idx="6074">
                  <c:v>15.555</c:v>
                </c:pt>
                <c:pt idx="6075">
                  <c:v>16.305</c:v>
                </c:pt>
                <c:pt idx="6076">
                  <c:v>17.305</c:v>
                </c:pt>
                <c:pt idx="6077">
                  <c:v>17.93</c:v>
                </c:pt>
                <c:pt idx="6078">
                  <c:v>18.53</c:v>
                </c:pt>
                <c:pt idx="6079">
                  <c:v>34.03</c:v>
                </c:pt>
                <c:pt idx="6080">
                  <c:v>34.479999999999997</c:v>
                </c:pt>
                <c:pt idx="6081">
                  <c:v>34.655000000000001</c:v>
                </c:pt>
                <c:pt idx="6082">
                  <c:v>34.68</c:v>
                </c:pt>
                <c:pt idx="6083">
                  <c:v>34.479999999999997</c:v>
                </c:pt>
                <c:pt idx="6084">
                  <c:v>34.08</c:v>
                </c:pt>
                <c:pt idx="6085">
                  <c:v>33.555</c:v>
                </c:pt>
                <c:pt idx="6086">
                  <c:v>33.024999999999999</c:v>
                </c:pt>
                <c:pt idx="6087">
                  <c:v>32.282499999999999</c:v>
                </c:pt>
                <c:pt idx="6088">
                  <c:v>31.315000000000001</c:v>
                </c:pt>
                <c:pt idx="6089">
                  <c:v>30.212499999999999</c:v>
                </c:pt>
                <c:pt idx="6090">
                  <c:v>28.88</c:v>
                </c:pt>
                <c:pt idx="6091">
                  <c:v>26.232500000000002</c:v>
                </c:pt>
                <c:pt idx="6092">
                  <c:v>24.774999999999999</c:v>
                </c:pt>
                <c:pt idx="6093">
                  <c:v>22.934999999999999</c:v>
                </c:pt>
                <c:pt idx="6094">
                  <c:v>21</c:v>
                </c:pt>
                <c:pt idx="6095">
                  <c:v>4.3499999999999996</c:v>
                </c:pt>
                <c:pt idx="6096">
                  <c:v>3.4750000000000001</c:v>
                </c:pt>
                <c:pt idx="6097">
                  <c:v>2.8250000000000002</c:v>
                </c:pt>
                <c:pt idx="6098">
                  <c:v>1.85</c:v>
                </c:pt>
                <c:pt idx="6099">
                  <c:v>1.05</c:v>
                </c:pt>
                <c:pt idx="6100">
                  <c:v>0.4</c:v>
                </c:pt>
                <c:pt idx="6101">
                  <c:v>7.4999999999999997E-2</c:v>
                </c:pt>
                <c:pt idx="6102">
                  <c:v>0.1</c:v>
                </c:pt>
                <c:pt idx="6103">
                  <c:v>0.22500000000000001</c:v>
                </c:pt>
                <c:pt idx="6104">
                  <c:v>0.42499999999999999</c:v>
                </c:pt>
                <c:pt idx="6105">
                  <c:v>0.77500000000000002</c:v>
                </c:pt>
                <c:pt idx="6106">
                  <c:v>1.425</c:v>
                </c:pt>
                <c:pt idx="6107">
                  <c:v>2.5499999999999998</c:v>
                </c:pt>
                <c:pt idx="6108">
                  <c:v>3.7749999999999999</c:v>
                </c:pt>
                <c:pt idx="6109">
                  <c:v>4.7249999999999996</c:v>
                </c:pt>
                <c:pt idx="6110">
                  <c:v>6.4249999999999998</c:v>
                </c:pt>
                <c:pt idx="6111">
                  <c:v>9.5724999999999998</c:v>
                </c:pt>
                <c:pt idx="6112">
                  <c:v>12.115</c:v>
                </c:pt>
                <c:pt idx="6113">
                  <c:v>14.56</c:v>
                </c:pt>
                <c:pt idx="6114">
                  <c:v>16.504999999999999</c:v>
                </c:pt>
                <c:pt idx="6115">
                  <c:v>18.172499999999999</c:v>
                </c:pt>
                <c:pt idx="6116">
                  <c:v>19.59</c:v>
                </c:pt>
                <c:pt idx="6117">
                  <c:v>20.907499999999999</c:v>
                </c:pt>
                <c:pt idx="6118">
                  <c:v>22.06</c:v>
                </c:pt>
                <c:pt idx="6119">
                  <c:v>22.765000000000001</c:v>
                </c:pt>
                <c:pt idx="6120">
                  <c:v>23.484999999999999</c:v>
                </c:pt>
                <c:pt idx="6121">
                  <c:v>24.032499999999999</c:v>
                </c:pt>
                <c:pt idx="6122">
                  <c:v>24.44</c:v>
                </c:pt>
                <c:pt idx="6123">
                  <c:v>24.704999999999998</c:v>
                </c:pt>
                <c:pt idx="6124">
                  <c:v>24.887499999999999</c:v>
                </c:pt>
                <c:pt idx="6125">
                  <c:v>24.877500000000001</c:v>
                </c:pt>
                <c:pt idx="6126">
                  <c:v>24.7075</c:v>
                </c:pt>
                <c:pt idx="6127">
                  <c:v>24.357500000000002</c:v>
                </c:pt>
                <c:pt idx="6128">
                  <c:v>23.697500000000002</c:v>
                </c:pt>
                <c:pt idx="6129">
                  <c:v>22.885000000000002</c:v>
                </c:pt>
                <c:pt idx="6130">
                  <c:v>22.13</c:v>
                </c:pt>
                <c:pt idx="6131">
                  <c:v>21.1175</c:v>
                </c:pt>
                <c:pt idx="6132">
                  <c:v>19.98</c:v>
                </c:pt>
                <c:pt idx="6133">
                  <c:v>18.670000000000002</c:v>
                </c:pt>
                <c:pt idx="6134">
                  <c:v>16.954999999999998</c:v>
                </c:pt>
                <c:pt idx="6135">
                  <c:v>15.1425</c:v>
                </c:pt>
                <c:pt idx="6136">
                  <c:v>13.3025</c:v>
                </c:pt>
                <c:pt idx="6137">
                  <c:v>11.015000000000001</c:v>
                </c:pt>
                <c:pt idx="6138">
                  <c:v>8.5950000000000006</c:v>
                </c:pt>
                <c:pt idx="6139">
                  <c:v>5.625</c:v>
                </c:pt>
                <c:pt idx="6140">
                  <c:v>4.5</c:v>
                </c:pt>
                <c:pt idx="6141">
                  <c:v>3.65</c:v>
                </c:pt>
                <c:pt idx="6142">
                  <c:v>2.4</c:v>
                </c:pt>
                <c:pt idx="6143">
                  <c:v>1.35</c:v>
                </c:pt>
                <c:pt idx="6144">
                  <c:v>0.5</c:v>
                </c:pt>
                <c:pt idx="6145">
                  <c:v>0.1</c:v>
                </c:pt>
                <c:pt idx="6146">
                  <c:v>0.13750000000000001</c:v>
                </c:pt>
                <c:pt idx="6147">
                  <c:v>0.23749999999999999</c:v>
                </c:pt>
                <c:pt idx="6148">
                  <c:v>0.51</c:v>
                </c:pt>
                <c:pt idx="6149">
                  <c:v>0.96750000000000003</c:v>
                </c:pt>
                <c:pt idx="6150">
                  <c:v>1.7124999999999999</c:v>
                </c:pt>
                <c:pt idx="6151">
                  <c:v>3.6124999999999998</c:v>
                </c:pt>
                <c:pt idx="6152">
                  <c:v>6.5225</c:v>
                </c:pt>
                <c:pt idx="6153">
                  <c:v>9.3949999999999996</c:v>
                </c:pt>
                <c:pt idx="6154">
                  <c:v>12.47</c:v>
                </c:pt>
                <c:pt idx="6155">
                  <c:v>16.827500000000001</c:v>
                </c:pt>
                <c:pt idx="6156">
                  <c:v>22.3675</c:v>
                </c:pt>
                <c:pt idx="6157">
                  <c:v>27.787500000000001</c:v>
                </c:pt>
                <c:pt idx="6158">
                  <c:v>32.8825</c:v>
                </c:pt>
                <c:pt idx="6159">
                  <c:v>36.897500000000001</c:v>
                </c:pt>
                <c:pt idx="6160">
                  <c:v>40.344999999999999</c:v>
                </c:pt>
                <c:pt idx="6161">
                  <c:v>43.337499999999999</c:v>
                </c:pt>
                <c:pt idx="6162">
                  <c:v>46.082500000000003</c:v>
                </c:pt>
                <c:pt idx="6163">
                  <c:v>48.417499999999997</c:v>
                </c:pt>
                <c:pt idx="6164">
                  <c:v>54.982500000000002</c:v>
                </c:pt>
                <c:pt idx="6165">
                  <c:v>56.397500000000001</c:v>
                </c:pt>
                <c:pt idx="6166">
                  <c:v>57.5075</c:v>
                </c:pt>
                <c:pt idx="6167">
                  <c:v>58.42</c:v>
                </c:pt>
                <c:pt idx="6168">
                  <c:v>59.034999999999997</c:v>
                </c:pt>
                <c:pt idx="6169">
                  <c:v>59.487499999999997</c:v>
                </c:pt>
                <c:pt idx="6170">
                  <c:v>59.472499999999997</c:v>
                </c:pt>
                <c:pt idx="6171">
                  <c:v>59.234999999999999</c:v>
                </c:pt>
                <c:pt idx="6172">
                  <c:v>58.645000000000003</c:v>
                </c:pt>
                <c:pt idx="6173">
                  <c:v>57.48</c:v>
                </c:pt>
                <c:pt idx="6174">
                  <c:v>55.942500000000003</c:v>
                </c:pt>
                <c:pt idx="6175">
                  <c:v>54.497500000000002</c:v>
                </c:pt>
                <c:pt idx="6176">
                  <c:v>52.5</c:v>
                </c:pt>
                <c:pt idx="6177">
                  <c:v>50.057499999999997</c:v>
                </c:pt>
                <c:pt idx="6178">
                  <c:v>47.1875</c:v>
                </c:pt>
                <c:pt idx="6179">
                  <c:v>43.72</c:v>
                </c:pt>
                <c:pt idx="6180">
                  <c:v>40.0625</c:v>
                </c:pt>
                <c:pt idx="6181">
                  <c:v>36.212499999999999</c:v>
                </c:pt>
                <c:pt idx="6182">
                  <c:v>31.375</c:v>
                </c:pt>
                <c:pt idx="6183">
                  <c:v>26.305</c:v>
                </c:pt>
                <c:pt idx="6184">
                  <c:v>15.115</c:v>
                </c:pt>
                <c:pt idx="6185">
                  <c:v>11.49</c:v>
                </c:pt>
                <c:pt idx="6186">
                  <c:v>8.48</c:v>
                </c:pt>
                <c:pt idx="6187">
                  <c:v>5.585</c:v>
                </c:pt>
                <c:pt idx="6188">
                  <c:v>3.1225000000000001</c:v>
                </c:pt>
                <c:pt idx="6189">
                  <c:v>1.18</c:v>
                </c:pt>
                <c:pt idx="6190">
                  <c:v>0.23749999999999999</c:v>
                </c:pt>
                <c:pt idx="6191">
                  <c:v>5.5E-2</c:v>
                </c:pt>
                <c:pt idx="6192">
                  <c:v>0.13750000000000001</c:v>
                </c:pt>
                <c:pt idx="6193">
                  <c:v>0.23749999999999999</c:v>
                </c:pt>
                <c:pt idx="6194">
                  <c:v>0.51249999999999996</c:v>
                </c:pt>
                <c:pt idx="6195">
                  <c:v>0.97250000000000003</c:v>
                </c:pt>
                <c:pt idx="6196">
                  <c:v>1.8774999999999999</c:v>
                </c:pt>
                <c:pt idx="6197">
                  <c:v>4.0075000000000003</c:v>
                </c:pt>
                <c:pt idx="6198">
                  <c:v>7.7824999999999998</c:v>
                </c:pt>
                <c:pt idx="6199">
                  <c:v>11.175000000000001</c:v>
                </c:pt>
                <c:pt idx="6200">
                  <c:v>15.135</c:v>
                </c:pt>
                <c:pt idx="6201">
                  <c:v>20.762499999999999</c:v>
                </c:pt>
                <c:pt idx="6202">
                  <c:v>26.487500000000001</c:v>
                </c:pt>
                <c:pt idx="6203">
                  <c:v>33.317500000000003</c:v>
                </c:pt>
                <c:pt idx="6204">
                  <c:v>39.704999999999998</c:v>
                </c:pt>
                <c:pt idx="6205">
                  <c:v>44.78</c:v>
                </c:pt>
                <c:pt idx="6206">
                  <c:v>49.782499999999999</c:v>
                </c:pt>
                <c:pt idx="6207">
                  <c:v>54.244999999999997</c:v>
                </c:pt>
                <c:pt idx="6208">
                  <c:v>58.42</c:v>
                </c:pt>
                <c:pt idx="6209">
                  <c:v>64.515000000000001</c:v>
                </c:pt>
                <c:pt idx="6210">
                  <c:v>76.017499999999998</c:v>
                </c:pt>
                <c:pt idx="6211">
                  <c:v>89.287499999999994</c:v>
                </c:pt>
                <c:pt idx="6212">
                  <c:v>100.91</c:v>
                </c:pt>
                <c:pt idx="6213">
                  <c:v>102.708</c:v>
                </c:pt>
                <c:pt idx="6214">
                  <c:v>104.215</c:v>
                </c:pt>
                <c:pt idx="6215">
                  <c:v>105.13500000000001</c:v>
                </c:pt>
                <c:pt idx="6216">
                  <c:v>104.95</c:v>
                </c:pt>
                <c:pt idx="6217">
                  <c:v>103.925</c:v>
                </c:pt>
                <c:pt idx="6218">
                  <c:v>102.173</c:v>
                </c:pt>
                <c:pt idx="6219">
                  <c:v>100.068</c:v>
                </c:pt>
                <c:pt idx="6220">
                  <c:v>97.734999999999999</c:v>
                </c:pt>
                <c:pt idx="6221">
                  <c:v>94.572500000000005</c:v>
                </c:pt>
                <c:pt idx="6222">
                  <c:v>89.697500000000005</c:v>
                </c:pt>
                <c:pt idx="6223">
                  <c:v>84.24</c:v>
                </c:pt>
                <c:pt idx="6224">
                  <c:v>78.555000000000007</c:v>
                </c:pt>
                <c:pt idx="6225">
                  <c:v>71.2</c:v>
                </c:pt>
                <c:pt idx="6226">
                  <c:v>48.987499999999997</c:v>
                </c:pt>
                <c:pt idx="6227">
                  <c:v>43.017499999999998</c:v>
                </c:pt>
                <c:pt idx="6228">
                  <c:v>34.1325</c:v>
                </c:pt>
                <c:pt idx="6229">
                  <c:v>26.46</c:v>
                </c:pt>
                <c:pt idx="6230">
                  <c:v>18.977499999999999</c:v>
                </c:pt>
                <c:pt idx="6231">
                  <c:v>13.225</c:v>
                </c:pt>
                <c:pt idx="6232">
                  <c:v>9.3975000000000009</c:v>
                </c:pt>
                <c:pt idx="6233">
                  <c:v>6.1275000000000004</c:v>
                </c:pt>
                <c:pt idx="6234">
                  <c:v>3.54</c:v>
                </c:pt>
                <c:pt idx="6235">
                  <c:v>1.71</c:v>
                </c:pt>
                <c:pt idx="6236">
                  <c:v>0.36</c:v>
                </c:pt>
                <c:pt idx="6237">
                  <c:v>0.26250000000000001</c:v>
                </c:pt>
                <c:pt idx="6238">
                  <c:v>0.1075</c:v>
                </c:pt>
                <c:pt idx="6239">
                  <c:v>0.13500000000000001</c:v>
                </c:pt>
                <c:pt idx="6240">
                  <c:v>0.23</c:v>
                </c:pt>
                <c:pt idx="6241">
                  <c:v>0.47249999999999998</c:v>
                </c:pt>
                <c:pt idx="6242">
                  <c:v>0.87</c:v>
                </c:pt>
                <c:pt idx="6243">
                  <c:v>1.72</c:v>
                </c:pt>
                <c:pt idx="6244">
                  <c:v>3.7225000000000001</c:v>
                </c:pt>
                <c:pt idx="6245">
                  <c:v>6.75</c:v>
                </c:pt>
                <c:pt idx="6246">
                  <c:v>9.9250000000000007</c:v>
                </c:pt>
                <c:pt idx="6247">
                  <c:v>13.387499999999999</c:v>
                </c:pt>
                <c:pt idx="6248">
                  <c:v>18.524999999999999</c:v>
                </c:pt>
                <c:pt idx="6249">
                  <c:v>24.522500000000001</c:v>
                </c:pt>
                <c:pt idx="6250">
                  <c:v>30.215</c:v>
                </c:pt>
                <c:pt idx="6251">
                  <c:v>36.54</c:v>
                </c:pt>
                <c:pt idx="6252">
                  <c:v>41.817500000000003</c:v>
                </c:pt>
                <c:pt idx="6253">
                  <c:v>46.015000000000001</c:v>
                </c:pt>
                <c:pt idx="6254">
                  <c:v>51.104999999999997</c:v>
                </c:pt>
                <c:pt idx="6255">
                  <c:v>55.962499999999999</c:v>
                </c:pt>
                <c:pt idx="6256">
                  <c:v>60.892499999999998</c:v>
                </c:pt>
                <c:pt idx="6257">
                  <c:v>65.322500000000005</c:v>
                </c:pt>
                <c:pt idx="6258">
                  <c:v>70.319999999999993</c:v>
                </c:pt>
                <c:pt idx="6259">
                  <c:v>78.022499999999994</c:v>
                </c:pt>
                <c:pt idx="6260">
                  <c:v>85.584999999999994</c:v>
                </c:pt>
                <c:pt idx="6261">
                  <c:v>87.215000000000003</c:v>
                </c:pt>
                <c:pt idx="6262">
                  <c:v>88.24</c:v>
                </c:pt>
                <c:pt idx="6263">
                  <c:v>88.33</c:v>
                </c:pt>
                <c:pt idx="6264">
                  <c:v>87.537499999999994</c:v>
                </c:pt>
                <c:pt idx="6265">
                  <c:v>86.592500000000001</c:v>
                </c:pt>
                <c:pt idx="6266">
                  <c:v>84.732500000000002</c:v>
                </c:pt>
                <c:pt idx="6267">
                  <c:v>82.59</c:v>
                </c:pt>
                <c:pt idx="6268">
                  <c:v>79.655000000000001</c:v>
                </c:pt>
                <c:pt idx="6269">
                  <c:v>75.305000000000007</c:v>
                </c:pt>
                <c:pt idx="6270">
                  <c:v>69.984999999999999</c:v>
                </c:pt>
                <c:pt idx="6271">
                  <c:v>64.627499999999998</c:v>
                </c:pt>
                <c:pt idx="6272">
                  <c:v>58.045000000000002</c:v>
                </c:pt>
                <c:pt idx="6273">
                  <c:v>44.59</c:v>
                </c:pt>
                <c:pt idx="6274">
                  <c:v>37.652500000000003</c:v>
                </c:pt>
                <c:pt idx="6275">
                  <c:v>30.677499999999998</c:v>
                </c:pt>
                <c:pt idx="6276">
                  <c:v>25.58</c:v>
                </c:pt>
                <c:pt idx="6277">
                  <c:v>19.46</c:v>
                </c:pt>
                <c:pt idx="6278">
                  <c:v>14.737500000000001</c:v>
                </c:pt>
                <c:pt idx="6279">
                  <c:v>10.6425</c:v>
                </c:pt>
                <c:pt idx="6280">
                  <c:v>7.23</c:v>
                </c:pt>
                <c:pt idx="6281">
                  <c:v>3.9849999999999999</c:v>
                </c:pt>
                <c:pt idx="6282">
                  <c:v>1.8225</c:v>
                </c:pt>
                <c:pt idx="6283">
                  <c:v>0.34250000000000003</c:v>
                </c:pt>
                <c:pt idx="6284">
                  <c:v>0.17499999999999999</c:v>
                </c:pt>
                <c:pt idx="6285">
                  <c:v>7.4999999999999997E-2</c:v>
                </c:pt>
                <c:pt idx="6286">
                  <c:v>0.15</c:v>
                </c:pt>
                <c:pt idx="6287">
                  <c:v>0.3</c:v>
                </c:pt>
                <c:pt idx="6288">
                  <c:v>0.52500000000000002</c:v>
                </c:pt>
                <c:pt idx="6289">
                  <c:v>0.97499999999999998</c:v>
                </c:pt>
                <c:pt idx="6290">
                  <c:v>1.75</c:v>
                </c:pt>
                <c:pt idx="6291">
                  <c:v>2.5499999999999998</c:v>
                </c:pt>
                <c:pt idx="6292">
                  <c:v>3.2250000000000001</c:v>
                </c:pt>
                <c:pt idx="6293">
                  <c:v>4.375</c:v>
                </c:pt>
                <c:pt idx="6294">
                  <c:v>7.1025</c:v>
                </c:pt>
                <c:pt idx="6295">
                  <c:v>8.84</c:v>
                </c:pt>
                <c:pt idx="6296">
                  <c:v>10.512499999999999</c:v>
                </c:pt>
                <c:pt idx="6297">
                  <c:v>11.8375</c:v>
                </c:pt>
                <c:pt idx="6298">
                  <c:v>13.0025</c:v>
                </c:pt>
                <c:pt idx="6299">
                  <c:v>14.005000000000001</c:v>
                </c:pt>
                <c:pt idx="6300">
                  <c:v>14.955</c:v>
                </c:pt>
                <c:pt idx="6301">
                  <c:v>15.71</c:v>
                </c:pt>
                <c:pt idx="6302">
                  <c:v>16.164999999999999</c:v>
                </c:pt>
                <c:pt idx="6303">
                  <c:v>16.600000000000001</c:v>
                </c:pt>
                <c:pt idx="6304">
                  <c:v>16.952500000000001</c:v>
                </c:pt>
                <c:pt idx="6305">
                  <c:v>17.225000000000001</c:v>
                </c:pt>
                <c:pt idx="6306">
                  <c:v>17.4175</c:v>
                </c:pt>
                <c:pt idx="6307">
                  <c:v>17.522500000000001</c:v>
                </c:pt>
                <c:pt idx="6308">
                  <c:v>17.515000000000001</c:v>
                </c:pt>
                <c:pt idx="6309">
                  <c:v>17.420000000000002</c:v>
                </c:pt>
                <c:pt idx="6310">
                  <c:v>17.237500000000001</c:v>
                </c:pt>
                <c:pt idx="6311">
                  <c:v>16.862500000000001</c:v>
                </c:pt>
                <c:pt idx="6312">
                  <c:v>16.342500000000001</c:v>
                </c:pt>
                <c:pt idx="6313">
                  <c:v>15.852499999999999</c:v>
                </c:pt>
                <c:pt idx="6314">
                  <c:v>15.17</c:v>
                </c:pt>
                <c:pt idx="6315">
                  <c:v>14.352499999999999</c:v>
                </c:pt>
                <c:pt idx="6316">
                  <c:v>13.41</c:v>
                </c:pt>
                <c:pt idx="6317">
                  <c:v>12.202500000000001</c:v>
                </c:pt>
                <c:pt idx="6318">
                  <c:v>10.987500000000001</c:v>
                </c:pt>
                <c:pt idx="6319">
                  <c:v>9.6875</c:v>
                </c:pt>
                <c:pt idx="6320">
                  <c:v>8.0875000000000004</c:v>
                </c:pt>
                <c:pt idx="6321">
                  <c:v>6.38</c:v>
                </c:pt>
                <c:pt idx="6322">
                  <c:v>3.8250000000000002</c:v>
                </c:pt>
                <c:pt idx="6323">
                  <c:v>3.0750000000000002</c:v>
                </c:pt>
                <c:pt idx="6324">
                  <c:v>2.5</c:v>
                </c:pt>
                <c:pt idx="6325">
                  <c:v>1.65</c:v>
                </c:pt>
                <c:pt idx="6326">
                  <c:v>0.92500000000000004</c:v>
                </c:pt>
                <c:pt idx="6327">
                  <c:v>0.35</c:v>
                </c:pt>
                <c:pt idx="6328">
                  <c:v>7.4999999999999997E-2</c:v>
                </c:pt>
                <c:pt idx="6329">
                  <c:v>1.1325000000000001</c:v>
                </c:pt>
                <c:pt idx="6330">
                  <c:v>1.3025</c:v>
                </c:pt>
                <c:pt idx="6331">
                  <c:v>1.33</c:v>
                </c:pt>
                <c:pt idx="6332">
                  <c:v>1.46</c:v>
                </c:pt>
                <c:pt idx="6333">
                  <c:v>1.595</c:v>
                </c:pt>
                <c:pt idx="6334">
                  <c:v>1.5649999999999999</c:v>
                </c:pt>
                <c:pt idx="6335">
                  <c:v>1.7524999999999999</c:v>
                </c:pt>
                <c:pt idx="6336">
                  <c:v>1.855</c:v>
                </c:pt>
                <c:pt idx="6337">
                  <c:v>8.1174999999999997</c:v>
                </c:pt>
                <c:pt idx="6338">
                  <c:v>8.0850000000000009</c:v>
                </c:pt>
                <c:pt idx="6339">
                  <c:v>8.0274999999999999</c:v>
                </c:pt>
                <c:pt idx="6340">
                  <c:v>8.0675000000000008</c:v>
                </c:pt>
                <c:pt idx="6341">
                  <c:v>8.0950000000000006</c:v>
                </c:pt>
                <c:pt idx="6342">
                  <c:v>8.0075000000000003</c:v>
                </c:pt>
                <c:pt idx="6343">
                  <c:v>7.9950000000000001</c:v>
                </c:pt>
                <c:pt idx="6344">
                  <c:v>8.0024999999999995</c:v>
                </c:pt>
                <c:pt idx="6345">
                  <c:v>8.0175000000000001</c:v>
                </c:pt>
                <c:pt idx="6346">
                  <c:v>8.02</c:v>
                </c:pt>
                <c:pt idx="6347">
                  <c:v>8</c:v>
                </c:pt>
                <c:pt idx="6348">
                  <c:v>7.915</c:v>
                </c:pt>
                <c:pt idx="6349">
                  <c:v>6.6150000000000002</c:v>
                </c:pt>
                <c:pt idx="6350">
                  <c:v>6.5525000000000002</c:v>
                </c:pt>
                <c:pt idx="6351">
                  <c:v>6.52</c:v>
                </c:pt>
                <c:pt idx="6352">
                  <c:v>6.3375000000000004</c:v>
                </c:pt>
                <c:pt idx="6353">
                  <c:v>3.82</c:v>
                </c:pt>
                <c:pt idx="6354">
                  <c:v>3.7324999999999999</c:v>
                </c:pt>
                <c:pt idx="6355" formatCode="0.00">
                  <c:v>0</c:v>
                </c:pt>
                <c:pt idx="6356" formatCode="0.00">
                  <c:v>0</c:v>
                </c:pt>
                <c:pt idx="6357" formatCode="0.00">
                  <c:v>0</c:v>
                </c:pt>
                <c:pt idx="6358" formatCode="0.00">
                  <c:v>0</c:v>
                </c:pt>
                <c:pt idx="6359" formatCode="0.00">
                  <c:v>0</c:v>
                </c:pt>
                <c:pt idx="6360" formatCode="0.00">
                  <c:v>0</c:v>
                </c:pt>
                <c:pt idx="6361">
                  <c:v>16.25</c:v>
                </c:pt>
                <c:pt idx="6362">
                  <c:v>16.25</c:v>
                </c:pt>
                <c:pt idx="6363">
                  <c:v>16.25</c:v>
                </c:pt>
                <c:pt idx="6364">
                  <c:v>16.25</c:v>
                </c:pt>
                <c:pt idx="6365">
                  <c:v>16.25</c:v>
                </c:pt>
                <c:pt idx="6366">
                  <c:v>16.25</c:v>
                </c:pt>
                <c:pt idx="6367">
                  <c:v>16.25</c:v>
                </c:pt>
                <c:pt idx="6368">
                  <c:v>16.25</c:v>
                </c:pt>
                <c:pt idx="6369">
                  <c:v>16.25</c:v>
                </c:pt>
                <c:pt idx="6370">
                  <c:v>16.25</c:v>
                </c:pt>
                <c:pt idx="6371">
                  <c:v>16.25</c:v>
                </c:pt>
                <c:pt idx="6372">
                  <c:v>16.25</c:v>
                </c:pt>
                <c:pt idx="6373" formatCode="0.00">
                  <c:v>0</c:v>
                </c:pt>
                <c:pt idx="6374" formatCode="0.00">
                  <c:v>0</c:v>
                </c:pt>
                <c:pt idx="6375" formatCode="0.00">
                  <c:v>0</c:v>
                </c:pt>
                <c:pt idx="6376" formatCode="0.00">
                  <c:v>0</c:v>
                </c:pt>
                <c:pt idx="6377" formatCode="0.00">
                  <c:v>0</c:v>
                </c:pt>
                <c:pt idx="6378" formatCode="0.00">
                  <c:v>0</c:v>
                </c:pt>
                <c:pt idx="6379" formatCode="0.00">
                  <c:v>0</c:v>
                </c:pt>
                <c:pt idx="6380" formatCode="0.00">
                  <c:v>0</c:v>
                </c:pt>
                <c:pt idx="6381" formatCode="0.00">
                  <c:v>0</c:v>
                </c:pt>
                <c:pt idx="6382" formatCode="0.00">
                  <c:v>0</c:v>
                </c:pt>
                <c:pt idx="6383" formatCode="0.00">
                  <c:v>0</c:v>
                </c:pt>
                <c:pt idx="6384" formatCode="0.00">
                  <c:v>0</c:v>
                </c:pt>
                <c:pt idx="6385" formatCode="0.00">
                  <c:v>0</c:v>
                </c:pt>
                <c:pt idx="6386" formatCode="0.00">
                  <c:v>0</c:v>
                </c:pt>
                <c:pt idx="6387" formatCode="0.00">
                  <c:v>0</c:v>
                </c:pt>
                <c:pt idx="6388" formatCode="0.00">
                  <c:v>0</c:v>
                </c:pt>
                <c:pt idx="6389" formatCode="0.00">
                  <c:v>0</c:v>
                </c:pt>
                <c:pt idx="6390" formatCode="0.00">
                  <c:v>0</c:v>
                </c:pt>
                <c:pt idx="6391" formatCode="0.00">
                  <c:v>0</c:v>
                </c:pt>
                <c:pt idx="6392" formatCode="0.00">
                  <c:v>0</c:v>
                </c:pt>
                <c:pt idx="6393" formatCode="0.00">
                  <c:v>0</c:v>
                </c:pt>
                <c:pt idx="6394" formatCode="0.00">
                  <c:v>0</c:v>
                </c:pt>
                <c:pt idx="6395" formatCode="0.00">
                  <c:v>0</c:v>
                </c:pt>
                <c:pt idx="6396" formatCode="0.00">
                  <c:v>0</c:v>
                </c:pt>
                <c:pt idx="6397">
                  <c:v>0.11</c:v>
                </c:pt>
                <c:pt idx="6398">
                  <c:v>0.4</c:v>
                </c:pt>
                <c:pt idx="6399">
                  <c:v>0.76500000000000001</c:v>
                </c:pt>
                <c:pt idx="6400">
                  <c:v>1.2849999999999999</c:v>
                </c:pt>
                <c:pt idx="6401">
                  <c:v>1.9975000000000001</c:v>
                </c:pt>
                <c:pt idx="6402">
                  <c:v>3.07</c:v>
                </c:pt>
                <c:pt idx="6403">
                  <c:v>4.4124999999999996</c:v>
                </c:pt>
                <c:pt idx="6404">
                  <c:v>6.6924999999999999</c:v>
                </c:pt>
                <c:pt idx="6405">
                  <c:v>8.2575000000000003</c:v>
                </c:pt>
                <c:pt idx="6406">
                  <c:v>10.0075</c:v>
                </c:pt>
                <c:pt idx="6407">
                  <c:v>12.567500000000001</c:v>
                </c:pt>
                <c:pt idx="6408">
                  <c:v>14.5025</c:v>
                </c:pt>
                <c:pt idx="6409">
                  <c:v>17.895</c:v>
                </c:pt>
                <c:pt idx="6410">
                  <c:v>21.567499999999999</c:v>
                </c:pt>
                <c:pt idx="6411">
                  <c:v>23.385000000000002</c:v>
                </c:pt>
                <c:pt idx="6412">
                  <c:v>56.65</c:v>
                </c:pt>
                <c:pt idx="6413">
                  <c:v>56.395000000000003</c:v>
                </c:pt>
                <c:pt idx="6414">
                  <c:v>55.667499999999997</c:v>
                </c:pt>
                <c:pt idx="6415">
                  <c:v>56.082500000000003</c:v>
                </c:pt>
                <c:pt idx="6416">
                  <c:v>56.642499999999998</c:v>
                </c:pt>
                <c:pt idx="6417">
                  <c:v>55.672499999999999</c:v>
                </c:pt>
                <c:pt idx="6418">
                  <c:v>65.575000000000003</c:v>
                </c:pt>
                <c:pt idx="6419">
                  <c:v>71.082499999999996</c:v>
                </c:pt>
                <c:pt idx="6420">
                  <c:v>79.222499999999997</c:v>
                </c:pt>
                <c:pt idx="6421">
                  <c:v>87.697500000000005</c:v>
                </c:pt>
                <c:pt idx="6422">
                  <c:v>86.817499999999995</c:v>
                </c:pt>
                <c:pt idx="6423">
                  <c:v>85.127499999999998</c:v>
                </c:pt>
                <c:pt idx="6424">
                  <c:v>82.087500000000006</c:v>
                </c:pt>
                <c:pt idx="6425">
                  <c:v>77.86</c:v>
                </c:pt>
                <c:pt idx="6426">
                  <c:v>74.19</c:v>
                </c:pt>
                <c:pt idx="6427">
                  <c:v>68.012500000000003</c:v>
                </c:pt>
                <c:pt idx="6428">
                  <c:v>63.19</c:v>
                </c:pt>
                <c:pt idx="6429">
                  <c:v>54.185000000000002</c:v>
                </c:pt>
                <c:pt idx="6430">
                  <c:v>36.357500000000002</c:v>
                </c:pt>
                <c:pt idx="6431">
                  <c:v>30.004999999999999</c:v>
                </c:pt>
                <c:pt idx="6432">
                  <c:v>25.112500000000001</c:v>
                </c:pt>
                <c:pt idx="6433">
                  <c:v>19.664999999999999</c:v>
                </c:pt>
                <c:pt idx="6434">
                  <c:v>15.035</c:v>
                </c:pt>
                <c:pt idx="6435">
                  <c:v>11.1275</c:v>
                </c:pt>
                <c:pt idx="6436">
                  <c:v>7.71</c:v>
                </c:pt>
                <c:pt idx="6437">
                  <c:v>4.9524999999999997</c:v>
                </c:pt>
                <c:pt idx="6438">
                  <c:v>2.5625</c:v>
                </c:pt>
                <c:pt idx="6439">
                  <c:v>1.1625000000000001</c:v>
                </c:pt>
                <c:pt idx="6440" formatCode="0.00">
                  <c:v>0</c:v>
                </c:pt>
                <c:pt idx="6441" formatCode="0.00">
                  <c:v>0</c:v>
                </c:pt>
                <c:pt idx="6442" formatCode="0.00">
                  <c:v>0</c:v>
                </c:pt>
                <c:pt idx="6443" formatCode="0.00">
                  <c:v>0</c:v>
                </c:pt>
                <c:pt idx="6444" formatCode="0.00">
                  <c:v>0</c:v>
                </c:pt>
                <c:pt idx="6445" formatCode="0.00">
                  <c:v>0</c:v>
                </c:pt>
                <c:pt idx="6446" formatCode="0.00">
                  <c:v>0</c:v>
                </c:pt>
                <c:pt idx="6447" formatCode="0.00">
                  <c:v>0</c:v>
                </c:pt>
                <c:pt idx="6448" formatCode="0.00">
                  <c:v>0</c:v>
                </c:pt>
                <c:pt idx="6449" formatCode="0.00">
                  <c:v>0</c:v>
                </c:pt>
                <c:pt idx="6450" formatCode="0.00">
                  <c:v>0</c:v>
                </c:pt>
                <c:pt idx="6451" formatCode="0.00">
                  <c:v>0</c:v>
                </c:pt>
                <c:pt idx="6452" formatCode="0.00">
                  <c:v>0</c:v>
                </c:pt>
                <c:pt idx="6453" formatCode="0.00">
                  <c:v>0</c:v>
                </c:pt>
                <c:pt idx="6454" formatCode="0.00">
                  <c:v>0</c:v>
                </c:pt>
                <c:pt idx="6455" formatCode="0.00">
                  <c:v>0</c:v>
                </c:pt>
                <c:pt idx="6456" formatCode="0.00">
                  <c:v>0</c:v>
                </c:pt>
                <c:pt idx="6457" formatCode="0.00">
                  <c:v>0</c:v>
                </c:pt>
                <c:pt idx="6458">
                  <c:v>16.25</c:v>
                </c:pt>
                <c:pt idx="6459">
                  <c:v>16.25</c:v>
                </c:pt>
                <c:pt idx="6460">
                  <c:v>16.25</c:v>
                </c:pt>
                <c:pt idx="6461">
                  <c:v>16.25</c:v>
                </c:pt>
                <c:pt idx="6462">
                  <c:v>16.25</c:v>
                </c:pt>
                <c:pt idx="6463">
                  <c:v>16.25</c:v>
                </c:pt>
                <c:pt idx="6464">
                  <c:v>16.25</c:v>
                </c:pt>
                <c:pt idx="6465">
                  <c:v>16.25</c:v>
                </c:pt>
                <c:pt idx="6466">
                  <c:v>15</c:v>
                </c:pt>
                <c:pt idx="6467">
                  <c:v>15</c:v>
                </c:pt>
                <c:pt idx="6468">
                  <c:v>15</c:v>
                </c:pt>
                <c:pt idx="6469">
                  <c:v>15</c:v>
                </c:pt>
                <c:pt idx="6470">
                  <c:v>15</c:v>
                </c:pt>
                <c:pt idx="6471">
                  <c:v>15</c:v>
                </c:pt>
                <c:pt idx="6472">
                  <c:v>15</c:v>
                </c:pt>
                <c:pt idx="6473">
                  <c:v>15</c:v>
                </c:pt>
                <c:pt idx="6474">
                  <c:v>12.5</c:v>
                </c:pt>
                <c:pt idx="6475">
                  <c:v>12.5</c:v>
                </c:pt>
                <c:pt idx="6476">
                  <c:v>12.5</c:v>
                </c:pt>
                <c:pt idx="6477">
                  <c:v>12.5</c:v>
                </c:pt>
                <c:pt idx="6478" formatCode="0.00">
                  <c:v>0</c:v>
                </c:pt>
                <c:pt idx="6479" formatCode="0.00">
                  <c:v>0</c:v>
                </c:pt>
                <c:pt idx="6480" formatCode="0.00">
                  <c:v>0</c:v>
                </c:pt>
                <c:pt idx="6481" formatCode="0.00">
                  <c:v>0</c:v>
                </c:pt>
                <c:pt idx="6482" formatCode="0.00">
                  <c:v>0</c:v>
                </c:pt>
                <c:pt idx="6483" formatCode="0.00">
                  <c:v>0</c:v>
                </c:pt>
                <c:pt idx="6484" formatCode="0.00">
                  <c:v>0</c:v>
                </c:pt>
                <c:pt idx="6485" formatCode="0.00">
                  <c:v>0</c:v>
                </c:pt>
                <c:pt idx="6486" formatCode="0.00">
                  <c:v>0</c:v>
                </c:pt>
                <c:pt idx="6487" formatCode="0.00">
                  <c:v>0</c:v>
                </c:pt>
                <c:pt idx="6488" formatCode="0.00">
                  <c:v>0</c:v>
                </c:pt>
                <c:pt idx="6489" formatCode="0.00">
                  <c:v>0</c:v>
                </c:pt>
                <c:pt idx="6490" formatCode="0.00">
                  <c:v>0</c:v>
                </c:pt>
                <c:pt idx="6491" formatCode="0.00">
                  <c:v>0</c:v>
                </c:pt>
                <c:pt idx="6492" formatCode="0.00">
                  <c:v>0</c:v>
                </c:pt>
                <c:pt idx="6493" formatCode="0.00">
                  <c:v>0</c:v>
                </c:pt>
                <c:pt idx="6494" formatCode="0.00">
                  <c:v>0</c:v>
                </c:pt>
                <c:pt idx="6495" formatCode="0.00">
                  <c:v>0</c:v>
                </c:pt>
                <c:pt idx="6496" formatCode="0.00">
                  <c:v>0</c:v>
                </c:pt>
                <c:pt idx="6497" formatCode="0.00">
                  <c:v>0</c:v>
                </c:pt>
                <c:pt idx="6498" formatCode="0.00">
                  <c:v>0</c:v>
                </c:pt>
                <c:pt idx="6499" formatCode="0.00">
                  <c:v>0</c:v>
                </c:pt>
                <c:pt idx="6500" formatCode="0.00">
                  <c:v>0</c:v>
                </c:pt>
                <c:pt idx="6501" formatCode="0.00">
                  <c:v>0</c:v>
                </c:pt>
                <c:pt idx="6502" formatCode="0.00">
                  <c:v>0</c:v>
                </c:pt>
                <c:pt idx="6503" formatCode="0.00">
                  <c:v>0</c:v>
                </c:pt>
                <c:pt idx="6504" formatCode="0.00">
                  <c:v>0</c:v>
                </c:pt>
                <c:pt idx="6505" formatCode="0.00">
                  <c:v>0</c:v>
                </c:pt>
                <c:pt idx="6506" formatCode="0.00">
                  <c:v>0</c:v>
                </c:pt>
                <c:pt idx="6507" formatCode="0.00">
                  <c:v>0</c:v>
                </c:pt>
                <c:pt idx="6508" formatCode="0.00">
                  <c:v>0</c:v>
                </c:pt>
                <c:pt idx="6509" formatCode="0.00">
                  <c:v>0</c:v>
                </c:pt>
                <c:pt idx="6510" formatCode="0.00">
                  <c:v>0</c:v>
                </c:pt>
                <c:pt idx="6511" formatCode="0.00">
                  <c:v>0</c:v>
                </c:pt>
                <c:pt idx="6512" formatCode="0.00">
                  <c:v>0</c:v>
                </c:pt>
                <c:pt idx="6513" formatCode="0.00">
                  <c:v>0</c:v>
                </c:pt>
                <c:pt idx="6514" formatCode="0.00">
                  <c:v>0</c:v>
                </c:pt>
                <c:pt idx="6515" formatCode="0.00">
                  <c:v>0</c:v>
                </c:pt>
                <c:pt idx="6516" formatCode="0.00">
                  <c:v>0</c:v>
                </c:pt>
                <c:pt idx="6517" formatCode="0.00">
                  <c:v>0</c:v>
                </c:pt>
                <c:pt idx="6518" formatCode="0.00">
                  <c:v>0</c:v>
                </c:pt>
                <c:pt idx="6519">
                  <c:v>10.975</c:v>
                </c:pt>
                <c:pt idx="6520">
                  <c:v>12.45</c:v>
                </c:pt>
                <c:pt idx="6521">
                  <c:v>12.05</c:v>
                </c:pt>
                <c:pt idx="6522">
                  <c:v>10.725</c:v>
                </c:pt>
                <c:pt idx="6523">
                  <c:v>9.0250000000000004</c:v>
                </c:pt>
                <c:pt idx="6524">
                  <c:v>7.125</c:v>
                </c:pt>
                <c:pt idx="6525">
                  <c:v>5.2750000000000004</c:v>
                </c:pt>
                <c:pt idx="6526" formatCode="0.00">
                  <c:v>0</c:v>
                </c:pt>
                <c:pt idx="6527" formatCode="0.00">
                  <c:v>0</c:v>
                </c:pt>
                <c:pt idx="6528" formatCode="0.00">
                  <c:v>0</c:v>
                </c:pt>
                <c:pt idx="6529" formatCode="0.00">
                  <c:v>0</c:v>
                </c:pt>
                <c:pt idx="6530" formatCode="0.00">
                  <c:v>0</c:v>
                </c:pt>
                <c:pt idx="6531" formatCode="0.00">
                  <c:v>0</c:v>
                </c:pt>
                <c:pt idx="6532" formatCode="0.00">
                  <c:v>0</c:v>
                </c:pt>
                <c:pt idx="6533" formatCode="0.00">
                  <c:v>0</c:v>
                </c:pt>
                <c:pt idx="6534">
                  <c:v>7.4999999999999997E-2</c:v>
                </c:pt>
                <c:pt idx="6535">
                  <c:v>0.15</c:v>
                </c:pt>
                <c:pt idx="6536">
                  <c:v>0.32500000000000001</c:v>
                </c:pt>
                <c:pt idx="6537">
                  <c:v>0.6</c:v>
                </c:pt>
                <c:pt idx="6538">
                  <c:v>1.075</c:v>
                </c:pt>
                <c:pt idx="6539">
                  <c:v>2</c:v>
                </c:pt>
                <c:pt idx="6540">
                  <c:v>3.6</c:v>
                </c:pt>
                <c:pt idx="6541">
                  <c:v>5.3</c:v>
                </c:pt>
                <c:pt idx="6542">
                  <c:v>6.65</c:v>
                </c:pt>
                <c:pt idx="6543">
                  <c:v>9.0500000000000007</c:v>
                </c:pt>
                <c:pt idx="6544">
                  <c:v>12.074999999999999</c:v>
                </c:pt>
                <c:pt idx="6545">
                  <c:v>15.475</c:v>
                </c:pt>
                <c:pt idx="6546">
                  <c:v>18.725000000000001</c:v>
                </c:pt>
                <c:pt idx="6547">
                  <c:v>21.3</c:v>
                </c:pt>
                <c:pt idx="6548">
                  <c:v>23.524999999999999</c:v>
                </c:pt>
                <c:pt idx="6549">
                  <c:v>25.45</c:v>
                </c:pt>
                <c:pt idx="6550">
                  <c:v>27.175000000000001</c:v>
                </c:pt>
                <c:pt idx="6551">
                  <c:v>28.7</c:v>
                </c:pt>
                <c:pt idx="6552">
                  <c:v>29.7</c:v>
                </c:pt>
                <c:pt idx="6553">
                  <c:v>30.625</c:v>
                </c:pt>
                <c:pt idx="6554">
                  <c:v>31.324999999999999</c:v>
                </c:pt>
                <c:pt idx="6555">
                  <c:v>31.925000000000001</c:v>
                </c:pt>
                <c:pt idx="6556">
                  <c:v>32.299999999999997</c:v>
                </c:pt>
                <c:pt idx="6557">
                  <c:v>32.6</c:v>
                </c:pt>
                <c:pt idx="6558">
                  <c:v>32.6</c:v>
                </c:pt>
                <c:pt idx="6559">
                  <c:v>32.424999999999997</c:v>
                </c:pt>
                <c:pt idx="6560">
                  <c:v>32.075000000000003</c:v>
                </c:pt>
                <c:pt idx="6561">
                  <c:v>31.324999999999999</c:v>
                </c:pt>
                <c:pt idx="6562">
                  <c:v>30.375</c:v>
                </c:pt>
                <c:pt idx="6563">
                  <c:v>29.45</c:v>
                </c:pt>
                <c:pt idx="6564">
                  <c:v>28.2</c:v>
                </c:pt>
                <c:pt idx="6565">
                  <c:v>26.65</c:v>
                </c:pt>
                <c:pt idx="6566">
                  <c:v>24.8</c:v>
                </c:pt>
                <c:pt idx="6567">
                  <c:v>22.574999999999999</c:v>
                </c:pt>
                <c:pt idx="6568">
                  <c:v>20.25</c:v>
                </c:pt>
                <c:pt idx="6569">
                  <c:v>17.8</c:v>
                </c:pt>
                <c:pt idx="6570">
                  <c:v>14.7</c:v>
                </c:pt>
                <c:pt idx="6571">
                  <c:v>11.45</c:v>
                </c:pt>
                <c:pt idx="6572">
                  <c:v>7.9249999999999998</c:v>
                </c:pt>
                <c:pt idx="6573">
                  <c:v>6.3250000000000002</c:v>
                </c:pt>
                <c:pt idx="6574">
                  <c:v>5.15</c:v>
                </c:pt>
                <c:pt idx="6575">
                  <c:v>3.4</c:v>
                </c:pt>
                <c:pt idx="6576">
                  <c:v>1.9</c:v>
                </c:pt>
                <c:pt idx="6577">
                  <c:v>0.72499999999999998</c:v>
                </c:pt>
                <c:pt idx="6578">
                  <c:v>0.15</c:v>
                </c:pt>
                <c:pt idx="6579">
                  <c:v>7.4999999999999997E-2</c:v>
                </c:pt>
                <c:pt idx="6580" formatCode="0.00">
                  <c:v>0</c:v>
                </c:pt>
                <c:pt idx="6581" formatCode="0.00">
                  <c:v>0</c:v>
                </c:pt>
                <c:pt idx="6582" formatCode="0.00">
                  <c:v>0</c:v>
                </c:pt>
                <c:pt idx="6583" formatCode="0.00">
                  <c:v>0</c:v>
                </c:pt>
                <c:pt idx="6584" formatCode="0.00">
                  <c:v>0</c:v>
                </c:pt>
                <c:pt idx="6585" formatCode="0.00">
                  <c:v>0</c:v>
                </c:pt>
                <c:pt idx="6586" formatCode="0.00">
                  <c:v>0</c:v>
                </c:pt>
                <c:pt idx="6587" formatCode="0.00">
                  <c:v>0</c:v>
                </c:pt>
                <c:pt idx="6588">
                  <c:v>5</c:v>
                </c:pt>
                <c:pt idx="6589">
                  <c:v>5</c:v>
                </c:pt>
                <c:pt idx="6590">
                  <c:v>5</c:v>
                </c:pt>
                <c:pt idx="6591">
                  <c:v>5</c:v>
                </c:pt>
                <c:pt idx="6592">
                  <c:v>5</c:v>
                </c:pt>
                <c:pt idx="6593">
                  <c:v>5</c:v>
                </c:pt>
                <c:pt idx="6594">
                  <c:v>5</c:v>
                </c:pt>
                <c:pt idx="6595">
                  <c:v>5</c:v>
                </c:pt>
                <c:pt idx="6596">
                  <c:v>5</c:v>
                </c:pt>
                <c:pt idx="6597">
                  <c:v>5</c:v>
                </c:pt>
                <c:pt idx="6598">
                  <c:v>5</c:v>
                </c:pt>
                <c:pt idx="6599">
                  <c:v>5</c:v>
                </c:pt>
                <c:pt idx="6600">
                  <c:v>5</c:v>
                </c:pt>
                <c:pt idx="6601">
                  <c:v>5</c:v>
                </c:pt>
                <c:pt idx="6602">
                  <c:v>5</c:v>
                </c:pt>
                <c:pt idx="6603">
                  <c:v>5</c:v>
                </c:pt>
                <c:pt idx="6604">
                  <c:v>5</c:v>
                </c:pt>
                <c:pt idx="6605">
                  <c:v>5</c:v>
                </c:pt>
                <c:pt idx="6606">
                  <c:v>5</c:v>
                </c:pt>
                <c:pt idx="6607">
                  <c:v>5</c:v>
                </c:pt>
                <c:pt idx="6608">
                  <c:v>7.5</c:v>
                </c:pt>
                <c:pt idx="6609">
                  <c:v>7.5</c:v>
                </c:pt>
                <c:pt idx="6610">
                  <c:v>7.5</c:v>
                </c:pt>
                <c:pt idx="6611">
                  <c:v>7.5</c:v>
                </c:pt>
                <c:pt idx="6612">
                  <c:v>7.5</c:v>
                </c:pt>
                <c:pt idx="6613">
                  <c:v>7.5</c:v>
                </c:pt>
                <c:pt idx="6614">
                  <c:v>7.5</c:v>
                </c:pt>
                <c:pt idx="6615">
                  <c:v>7.5</c:v>
                </c:pt>
                <c:pt idx="6616">
                  <c:v>7.5</c:v>
                </c:pt>
                <c:pt idx="6617">
                  <c:v>7.5</c:v>
                </c:pt>
                <c:pt idx="6618">
                  <c:v>7.5</c:v>
                </c:pt>
                <c:pt idx="6619">
                  <c:v>7.5</c:v>
                </c:pt>
                <c:pt idx="6620">
                  <c:v>7.5</c:v>
                </c:pt>
                <c:pt idx="6621">
                  <c:v>7.5</c:v>
                </c:pt>
                <c:pt idx="6622">
                  <c:v>7.5</c:v>
                </c:pt>
                <c:pt idx="6623">
                  <c:v>7.5</c:v>
                </c:pt>
                <c:pt idx="6624">
                  <c:v>7.5</c:v>
                </c:pt>
                <c:pt idx="6625">
                  <c:v>7.5</c:v>
                </c:pt>
                <c:pt idx="6626">
                  <c:v>7.5</c:v>
                </c:pt>
                <c:pt idx="6627">
                  <c:v>7.5</c:v>
                </c:pt>
                <c:pt idx="6628">
                  <c:v>5.5E-2</c:v>
                </c:pt>
                <c:pt idx="6629">
                  <c:v>0.1</c:v>
                </c:pt>
                <c:pt idx="6630">
                  <c:v>0.34749999999999998</c:v>
                </c:pt>
                <c:pt idx="6631">
                  <c:v>0.50249999999999995</c:v>
                </c:pt>
                <c:pt idx="6632">
                  <c:v>0.95250000000000001</c:v>
                </c:pt>
                <c:pt idx="6633">
                  <c:v>1.1125</c:v>
                </c:pt>
                <c:pt idx="6634">
                  <c:v>1.7050000000000001</c:v>
                </c:pt>
                <c:pt idx="6635">
                  <c:v>8.3049999999999997</c:v>
                </c:pt>
                <c:pt idx="6636">
                  <c:v>9.1174999999999997</c:v>
                </c:pt>
                <c:pt idx="6637">
                  <c:v>9.33</c:v>
                </c:pt>
                <c:pt idx="6638">
                  <c:v>9.73</c:v>
                </c:pt>
                <c:pt idx="6639">
                  <c:v>12.955</c:v>
                </c:pt>
                <c:pt idx="6640">
                  <c:v>16.36</c:v>
                </c:pt>
                <c:pt idx="6641">
                  <c:v>19.395</c:v>
                </c:pt>
                <c:pt idx="6642">
                  <c:v>29.614999999999998</c:v>
                </c:pt>
                <c:pt idx="6643">
                  <c:v>58.6</c:v>
                </c:pt>
                <c:pt idx="6644">
                  <c:v>70.957499999999996</c:v>
                </c:pt>
                <c:pt idx="6645">
                  <c:v>80.517499999999998</c:v>
                </c:pt>
                <c:pt idx="6646">
                  <c:v>84.132499999999993</c:v>
                </c:pt>
                <c:pt idx="6647">
                  <c:v>85.94</c:v>
                </c:pt>
                <c:pt idx="6648">
                  <c:v>86.665000000000006</c:v>
                </c:pt>
                <c:pt idx="6649">
                  <c:v>92.665000000000006</c:v>
                </c:pt>
                <c:pt idx="6650">
                  <c:v>92.742500000000007</c:v>
                </c:pt>
                <c:pt idx="6651">
                  <c:v>91.977500000000006</c:v>
                </c:pt>
                <c:pt idx="6652">
                  <c:v>89.844999999999999</c:v>
                </c:pt>
                <c:pt idx="6653">
                  <c:v>86.367500000000007</c:v>
                </c:pt>
                <c:pt idx="6654">
                  <c:v>84.185000000000002</c:v>
                </c:pt>
                <c:pt idx="6655">
                  <c:v>79.905000000000001</c:v>
                </c:pt>
                <c:pt idx="6656">
                  <c:v>73.497500000000002</c:v>
                </c:pt>
                <c:pt idx="6657">
                  <c:v>67.545000000000002</c:v>
                </c:pt>
                <c:pt idx="6658">
                  <c:v>53.422499999999999</c:v>
                </c:pt>
                <c:pt idx="6659">
                  <c:v>31.6</c:v>
                </c:pt>
                <c:pt idx="6660">
                  <c:v>22.747499999999999</c:v>
                </c:pt>
                <c:pt idx="6661">
                  <c:v>18.422499999999999</c:v>
                </c:pt>
                <c:pt idx="6662">
                  <c:v>13.765000000000001</c:v>
                </c:pt>
                <c:pt idx="6663">
                  <c:v>2.0150000000000001</c:v>
                </c:pt>
                <c:pt idx="6664">
                  <c:v>1.4675</c:v>
                </c:pt>
                <c:pt idx="6665">
                  <c:v>1.2375</c:v>
                </c:pt>
                <c:pt idx="6666">
                  <c:v>0.77749999999999997</c:v>
                </c:pt>
                <c:pt idx="6667">
                  <c:v>0.53</c:v>
                </c:pt>
                <c:pt idx="6668">
                  <c:v>0.40500000000000003</c:v>
                </c:pt>
                <c:pt idx="6669">
                  <c:v>0.1575</c:v>
                </c:pt>
                <c:pt idx="6670">
                  <c:v>7.4999999999999997E-2</c:v>
                </c:pt>
                <c:pt idx="6671">
                  <c:v>0.15</c:v>
                </c:pt>
                <c:pt idx="6672">
                  <c:v>0.32500000000000001</c:v>
                </c:pt>
                <c:pt idx="6673">
                  <c:v>0.65500000000000003</c:v>
                </c:pt>
                <c:pt idx="6674">
                  <c:v>1.2250000000000001</c:v>
                </c:pt>
                <c:pt idx="6675">
                  <c:v>2.41</c:v>
                </c:pt>
                <c:pt idx="6676">
                  <c:v>4.2125000000000004</c:v>
                </c:pt>
                <c:pt idx="6677">
                  <c:v>6.4050000000000002</c:v>
                </c:pt>
                <c:pt idx="6678">
                  <c:v>7.97</c:v>
                </c:pt>
                <c:pt idx="6679">
                  <c:v>11.0075</c:v>
                </c:pt>
                <c:pt idx="6680">
                  <c:v>14.42</c:v>
                </c:pt>
                <c:pt idx="6681">
                  <c:v>17.89</c:v>
                </c:pt>
                <c:pt idx="6682">
                  <c:v>21.96</c:v>
                </c:pt>
                <c:pt idx="6683">
                  <c:v>25.934999999999999</c:v>
                </c:pt>
                <c:pt idx="6684">
                  <c:v>29.954999999999998</c:v>
                </c:pt>
                <c:pt idx="6685">
                  <c:v>35.032499999999999</c:v>
                </c:pt>
                <c:pt idx="6686">
                  <c:v>39.957500000000003</c:v>
                </c:pt>
                <c:pt idx="6687">
                  <c:v>46.467500000000001</c:v>
                </c:pt>
                <c:pt idx="6688">
                  <c:v>62.29</c:v>
                </c:pt>
                <c:pt idx="6689">
                  <c:v>64.59</c:v>
                </c:pt>
                <c:pt idx="6690">
                  <c:v>67.16</c:v>
                </c:pt>
                <c:pt idx="6691">
                  <c:v>70.112499999999997</c:v>
                </c:pt>
                <c:pt idx="6692">
                  <c:v>70.325000000000003</c:v>
                </c:pt>
                <c:pt idx="6693">
                  <c:v>68.267499999999998</c:v>
                </c:pt>
                <c:pt idx="6694">
                  <c:v>65.987499999999997</c:v>
                </c:pt>
                <c:pt idx="6695">
                  <c:v>65.91</c:v>
                </c:pt>
                <c:pt idx="6696">
                  <c:v>65.605000000000004</c:v>
                </c:pt>
                <c:pt idx="6697">
                  <c:v>65.362499999999997</c:v>
                </c:pt>
                <c:pt idx="6698">
                  <c:v>64.52</c:v>
                </c:pt>
                <c:pt idx="6699">
                  <c:v>63.272500000000001</c:v>
                </c:pt>
                <c:pt idx="6700">
                  <c:v>60.414999999999999</c:v>
                </c:pt>
                <c:pt idx="6701">
                  <c:v>55.42</c:v>
                </c:pt>
                <c:pt idx="6702">
                  <c:v>50.604999999999997</c:v>
                </c:pt>
                <c:pt idx="6703">
                  <c:v>46.63</c:v>
                </c:pt>
                <c:pt idx="6704">
                  <c:v>36.43</c:v>
                </c:pt>
                <c:pt idx="6705">
                  <c:v>31.594999999999999</c:v>
                </c:pt>
                <c:pt idx="6706">
                  <c:v>21.072500000000002</c:v>
                </c:pt>
                <c:pt idx="6707">
                  <c:v>15.77</c:v>
                </c:pt>
                <c:pt idx="6708">
                  <c:v>9.4250000000000007</c:v>
                </c:pt>
                <c:pt idx="6709">
                  <c:v>7.5549999999999997</c:v>
                </c:pt>
                <c:pt idx="6710">
                  <c:v>6.1</c:v>
                </c:pt>
                <c:pt idx="6711">
                  <c:v>4.3650000000000002</c:v>
                </c:pt>
                <c:pt idx="6712">
                  <c:v>2.5499999999999998</c:v>
                </c:pt>
                <c:pt idx="6713">
                  <c:v>1.1850000000000001</c:v>
                </c:pt>
                <c:pt idx="6714">
                  <c:v>0.15</c:v>
                </c:pt>
                <c:pt idx="6715">
                  <c:v>7.4999999999999997E-2</c:v>
                </c:pt>
                <c:pt idx="6716">
                  <c:v>0.1</c:v>
                </c:pt>
                <c:pt idx="6717">
                  <c:v>0.17499999999999999</c:v>
                </c:pt>
                <c:pt idx="6718">
                  <c:v>0.375</c:v>
                </c:pt>
                <c:pt idx="6719">
                  <c:v>0.7</c:v>
                </c:pt>
                <c:pt idx="6720">
                  <c:v>1.3125</c:v>
                </c:pt>
                <c:pt idx="6721">
                  <c:v>2.4750000000000001</c:v>
                </c:pt>
                <c:pt idx="6722">
                  <c:v>4.5674999999999999</c:v>
                </c:pt>
                <c:pt idx="6723">
                  <c:v>6.7024999999999997</c:v>
                </c:pt>
                <c:pt idx="6724">
                  <c:v>8.6225000000000005</c:v>
                </c:pt>
                <c:pt idx="6725">
                  <c:v>11.9475</c:v>
                </c:pt>
                <c:pt idx="6726">
                  <c:v>17.045000000000002</c:v>
                </c:pt>
                <c:pt idx="6727">
                  <c:v>21.52</c:v>
                </c:pt>
                <c:pt idx="6728">
                  <c:v>25.81</c:v>
                </c:pt>
                <c:pt idx="6729">
                  <c:v>29.31</c:v>
                </c:pt>
                <c:pt idx="6730">
                  <c:v>32.700000000000003</c:v>
                </c:pt>
                <c:pt idx="6731">
                  <c:v>38.255000000000003</c:v>
                </c:pt>
                <c:pt idx="6732">
                  <c:v>47.197499999999998</c:v>
                </c:pt>
                <c:pt idx="6733">
                  <c:v>51.715000000000003</c:v>
                </c:pt>
                <c:pt idx="6734">
                  <c:v>57.575000000000003</c:v>
                </c:pt>
                <c:pt idx="6735">
                  <c:v>61.134999999999998</c:v>
                </c:pt>
                <c:pt idx="6736">
                  <c:v>70.069999999999993</c:v>
                </c:pt>
                <c:pt idx="6737">
                  <c:v>72.61</c:v>
                </c:pt>
                <c:pt idx="6738">
                  <c:v>74.192499999999995</c:v>
                </c:pt>
                <c:pt idx="6739">
                  <c:v>74.932500000000005</c:v>
                </c:pt>
                <c:pt idx="6740">
                  <c:v>72.685000000000002</c:v>
                </c:pt>
                <c:pt idx="6741">
                  <c:v>71.777500000000003</c:v>
                </c:pt>
                <c:pt idx="6742">
                  <c:v>71.215000000000003</c:v>
                </c:pt>
                <c:pt idx="6743">
                  <c:v>71.487499999999997</c:v>
                </c:pt>
                <c:pt idx="6744">
                  <c:v>66.53</c:v>
                </c:pt>
                <c:pt idx="6745">
                  <c:v>66.045000000000002</c:v>
                </c:pt>
                <c:pt idx="6746">
                  <c:v>63.965000000000003</c:v>
                </c:pt>
                <c:pt idx="6747">
                  <c:v>58.857500000000002</c:v>
                </c:pt>
                <c:pt idx="6748">
                  <c:v>51.897500000000001</c:v>
                </c:pt>
                <c:pt idx="6749">
                  <c:v>46.337499999999999</c:v>
                </c:pt>
                <c:pt idx="6750">
                  <c:v>42.0625</c:v>
                </c:pt>
                <c:pt idx="6751">
                  <c:v>37.04</c:v>
                </c:pt>
                <c:pt idx="6752">
                  <c:v>28.135000000000002</c:v>
                </c:pt>
                <c:pt idx="6753">
                  <c:v>21.445</c:v>
                </c:pt>
                <c:pt idx="6754">
                  <c:v>12.262499999999999</c:v>
                </c:pt>
                <c:pt idx="6755">
                  <c:v>10.14</c:v>
                </c:pt>
                <c:pt idx="6756">
                  <c:v>8.5449999999999999</c:v>
                </c:pt>
                <c:pt idx="6757">
                  <c:v>6.3475000000000001</c:v>
                </c:pt>
                <c:pt idx="6758">
                  <c:v>3.8925000000000001</c:v>
                </c:pt>
                <c:pt idx="6759">
                  <c:v>1.9575</c:v>
                </c:pt>
                <c:pt idx="6760">
                  <c:v>0.44750000000000001</c:v>
                </c:pt>
                <c:pt idx="6761">
                  <c:v>0.20250000000000001</c:v>
                </c:pt>
                <c:pt idx="6762">
                  <c:v>7.4999999999999997E-2</c:v>
                </c:pt>
                <c:pt idx="6763">
                  <c:v>1.32</c:v>
                </c:pt>
                <c:pt idx="6764">
                  <c:v>1.4325000000000001</c:v>
                </c:pt>
                <c:pt idx="6765">
                  <c:v>1.5449999999999999</c:v>
                </c:pt>
                <c:pt idx="6766">
                  <c:v>1.635</c:v>
                </c:pt>
                <c:pt idx="6767">
                  <c:v>1.7350000000000001</c:v>
                </c:pt>
                <c:pt idx="6768">
                  <c:v>1.86</c:v>
                </c:pt>
                <c:pt idx="6769">
                  <c:v>1.9824999999999999</c:v>
                </c:pt>
                <c:pt idx="6770">
                  <c:v>2.0249999999999999</c:v>
                </c:pt>
                <c:pt idx="6771">
                  <c:v>1.9750000000000001</c:v>
                </c:pt>
                <c:pt idx="6772">
                  <c:v>2.0150000000000001</c:v>
                </c:pt>
                <c:pt idx="6773">
                  <c:v>2.0575000000000001</c:v>
                </c:pt>
                <c:pt idx="6774">
                  <c:v>2.0125000000000002</c:v>
                </c:pt>
                <c:pt idx="6775">
                  <c:v>1.99</c:v>
                </c:pt>
                <c:pt idx="6776">
                  <c:v>1.88</c:v>
                </c:pt>
                <c:pt idx="6777">
                  <c:v>1.7775000000000001</c:v>
                </c:pt>
                <c:pt idx="6778">
                  <c:v>1.8574999999999999</c:v>
                </c:pt>
                <c:pt idx="6779">
                  <c:v>1.915</c:v>
                </c:pt>
                <c:pt idx="6780">
                  <c:v>1.92</c:v>
                </c:pt>
                <c:pt idx="6781">
                  <c:v>1.9325000000000001</c:v>
                </c:pt>
                <c:pt idx="6782">
                  <c:v>1.8975</c:v>
                </c:pt>
                <c:pt idx="6783">
                  <c:v>1.83</c:v>
                </c:pt>
                <c:pt idx="6784">
                  <c:v>1.7524999999999999</c:v>
                </c:pt>
                <c:pt idx="6785">
                  <c:v>1.675</c:v>
                </c:pt>
                <c:pt idx="6786">
                  <c:v>1.5125</c:v>
                </c:pt>
                <c:pt idx="6787">
                  <c:v>1.32</c:v>
                </c:pt>
                <c:pt idx="6788">
                  <c:v>1.2050000000000001</c:v>
                </c:pt>
                <c:pt idx="6789">
                  <c:v>1.0874999999999999</c:v>
                </c:pt>
                <c:pt idx="6790">
                  <c:v>0.99250000000000005</c:v>
                </c:pt>
                <c:pt idx="6791">
                  <c:v>1.2875000000000001</c:v>
                </c:pt>
                <c:pt idx="6792">
                  <c:v>1.42</c:v>
                </c:pt>
                <c:pt idx="6793">
                  <c:v>1.5525</c:v>
                </c:pt>
                <c:pt idx="6794">
                  <c:v>1.6850000000000001</c:v>
                </c:pt>
                <c:pt idx="6795">
                  <c:v>1.7775000000000001</c:v>
                </c:pt>
                <c:pt idx="6796">
                  <c:v>1.875</c:v>
                </c:pt>
                <c:pt idx="6797">
                  <c:v>1.97</c:v>
                </c:pt>
                <c:pt idx="6798">
                  <c:v>2.0499999999999998</c:v>
                </c:pt>
                <c:pt idx="6799">
                  <c:v>2.0724999999999998</c:v>
                </c:pt>
                <c:pt idx="6800">
                  <c:v>2.0924999999999998</c:v>
                </c:pt>
                <c:pt idx="6801">
                  <c:v>2.12</c:v>
                </c:pt>
                <c:pt idx="6802">
                  <c:v>2.1475</c:v>
                </c:pt>
                <c:pt idx="6803">
                  <c:v>2.14</c:v>
                </c:pt>
                <c:pt idx="6804">
                  <c:v>2.1349999999999998</c:v>
                </c:pt>
                <c:pt idx="6805">
                  <c:v>2.1375000000000002</c:v>
                </c:pt>
                <c:pt idx="6806">
                  <c:v>2.1475</c:v>
                </c:pt>
                <c:pt idx="6807">
                  <c:v>2.1225000000000001</c:v>
                </c:pt>
                <c:pt idx="6808">
                  <c:v>2.1025</c:v>
                </c:pt>
                <c:pt idx="6809">
                  <c:v>2.09</c:v>
                </c:pt>
                <c:pt idx="6810">
                  <c:v>2.0499999999999998</c:v>
                </c:pt>
                <c:pt idx="6811">
                  <c:v>1.9524999999999999</c:v>
                </c:pt>
                <c:pt idx="6812">
                  <c:v>1.8574999999999999</c:v>
                </c:pt>
                <c:pt idx="6813">
                  <c:v>1.76</c:v>
                </c:pt>
                <c:pt idx="6814">
                  <c:v>1.66</c:v>
                </c:pt>
                <c:pt idx="6815">
                  <c:v>1.53</c:v>
                </c:pt>
                <c:pt idx="6816">
                  <c:v>1.395</c:v>
                </c:pt>
                <c:pt idx="6817">
                  <c:v>1.2625</c:v>
                </c:pt>
                <c:pt idx="6818">
                  <c:v>1.1274999999999999</c:v>
                </c:pt>
                <c:pt idx="6819">
                  <c:v>1.2749999999999999</c:v>
                </c:pt>
                <c:pt idx="6820">
                  <c:v>1.41</c:v>
                </c:pt>
                <c:pt idx="6821">
                  <c:v>1.5425</c:v>
                </c:pt>
                <c:pt idx="6822">
                  <c:v>1.6675</c:v>
                </c:pt>
                <c:pt idx="6823">
                  <c:v>1.7875000000000001</c:v>
                </c:pt>
                <c:pt idx="6824">
                  <c:v>1.915</c:v>
                </c:pt>
                <c:pt idx="6825">
                  <c:v>1.9950000000000001</c:v>
                </c:pt>
                <c:pt idx="6826">
                  <c:v>2.0325000000000002</c:v>
                </c:pt>
                <c:pt idx="6827">
                  <c:v>4.5625</c:v>
                </c:pt>
                <c:pt idx="6828">
                  <c:v>4.6074999999999999</c:v>
                </c:pt>
                <c:pt idx="6829">
                  <c:v>4.57</c:v>
                </c:pt>
                <c:pt idx="6830">
                  <c:v>4.5824999999999996</c:v>
                </c:pt>
                <c:pt idx="6831">
                  <c:v>4.6624999999999996</c:v>
                </c:pt>
                <c:pt idx="6832">
                  <c:v>4.6325000000000003</c:v>
                </c:pt>
                <c:pt idx="6833">
                  <c:v>4.6174999999999997</c:v>
                </c:pt>
                <c:pt idx="6834">
                  <c:v>4.625</c:v>
                </c:pt>
                <c:pt idx="6835">
                  <c:v>4.6224999999999996</c:v>
                </c:pt>
                <c:pt idx="6836">
                  <c:v>4.6349999999999998</c:v>
                </c:pt>
                <c:pt idx="6837">
                  <c:v>4.6100000000000003</c:v>
                </c:pt>
                <c:pt idx="6838">
                  <c:v>4.5525000000000002</c:v>
                </c:pt>
                <c:pt idx="6839">
                  <c:v>4.4375</c:v>
                </c:pt>
                <c:pt idx="6840">
                  <c:v>4.3775000000000004</c:v>
                </c:pt>
                <c:pt idx="6841">
                  <c:v>4.2774999999999999</c:v>
                </c:pt>
                <c:pt idx="6842">
                  <c:v>4.2374999999999998</c:v>
                </c:pt>
                <c:pt idx="6843">
                  <c:v>4.1050000000000004</c:v>
                </c:pt>
                <c:pt idx="6844">
                  <c:v>3.9125000000000001</c:v>
                </c:pt>
                <c:pt idx="6845">
                  <c:v>3.8050000000000002</c:v>
                </c:pt>
                <c:pt idx="6846">
                  <c:v>3.6924999999999999</c:v>
                </c:pt>
                <c:pt idx="6847">
                  <c:v>0</c:v>
                </c:pt>
                <c:pt idx="6848">
                  <c:v>0.34499999999999997</c:v>
                </c:pt>
                <c:pt idx="6849">
                  <c:v>1.41</c:v>
                </c:pt>
                <c:pt idx="6850">
                  <c:v>1.7375</c:v>
                </c:pt>
                <c:pt idx="6851">
                  <c:v>2.2599999999999998</c:v>
                </c:pt>
                <c:pt idx="6852">
                  <c:v>2.5</c:v>
                </c:pt>
                <c:pt idx="6853">
                  <c:v>2.5</c:v>
                </c:pt>
                <c:pt idx="6854">
                  <c:v>2.5</c:v>
                </c:pt>
                <c:pt idx="6855">
                  <c:v>1.25</c:v>
                </c:pt>
                <c:pt idx="6856">
                  <c:v>1.25</c:v>
                </c:pt>
                <c:pt idx="6857">
                  <c:v>1.25</c:v>
                </c:pt>
                <c:pt idx="6858">
                  <c:v>1.25</c:v>
                </c:pt>
                <c:pt idx="6859">
                  <c:v>1.25</c:v>
                </c:pt>
                <c:pt idx="6860">
                  <c:v>1.25</c:v>
                </c:pt>
                <c:pt idx="6861">
                  <c:v>1.25</c:v>
                </c:pt>
                <c:pt idx="6862">
                  <c:v>1.25</c:v>
                </c:pt>
                <c:pt idx="6863">
                  <c:v>1.25</c:v>
                </c:pt>
                <c:pt idx="6864">
                  <c:v>1.25</c:v>
                </c:pt>
                <c:pt idx="6865">
                  <c:v>1.25</c:v>
                </c:pt>
                <c:pt idx="6866">
                  <c:v>1.25</c:v>
                </c:pt>
                <c:pt idx="6867">
                  <c:v>0</c:v>
                </c:pt>
                <c:pt idx="6868">
                  <c:v>0</c:v>
                </c:pt>
                <c:pt idx="6869">
                  <c:v>0</c:v>
                </c:pt>
                <c:pt idx="6870">
                  <c:v>0</c:v>
                </c:pt>
                <c:pt idx="6871">
                  <c:v>0</c:v>
                </c:pt>
                <c:pt idx="6872">
                  <c:v>0</c:v>
                </c:pt>
                <c:pt idx="6873">
                  <c:v>0</c:v>
                </c:pt>
                <c:pt idx="6874">
                  <c:v>0</c:v>
                </c:pt>
                <c:pt idx="6875">
                  <c:v>0</c:v>
                </c:pt>
                <c:pt idx="6876" formatCode="0.00">
                  <c:v>0</c:v>
                </c:pt>
                <c:pt idx="6877" formatCode="0.00">
                  <c:v>0</c:v>
                </c:pt>
                <c:pt idx="6878" formatCode="0.00">
                  <c:v>0</c:v>
                </c:pt>
                <c:pt idx="6879" formatCode="0.00">
                  <c:v>0</c:v>
                </c:pt>
                <c:pt idx="6880" formatCode="0.00">
                  <c:v>0</c:v>
                </c:pt>
                <c:pt idx="6881">
                  <c:v>6.25</c:v>
                </c:pt>
                <c:pt idx="6882">
                  <c:v>6.25</c:v>
                </c:pt>
                <c:pt idx="6883">
                  <c:v>6.25</c:v>
                </c:pt>
                <c:pt idx="6884">
                  <c:v>6.25</c:v>
                </c:pt>
                <c:pt idx="6885">
                  <c:v>5</c:v>
                </c:pt>
                <c:pt idx="6886">
                  <c:v>5</c:v>
                </c:pt>
                <c:pt idx="6887">
                  <c:v>5</c:v>
                </c:pt>
                <c:pt idx="6888">
                  <c:v>5</c:v>
                </c:pt>
                <c:pt idx="6889">
                  <c:v>3.75</c:v>
                </c:pt>
                <c:pt idx="6890">
                  <c:v>3.75</c:v>
                </c:pt>
                <c:pt idx="6891">
                  <c:v>3.75</c:v>
                </c:pt>
                <c:pt idx="6892">
                  <c:v>3.75</c:v>
                </c:pt>
                <c:pt idx="6893">
                  <c:v>3.75</c:v>
                </c:pt>
                <c:pt idx="6894">
                  <c:v>3.75</c:v>
                </c:pt>
                <c:pt idx="6895">
                  <c:v>3.75</c:v>
                </c:pt>
                <c:pt idx="6896">
                  <c:v>3.75</c:v>
                </c:pt>
                <c:pt idx="6897">
                  <c:v>2.5</c:v>
                </c:pt>
                <c:pt idx="6898">
                  <c:v>2.5</c:v>
                </c:pt>
                <c:pt idx="6899">
                  <c:v>2.5</c:v>
                </c:pt>
                <c:pt idx="6900">
                  <c:v>2.5</c:v>
                </c:pt>
                <c:pt idx="6901" formatCode="0.00">
                  <c:v>0</c:v>
                </c:pt>
                <c:pt idx="6902" formatCode="0.00">
                  <c:v>0</c:v>
                </c:pt>
                <c:pt idx="6903" formatCode="0.00">
                  <c:v>0</c:v>
                </c:pt>
                <c:pt idx="6904" formatCode="0.00">
                  <c:v>0</c:v>
                </c:pt>
                <c:pt idx="6905" formatCode="0.00">
                  <c:v>0</c:v>
                </c:pt>
                <c:pt idx="6906" formatCode="0.00">
                  <c:v>0</c:v>
                </c:pt>
                <c:pt idx="6907" formatCode="0.00">
                  <c:v>0</c:v>
                </c:pt>
                <c:pt idx="6908" formatCode="0.00">
                  <c:v>0</c:v>
                </c:pt>
                <c:pt idx="6909" formatCode="0.00">
                  <c:v>0</c:v>
                </c:pt>
                <c:pt idx="6910" formatCode="0.00">
                  <c:v>0</c:v>
                </c:pt>
                <c:pt idx="6911" formatCode="0.00">
                  <c:v>0</c:v>
                </c:pt>
                <c:pt idx="6912" formatCode="0.00">
                  <c:v>0</c:v>
                </c:pt>
                <c:pt idx="6913" formatCode="0.00">
                  <c:v>0</c:v>
                </c:pt>
                <c:pt idx="6914" formatCode="0.00">
                  <c:v>0</c:v>
                </c:pt>
                <c:pt idx="6915" formatCode="0.00">
                  <c:v>0</c:v>
                </c:pt>
                <c:pt idx="6916" formatCode="0.00">
                  <c:v>0</c:v>
                </c:pt>
                <c:pt idx="6917" formatCode="0.00">
                  <c:v>0</c:v>
                </c:pt>
                <c:pt idx="6918">
                  <c:v>2.5</c:v>
                </c:pt>
                <c:pt idx="6919">
                  <c:v>2.5</c:v>
                </c:pt>
                <c:pt idx="6920">
                  <c:v>2.5</c:v>
                </c:pt>
                <c:pt idx="6921">
                  <c:v>2.5</c:v>
                </c:pt>
                <c:pt idx="6922">
                  <c:v>2.5</c:v>
                </c:pt>
                <c:pt idx="6923">
                  <c:v>2.5</c:v>
                </c:pt>
                <c:pt idx="6924">
                  <c:v>5</c:v>
                </c:pt>
                <c:pt idx="6925">
                  <c:v>5</c:v>
                </c:pt>
                <c:pt idx="6926">
                  <c:v>5</c:v>
                </c:pt>
                <c:pt idx="6927">
                  <c:v>5</c:v>
                </c:pt>
                <c:pt idx="6928">
                  <c:v>5</c:v>
                </c:pt>
                <c:pt idx="6929">
                  <c:v>5</c:v>
                </c:pt>
                <c:pt idx="6930">
                  <c:v>5</c:v>
                </c:pt>
                <c:pt idx="6931">
                  <c:v>5</c:v>
                </c:pt>
                <c:pt idx="6932">
                  <c:v>2.5</c:v>
                </c:pt>
                <c:pt idx="6933">
                  <c:v>2.5</c:v>
                </c:pt>
                <c:pt idx="6934">
                  <c:v>2.5</c:v>
                </c:pt>
                <c:pt idx="6935">
                  <c:v>2.5</c:v>
                </c:pt>
                <c:pt idx="6936">
                  <c:v>2.5</c:v>
                </c:pt>
                <c:pt idx="6937">
                  <c:v>2.5</c:v>
                </c:pt>
                <c:pt idx="6938" formatCode="0.00">
                  <c:v>0</c:v>
                </c:pt>
                <c:pt idx="6939" formatCode="0.00">
                  <c:v>0</c:v>
                </c:pt>
                <c:pt idx="6940" formatCode="0.00">
                  <c:v>0</c:v>
                </c:pt>
                <c:pt idx="6941" formatCode="0.00">
                  <c:v>0</c:v>
                </c:pt>
                <c:pt idx="6942" formatCode="0.00">
                  <c:v>0</c:v>
                </c:pt>
                <c:pt idx="6943" formatCode="0.00">
                  <c:v>0</c:v>
                </c:pt>
                <c:pt idx="6944" formatCode="0.00">
                  <c:v>0</c:v>
                </c:pt>
                <c:pt idx="6945" formatCode="0.00">
                  <c:v>0</c:v>
                </c:pt>
                <c:pt idx="6946">
                  <c:v>10</c:v>
                </c:pt>
                <c:pt idx="6947">
                  <c:v>6.25</c:v>
                </c:pt>
                <c:pt idx="6948">
                  <c:v>10</c:v>
                </c:pt>
                <c:pt idx="6949">
                  <c:v>10</c:v>
                </c:pt>
                <c:pt idx="6950">
                  <c:v>10</c:v>
                </c:pt>
                <c:pt idx="6951">
                  <c:v>10</c:v>
                </c:pt>
                <c:pt idx="6952">
                  <c:v>10</c:v>
                </c:pt>
                <c:pt idx="6953">
                  <c:v>10</c:v>
                </c:pt>
                <c:pt idx="6954">
                  <c:v>10</c:v>
                </c:pt>
                <c:pt idx="6955">
                  <c:v>10</c:v>
                </c:pt>
                <c:pt idx="6956">
                  <c:v>10</c:v>
                </c:pt>
                <c:pt idx="6957">
                  <c:v>10</c:v>
                </c:pt>
                <c:pt idx="6958">
                  <c:v>10</c:v>
                </c:pt>
                <c:pt idx="6959">
                  <c:v>10</c:v>
                </c:pt>
                <c:pt idx="6960">
                  <c:v>10</c:v>
                </c:pt>
                <c:pt idx="6961">
                  <c:v>10</c:v>
                </c:pt>
                <c:pt idx="6962">
                  <c:v>10</c:v>
                </c:pt>
                <c:pt idx="6963">
                  <c:v>10</c:v>
                </c:pt>
                <c:pt idx="6964">
                  <c:v>10</c:v>
                </c:pt>
                <c:pt idx="6965">
                  <c:v>10</c:v>
                </c:pt>
                <c:pt idx="6966">
                  <c:v>16</c:v>
                </c:pt>
                <c:pt idx="6967">
                  <c:v>16</c:v>
                </c:pt>
                <c:pt idx="6968">
                  <c:v>16</c:v>
                </c:pt>
                <c:pt idx="6969">
                  <c:v>16</c:v>
                </c:pt>
                <c:pt idx="6970">
                  <c:v>14.75</c:v>
                </c:pt>
                <c:pt idx="6971">
                  <c:v>14.75</c:v>
                </c:pt>
                <c:pt idx="6972">
                  <c:v>14.75</c:v>
                </c:pt>
                <c:pt idx="6973">
                  <c:v>14.75</c:v>
                </c:pt>
                <c:pt idx="6974">
                  <c:v>13.5</c:v>
                </c:pt>
                <c:pt idx="6975">
                  <c:v>13.5</c:v>
                </c:pt>
                <c:pt idx="6976">
                  <c:v>13.5</c:v>
                </c:pt>
                <c:pt idx="6977">
                  <c:v>13.5</c:v>
                </c:pt>
                <c:pt idx="6978">
                  <c:v>12.25</c:v>
                </c:pt>
                <c:pt idx="6979">
                  <c:v>12.25</c:v>
                </c:pt>
                <c:pt idx="6980">
                  <c:v>12.25</c:v>
                </c:pt>
                <c:pt idx="6981">
                  <c:v>12.25</c:v>
                </c:pt>
                <c:pt idx="6982">
                  <c:v>12.25</c:v>
                </c:pt>
                <c:pt idx="6983">
                  <c:v>12.25</c:v>
                </c:pt>
                <c:pt idx="6984">
                  <c:v>6.25</c:v>
                </c:pt>
                <c:pt idx="6985">
                  <c:v>6.25</c:v>
                </c:pt>
                <c:pt idx="6986" formatCode="0.00">
                  <c:v>0</c:v>
                </c:pt>
                <c:pt idx="6987" formatCode="0.00">
                  <c:v>0</c:v>
                </c:pt>
                <c:pt idx="6988" formatCode="0.00">
                  <c:v>0</c:v>
                </c:pt>
                <c:pt idx="6989" formatCode="0.00">
                  <c:v>0</c:v>
                </c:pt>
                <c:pt idx="6990" formatCode="0.00">
                  <c:v>0</c:v>
                </c:pt>
                <c:pt idx="6991" formatCode="0.00">
                  <c:v>0</c:v>
                </c:pt>
                <c:pt idx="6992" formatCode="0.00">
                  <c:v>0</c:v>
                </c:pt>
                <c:pt idx="6993" formatCode="0.00">
                  <c:v>0</c:v>
                </c:pt>
                <c:pt idx="6994" formatCode="0.00">
                  <c:v>0</c:v>
                </c:pt>
                <c:pt idx="6995" formatCode="0.00">
                  <c:v>0</c:v>
                </c:pt>
                <c:pt idx="6996">
                  <c:v>40</c:v>
                </c:pt>
                <c:pt idx="6997">
                  <c:v>40</c:v>
                </c:pt>
                <c:pt idx="6998">
                  <c:v>40</c:v>
                </c:pt>
                <c:pt idx="6999">
                  <c:v>40</c:v>
                </c:pt>
                <c:pt idx="7000">
                  <c:v>40</c:v>
                </c:pt>
                <c:pt idx="7001">
                  <c:v>40</c:v>
                </c:pt>
                <c:pt idx="7002">
                  <c:v>40</c:v>
                </c:pt>
                <c:pt idx="7003">
                  <c:v>40</c:v>
                </c:pt>
                <c:pt idx="7004">
                  <c:v>40</c:v>
                </c:pt>
                <c:pt idx="7005">
                  <c:v>40</c:v>
                </c:pt>
                <c:pt idx="7006">
                  <c:v>40</c:v>
                </c:pt>
                <c:pt idx="7007">
                  <c:v>40</c:v>
                </c:pt>
                <c:pt idx="7008">
                  <c:v>40</c:v>
                </c:pt>
                <c:pt idx="7009">
                  <c:v>38.5</c:v>
                </c:pt>
                <c:pt idx="7010">
                  <c:v>15</c:v>
                </c:pt>
                <c:pt idx="7011">
                  <c:v>15</c:v>
                </c:pt>
                <c:pt idx="7012">
                  <c:v>100</c:v>
                </c:pt>
                <c:pt idx="7013">
                  <c:v>100</c:v>
                </c:pt>
                <c:pt idx="7014">
                  <c:v>60</c:v>
                </c:pt>
                <c:pt idx="7015" formatCode="0.00">
                  <c:v>0</c:v>
                </c:pt>
                <c:pt idx="7016" formatCode="0.00">
                  <c:v>0</c:v>
                </c:pt>
                <c:pt idx="7017" formatCode="0.00">
                  <c:v>0</c:v>
                </c:pt>
                <c:pt idx="7018" formatCode="0.00">
                  <c:v>0</c:v>
                </c:pt>
                <c:pt idx="7019" formatCode="0.00">
                  <c:v>0</c:v>
                </c:pt>
                <c:pt idx="7020" formatCode="0.00">
                  <c:v>0</c:v>
                </c:pt>
                <c:pt idx="7021" formatCode="0.00">
                  <c:v>0</c:v>
                </c:pt>
                <c:pt idx="7022" formatCode="0.00">
                  <c:v>0</c:v>
                </c:pt>
                <c:pt idx="7023">
                  <c:v>2.5924999999999998</c:v>
                </c:pt>
                <c:pt idx="7024">
                  <c:v>9.2624999999999993</c:v>
                </c:pt>
                <c:pt idx="7025">
                  <c:v>36.452500000000001</c:v>
                </c:pt>
                <c:pt idx="7026">
                  <c:v>41.524999999999999</c:v>
                </c:pt>
                <c:pt idx="7027">
                  <c:v>44.064999999999998</c:v>
                </c:pt>
                <c:pt idx="7028">
                  <c:v>48.237499999999997</c:v>
                </c:pt>
                <c:pt idx="7029">
                  <c:v>48.475000000000001</c:v>
                </c:pt>
                <c:pt idx="7030">
                  <c:v>59.247500000000002</c:v>
                </c:pt>
                <c:pt idx="7031">
                  <c:v>50</c:v>
                </c:pt>
                <c:pt idx="7032">
                  <c:v>50</c:v>
                </c:pt>
                <c:pt idx="7033">
                  <c:v>50</c:v>
                </c:pt>
                <c:pt idx="7034">
                  <c:v>50</c:v>
                </c:pt>
                <c:pt idx="7035">
                  <c:v>50</c:v>
                </c:pt>
                <c:pt idx="7036">
                  <c:v>50</c:v>
                </c:pt>
                <c:pt idx="7037">
                  <c:v>50</c:v>
                </c:pt>
                <c:pt idx="7038">
                  <c:v>47.702500000000001</c:v>
                </c:pt>
                <c:pt idx="7039">
                  <c:v>43.982500000000002</c:v>
                </c:pt>
                <c:pt idx="7040">
                  <c:v>46.1325</c:v>
                </c:pt>
                <c:pt idx="7041">
                  <c:v>39.5075</c:v>
                </c:pt>
                <c:pt idx="7042">
                  <c:v>33.28</c:v>
                </c:pt>
                <c:pt idx="7043">
                  <c:v>25</c:v>
                </c:pt>
                <c:pt idx="7044">
                  <c:v>21</c:v>
                </c:pt>
                <c:pt idx="7045">
                  <c:v>110</c:v>
                </c:pt>
                <c:pt idx="7046">
                  <c:v>110</c:v>
                </c:pt>
                <c:pt idx="7047">
                  <c:v>110</c:v>
                </c:pt>
                <c:pt idx="7048">
                  <c:v>110</c:v>
                </c:pt>
                <c:pt idx="7049">
                  <c:v>110</c:v>
                </c:pt>
                <c:pt idx="7050" formatCode="0.00">
                  <c:v>0</c:v>
                </c:pt>
                <c:pt idx="7051" formatCode="0.00">
                  <c:v>0</c:v>
                </c:pt>
                <c:pt idx="7052" formatCode="0.00">
                  <c:v>0</c:v>
                </c:pt>
                <c:pt idx="7053" formatCode="0.00">
                  <c:v>0</c:v>
                </c:pt>
                <c:pt idx="7054" formatCode="0.00">
                  <c:v>0</c:v>
                </c:pt>
                <c:pt idx="7055" formatCode="0.00">
                  <c:v>0</c:v>
                </c:pt>
                <c:pt idx="7056" formatCode="0.00">
                  <c:v>0</c:v>
                </c:pt>
                <c:pt idx="7057" formatCode="0.00">
                  <c:v>0</c:v>
                </c:pt>
                <c:pt idx="7058" formatCode="0.00">
                  <c:v>0</c:v>
                </c:pt>
                <c:pt idx="7059" formatCode="0.00">
                  <c:v>0</c:v>
                </c:pt>
                <c:pt idx="7060" formatCode="0.00">
                  <c:v>0</c:v>
                </c:pt>
                <c:pt idx="7061" formatCode="0.00">
                  <c:v>0</c:v>
                </c:pt>
                <c:pt idx="7062">
                  <c:v>14.6</c:v>
                </c:pt>
                <c:pt idx="7063">
                  <c:v>18.850000000000001</c:v>
                </c:pt>
                <c:pt idx="7064">
                  <c:v>18.850000000000001</c:v>
                </c:pt>
                <c:pt idx="7065">
                  <c:v>22.05</c:v>
                </c:pt>
                <c:pt idx="7066">
                  <c:v>34.25</c:v>
                </c:pt>
                <c:pt idx="7067">
                  <c:v>34.25</c:v>
                </c:pt>
                <c:pt idx="7068">
                  <c:v>49.5</c:v>
                </c:pt>
                <c:pt idx="7069">
                  <c:v>48.674999999999997</c:v>
                </c:pt>
                <c:pt idx="7070">
                  <c:v>63</c:v>
                </c:pt>
                <c:pt idx="7071">
                  <c:v>63</c:v>
                </c:pt>
                <c:pt idx="7072">
                  <c:v>63</c:v>
                </c:pt>
                <c:pt idx="7073">
                  <c:v>62.825000000000003</c:v>
                </c:pt>
                <c:pt idx="7074">
                  <c:v>54.174999999999997</c:v>
                </c:pt>
                <c:pt idx="7075">
                  <c:v>36</c:v>
                </c:pt>
                <c:pt idx="7076">
                  <c:v>19.899999999999999</c:v>
                </c:pt>
                <c:pt idx="7077">
                  <c:v>14.175000000000001</c:v>
                </c:pt>
                <c:pt idx="7078">
                  <c:v>7.37</c:v>
                </c:pt>
                <c:pt idx="7079">
                  <c:v>10.7525</c:v>
                </c:pt>
                <c:pt idx="7080">
                  <c:v>5.6475</c:v>
                </c:pt>
                <c:pt idx="7081">
                  <c:v>8.1024999999999991</c:v>
                </c:pt>
                <c:pt idx="7082">
                  <c:v>13.05</c:v>
                </c:pt>
                <c:pt idx="7083">
                  <c:v>16.164999999999999</c:v>
                </c:pt>
                <c:pt idx="7084">
                  <c:v>18.664999999999999</c:v>
                </c:pt>
                <c:pt idx="7085">
                  <c:v>21.68</c:v>
                </c:pt>
                <c:pt idx="7086">
                  <c:v>24.6875</c:v>
                </c:pt>
                <c:pt idx="7087">
                  <c:v>27.535</c:v>
                </c:pt>
                <c:pt idx="7088">
                  <c:v>42.715000000000003</c:v>
                </c:pt>
                <c:pt idx="7089">
                  <c:v>70.552499999999995</c:v>
                </c:pt>
                <c:pt idx="7090">
                  <c:v>85.575000000000003</c:v>
                </c:pt>
                <c:pt idx="7091">
                  <c:v>105.325</c:v>
                </c:pt>
                <c:pt idx="7092">
                  <c:v>105.675</c:v>
                </c:pt>
                <c:pt idx="7093">
                  <c:v>117.25</c:v>
                </c:pt>
                <c:pt idx="7094">
                  <c:v>112.5</c:v>
                </c:pt>
                <c:pt idx="7095">
                  <c:v>107.5</c:v>
                </c:pt>
                <c:pt idx="7096">
                  <c:v>58.75</c:v>
                </c:pt>
                <c:pt idx="7097">
                  <c:v>56.25</c:v>
                </c:pt>
                <c:pt idx="7098">
                  <c:v>56.25</c:v>
                </c:pt>
                <c:pt idx="7099">
                  <c:v>56.25</c:v>
                </c:pt>
                <c:pt idx="7100">
                  <c:v>56.25</c:v>
                </c:pt>
                <c:pt idx="7101">
                  <c:v>56.25</c:v>
                </c:pt>
                <c:pt idx="7102">
                  <c:v>56.25</c:v>
                </c:pt>
                <c:pt idx="7103">
                  <c:v>56.25</c:v>
                </c:pt>
                <c:pt idx="7104">
                  <c:v>56.25</c:v>
                </c:pt>
                <c:pt idx="7105">
                  <c:v>46.825000000000003</c:v>
                </c:pt>
                <c:pt idx="7106">
                  <c:v>31.675000000000001</c:v>
                </c:pt>
                <c:pt idx="7107">
                  <c:v>30.074999999999999</c:v>
                </c:pt>
                <c:pt idx="7108">
                  <c:v>1.84</c:v>
                </c:pt>
                <c:pt idx="7109">
                  <c:v>3.3174999999999999</c:v>
                </c:pt>
                <c:pt idx="7110">
                  <c:v>4.8375000000000004</c:v>
                </c:pt>
                <c:pt idx="7111">
                  <c:v>2.605</c:v>
                </c:pt>
                <c:pt idx="7112">
                  <c:v>4.0625</c:v>
                </c:pt>
                <c:pt idx="7113">
                  <c:v>5.9024999999999999</c:v>
                </c:pt>
                <c:pt idx="7114">
                  <c:v>7.5175000000000001</c:v>
                </c:pt>
                <c:pt idx="7115">
                  <c:v>8.9275000000000002</c:v>
                </c:pt>
                <c:pt idx="7116">
                  <c:v>10.305</c:v>
                </c:pt>
                <c:pt idx="7117">
                  <c:v>11.305</c:v>
                </c:pt>
                <c:pt idx="7118">
                  <c:v>12.42</c:v>
                </c:pt>
                <c:pt idx="7119">
                  <c:v>30.737500000000001</c:v>
                </c:pt>
                <c:pt idx="7120">
                  <c:v>31.4725</c:v>
                </c:pt>
                <c:pt idx="7121">
                  <c:v>31.987500000000001</c:v>
                </c:pt>
                <c:pt idx="7122">
                  <c:v>32.497500000000002</c:v>
                </c:pt>
                <c:pt idx="7123">
                  <c:v>32.607500000000002</c:v>
                </c:pt>
                <c:pt idx="7124">
                  <c:v>32.5</c:v>
                </c:pt>
                <c:pt idx="7125">
                  <c:v>27.5</c:v>
                </c:pt>
                <c:pt idx="7126">
                  <c:v>51.05</c:v>
                </c:pt>
                <c:pt idx="7127">
                  <c:v>42.5</c:v>
                </c:pt>
                <c:pt idx="7128">
                  <c:v>42.5</c:v>
                </c:pt>
                <c:pt idx="7129">
                  <c:v>42.5</c:v>
                </c:pt>
                <c:pt idx="7130">
                  <c:v>42.5</c:v>
                </c:pt>
                <c:pt idx="7131">
                  <c:v>42.5</c:v>
                </c:pt>
                <c:pt idx="7132">
                  <c:v>42.5</c:v>
                </c:pt>
                <c:pt idx="7133">
                  <c:v>37.174999999999997</c:v>
                </c:pt>
                <c:pt idx="7134">
                  <c:v>31.875</c:v>
                </c:pt>
                <c:pt idx="7135">
                  <c:v>24.675000000000001</c:v>
                </c:pt>
                <c:pt idx="7136">
                  <c:v>22.475000000000001</c:v>
                </c:pt>
                <c:pt idx="7137">
                  <c:v>15.975</c:v>
                </c:pt>
                <c:pt idx="7138">
                  <c:v>20.125</c:v>
                </c:pt>
                <c:pt idx="7139" formatCode="0.00">
                  <c:v>0</c:v>
                </c:pt>
                <c:pt idx="7140" formatCode="0.00">
                  <c:v>0</c:v>
                </c:pt>
                <c:pt idx="7141" formatCode="0.00">
                  <c:v>0</c:v>
                </c:pt>
                <c:pt idx="7142" formatCode="0.00">
                  <c:v>0</c:v>
                </c:pt>
                <c:pt idx="7143" formatCode="0.00">
                  <c:v>0</c:v>
                </c:pt>
                <c:pt idx="7144" formatCode="0.00">
                  <c:v>0</c:v>
                </c:pt>
                <c:pt idx="7145" formatCode="0.00">
                  <c:v>0</c:v>
                </c:pt>
                <c:pt idx="7146" formatCode="0.00">
                  <c:v>0</c:v>
                </c:pt>
                <c:pt idx="7147">
                  <c:v>5</c:v>
                </c:pt>
                <c:pt idx="7148">
                  <c:v>5</c:v>
                </c:pt>
                <c:pt idx="7149">
                  <c:v>5</c:v>
                </c:pt>
                <c:pt idx="7150">
                  <c:v>5</c:v>
                </c:pt>
                <c:pt idx="7151">
                  <c:v>5</c:v>
                </c:pt>
                <c:pt idx="7152">
                  <c:v>5</c:v>
                </c:pt>
                <c:pt idx="7153">
                  <c:v>5</c:v>
                </c:pt>
                <c:pt idx="7154">
                  <c:v>17.5</c:v>
                </c:pt>
                <c:pt idx="7155">
                  <c:v>17.5</c:v>
                </c:pt>
                <c:pt idx="7156">
                  <c:v>17.5</c:v>
                </c:pt>
                <c:pt idx="7157">
                  <c:v>17.5</c:v>
                </c:pt>
                <c:pt idx="7158">
                  <c:v>5</c:v>
                </c:pt>
                <c:pt idx="7159">
                  <c:v>5</c:v>
                </c:pt>
                <c:pt idx="7160">
                  <c:v>5</c:v>
                </c:pt>
                <c:pt idx="7161">
                  <c:v>5</c:v>
                </c:pt>
                <c:pt idx="7162">
                  <c:v>5</c:v>
                </c:pt>
                <c:pt idx="7163">
                  <c:v>5</c:v>
                </c:pt>
                <c:pt idx="7164">
                  <c:v>5</c:v>
                </c:pt>
                <c:pt idx="7165">
                  <c:v>5</c:v>
                </c:pt>
                <c:pt idx="7166">
                  <c:v>5</c:v>
                </c:pt>
                <c:pt idx="7167" formatCode="0.00">
                  <c:v>0</c:v>
                </c:pt>
                <c:pt idx="7168" formatCode="0.00">
                  <c:v>0</c:v>
                </c:pt>
                <c:pt idx="7169" formatCode="0.00">
                  <c:v>0</c:v>
                </c:pt>
                <c:pt idx="7170" formatCode="0.00">
                  <c:v>0</c:v>
                </c:pt>
                <c:pt idx="7171" formatCode="0.00">
                  <c:v>0</c:v>
                </c:pt>
                <c:pt idx="7172" formatCode="0.00">
                  <c:v>0</c:v>
                </c:pt>
                <c:pt idx="7173" formatCode="0.00">
                  <c:v>0</c:v>
                </c:pt>
                <c:pt idx="7174" formatCode="0.00">
                  <c:v>0</c:v>
                </c:pt>
                <c:pt idx="7175" formatCode="0.00">
                  <c:v>0</c:v>
                </c:pt>
                <c:pt idx="7176" formatCode="0.00">
                  <c:v>0</c:v>
                </c:pt>
                <c:pt idx="7177">
                  <c:v>5</c:v>
                </c:pt>
                <c:pt idx="7178">
                  <c:v>8.25</c:v>
                </c:pt>
                <c:pt idx="7179">
                  <c:v>11.5</c:v>
                </c:pt>
                <c:pt idx="7180">
                  <c:v>12.5</c:v>
                </c:pt>
                <c:pt idx="7181">
                  <c:v>13.75</c:v>
                </c:pt>
                <c:pt idx="7182">
                  <c:v>13.75</c:v>
                </c:pt>
                <c:pt idx="7183">
                  <c:v>13.75</c:v>
                </c:pt>
                <c:pt idx="7184">
                  <c:v>13.75</c:v>
                </c:pt>
                <c:pt idx="7185">
                  <c:v>20.65</c:v>
                </c:pt>
                <c:pt idx="7186">
                  <c:v>24.7</c:v>
                </c:pt>
                <c:pt idx="7187">
                  <c:v>24.324999999999999</c:v>
                </c:pt>
                <c:pt idx="7188">
                  <c:v>23.375</c:v>
                </c:pt>
                <c:pt idx="7189">
                  <c:v>21.425000000000001</c:v>
                </c:pt>
                <c:pt idx="7190">
                  <c:v>18.324999999999999</c:v>
                </c:pt>
                <c:pt idx="7191">
                  <c:v>18.95</c:v>
                </c:pt>
                <c:pt idx="7192">
                  <c:v>13.75</c:v>
                </c:pt>
                <c:pt idx="7193">
                  <c:v>8.75</c:v>
                </c:pt>
                <c:pt idx="7194">
                  <c:v>5</c:v>
                </c:pt>
                <c:pt idx="7195">
                  <c:v>5</c:v>
                </c:pt>
                <c:pt idx="7196">
                  <c:v>5</c:v>
                </c:pt>
                <c:pt idx="7197" formatCode="0.00">
                  <c:v>0</c:v>
                </c:pt>
                <c:pt idx="7198" formatCode="0.00">
                  <c:v>0</c:v>
                </c:pt>
                <c:pt idx="7199" formatCode="0.00">
                  <c:v>0</c:v>
                </c:pt>
                <c:pt idx="7200" formatCode="0.00">
                  <c:v>0</c:v>
                </c:pt>
                <c:pt idx="7201" formatCode="0.00">
                  <c:v>0</c:v>
                </c:pt>
                <c:pt idx="7202" formatCode="0.00">
                  <c:v>0</c:v>
                </c:pt>
                <c:pt idx="7203" formatCode="0.00">
                  <c:v>0</c:v>
                </c:pt>
                <c:pt idx="7204" formatCode="0.00">
                  <c:v>0</c:v>
                </c:pt>
                <c:pt idx="7205" formatCode="0.00">
                  <c:v>0</c:v>
                </c:pt>
                <c:pt idx="7206" formatCode="0.00">
                  <c:v>0</c:v>
                </c:pt>
                <c:pt idx="7207" formatCode="0.00">
                  <c:v>0</c:v>
                </c:pt>
                <c:pt idx="7208" formatCode="0.00">
                  <c:v>0</c:v>
                </c:pt>
                <c:pt idx="7209" formatCode="0.00">
                  <c:v>0</c:v>
                </c:pt>
                <c:pt idx="7210" formatCode="0.00">
                  <c:v>0</c:v>
                </c:pt>
                <c:pt idx="7211" formatCode="0.00">
                  <c:v>0</c:v>
                </c:pt>
                <c:pt idx="7212" formatCode="0.00">
                  <c:v>0</c:v>
                </c:pt>
                <c:pt idx="7213" formatCode="0.00">
                  <c:v>0</c:v>
                </c:pt>
                <c:pt idx="7214" formatCode="0.00">
                  <c:v>0</c:v>
                </c:pt>
                <c:pt idx="7215" formatCode="0.00">
                  <c:v>0</c:v>
                </c:pt>
                <c:pt idx="7216" formatCode="0.00">
                  <c:v>0</c:v>
                </c:pt>
                <c:pt idx="7217" formatCode="0.00">
                  <c:v>0</c:v>
                </c:pt>
                <c:pt idx="7218" formatCode="0.00">
                  <c:v>0</c:v>
                </c:pt>
                <c:pt idx="7219" formatCode="0.00">
                  <c:v>0</c:v>
                </c:pt>
                <c:pt idx="7220" formatCode="0.00">
                  <c:v>0</c:v>
                </c:pt>
                <c:pt idx="7221" formatCode="0.00">
                  <c:v>0</c:v>
                </c:pt>
                <c:pt idx="7222" formatCode="0.00">
                  <c:v>0</c:v>
                </c:pt>
                <c:pt idx="7223" formatCode="0.00">
                  <c:v>0</c:v>
                </c:pt>
                <c:pt idx="7224" formatCode="0.00">
                  <c:v>0</c:v>
                </c:pt>
                <c:pt idx="7225" formatCode="0.00">
                  <c:v>0</c:v>
                </c:pt>
                <c:pt idx="7226" formatCode="0.00">
                  <c:v>0</c:v>
                </c:pt>
                <c:pt idx="7227" formatCode="0.00">
                  <c:v>0</c:v>
                </c:pt>
                <c:pt idx="7228" formatCode="0.00">
                  <c:v>0</c:v>
                </c:pt>
                <c:pt idx="7229" formatCode="0.00">
                  <c:v>0</c:v>
                </c:pt>
                <c:pt idx="7230" formatCode="0.00">
                  <c:v>0</c:v>
                </c:pt>
                <c:pt idx="7231" formatCode="0.00">
                  <c:v>0</c:v>
                </c:pt>
                <c:pt idx="7232" formatCode="0.00">
                  <c:v>0</c:v>
                </c:pt>
                <c:pt idx="7233">
                  <c:v>9.5</c:v>
                </c:pt>
                <c:pt idx="7234">
                  <c:v>9.5</c:v>
                </c:pt>
                <c:pt idx="7235">
                  <c:v>9.5</c:v>
                </c:pt>
                <c:pt idx="7236">
                  <c:v>9.5</c:v>
                </c:pt>
                <c:pt idx="7237">
                  <c:v>9.5</c:v>
                </c:pt>
                <c:pt idx="7238">
                  <c:v>9.5</c:v>
                </c:pt>
                <c:pt idx="7239">
                  <c:v>9.5</c:v>
                </c:pt>
                <c:pt idx="7240">
                  <c:v>9.5</c:v>
                </c:pt>
                <c:pt idx="7241">
                  <c:v>9.5</c:v>
                </c:pt>
                <c:pt idx="7242">
                  <c:v>9.5</c:v>
                </c:pt>
                <c:pt idx="7243">
                  <c:v>9.5</c:v>
                </c:pt>
                <c:pt idx="7244">
                  <c:v>9.5</c:v>
                </c:pt>
                <c:pt idx="7245">
                  <c:v>9.5</c:v>
                </c:pt>
                <c:pt idx="7246">
                  <c:v>9.5</c:v>
                </c:pt>
                <c:pt idx="7247">
                  <c:v>9.5</c:v>
                </c:pt>
                <c:pt idx="7248">
                  <c:v>9.5</c:v>
                </c:pt>
                <c:pt idx="7249">
                  <c:v>7</c:v>
                </c:pt>
                <c:pt idx="7250">
                  <c:v>7</c:v>
                </c:pt>
                <c:pt idx="7251">
                  <c:v>7</c:v>
                </c:pt>
                <c:pt idx="7252">
                  <c:v>7</c:v>
                </c:pt>
                <c:pt idx="7253" formatCode="0.00">
                  <c:v>0</c:v>
                </c:pt>
                <c:pt idx="7254" formatCode="0.00">
                  <c:v>0</c:v>
                </c:pt>
                <c:pt idx="7255" formatCode="0.00">
                  <c:v>0</c:v>
                </c:pt>
                <c:pt idx="7256" formatCode="0.00">
                  <c:v>0</c:v>
                </c:pt>
                <c:pt idx="7257" formatCode="0.00">
                  <c:v>0</c:v>
                </c:pt>
                <c:pt idx="7258" formatCode="0.00">
                  <c:v>0</c:v>
                </c:pt>
                <c:pt idx="7259" formatCode="0.00">
                  <c:v>0</c:v>
                </c:pt>
                <c:pt idx="7260" formatCode="0.00">
                  <c:v>0</c:v>
                </c:pt>
                <c:pt idx="7261" formatCode="0.00">
                  <c:v>0</c:v>
                </c:pt>
                <c:pt idx="7262" formatCode="0.00">
                  <c:v>0</c:v>
                </c:pt>
                <c:pt idx="7263" formatCode="0.00">
                  <c:v>0</c:v>
                </c:pt>
                <c:pt idx="7264" formatCode="0.00">
                  <c:v>0</c:v>
                </c:pt>
                <c:pt idx="7265">
                  <c:v>10</c:v>
                </c:pt>
                <c:pt idx="7266">
                  <c:v>10</c:v>
                </c:pt>
                <c:pt idx="7267">
                  <c:v>12.5</c:v>
                </c:pt>
                <c:pt idx="7268">
                  <c:v>12.5</c:v>
                </c:pt>
                <c:pt idx="7269">
                  <c:v>12.5</c:v>
                </c:pt>
                <c:pt idx="7270">
                  <c:v>12.5</c:v>
                </c:pt>
                <c:pt idx="7271">
                  <c:v>12.5</c:v>
                </c:pt>
                <c:pt idx="7272">
                  <c:v>12.5</c:v>
                </c:pt>
                <c:pt idx="7273">
                  <c:v>11.25</c:v>
                </c:pt>
                <c:pt idx="7274">
                  <c:v>11.25</c:v>
                </c:pt>
                <c:pt idx="7275">
                  <c:v>11.25</c:v>
                </c:pt>
                <c:pt idx="7276">
                  <c:v>11.25</c:v>
                </c:pt>
                <c:pt idx="7277">
                  <c:v>8.75</c:v>
                </c:pt>
                <c:pt idx="7278">
                  <c:v>8.75</c:v>
                </c:pt>
                <c:pt idx="7279">
                  <c:v>8.75</c:v>
                </c:pt>
                <c:pt idx="7280">
                  <c:v>8.75</c:v>
                </c:pt>
                <c:pt idx="7281">
                  <c:v>7.5</c:v>
                </c:pt>
                <c:pt idx="7282">
                  <c:v>7.5</c:v>
                </c:pt>
                <c:pt idx="7283">
                  <c:v>5</c:v>
                </c:pt>
                <c:pt idx="7284">
                  <c:v>5</c:v>
                </c:pt>
                <c:pt idx="7285">
                  <c:v>54.25</c:v>
                </c:pt>
                <c:pt idx="7286">
                  <c:v>53.122500000000002</c:v>
                </c:pt>
                <c:pt idx="7287">
                  <c:v>51.384999999999998</c:v>
                </c:pt>
                <c:pt idx="7288">
                  <c:v>47.075000000000003</c:v>
                </c:pt>
                <c:pt idx="7289">
                  <c:v>40.51</c:v>
                </c:pt>
                <c:pt idx="7290">
                  <c:v>32.087499999999999</c:v>
                </c:pt>
                <c:pt idx="7291">
                  <c:v>23.09</c:v>
                </c:pt>
                <c:pt idx="7292">
                  <c:v>15.5025</c:v>
                </c:pt>
                <c:pt idx="7293">
                  <c:v>13.56</c:v>
                </c:pt>
                <c:pt idx="7294">
                  <c:v>9.2050000000000001</c:v>
                </c:pt>
                <c:pt idx="7295">
                  <c:v>5.0724999999999998</c:v>
                </c:pt>
                <c:pt idx="7296">
                  <c:v>1.8274999999999999</c:v>
                </c:pt>
                <c:pt idx="7297">
                  <c:v>0.95250000000000001</c:v>
                </c:pt>
                <c:pt idx="7298">
                  <c:v>13.425000000000001</c:v>
                </c:pt>
                <c:pt idx="7299">
                  <c:v>14.475</c:v>
                </c:pt>
                <c:pt idx="7300">
                  <c:v>7.5</c:v>
                </c:pt>
                <c:pt idx="7301">
                  <c:v>7.5</c:v>
                </c:pt>
                <c:pt idx="7302">
                  <c:v>7.5</c:v>
                </c:pt>
                <c:pt idx="7303">
                  <c:v>7.5</c:v>
                </c:pt>
                <c:pt idx="7304">
                  <c:v>42.5</c:v>
                </c:pt>
                <c:pt idx="7305">
                  <c:v>42.5</c:v>
                </c:pt>
                <c:pt idx="7306">
                  <c:v>42.5</c:v>
                </c:pt>
                <c:pt idx="7307">
                  <c:v>44.5</c:v>
                </c:pt>
                <c:pt idx="7308">
                  <c:v>44.475000000000001</c:v>
                </c:pt>
                <c:pt idx="7309">
                  <c:v>27.725000000000001</c:v>
                </c:pt>
                <c:pt idx="7310">
                  <c:v>26.675000000000001</c:v>
                </c:pt>
                <c:pt idx="7311">
                  <c:v>7</c:v>
                </c:pt>
                <c:pt idx="7312">
                  <c:v>5.75</c:v>
                </c:pt>
                <c:pt idx="7313">
                  <c:v>5.75</c:v>
                </c:pt>
                <c:pt idx="7314">
                  <c:v>5.75</c:v>
                </c:pt>
                <c:pt idx="7315">
                  <c:v>5.75</c:v>
                </c:pt>
                <c:pt idx="7316">
                  <c:v>5.75</c:v>
                </c:pt>
                <c:pt idx="7317">
                  <c:v>5.75</c:v>
                </c:pt>
                <c:pt idx="7318">
                  <c:v>5.75</c:v>
                </c:pt>
                <c:pt idx="7319">
                  <c:v>5.75</c:v>
                </c:pt>
                <c:pt idx="7320">
                  <c:v>18.785</c:v>
                </c:pt>
                <c:pt idx="7321">
                  <c:v>19.754999999999999</c:v>
                </c:pt>
                <c:pt idx="7322">
                  <c:v>20.752500000000001</c:v>
                </c:pt>
                <c:pt idx="7323">
                  <c:v>22.055</c:v>
                </c:pt>
                <c:pt idx="7324">
                  <c:v>13.1875</c:v>
                </c:pt>
                <c:pt idx="7325">
                  <c:v>23.8475</c:v>
                </c:pt>
                <c:pt idx="7326">
                  <c:v>34.725000000000001</c:v>
                </c:pt>
                <c:pt idx="7327">
                  <c:v>42.112499999999997</c:v>
                </c:pt>
                <c:pt idx="7328">
                  <c:v>49.292499999999997</c:v>
                </c:pt>
                <c:pt idx="7329">
                  <c:v>53.092500000000001</c:v>
                </c:pt>
                <c:pt idx="7330" formatCode="0.00">
                  <c:v>0</c:v>
                </c:pt>
                <c:pt idx="7331" formatCode="0.00">
                  <c:v>0</c:v>
                </c:pt>
                <c:pt idx="7332" formatCode="0.00">
                  <c:v>0</c:v>
                </c:pt>
                <c:pt idx="7333" formatCode="0.00">
                  <c:v>0</c:v>
                </c:pt>
                <c:pt idx="7334">
                  <c:v>18.25</c:v>
                </c:pt>
                <c:pt idx="7335">
                  <c:v>20.25</c:v>
                </c:pt>
                <c:pt idx="7336">
                  <c:v>22.5</c:v>
                </c:pt>
                <c:pt idx="7337">
                  <c:v>22.5</c:v>
                </c:pt>
                <c:pt idx="7338">
                  <c:v>21.25</c:v>
                </c:pt>
                <c:pt idx="7339">
                  <c:v>21.25</c:v>
                </c:pt>
                <c:pt idx="7340">
                  <c:v>21.25</c:v>
                </c:pt>
                <c:pt idx="7341">
                  <c:v>21.25</c:v>
                </c:pt>
                <c:pt idx="7342">
                  <c:v>20</c:v>
                </c:pt>
                <c:pt idx="7343">
                  <c:v>20</c:v>
                </c:pt>
                <c:pt idx="7344">
                  <c:v>20</c:v>
                </c:pt>
                <c:pt idx="7345">
                  <c:v>20</c:v>
                </c:pt>
                <c:pt idx="7346">
                  <c:v>18.75</c:v>
                </c:pt>
                <c:pt idx="7347">
                  <c:v>18.75</c:v>
                </c:pt>
                <c:pt idx="7348">
                  <c:v>18.75</c:v>
                </c:pt>
                <c:pt idx="7349">
                  <c:v>17.125</c:v>
                </c:pt>
                <c:pt idx="7350">
                  <c:v>13.75</c:v>
                </c:pt>
                <c:pt idx="7351">
                  <c:v>10.125</c:v>
                </c:pt>
                <c:pt idx="7352">
                  <c:v>6</c:v>
                </c:pt>
                <c:pt idx="7353">
                  <c:v>1.75</c:v>
                </c:pt>
                <c:pt idx="7354" formatCode="0.00">
                  <c:v>0</c:v>
                </c:pt>
                <c:pt idx="7355" formatCode="0.00">
                  <c:v>0</c:v>
                </c:pt>
                <c:pt idx="7356" formatCode="0.00">
                  <c:v>0</c:v>
                </c:pt>
                <c:pt idx="7357" formatCode="0.00">
                  <c:v>0</c:v>
                </c:pt>
                <c:pt idx="7358" formatCode="0.00">
                  <c:v>0</c:v>
                </c:pt>
                <c:pt idx="7359" formatCode="0.00">
                  <c:v>0</c:v>
                </c:pt>
                <c:pt idx="7360">
                  <c:v>3.5</c:v>
                </c:pt>
                <c:pt idx="7361">
                  <c:v>8.75</c:v>
                </c:pt>
                <c:pt idx="7362">
                  <c:v>13.5</c:v>
                </c:pt>
                <c:pt idx="7363">
                  <c:v>17.5</c:v>
                </c:pt>
                <c:pt idx="7364">
                  <c:v>21.75</c:v>
                </c:pt>
                <c:pt idx="7365">
                  <c:v>25.25</c:v>
                </c:pt>
                <c:pt idx="7366">
                  <c:v>40.657499999999999</c:v>
                </c:pt>
                <c:pt idx="7367">
                  <c:v>44</c:v>
                </c:pt>
                <c:pt idx="7368">
                  <c:v>45.3125</c:v>
                </c:pt>
                <c:pt idx="7369">
                  <c:v>46.3125</c:v>
                </c:pt>
                <c:pt idx="7370">
                  <c:v>47.3125</c:v>
                </c:pt>
                <c:pt idx="7371">
                  <c:v>48.3125</c:v>
                </c:pt>
                <c:pt idx="7372">
                  <c:v>48.8125</c:v>
                </c:pt>
                <c:pt idx="7373">
                  <c:v>48.0625</c:v>
                </c:pt>
                <c:pt idx="7374">
                  <c:v>47.3125</c:v>
                </c:pt>
                <c:pt idx="7375">
                  <c:v>46.8125</c:v>
                </c:pt>
                <c:pt idx="7376">
                  <c:v>46.0625</c:v>
                </c:pt>
                <c:pt idx="7377">
                  <c:v>45.3125</c:v>
                </c:pt>
                <c:pt idx="7378">
                  <c:v>42.3125</c:v>
                </c:pt>
                <c:pt idx="7379">
                  <c:v>37.25</c:v>
                </c:pt>
                <c:pt idx="7380">
                  <c:v>31.6675</c:v>
                </c:pt>
                <c:pt idx="7381">
                  <c:v>26.4375</c:v>
                </c:pt>
                <c:pt idx="7382">
                  <c:v>18.75</c:v>
                </c:pt>
                <c:pt idx="7383">
                  <c:v>14.5</c:v>
                </c:pt>
                <c:pt idx="7384">
                  <c:v>9.75</c:v>
                </c:pt>
                <c:pt idx="7385">
                  <c:v>5.5</c:v>
                </c:pt>
                <c:pt idx="7386">
                  <c:v>0.75</c:v>
                </c:pt>
                <c:pt idx="7387">
                  <c:v>165</c:v>
                </c:pt>
                <c:pt idx="7388">
                  <c:v>200</c:v>
                </c:pt>
                <c:pt idx="7389">
                  <c:v>1.25</c:v>
                </c:pt>
                <c:pt idx="7390">
                  <c:v>1.25</c:v>
                </c:pt>
                <c:pt idx="7391">
                  <c:v>1.25</c:v>
                </c:pt>
                <c:pt idx="7392">
                  <c:v>5</c:v>
                </c:pt>
                <c:pt idx="7393">
                  <c:v>5</c:v>
                </c:pt>
                <c:pt idx="7394">
                  <c:v>5</c:v>
                </c:pt>
                <c:pt idx="7395">
                  <c:v>5</c:v>
                </c:pt>
                <c:pt idx="7396">
                  <c:v>5</c:v>
                </c:pt>
                <c:pt idx="7397">
                  <c:v>23.75</c:v>
                </c:pt>
                <c:pt idx="7398">
                  <c:v>23.75</c:v>
                </c:pt>
                <c:pt idx="7399">
                  <c:v>24.324999999999999</c:v>
                </c:pt>
                <c:pt idx="7400">
                  <c:v>31.925000000000001</c:v>
                </c:pt>
                <c:pt idx="7401">
                  <c:v>36.924999999999997</c:v>
                </c:pt>
                <c:pt idx="7402">
                  <c:v>33.799999999999997</c:v>
                </c:pt>
                <c:pt idx="7403">
                  <c:v>32.225000000000001</c:v>
                </c:pt>
                <c:pt idx="7404">
                  <c:v>32.975000000000001</c:v>
                </c:pt>
                <c:pt idx="7405">
                  <c:v>41.25</c:v>
                </c:pt>
                <c:pt idx="7406">
                  <c:v>39.924999999999997</c:v>
                </c:pt>
                <c:pt idx="7407">
                  <c:v>37.875</c:v>
                </c:pt>
                <c:pt idx="7408">
                  <c:v>34.375</c:v>
                </c:pt>
                <c:pt idx="7409">
                  <c:v>27.524999999999999</c:v>
                </c:pt>
                <c:pt idx="7410">
                  <c:v>27.5</c:v>
                </c:pt>
                <c:pt idx="7411">
                  <c:v>27.15</c:v>
                </c:pt>
                <c:pt idx="7412">
                  <c:v>22.8</c:v>
                </c:pt>
                <c:pt idx="7413">
                  <c:v>29.25</c:v>
                </c:pt>
                <c:pt idx="7414">
                  <c:v>24.55</c:v>
                </c:pt>
                <c:pt idx="7415">
                  <c:v>19.399999999999999</c:v>
                </c:pt>
                <c:pt idx="7416">
                  <c:v>15.375</c:v>
                </c:pt>
                <c:pt idx="7417">
                  <c:v>1.92</c:v>
                </c:pt>
                <c:pt idx="7418">
                  <c:v>4.5475000000000003</c:v>
                </c:pt>
                <c:pt idx="7419">
                  <c:v>8.2675000000000001</c:v>
                </c:pt>
                <c:pt idx="7420">
                  <c:v>10.945</c:v>
                </c:pt>
                <c:pt idx="7421">
                  <c:v>14.6875</c:v>
                </c:pt>
                <c:pt idx="7422">
                  <c:v>17.612500000000001</c:v>
                </c:pt>
                <c:pt idx="7423">
                  <c:v>26.352499999999999</c:v>
                </c:pt>
                <c:pt idx="7424">
                  <c:v>28.7575</c:v>
                </c:pt>
                <c:pt idx="7425">
                  <c:v>38.119999999999997</c:v>
                </c:pt>
                <c:pt idx="7426">
                  <c:v>42.085000000000001</c:v>
                </c:pt>
                <c:pt idx="7427">
                  <c:v>43.077500000000001</c:v>
                </c:pt>
                <c:pt idx="7428">
                  <c:v>41.667499999999997</c:v>
                </c:pt>
                <c:pt idx="7429">
                  <c:v>41.672499999999999</c:v>
                </c:pt>
                <c:pt idx="7430">
                  <c:v>43.197499999999998</c:v>
                </c:pt>
                <c:pt idx="7431">
                  <c:v>51.247500000000002</c:v>
                </c:pt>
                <c:pt idx="7432">
                  <c:v>50.282499999999999</c:v>
                </c:pt>
                <c:pt idx="7433">
                  <c:v>58.8</c:v>
                </c:pt>
                <c:pt idx="7434">
                  <c:v>58.43</c:v>
                </c:pt>
                <c:pt idx="7435">
                  <c:v>56.954999999999998</c:v>
                </c:pt>
                <c:pt idx="7436">
                  <c:v>55.612499999999997</c:v>
                </c:pt>
                <c:pt idx="7437">
                  <c:v>52.667499999999997</c:v>
                </c:pt>
                <c:pt idx="7438">
                  <c:v>48.612499999999997</c:v>
                </c:pt>
                <c:pt idx="7439">
                  <c:v>40.147500000000001</c:v>
                </c:pt>
                <c:pt idx="7440">
                  <c:v>31.41</c:v>
                </c:pt>
                <c:pt idx="7441">
                  <c:v>26.637499999999999</c:v>
                </c:pt>
                <c:pt idx="7442">
                  <c:v>21.732500000000002</c:v>
                </c:pt>
                <c:pt idx="7443">
                  <c:v>10.9375</c:v>
                </c:pt>
                <c:pt idx="7444">
                  <c:v>6.5125000000000002</c:v>
                </c:pt>
                <c:pt idx="7445">
                  <c:v>6.02</c:v>
                </c:pt>
                <c:pt idx="7446">
                  <c:v>1.64</c:v>
                </c:pt>
                <c:pt idx="7447">
                  <c:v>0.11</c:v>
                </c:pt>
                <c:pt idx="7448">
                  <c:v>0.2525</c:v>
                </c:pt>
                <c:pt idx="7449">
                  <c:v>0.49249999999999999</c:v>
                </c:pt>
                <c:pt idx="7450">
                  <c:v>1.3149999999999999</c:v>
                </c:pt>
                <c:pt idx="7451">
                  <c:v>2.4500000000000002</c:v>
                </c:pt>
                <c:pt idx="7452">
                  <c:v>3.6549999999999998</c:v>
                </c:pt>
                <c:pt idx="7453">
                  <c:v>5.0750000000000002</c:v>
                </c:pt>
                <c:pt idx="7454">
                  <c:v>6.42</c:v>
                </c:pt>
                <c:pt idx="7455">
                  <c:v>7.9474999999999998</c:v>
                </c:pt>
                <c:pt idx="7456">
                  <c:v>9.4350000000000005</c:v>
                </c:pt>
                <c:pt idx="7457">
                  <c:v>10.89</c:v>
                </c:pt>
                <c:pt idx="7458">
                  <c:v>12.172499999999999</c:v>
                </c:pt>
                <c:pt idx="7459">
                  <c:v>13.4825</c:v>
                </c:pt>
                <c:pt idx="7460">
                  <c:v>14.5825</c:v>
                </c:pt>
                <c:pt idx="7461">
                  <c:v>15.645</c:v>
                </c:pt>
                <c:pt idx="7462">
                  <c:v>16.567499999999999</c:v>
                </c:pt>
                <c:pt idx="7463">
                  <c:v>17.2775</c:v>
                </c:pt>
                <c:pt idx="7464">
                  <c:v>33.022500000000001</c:v>
                </c:pt>
                <c:pt idx="7465">
                  <c:v>33.552500000000002</c:v>
                </c:pt>
                <c:pt idx="7466">
                  <c:v>52.39</c:v>
                </c:pt>
                <c:pt idx="7467">
                  <c:v>53.407499999999999</c:v>
                </c:pt>
                <c:pt idx="7468">
                  <c:v>74.432500000000005</c:v>
                </c:pt>
                <c:pt idx="7469">
                  <c:v>70.132499999999993</c:v>
                </c:pt>
                <c:pt idx="7470">
                  <c:v>67.257499999999993</c:v>
                </c:pt>
                <c:pt idx="7471">
                  <c:v>75.532499999999999</c:v>
                </c:pt>
                <c:pt idx="7472">
                  <c:v>75.407499999999999</c:v>
                </c:pt>
                <c:pt idx="7473">
                  <c:v>59.015000000000001</c:v>
                </c:pt>
                <c:pt idx="7474">
                  <c:v>58.552500000000002</c:v>
                </c:pt>
                <c:pt idx="7475">
                  <c:v>57.772500000000001</c:v>
                </c:pt>
                <c:pt idx="7476">
                  <c:v>57.207500000000003</c:v>
                </c:pt>
                <c:pt idx="7477">
                  <c:v>56.424999999999997</c:v>
                </c:pt>
                <c:pt idx="7478">
                  <c:v>55.432499999999997</c:v>
                </c:pt>
                <c:pt idx="7479">
                  <c:v>54.297499999999999</c:v>
                </c:pt>
                <c:pt idx="7480">
                  <c:v>49.337499999999999</c:v>
                </c:pt>
                <c:pt idx="7481">
                  <c:v>48.24</c:v>
                </c:pt>
                <c:pt idx="7482">
                  <c:v>47.03</c:v>
                </c:pt>
                <c:pt idx="7483">
                  <c:v>41.557499999999997</c:v>
                </c:pt>
                <c:pt idx="7484">
                  <c:v>31.442499999999999</c:v>
                </c:pt>
                <c:pt idx="7485">
                  <c:v>15.775</c:v>
                </c:pt>
                <c:pt idx="7486">
                  <c:v>13.1525</c:v>
                </c:pt>
                <c:pt idx="7487">
                  <c:v>3.4424999999999999</c:v>
                </c:pt>
                <c:pt idx="7488">
                  <c:v>2.1625000000000001</c:v>
                </c:pt>
                <c:pt idx="7489">
                  <c:v>1.2050000000000001</c:v>
                </c:pt>
                <c:pt idx="7490">
                  <c:v>0.53500000000000003</c:v>
                </c:pt>
                <c:pt idx="7491">
                  <c:v>0.18</c:v>
                </c:pt>
                <c:pt idx="7492">
                  <c:v>0.11</c:v>
                </c:pt>
                <c:pt idx="7493">
                  <c:v>8.7499999999999994E-2</c:v>
                </c:pt>
                <c:pt idx="7494">
                  <c:v>0.20250000000000001</c:v>
                </c:pt>
                <c:pt idx="7495">
                  <c:v>0.39500000000000002</c:v>
                </c:pt>
                <c:pt idx="7496">
                  <c:v>1.0525</c:v>
                </c:pt>
                <c:pt idx="7497">
                  <c:v>1.96</c:v>
                </c:pt>
                <c:pt idx="7498">
                  <c:v>2.9249999999999998</c:v>
                </c:pt>
                <c:pt idx="7499">
                  <c:v>4.0599999999999996</c:v>
                </c:pt>
                <c:pt idx="7500">
                  <c:v>5.1349999999999998</c:v>
                </c:pt>
                <c:pt idx="7501">
                  <c:v>6.3574999999999999</c:v>
                </c:pt>
                <c:pt idx="7502">
                  <c:v>7.5475000000000003</c:v>
                </c:pt>
                <c:pt idx="7503">
                  <c:v>8.7125000000000004</c:v>
                </c:pt>
                <c:pt idx="7504">
                  <c:v>9.7375000000000007</c:v>
                </c:pt>
                <c:pt idx="7505">
                  <c:v>10.785</c:v>
                </c:pt>
                <c:pt idx="7506">
                  <c:v>11.664999999999999</c:v>
                </c:pt>
                <c:pt idx="7507">
                  <c:v>12.515000000000001</c:v>
                </c:pt>
                <c:pt idx="7508">
                  <c:v>13.255000000000001</c:v>
                </c:pt>
                <c:pt idx="7509">
                  <c:v>13.8225</c:v>
                </c:pt>
                <c:pt idx="7510">
                  <c:v>18.1675</c:v>
                </c:pt>
                <c:pt idx="7511">
                  <c:v>28.592500000000001</c:v>
                </c:pt>
                <c:pt idx="7512">
                  <c:v>28.962499999999999</c:v>
                </c:pt>
                <c:pt idx="7513">
                  <c:v>29.215</c:v>
                </c:pt>
                <c:pt idx="7514">
                  <c:v>19.215</c:v>
                </c:pt>
                <c:pt idx="7515">
                  <c:v>29.215</c:v>
                </c:pt>
                <c:pt idx="7516">
                  <c:v>29.215</c:v>
                </c:pt>
                <c:pt idx="7517">
                  <c:v>29.215</c:v>
                </c:pt>
                <c:pt idx="7518">
                  <c:v>17.965</c:v>
                </c:pt>
                <c:pt idx="7519">
                  <c:v>26.462499999999999</c:v>
                </c:pt>
                <c:pt idx="7520">
                  <c:v>26.092500000000001</c:v>
                </c:pt>
                <c:pt idx="7521">
                  <c:v>25.467500000000001</c:v>
                </c:pt>
                <c:pt idx="7522">
                  <c:v>15.015000000000001</c:v>
                </c:pt>
                <c:pt idx="7523">
                  <c:v>24.39</c:v>
                </c:pt>
                <c:pt idx="7524">
                  <c:v>23.594999999999999</c:v>
                </c:pt>
                <c:pt idx="7525">
                  <c:v>22.6875</c:v>
                </c:pt>
                <c:pt idx="7526">
                  <c:v>11.72</c:v>
                </c:pt>
                <c:pt idx="7527">
                  <c:v>17.092500000000001</c:v>
                </c:pt>
                <c:pt idx="7528">
                  <c:v>16.125</c:v>
                </c:pt>
                <c:pt idx="7529">
                  <c:v>14.904999999999999</c:v>
                </c:pt>
                <c:pt idx="7530">
                  <c:v>6.2750000000000004</c:v>
                </c:pt>
                <c:pt idx="7531">
                  <c:v>5.08</c:v>
                </c:pt>
                <c:pt idx="7532">
                  <c:v>3.8624999999999998</c:v>
                </c:pt>
                <c:pt idx="7533">
                  <c:v>2.7549999999999999</c:v>
                </c:pt>
                <c:pt idx="7534">
                  <c:v>1.73</c:v>
                </c:pt>
                <c:pt idx="7535">
                  <c:v>0.96499999999999997</c:v>
                </c:pt>
                <c:pt idx="7536">
                  <c:v>0.42749999999999999</c:v>
                </c:pt>
                <c:pt idx="7537">
                  <c:v>0.14499999999999999</c:v>
                </c:pt>
                <c:pt idx="7538">
                  <c:v>8.7499999999999994E-2</c:v>
                </c:pt>
                <c:pt idx="7539">
                  <c:v>0.38250000000000001</c:v>
                </c:pt>
                <c:pt idx="7540">
                  <c:v>0.77249999999999996</c:v>
                </c:pt>
                <c:pt idx="7541">
                  <c:v>1.2524999999999999</c:v>
                </c:pt>
                <c:pt idx="7542">
                  <c:v>2.2075</c:v>
                </c:pt>
                <c:pt idx="7543">
                  <c:v>4.1924999999999999</c:v>
                </c:pt>
                <c:pt idx="7544">
                  <c:v>5.25</c:v>
                </c:pt>
                <c:pt idx="7545">
                  <c:v>7.7625000000000002</c:v>
                </c:pt>
                <c:pt idx="7546">
                  <c:v>1.875</c:v>
                </c:pt>
                <c:pt idx="7547">
                  <c:v>6.5250000000000004</c:v>
                </c:pt>
                <c:pt idx="7548">
                  <c:v>7.7750000000000004</c:v>
                </c:pt>
                <c:pt idx="7549">
                  <c:v>9.4250000000000007</c:v>
                </c:pt>
                <c:pt idx="7550">
                  <c:v>11.375</c:v>
                </c:pt>
                <c:pt idx="7551">
                  <c:v>13.2</c:v>
                </c:pt>
                <c:pt idx="7552">
                  <c:v>38.375</c:v>
                </c:pt>
                <c:pt idx="7553">
                  <c:v>38.950000000000003</c:v>
                </c:pt>
                <c:pt idx="7554">
                  <c:v>35.625</c:v>
                </c:pt>
                <c:pt idx="7555">
                  <c:v>42.075000000000003</c:v>
                </c:pt>
                <c:pt idx="7556">
                  <c:v>38.549999999999997</c:v>
                </c:pt>
                <c:pt idx="7557">
                  <c:v>38.825000000000003</c:v>
                </c:pt>
                <c:pt idx="7558">
                  <c:v>39.35</c:v>
                </c:pt>
                <c:pt idx="7559">
                  <c:v>43.475000000000001</c:v>
                </c:pt>
                <c:pt idx="7560">
                  <c:v>38.625</c:v>
                </c:pt>
                <c:pt idx="7561">
                  <c:v>38.524999999999999</c:v>
                </c:pt>
                <c:pt idx="7562">
                  <c:v>38.424999999999997</c:v>
                </c:pt>
                <c:pt idx="7563">
                  <c:v>67.5</c:v>
                </c:pt>
                <c:pt idx="7564">
                  <c:v>72.599999999999994</c:v>
                </c:pt>
                <c:pt idx="7565">
                  <c:v>76.349999999999994</c:v>
                </c:pt>
                <c:pt idx="7566">
                  <c:v>74.5</c:v>
                </c:pt>
                <c:pt idx="7567">
                  <c:v>71.650000000000006</c:v>
                </c:pt>
                <c:pt idx="7568">
                  <c:v>57.4</c:v>
                </c:pt>
                <c:pt idx="7569">
                  <c:v>42.975000000000001</c:v>
                </c:pt>
                <c:pt idx="7570">
                  <c:v>28.675000000000001</c:v>
                </c:pt>
                <c:pt idx="7571">
                  <c:v>23.524999999999999</c:v>
                </c:pt>
                <c:pt idx="7572">
                  <c:v>18.574999999999999</c:v>
                </c:pt>
                <c:pt idx="7573">
                  <c:v>5.7249999999999996</c:v>
                </c:pt>
                <c:pt idx="7574">
                  <c:v>6</c:v>
                </c:pt>
                <c:pt idx="7575">
                  <c:v>2.75</c:v>
                </c:pt>
                <c:pt idx="7576">
                  <c:v>8.75</c:v>
                </c:pt>
                <c:pt idx="7577">
                  <c:v>7.05</c:v>
                </c:pt>
                <c:pt idx="7578">
                  <c:v>3.9874999999999998</c:v>
                </c:pt>
                <c:pt idx="7579">
                  <c:v>1.2549999999999999</c:v>
                </c:pt>
                <c:pt idx="7580">
                  <c:v>0.13</c:v>
                </c:pt>
                <c:pt idx="7581">
                  <c:v>15</c:v>
                </c:pt>
                <c:pt idx="7582">
                  <c:v>15</c:v>
                </c:pt>
                <c:pt idx="7583">
                  <c:v>19.725000000000001</c:v>
                </c:pt>
                <c:pt idx="7584">
                  <c:v>20.7</c:v>
                </c:pt>
                <c:pt idx="7585">
                  <c:v>24.2</c:v>
                </c:pt>
                <c:pt idx="7586">
                  <c:v>23.5</c:v>
                </c:pt>
                <c:pt idx="7587">
                  <c:v>29.35</c:v>
                </c:pt>
                <c:pt idx="7588">
                  <c:v>30.225000000000001</c:v>
                </c:pt>
                <c:pt idx="7589">
                  <c:v>29.625</c:v>
                </c:pt>
                <c:pt idx="7590">
                  <c:v>30.75</c:v>
                </c:pt>
                <c:pt idx="7591">
                  <c:v>29.975000000000001</c:v>
                </c:pt>
                <c:pt idx="7592">
                  <c:v>29.25</c:v>
                </c:pt>
                <c:pt idx="7593">
                  <c:v>28.45</c:v>
                </c:pt>
                <c:pt idx="7594">
                  <c:v>28.024999999999999</c:v>
                </c:pt>
                <c:pt idx="7595">
                  <c:v>28.125</c:v>
                </c:pt>
                <c:pt idx="7596">
                  <c:v>22.85</c:v>
                </c:pt>
                <c:pt idx="7597">
                  <c:v>19.024999999999999</c:v>
                </c:pt>
                <c:pt idx="7598">
                  <c:v>15</c:v>
                </c:pt>
                <c:pt idx="7599">
                  <c:v>15</c:v>
                </c:pt>
                <c:pt idx="7600">
                  <c:v>15</c:v>
                </c:pt>
                <c:pt idx="7601">
                  <c:v>5.05</c:v>
                </c:pt>
                <c:pt idx="7602">
                  <c:v>12.675000000000001</c:v>
                </c:pt>
                <c:pt idx="7603">
                  <c:v>17.75</c:v>
                </c:pt>
                <c:pt idx="7604">
                  <c:v>20.149999999999999</c:v>
                </c:pt>
                <c:pt idx="7605">
                  <c:v>29.75</c:v>
                </c:pt>
                <c:pt idx="7606">
                  <c:v>31.024999999999999</c:v>
                </c:pt>
                <c:pt idx="7607">
                  <c:v>31.15</c:v>
                </c:pt>
                <c:pt idx="7608">
                  <c:v>31.4</c:v>
                </c:pt>
                <c:pt idx="7609">
                  <c:v>41.45</c:v>
                </c:pt>
                <c:pt idx="7610">
                  <c:v>44.475000000000001</c:v>
                </c:pt>
                <c:pt idx="7611">
                  <c:v>47.475000000000001</c:v>
                </c:pt>
                <c:pt idx="7612">
                  <c:v>47.424999999999997</c:v>
                </c:pt>
                <c:pt idx="7613">
                  <c:v>47</c:v>
                </c:pt>
                <c:pt idx="7614">
                  <c:v>47.2</c:v>
                </c:pt>
                <c:pt idx="7615">
                  <c:v>46.825000000000003</c:v>
                </c:pt>
                <c:pt idx="7616">
                  <c:v>47.8</c:v>
                </c:pt>
                <c:pt idx="7617">
                  <c:v>48.15</c:v>
                </c:pt>
                <c:pt idx="7618">
                  <c:v>48.3</c:v>
                </c:pt>
                <c:pt idx="7619">
                  <c:v>58.825000000000003</c:v>
                </c:pt>
                <c:pt idx="7620">
                  <c:v>51.125</c:v>
                </c:pt>
                <c:pt idx="7621">
                  <c:v>39.15</c:v>
                </c:pt>
                <c:pt idx="7622">
                  <c:v>32.65</c:v>
                </c:pt>
                <c:pt idx="7623">
                  <c:v>31.475000000000001</c:v>
                </c:pt>
                <c:pt idx="7624">
                  <c:v>19.774999999999999</c:v>
                </c:pt>
                <c:pt idx="7625">
                  <c:v>12.9</c:v>
                </c:pt>
                <c:pt idx="7626">
                  <c:v>7.5750000000000002</c:v>
                </c:pt>
                <c:pt idx="7627">
                  <c:v>2.5750000000000002</c:v>
                </c:pt>
                <c:pt idx="7628">
                  <c:v>1.8</c:v>
                </c:pt>
                <c:pt idx="7629">
                  <c:v>0.97499999999999998</c:v>
                </c:pt>
                <c:pt idx="7630">
                  <c:v>12.5</c:v>
                </c:pt>
                <c:pt idx="7631">
                  <c:v>12.5</c:v>
                </c:pt>
                <c:pt idx="7632">
                  <c:v>12.5</c:v>
                </c:pt>
                <c:pt idx="7633">
                  <c:v>12.5</c:v>
                </c:pt>
                <c:pt idx="7634">
                  <c:v>12.5</c:v>
                </c:pt>
                <c:pt idx="7635">
                  <c:v>12.5</c:v>
                </c:pt>
                <c:pt idx="7636">
                  <c:v>12.5</c:v>
                </c:pt>
                <c:pt idx="7637">
                  <c:v>12.5</c:v>
                </c:pt>
                <c:pt idx="7638">
                  <c:v>12.5</c:v>
                </c:pt>
                <c:pt idx="7639">
                  <c:v>12.5</c:v>
                </c:pt>
                <c:pt idx="7640">
                  <c:v>12.5</c:v>
                </c:pt>
                <c:pt idx="7641">
                  <c:v>12.5</c:v>
                </c:pt>
                <c:pt idx="7642">
                  <c:v>12.5</c:v>
                </c:pt>
                <c:pt idx="7643">
                  <c:v>12.5</c:v>
                </c:pt>
                <c:pt idx="7644">
                  <c:v>12.5</c:v>
                </c:pt>
                <c:pt idx="7645">
                  <c:v>12.5</c:v>
                </c:pt>
                <c:pt idx="7646">
                  <c:v>12.5</c:v>
                </c:pt>
                <c:pt idx="7647">
                  <c:v>12.5</c:v>
                </c:pt>
                <c:pt idx="7648">
                  <c:v>12.5</c:v>
                </c:pt>
                <c:pt idx="7649">
                  <c:v>12.5</c:v>
                </c:pt>
                <c:pt idx="7650">
                  <c:v>0.17499999999999999</c:v>
                </c:pt>
                <c:pt idx="7651">
                  <c:v>0.40749999999999997</c:v>
                </c:pt>
                <c:pt idx="7652">
                  <c:v>0.66500000000000004</c:v>
                </c:pt>
                <c:pt idx="7653">
                  <c:v>0.94499999999999995</c:v>
                </c:pt>
                <c:pt idx="7654">
                  <c:v>1.2375</c:v>
                </c:pt>
                <c:pt idx="7655">
                  <c:v>1.5325</c:v>
                </c:pt>
                <c:pt idx="7656">
                  <c:v>1.825</c:v>
                </c:pt>
                <c:pt idx="7657">
                  <c:v>2.1074999999999999</c:v>
                </c:pt>
                <c:pt idx="7658">
                  <c:v>2.3774999999999999</c:v>
                </c:pt>
                <c:pt idx="7659">
                  <c:v>2.63</c:v>
                </c:pt>
                <c:pt idx="7660">
                  <c:v>2.86</c:v>
                </c:pt>
                <c:pt idx="7661">
                  <c:v>3.0724999999999998</c:v>
                </c:pt>
                <c:pt idx="7662">
                  <c:v>3.2625000000000002</c:v>
                </c:pt>
                <c:pt idx="7663">
                  <c:v>3.43</c:v>
                </c:pt>
                <c:pt idx="7664">
                  <c:v>16.072500000000002</c:v>
                </c:pt>
                <c:pt idx="7665">
                  <c:v>16.192499999999999</c:v>
                </c:pt>
                <c:pt idx="7666">
                  <c:v>16.295000000000002</c:v>
                </c:pt>
                <c:pt idx="7667">
                  <c:v>17.905000000000001</c:v>
                </c:pt>
                <c:pt idx="7668">
                  <c:v>23.065000000000001</c:v>
                </c:pt>
                <c:pt idx="7669">
                  <c:v>23.08</c:v>
                </c:pt>
                <c:pt idx="7670">
                  <c:v>23.182500000000001</c:v>
                </c:pt>
                <c:pt idx="7671">
                  <c:v>29.2225</c:v>
                </c:pt>
                <c:pt idx="7672">
                  <c:v>49.597499999999997</c:v>
                </c:pt>
                <c:pt idx="7673">
                  <c:v>49.557499999999997</c:v>
                </c:pt>
                <c:pt idx="7674">
                  <c:v>49.517499999999998</c:v>
                </c:pt>
                <c:pt idx="7675">
                  <c:v>49.032499999999999</c:v>
                </c:pt>
                <c:pt idx="7676">
                  <c:v>48.604999999999997</c:v>
                </c:pt>
                <c:pt idx="7677">
                  <c:v>48.482500000000002</c:v>
                </c:pt>
                <c:pt idx="7678">
                  <c:v>47.22</c:v>
                </c:pt>
                <c:pt idx="7679">
                  <c:v>46.987499999999997</c:v>
                </c:pt>
                <c:pt idx="7680">
                  <c:v>45.037500000000001</c:v>
                </c:pt>
                <c:pt idx="7681">
                  <c:v>38.715000000000003</c:v>
                </c:pt>
                <c:pt idx="7682">
                  <c:v>29.664999999999999</c:v>
                </c:pt>
                <c:pt idx="7683">
                  <c:v>26.6</c:v>
                </c:pt>
                <c:pt idx="7684">
                  <c:v>15.092499999999999</c:v>
                </c:pt>
                <c:pt idx="7685">
                  <c:v>8.8874999999999993</c:v>
                </c:pt>
                <c:pt idx="7686">
                  <c:v>1.99</c:v>
                </c:pt>
                <c:pt idx="7687">
                  <c:v>1.6975</c:v>
                </c:pt>
                <c:pt idx="7688">
                  <c:v>1.3925000000000001</c:v>
                </c:pt>
                <c:pt idx="7689">
                  <c:v>1.0874999999999999</c:v>
                </c:pt>
                <c:pt idx="7690">
                  <c:v>0.79249999999999998</c:v>
                </c:pt>
                <c:pt idx="7691">
                  <c:v>0.52</c:v>
                </c:pt>
                <c:pt idx="7692">
                  <c:v>0.26500000000000001</c:v>
                </c:pt>
                <c:pt idx="7693">
                  <c:v>0</c:v>
                </c:pt>
                <c:pt idx="7694">
                  <c:v>0</c:v>
                </c:pt>
                <c:pt idx="7695">
                  <c:v>0</c:v>
                </c:pt>
                <c:pt idx="7696">
                  <c:v>0</c:v>
                </c:pt>
                <c:pt idx="7697">
                  <c:v>0</c:v>
                </c:pt>
                <c:pt idx="7698">
                  <c:v>0</c:v>
                </c:pt>
                <c:pt idx="7699">
                  <c:v>0.20749999999999999</c:v>
                </c:pt>
                <c:pt idx="7700">
                  <c:v>0.47249999999999998</c:v>
                </c:pt>
                <c:pt idx="7701">
                  <c:v>0.76249999999999996</c:v>
                </c:pt>
                <c:pt idx="7702">
                  <c:v>1.8725000000000001</c:v>
                </c:pt>
                <c:pt idx="7703">
                  <c:v>3.3849999999999998</c:v>
                </c:pt>
                <c:pt idx="7704">
                  <c:v>4.8925000000000001</c:v>
                </c:pt>
                <c:pt idx="7705">
                  <c:v>3.64</c:v>
                </c:pt>
                <c:pt idx="7706">
                  <c:v>5.0975000000000001</c:v>
                </c:pt>
                <c:pt idx="7707">
                  <c:v>6.4974999999999996</c:v>
                </c:pt>
                <c:pt idx="7708">
                  <c:v>7.665</c:v>
                </c:pt>
                <c:pt idx="7709">
                  <c:v>8.85</c:v>
                </c:pt>
                <c:pt idx="7710">
                  <c:v>9.9499999999999993</c:v>
                </c:pt>
                <c:pt idx="7711">
                  <c:v>10.875</c:v>
                </c:pt>
                <c:pt idx="7712">
                  <c:v>11.727499999999999</c:v>
                </c:pt>
                <c:pt idx="7713">
                  <c:v>24.965</c:v>
                </c:pt>
                <c:pt idx="7714">
                  <c:v>25.58</c:v>
                </c:pt>
                <c:pt idx="7715">
                  <c:v>25.864999999999998</c:v>
                </c:pt>
                <c:pt idx="7716">
                  <c:v>26.262499999999999</c:v>
                </c:pt>
                <c:pt idx="7717">
                  <c:v>50.002499999999998</c:v>
                </c:pt>
                <c:pt idx="7718">
                  <c:v>50.032499999999999</c:v>
                </c:pt>
                <c:pt idx="7719">
                  <c:v>50.1325</c:v>
                </c:pt>
                <c:pt idx="7720">
                  <c:v>50.075000000000003</c:v>
                </c:pt>
                <c:pt idx="7721">
                  <c:v>50.022500000000001</c:v>
                </c:pt>
                <c:pt idx="7722">
                  <c:v>50</c:v>
                </c:pt>
                <c:pt idx="7723">
                  <c:v>49.615000000000002</c:v>
                </c:pt>
                <c:pt idx="7724">
                  <c:v>49.477499999999999</c:v>
                </c:pt>
                <c:pt idx="7725">
                  <c:v>48.95</c:v>
                </c:pt>
                <c:pt idx="7726">
                  <c:v>48.327500000000001</c:v>
                </c:pt>
                <c:pt idx="7727">
                  <c:v>47.962499999999999</c:v>
                </c:pt>
                <c:pt idx="7728">
                  <c:v>46.222499999999997</c:v>
                </c:pt>
                <c:pt idx="7729">
                  <c:v>45.13</c:v>
                </c:pt>
                <c:pt idx="7730">
                  <c:v>43.017499999999998</c:v>
                </c:pt>
                <c:pt idx="7731">
                  <c:v>40.405000000000001</c:v>
                </c:pt>
                <c:pt idx="7732">
                  <c:v>37.549999999999997</c:v>
                </c:pt>
                <c:pt idx="7733">
                  <c:v>23.047499999999999</c:v>
                </c:pt>
                <c:pt idx="7734">
                  <c:v>19.914999999999999</c:v>
                </c:pt>
                <c:pt idx="7735">
                  <c:v>27.245000000000001</c:v>
                </c:pt>
                <c:pt idx="7736">
                  <c:v>23.22</c:v>
                </c:pt>
                <c:pt idx="7737">
                  <c:v>17.87</c:v>
                </c:pt>
                <c:pt idx="7738">
                  <c:v>12.66</c:v>
                </c:pt>
                <c:pt idx="7739">
                  <c:v>7.53</c:v>
                </c:pt>
                <c:pt idx="7740">
                  <c:v>3.5074999999999998</c:v>
                </c:pt>
                <c:pt idx="7741">
                  <c:v>0.28249999999999997</c:v>
                </c:pt>
                <c:pt idx="7742">
                  <c:v>0</c:v>
                </c:pt>
                <c:pt idx="7743">
                  <c:v>0.28000000000000003</c:v>
                </c:pt>
                <c:pt idx="7744">
                  <c:v>0.60499999999999998</c:v>
                </c:pt>
                <c:pt idx="7745">
                  <c:v>0.96</c:v>
                </c:pt>
                <c:pt idx="7746">
                  <c:v>1.3425</c:v>
                </c:pt>
                <c:pt idx="7747">
                  <c:v>1.7524999999999999</c:v>
                </c:pt>
                <c:pt idx="7748">
                  <c:v>2.1800000000000002</c:v>
                </c:pt>
                <c:pt idx="7749">
                  <c:v>2.6025</c:v>
                </c:pt>
                <c:pt idx="7750">
                  <c:v>3.0049999999999999</c:v>
                </c:pt>
                <c:pt idx="7751">
                  <c:v>3.39</c:v>
                </c:pt>
                <c:pt idx="7752">
                  <c:v>3.7524999999999999</c:v>
                </c:pt>
                <c:pt idx="7753">
                  <c:v>4.0949999999999998</c:v>
                </c:pt>
                <c:pt idx="7754">
                  <c:v>4.42</c:v>
                </c:pt>
                <c:pt idx="7755">
                  <c:v>4.7175000000000002</c:v>
                </c:pt>
                <c:pt idx="7756">
                  <c:v>4.9824999999999999</c:v>
                </c:pt>
                <c:pt idx="7757">
                  <c:v>15.217499999999999</c:v>
                </c:pt>
                <c:pt idx="7758">
                  <c:v>15.42</c:v>
                </c:pt>
                <c:pt idx="7759">
                  <c:v>15.595000000000001</c:v>
                </c:pt>
                <c:pt idx="7760">
                  <c:v>15.7425</c:v>
                </c:pt>
                <c:pt idx="7761">
                  <c:v>15.865</c:v>
                </c:pt>
                <c:pt idx="7762">
                  <c:v>15.955</c:v>
                </c:pt>
                <c:pt idx="7763">
                  <c:v>16</c:v>
                </c:pt>
                <c:pt idx="7764">
                  <c:v>16.0275</c:v>
                </c:pt>
                <c:pt idx="7765">
                  <c:v>13.532500000000001</c:v>
                </c:pt>
                <c:pt idx="7766">
                  <c:v>13.52</c:v>
                </c:pt>
                <c:pt idx="7767">
                  <c:v>13.46</c:v>
                </c:pt>
                <c:pt idx="7768">
                  <c:v>13.37</c:v>
                </c:pt>
                <c:pt idx="7769">
                  <c:v>11.9975</c:v>
                </c:pt>
                <c:pt idx="7770">
                  <c:v>11.85</c:v>
                </c:pt>
                <c:pt idx="7771">
                  <c:v>11.672499999999999</c:v>
                </c:pt>
                <c:pt idx="7772">
                  <c:v>11.465</c:v>
                </c:pt>
                <c:pt idx="7773">
                  <c:v>9.9749999999999996</c:v>
                </c:pt>
                <c:pt idx="7774">
                  <c:v>9.7074999999999996</c:v>
                </c:pt>
                <c:pt idx="7775">
                  <c:v>9.4049999999999994</c:v>
                </c:pt>
                <c:pt idx="7776">
                  <c:v>9.0724999999999998</c:v>
                </c:pt>
                <c:pt idx="7777">
                  <c:v>3.71</c:v>
                </c:pt>
                <c:pt idx="7778">
                  <c:v>3.3174999999999999</c:v>
                </c:pt>
                <c:pt idx="7779">
                  <c:v>2.9024999999999999</c:v>
                </c:pt>
                <c:pt idx="7780">
                  <c:v>2.4700000000000002</c:v>
                </c:pt>
                <c:pt idx="7781">
                  <c:v>2.0225</c:v>
                </c:pt>
                <c:pt idx="7782">
                  <c:v>1.5725</c:v>
                </c:pt>
                <c:pt idx="7783">
                  <c:v>1.1499999999999999</c:v>
                </c:pt>
                <c:pt idx="7784">
                  <c:v>0.76749999999999996</c:v>
                </c:pt>
                <c:pt idx="7785">
                  <c:v>0.41</c:v>
                </c:pt>
                <c:pt idx="7786" formatCode="0.00">
                  <c:v>0</c:v>
                </c:pt>
                <c:pt idx="7787" formatCode="0.00">
                  <c:v>0</c:v>
                </c:pt>
                <c:pt idx="7788" formatCode="0.00">
                  <c:v>0</c:v>
                </c:pt>
                <c:pt idx="7789" formatCode="0.00">
                  <c:v>0</c:v>
                </c:pt>
                <c:pt idx="7790" formatCode="0.00">
                  <c:v>0</c:v>
                </c:pt>
                <c:pt idx="7791" formatCode="0.00">
                  <c:v>0</c:v>
                </c:pt>
                <c:pt idx="7792">
                  <c:v>0.32750000000000001</c:v>
                </c:pt>
                <c:pt idx="7793">
                  <c:v>0.71</c:v>
                </c:pt>
                <c:pt idx="7794">
                  <c:v>1.125</c:v>
                </c:pt>
                <c:pt idx="7795">
                  <c:v>1.575</c:v>
                </c:pt>
                <c:pt idx="7796">
                  <c:v>2.0525000000000002</c:v>
                </c:pt>
                <c:pt idx="7797">
                  <c:v>2.5550000000000002</c:v>
                </c:pt>
                <c:pt idx="7798">
                  <c:v>3.05</c:v>
                </c:pt>
                <c:pt idx="7799">
                  <c:v>3.5249999999999999</c:v>
                </c:pt>
                <c:pt idx="7800">
                  <c:v>3.9750000000000001</c:v>
                </c:pt>
                <c:pt idx="7801">
                  <c:v>4.4000000000000004</c:v>
                </c:pt>
                <c:pt idx="7802">
                  <c:v>4.8025000000000002</c:v>
                </c:pt>
                <c:pt idx="7803">
                  <c:v>5.18</c:v>
                </c:pt>
                <c:pt idx="7804">
                  <c:v>5.53</c:v>
                </c:pt>
                <c:pt idx="7805">
                  <c:v>5.8425000000000002</c:v>
                </c:pt>
                <c:pt idx="7806">
                  <c:v>8.6174999999999997</c:v>
                </c:pt>
                <c:pt idx="7807">
                  <c:v>9.5024999999999995</c:v>
                </c:pt>
                <c:pt idx="7808">
                  <c:v>12.734999999999999</c:v>
                </c:pt>
                <c:pt idx="7809">
                  <c:v>12.9825</c:v>
                </c:pt>
                <c:pt idx="7810">
                  <c:v>13.35</c:v>
                </c:pt>
                <c:pt idx="7811">
                  <c:v>13.505000000000001</c:v>
                </c:pt>
                <c:pt idx="7812">
                  <c:v>13.385</c:v>
                </c:pt>
                <c:pt idx="7813">
                  <c:v>13.6675</c:v>
                </c:pt>
                <c:pt idx="7814">
                  <c:v>63.725000000000001</c:v>
                </c:pt>
                <c:pt idx="7815">
                  <c:v>63.682499999999997</c:v>
                </c:pt>
                <c:pt idx="7816">
                  <c:v>63.362499999999997</c:v>
                </c:pt>
                <c:pt idx="7817">
                  <c:v>63.23</c:v>
                </c:pt>
                <c:pt idx="7818">
                  <c:v>61.365000000000002</c:v>
                </c:pt>
                <c:pt idx="7819">
                  <c:v>61.115000000000002</c:v>
                </c:pt>
                <c:pt idx="7820">
                  <c:v>59.88</c:v>
                </c:pt>
                <c:pt idx="7821">
                  <c:v>59.49</c:v>
                </c:pt>
                <c:pt idx="7822">
                  <c:v>15.1325</c:v>
                </c:pt>
                <c:pt idx="7823">
                  <c:v>14.0425</c:v>
                </c:pt>
                <c:pt idx="7824">
                  <c:v>11.592499999999999</c:v>
                </c:pt>
                <c:pt idx="7825">
                  <c:v>9.3000000000000007</c:v>
                </c:pt>
                <c:pt idx="7826">
                  <c:v>11</c:v>
                </c:pt>
                <c:pt idx="7827">
                  <c:v>7.0650000000000004</c:v>
                </c:pt>
                <c:pt idx="7828">
                  <c:v>11.452500000000001</c:v>
                </c:pt>
                <c:pt idx="7829">
                  <c:v>6.5425000000000004</c:v>
                </c:pt>
                <c:pt idx="7830">
                  <c:v>16.672499999999999</c:v>
                </c:pt>
                <c:pt idx="7831">
                  <c:v>8.7949999999999999</c:v>
                </c:pt>
                <c:pt idx="7832">
                  <c:v>1.35</c:v>
                </c:pt>
                <c:pt idx="7833">
                  <c:v>0.9</c:v>
                </c:pt>
                <c:pt idx="7834">
                  <c:v>0.48</c:v>
                </c:pt>
                <c:pt idx="7835">
                  <c:v>0.14499999999999999</c:v>
                </c:pt>
                <c:pt idx="7836" formatCode="0.00">
                  <c:v>0</c:v>
                </c:pt>
                <c:pt idx="7837" formatCode="0.00">
                  <c:v>0</c:v>
                </c:pt>
                <c:pt idx="7838" formatCode="0.00">
                  <c:v>0</c:v>
                </c:pt>
                <c:pt idx="7839" formatCode="0.00">
                  <c:v>0</c:v>
                </c:pt>
                <c:pt idx="7840" formatCode="0.00">
                  <c:v>0</c:v>
                </c:pt>
                <c:pt idx="7841" formatCode="0.00">
                  <c:v>0</c:v>
                </c:pt>
                <c:pt idx="7842">
                  <c:v>0.32750000000000001</c:v>
                </c:pt>
                <c:pt idx="7843">
                  <c:v>0.71</c:v>
                </c:pt>
                <c:pt idx="7844">
                  <c:v>1.125</c:v>
                </c:pt>
                <c:pt idx="7845">
                  <c:v>1.575</c:v>
                </c:pt>
                <c:pt idx="7846">
                  <c:v>2.0525000000000002</c:v>
                </c:pt>
                <c:pt idx="7847">
                  <c:v>2.5550000000000002</c:v>
                </c:pt>
                <c:pt idx="7848">
                  <c:v>3.05</c:v>
                </c:pt>
                <c:pt idx="7849">
                  <c:v>3.5249999999999999</c:v>
                </c:pt>
                <c:pt idx="7850">
                  <c:v>3.9750000000000001</c:v>
                </c:pt>
                <c:pt idx="7851">
                  <c:v>4.4000000000000004</c:v>
                </c:pt>
                <c:pt idx="7852">
                  <c:v>4.8025000000000002</c:v>
                </c:pt>
                <c:pt idx="7853">
                  <c:v>5.18</c:v>
                </c:pt>
                <c:pt idx="7854">
                  <c:v>5.53</c:v>
                </c:pt>
                <c:pt idx="7855">
                  <c:v>5.8425000000000002</c:v>
                </c:pt>
                <c:pt idx="7856">
                  <c:v>11.1175</c:v>
                </c:pt>
                <c:pt idx="7857">
                  <c:v>11.352499999999999</c:v>
                </c:pt>
                <c:pt idx="7858">
                  <c:v>12.56</c:v>
                </c:pt>
                <c:pt idx="7859">
                  <c:v>14.2325</c:v>
                </c:pt>
                <c:pt idx="7860">
                  <c:v>15.375</c:v>
                </c:pt>
                <c:pt idx="7861">
                  <c:v>15.73</c:v>
                </c:pt>
                <c:pt idx="7862">
                  <c:v>15.785</c:v>
                </c:pt>
                <c:pt idx="7863">
                  <c:v>15.817500000000001</c:v>
                </c:pt>
                <c:pt idx="7864">
                  <c:v>21.475000000000001</c:v>
                </c:pt>
                <c:pt idx="7865">
                  <c:v>21.682500000000001</c:v>
                </c:pt>
                <c:pt idx="7866">
                  <c:v>26.862500000000001</c:v>
                </c:pt>
                <c:pt idx="7867">
                  <c:v>25.66</c:v>
                </c:pt>
                <c:pt idx="7868">
                  <c:v>23.4575</c:v>
                </c:pt>
                <c:pt idx="7869">
                  <c:v>24.4575</c:v>
                </c:pt>
                <c:pt idx="7870">
                  <c:v>20.587499999999999</c:v>
                </c:pt>
                <c:pt idx="7871">
                  <c:v>18.982500000000002</c:v>
                </c:pt>
                <c:pt idx="7872">
                  <c:v>17.4025</c:v>
                </c:pt>
                <c:pt idx="7873">
                  <c:v>17.164999999999999</c:v>
                </c:pt>
                <c:pt idx="7874">
                  <c:v>15.18</c:v>
                </c:pt>
                <c:pt idx="7875">
                  <c:v>13.1325</c:v>
                </c:pt>
                <c:pt idx="7876">
                  <c:v>4.3499999999999996</c:v>
                </c:pt>
                <c:pt idx="7877">
                  <c:v>3.89</c:v>
                </c:pt>
                <c:pt idx="7878">
                  <c:v>3.4024999999999999</c:v>
                </c:pt>
                <c:pt idx="7879">
                  <c:v>2.8925000000000001</c:v>
                </c:pt>
                <c:pt idx="7880">
                  <c:v>4.0750000000000002</c:v>
                </c:pt>
                <c:pt idx="7881">
                  <c:v>1.845</c:v>
                </c:pt>
                <c:pt idx="7882">
                  <c:v>1.35</c:v>
                </c:pt>
                <c:pt idx="7883">
                  <c:v>0.9</c:v>
                </c:pt>
                <c:pt idx="7884">
                  <c:v>0.48</c:v>
                </c:pt>
                <c:pt idx="7885">
                  <c:v>0.14499999999999999</c:v>
                </c:pt>
                <c:pt idx="7886">
                  <c:v>0</c:v>
                </c:pt>
                <c:pt idx="7887">
                  <c:v>0</c:v>
                </c:pt>
                <c:pt idx="7888">
                  <c:v>0</c:v>
                </c:pt>
                <c:pt idx="7889">
                  <c:v>0</c:v>
                </c:pt>
                <c:pt idx="7890">
                  <c:v>0</c:v>
                </c:pt>
                <c:pt idx="7891">
                  <c:v>0</c:v>
                </c:pt>
                <c:pt idx="7892">
                  <c:v>0.45250000000000001</c:v>
                </c:pt>
                <c:pt idx="7893">
                  <c:v>0.98</c:v>
                </c:pt>
                <c:pt idx="7894">
                  <c:v>1.5549999999999999</c:v>
                </c:pt>
                <c:pt idx="7895">
                  <c:v>2.1775000000000002</c:v>
                </c:pt>
                <c:pt idx="7896">
                  <c:v>2.835</c:v>
                </c:pt>
                <c:pt idx="7897">
                  <c:v>3.53</c:v>
                </c:pt>
                <c:pt idx="7898">
                  <c:v>4.2149999999999999</c:v>
                </c:pt>
                <c:pt idx="7899">
                  <c:v>4.87</c:v>
                </c:pt>
                <c:pt idx="7900">
                  <c:v>5.4924999999999997</c:v>
                </c:pt>
                <c:pt idx="7901">
                  <c:v>6.08</c:v>
                </c:pt>
                <c:pt idx="7902">
                  <c:v>6.6349999999999998</c:v>
                </c:pt>
                <c:pt idx="7903">
                  <c:v>7.1574999999999998</c:v>
                </c:pt>
                <c:pt idx="7904">
                  <c:v>7.64</c:v>
                </c:pt>
                <c:pt idx="7905">
                  <c:v>8.0724999999999998</c:v>
                </c:pt>
                <c:pt idx="7906">
                  <c:v>17.202500000000001</c:v>
                </c:pt>
                <c:pt idx="7907">
                  <c:v>17.5275</c:v>
                </c:pt>
                <c:pt idx="7908">
                  <c:v>17.815000000000001</c:v>
                </c:pt>
                <c:pt idx="7909">
                  <c:v>18.052499999999998</c:v>
                </c:pt>
                <c:pt idx="7910">
                  <c:v>18.25</c:v>
                </c:pt>
                <c:pt idx="7911">
                  <c:v>18.395</c:v>
                </c:pt>
                <c:pt idx="7912">
                  <c:v>18.47</c:v>
                </c:pt>
                <c:pt idx="7913">
                  <c:v>18.515000000000001</c:v>
                </c:pt>
                <c:pt idx="7914">
                  <c:v>26.982500000000002</c:v>
                </c:pt>
                <c:pt idx="7915">
                  <c:v>26.952500000000001</c:v>
                </c:pt>
                <c:pt idx="7916">
                  <c:v>26.842500000000001</c:v>
                </c:pt>
                <c:pt idx="7917">
                  <c:v>28.56</c:v>
                </c:pt>
                <c:pt idx="7918">
                  <c:v>28.44</c:v>
                </c:pt>
                <c:pt idx="7919">
                  <c:v>30.465</c:v>
                </c:pt>
                <c:pt idx="7920">
                  <c:v>27.287500000000001</c:v>
                </c:pt>
                <c:pt idx="7921">
                  <c:v>26.785</c:v>
                </c:pt>
                <c:pt idx="7922">
                  <c:v>25.08</c:v>
                </c:pt>
                <c:pt idx="7923">
                  <c:v>23.76</c:v>
                </c:pt>
                <c:pt idx="7924">
                  <c:v>22.4025</c:v>
                </c:pt>
                <c:pt idx="7925">
                  <c:v>20.67</c:v>
                </c:pt>
                <c:pt idx="7926">
                  <c:v>23.305</c:v>
                </c:pt>
                <c:pt idx="7927">
                  <c:v>19.285</c:v>
                </c:pt>
                <c:pt idx="7928">
                  <c:v>7.0724999999999998</c:v>
                </c:pt>
                <c:pt idx="7929">
                  <c:v>3.9975000000000001</c:v>
                </c:pt>
                <c:pt idx="7930">
                  <c:v>4.5250000000000004</c:v>
                </c:pt>
                <c:pt idx="7931">
                  <c:v>3.59</c:v>
                </c:pt>
                <c:pt idx="7932">
                  <c:v>1.865</c:v>
                </c:pt>
                <c:pt idx="7933">
                  <c:v>1.2424999999999999</c:v>
                </c:pt>
                <c:pt idx="7934">
                  <c:v>0.66249999999999998</c:v>
                </c:pt>
                <c:pt idx="7935">
                  <c:v>0.2</c:v>
                </c:pt>
                <c:pt idx="7936">
                  <c:v>0</c:v>
                </c:pt>
                <c:pt idx="7937">
                  <c:v>0</c:v>
                </c:pt>
                <c:pt idx="7938">
                  <c:v>0</c:v>
                </c:pt>
                <c:pt idx="7939">
                  <c:v>0</c:v>
                </c:pt>
                <c:pt idx="7940">
                  <c:v>0</c:v>
                </c:pt>
                <c:pt idx="7941">
                  <c:v>0</c:v>
                </c:pt>
                <c:pt idx="7942">
                  <c:v>0.45250000000000001</c:v>
                </c:pt>
                <c:pt idx="7943">
                  <c:v>0.98</c:v>
                </c:pt>
                <c:pt idx="7944">
                  <c:v>1.5549999999999999</c:v>
                </c:pt>
                <c:pt idx="7945">
                  <c:v>2.1775000000000002</c:v>
                </c:pt>
                <c:pt idx="7946">
                  <c:v>2.835</c:v>
                </c:pt>
                <c:pt idx="7947">
                  <c:v>3.53</c:v>
                </c:pt>
                <c:pt idx="7948">
                  <c:v>4.2149999999999999</c:v>
                </c:pt>
                <c:pt idx="7949">
                  <c:v>4.87</c:v>
                </c:pt>
                <c:pt idx="7950">
                  <c:v>5.4924999999999997</c:v>
                </c:pt>
                <c:pt idx="7951">
                  <c:v>6.08</c:v>
                </c:pt>
                <c:pt idx="7952">
                  <c:v>6.6349999999999998</c:v>
                </c:pt>
                <c:pt idx="7953">
                  <c:v>7.1574999999999998</c:v>
                </c:pt>
                <c:pt idx="7954">
                  <c:v>7.64</c:v>
                </c:pt>
                <c:pt idx="7955">
                  <c:v>8.0724999999999998</c:v>
                </c:pt>
                <c:pt idx="7956">
                  <c:v>17.202500000000001</c:v>
                </c:pt>
                <c:pt idx="7957">
                  <c:v>17.5275</c:v>
                </c:pt>
                <c:pt idx="7958">
                  <c:v>17.815000000000001</c:v>
                </c:pt>
                <c:pt idx="7959">
                  <c:v>18.052499999999998</c:v>
                </c:pt>
                <c:pt idx="7960">
                  <c:v>18.25</c:v>
                </c:pt>
                <c:pt idx="7961">
                  <c:v>18.395</c:v>
                </c:pt>
                <c:pt idx="7962">
                  <c:v>18.47</c:v>
                </c:pt>
                <c:pt idx="7963">
                  <c:v>18.515000000000001</c:v>
                </c:pt>
                <c:pt idx="7964">
                  <c:v>18.524999999999999</c:v>
                </c:pt>
                <c:pt idx="7965">
                  <c:v>18.502500000000001</c:v>
                </c:pt>
                <c:pt idx="7966">
                  <c:v>18.405000000000001</c:v>
                </c:pt>
                <c:pt idx="7967">
                  <c:v>18.2575</c:v>
                </c:pt>
                <c:pt idx="7968">
                  <c:v>18.0625</c:v>
                </c:pt>
                <c:pt idx="7969">
                  <c:v>17.82</c:v>
                </c:pt>
                <c:pt idx="7970">
                  <c:v>17.53</c:v>
                </c:pt>
                <c:pt idx="7971">
                  <c:v>17.2</c:v>
                </c:pt>
                <c:pt idx="7972">
                  <c:v>16.809999999999999</c:v>
                </c:pt>
                <c:pt idx="7973">
                  <c:v>16.375</c:v>
                </c:pt>
                <c:pt idx="7974">
                  <c:v>15.89</c:v>
                </c:pt>
                <c:pt idx="7975">
                  <c:v>15.3475</c:v>
                </c:pt>
                <c:pt idx="7976">
                  <c:v>6.01</c:v>
                </c:pt>
                <c:pt idx="7977">
                  <c:v>5.375</c:v>
                </c:pt>
                <c:pt idx="7978">
                  <c:v>4.7024999999999997</c:v>
                </c:pt>
                <c:pt idx="7979">
                  <c:v>3.9975000000000001</c:v>
                </c:pt>
                <c:pt idx="7980">
                  <c:v>3.2774999999999999</c:v>
                </c:pt>
                <c:pt idx="7981">
                  <c:v>2.5499999999999998</c:v>
                </c:pt>
                <c:pt idx="7982">
                  <c:v>1.865</c:v>
                </c:pt>
                <c:pt idx="7983">
                  <c:v>1.2424999999999999</c:v>
                </c:pt>
                <c:pt idx="7984">
                  <c:v>0.66249999999999998</c:v>
                </c:pt>
                <c:pt idx="7985">
                  <c:v>0.2</c:v>
                </c:pt>
                <c:pt idx="7986" formatCode="0.00">
                  <c:v>0</c:v>
                </c:pt>
                <c:pt idx="7987" formatCode="0.00">
                  <c:v>0</c:v>
                </c:pt>
                <c:pt idx="7988" formatCode="0.00">
                  <c:v>0</c:v>
                </c:pt>
                <c:pt idx="7989" formatCode="0.00">
                  <c:v>0</c:v>
                </c:pt>
                <c:pt idx="7990" formatCode="0.00">
                  <c:v>0</c:v>
                </c:pt>
                <c:pt idx="7991" formatCode="0.00">
                  <c:v>0</c:v>
                </c:pt>
                <c:pt idx="7992" formatCode="0.00">
                  <c:v>0</c:v>
                </c:pt>
                <c:pt idx="7993" formatCode="0.00">
                  <c:v>0</c:v>
                </c:pt>
                <c:pt idx="7994" formatCode="0.00">
                  <c:v>0</c:v>
                </c:pt>
                <c:pt idx="7995" formatCode="0.00">
                  <c:v>0</c:v>
                </c:pt>
                <c:pt idx="7996" formatCode="0.00">
                  <c:v>0</c:v>
                </c:pt>
                <c:pt idx="7997" formatCode="0.00">
                  <c:v>0</c:v>
                </c:pt>
                <c:pt idx="7998" formatCode="0.00">
                  <c:v>0</c:v>
                </c:pt>
                <c:pt idx="7999">
                  <c:v>1.25</c:v>
                </c:pt>
                <c:pt idx="8000">
                  <c:v>12</c:v>
                </c:pt>
                <c:pt idx="8001">
                  <c:v>21.75</c:v>
                </c:pt>
                <c:pt idx="8002">
                  <c:v>13</c:v>
                </c:pt>
                <c:pt idx="8003">
                  <c:v>20.5</c:v>
                </c:pt>
                <c:pt idx="8004">
                  <c:v>27</c:v>
                </c:pt>
                <c:pt idx="8005">
                  <c:v>31.5</c:v>
                </c:pt>
                <c:pt idx="8006">
                  <c:v>46</c:v>
                </c:pt>
                <c:pt idx="8007">
                  <c:v>48.5</c:v>
                </c:pt>
                <c:pt idx="8008">
                  <c:v>36.25</c:v>
                </c:pt>
                <c:pt idx="8009">
                  <c:v>28.75</c:v>
                </c:pt>
                <c:pt idx="8010">
                  <c:v>38.75</c:v>
                </c:pt>
                <c:pt idx="8011">
                  <c:v>28.75</c:v>
                </c:pt>
                <c:pt idx="8012">
                  <c:v>11.25</c:v>
                </c:pt>
                <c:pt idx="8013">
                  <c:v>11.25</c:v>
                </c:pt>
                <c:pt idx="8014">
                  <c:v>15.5875</c:v>
                </c:pt>
                <c:pt idx="8015">
                  <c:v>15.6</c:v>
                </c:pt>
                <c:pt idx="8016">
                  <c:v>15.5825</c:v>
                </c:pt>
                <c:pt idx="8017">
                  <c:v>15.8025</c:v>
                </c:pt>
                <c:pt idx="8018">
                  <c:v>16.405000000000001</c:v>
                </c:pt>
                <c:pt idx="8019">
                  <c:v>15.8775</c:v>
                </c:pt>
                <c:pt idx="8020">
                  <c:v>15.2475</c:v>
                </c:pt>
                <c:pt idx="8021">
                  <c:v>15.3675</c:v>
                </c:pt>
                <c:pt idx="8022">
                  <c:v>14.775</c:v>
                </c:pt>
                <c:pt idx="8023">
                  <c:v>10.82</c:v>
                </c:pt>
                <c:pt idx="8024">
                  <c:v>10.067500000000001</c:v>
                </c:pt>
                <c:pt idx="8025">
                  <c:v>10</c:v>
                </c:pt>
                <c:pt idx="8026" formatCode="0.00">
                  <c:v>0</c:v>
                </c:pt>
                <c:pt idx="8027" formatCode="0.00">
                  <c:v>0</c:v>
                </c:pt>
                <c:pt idx="8028" formatCode="0.00">
                  <c:v>0</c:v>
                </c:pt>
                <c:pt idx="8029" formatCode="0.00">
                  <c:v>0</c:v>
                </c:pt>
                <c:pt idx="8030" formatCode="0.00">
                  <c:v>0</c:v>
                </c:pt>
                <c:pt idx="8031" formatCode="0.00">
                  <c:v>0</c:v>
                </c:pt>
                <c:pt idx="8032" formatCode="0.00">
                  <c:v>0</c:v>
                </c:pt>
                <c:pt idx="8033" formatCode="0.00">
                  <c:v>0</c:v>
                </c:pt>
                <c:pt idx="8034" formatCode="0.00">
                  <c:v>0</c:v>
                </c:pt>
                <c:pt idx="8035" formatCode="0.00">
                  <c:v>0</c:v>
                </c:pt>
                <c:pt idx="8036" formatCode="0.00">
                  <c:v>0</c:v>
                </c:pt>
                <c:pt idx="8037">
                  <c:v>0.115</c:v>
                </c:pt>
                <c:pt idx="8038">
                  <c:v>0.27</c:v>
                </c:pt>
                <c:pt idx="8039">
                  <c:v>0.90249999999999997</c:v>
                </c:pt>
                <c:pt idx="8040">
                  <c:v>2.0550000000000002</c:v>
                </c:pt>
                <c:pt idx="8041">
                  <c:v>3.4575</c:v>
                </c:pt>
                <c:pt idx="8042">
                  <c:v>6.85</c:v>
                </c:pt>
                <c:pt idx="8043">
                  <c:v>11.505000000000001</c:v>
                </c:pt>
                <c:pt idx="8044">
                  <c:v>17.172499999999999</c:v>
                </c:pt>
                <c:pt idx="8045">
                  <c:v>22.645</c:v>
                </c:pt>
                <c:pt idx="8046">
                  <c:v>23.4</c:v>
                </c:pt>
                <c:pt idx="8047">
                  <c:v>28.912500000000001</c:v>
                </c:pt>
                <c:pt idx="8048">
                  <c:v>34.234999999999999</c:v>
                </c:pt>
                <c:pt idx="8049">
                  <c:v>39.284999999999997</c:v>
                </c:pt>
                <c:pt idx="8050">
                  <c:v>44.052500000000002</c:v>
                </c:pt>
                <c:pt idx="8051">
                  <c:v>47.827500000000001</c:v>
                </c:pt>
                <c:pt idx="8052">
                  <c:v>51.717500000000001</c:v>
                </c:pt>
                <c:pt idx="8053">
                  <c:v>55.077500000000001</c:v>
                </c:pt>
                <c:pt idx="8054">
                  <c:v>69.12</c:v>
                </c:pt>
                <c:pt idx="8055">
                  <c:v>70.965000000000003</c:v>
                </c:pt>
                <c:pt idx="8056">
                  <c:v>71.897499999999994</c:v>
                </c:pt>
                <c:pt idx="8057">
                  <c:v>71.992500000000007</c:v>
                </c:pt>
                <c:pt idx="8058">
                  <c:v>72.037499999999994</c:v>
                </c:pt>
                <c:pt idx="8059">
                  <c:v>72.052499999999995</c:v>
                </c:pt>
                <c:pt idx="8060">
                  <c:v>72.067499999999995</c:v>
                </c:pt>
                <c:pt idx="8061">
                  <c:v>72.069999999999993</c:v>
                </c:pt>
                <c:pt idx="8062">
                  <c:v>70.775000000000006</c:v>
                </c:pt>
                <c:pt idx="8063">
                  <c:v>70.709999999999994</c:v>
                </c:pt>
                <c:pt idx="8064">
                  <c:v>70.625</c:v>
                </c:pt>
                <c:pt idx="8065">
                  <c:v>70.497500000000002</c:v>
                </c:pt>
                <c:pt idx="8066">
                  <c:v>70.0625</c:v>
                </c:pt>
                <c:pt idx="8067">
                  <c:v>69.542500000000004</c:v>
                </c:pt>
                <c:pt idx="8068">
                  <c:v>68.504999999999995</c:v>
                </c:pt>
                <c:pt idx="8069">
                  <c:v>66.864999999999995</c:v>
                </c:pt>
                <c:pt idx="8070">
                  <c:v>64.952500000000001</c:v>
                </c:pt>
                <c:pt idx="8071">
                  <c:v>62.75</c:v>
                </c:pt>
                <c:pt idx="8072">
                  <c:v>59.29</c:v>
                </c:pt>
                <c:pt idx="8073">
                  <c:v>55.712499999999999</c:v>
                </c:pt>
                <c:pt idx="8074">
                  <c:v>40.935000000000002</c:v>
                </c:pt>
                <c:pt idx="8075">
                  <c:v>36.112499999999997</c:v>
                </c:pt>
                <c:pt idx="8076">
                  <c:v>36.082500000000003</c:v>
                </c:pt>
                <c:pt idx="8077">
                  <c:v>30.695</c:v>
                </c:pt>
                <c:pt idx="8078">
                  <c:v>25.102499999999999</c:v>
                </c:pt>
                <c:pt idx="8079">
                  <c:v>19.88</c:v>
                </c:pt>
                <c:pt idx="8080">
                  <c:v>14.234999999999999</c:v>
                </c:pt>
                <c:pt idx="8081">
                  <c:v>9.4499999999999993</c:v>
                </c:pt>
                <c:pt idx="8082">
                  <c:v>5.1974999999999998</c:v>
                </c:pt>
                <c:pt idx="8083">
                  <c:v>2.3925000000000001</c:v>
                </c:pt>
                <c:pt idx="8084">
                  <c:v>0.73750000000000004</c:v>
                </c:pt>
                <c:pt idx="8085" formatCode="0.00">
                  <c:v>0</c:v>
                </c:pt>
                <c:pt idx="8086" formatCode="0.00">
                  <c:v>0</c:v>
                </c:pt>
                <c:pt idx="8087" formatCode="0.00">
                  <c:v>0</c:v>
                </c:pt>
                <c:pt idx="8088">
                  <c:v>0.1125</c:v>
                </c:pt>
                <c:pt idx="8089">
                  <c:v>0.26250000000000001</c:v>
                </c:pt>
                <c:pt idx="8090">
                  <c:v>0.875</c:v>
                </c:pt>
                <c:pt idx="8091">
                  <c:v>1.9924999999999999</c:v>
                </c:pt>
                <c:pt idx="8092">
                  <c:v>3.3525</c:v>
                </c:pt>
                <c:pt idx="8093">
                  <c:v>6.6449999999999996</c:v>
                </c:pt>
                <c:pt idx="8094">
                  <c:v>11.16</c:v>
                </c:pt>
                <c:pt idx="8095">
                  <c:v>16.66</c:v>
                </c:pt>
                <c:pt idx="8096">
                  <c:v>21.967500000000001</c:v>
                </c:pt>
                <c:pt idx="8097">
                  <c:v>27.392499999999998</c:v>
                </c:pt>
                <c:pt idx="8098">
                  <c:v>32.722499999999997</c:v>
                </c:pt>
                <c:pt idx="8099">
                  <c:v>37.585000000000001</c:v>
                </c:pt>
                <c:pt idx="8100">
                  <c:v>42.022500000000001</c:v>
                </c:pt>
                <c:pt idx="8101">
                  <c:v>46.322499999999998</c:v>
                </c:pt>
                <c:pt idx="8102">
                  <c:v>49.87</c:v>
                </c:pt>
                <c:pt idx="8103">
                  <c:v>53.427500000000002</c:v>
                </c:pt>
                <c:pt idx="8104">
                  <c:v>56.49</c:v>
                </c:pt>
                <c:pt idx="8105">
                  <c:v>66.62</c:v>
                </c:pt>
                <c:pt idx="8106">
                  <c:v>68.297499999999999</c:v>
                </c:pt>
                <c:pt idx="8107">
                  <c:v>69.162499999999994</c:v>
                </c:pt>
                <c:pt idx="8108">
                  <c:v>69.162499999999994</c:v>
                </c:pt>
                <c:pt idx="8109">
                  <c:v>69.162499999999994</c:v>
                </c:pt>
                <c:pt idx="8110">
                  <c:v>69.162499999999994</c:v>
                </c:pt>
                <c:pt idx="8111">
                  <c:v>69.162499999999994</c:v>
                </c:pt>
                <c:pt idx="8112">
                  <c:v>69.162499999999994</c:v>
                </c:pt>
                <c:pt idx="8113">
                  <c:v>69.162499999999994</c:v>
                </c:pt>
                <c:pt idx="8114">
                  <c:v>69.162499999999994</c:v>
                </c:pt>
                <c:pt idx="8115">
                  <c:v>69.162499999999994</c:v>
                </c:pt>
                <c:pt idx="8116">
                  <c:v>69.162499999999994</c:v>
                </c:pt>
                <c:pt idx="8117">
                  <c:v>68.837500000000006</c:v>
                </c:pt>
                <c:pt idx="8118">
                  <c:v>68.452500000000001</c:v>
                </c:pt>
                <c:pt idx="8119">
                  <c:v>67.597499999999997</c:v>
                </c:pt>
                <c:pt idx="8120">
                  <c:v>66.127499999999998</c:v>
                </c:pt>
                <c:pt idx="8121">
                  <c:v>64.430000000000007</c:v>
                </c:pt>
                <c:pt idx="8122">
                  <c:v>62.515000000000001</c:v>
                </c:pt>
                <c:pt idx="8123">
                  <c:v>59.38</c:v>
                </c:pt>
                <c:pt idx="8124">
                  <c:v>56.155000000000001</c:v>
                </c:pt>
                <c:pt idx="8125">
                  <c:v>44.252499999999998</c:v>
                </c:pt>
                <c:pt idx="8126">
                  <c:v>39.802500000000002</c:v>
                </c:pt>
                <c:pt idx="8127">
                  <c:v>34.997500000000002</c:v>
                </c:pt>
                <c:pt idx="8128">
                  <c:v>29.774999999999999</c:v>
                </c:pt>
                <c:pt idx="8129">
                  <c:v>24.35</c:v>
                </c:pt>
                <c:pt idx="8130">
                  <c:v>19.285</c:v>
                </c:pt>
                <c:pt idx="8131">
                  <c:v>13.805</c:v>
                </c:pt>
                <c:pt idx="8132">
                  <c:v>9.1649999999999991</c:v>
                </c:pt>
                <c:pt idx="8133">
                  <c:v>5.0425000000000004</c:v>
                </c:pt>
                <c:pt idx="8134">
                  <c:v>2.3224999999999998</c:v>
                </c:pt>
                <c:pt idx="8135">
                  <c:v>0.71499999999999997</c:v>
                </c:pt>
                <c:pt idx="8136" formatCode="0.00">
                  <c:v>0</c:v>
                </c:pt>
                <c:pt idx="8137" formatCode="0.00">
                  <c:v>0</c:v>
                </c:pt>
                <c:pt idx="8138" formatCode="0.00">
                  <c:v>0</c:v>
                </c:pt>
                <c:pt idx="8139">
                  <c:v>0.115</c:v>
                </c:pt>
                <c:pt idx="8140">
                  <c:v>0.27</c:v>
                </c:pt>
                <c:pt idx="8141">
                  <c:v>0.90249999999999997</c:v>
                </c:pt>
                <c:pt idx="8142">
                  <c:v>2.0525000000000002</c:v>
                </c:pt>
                <c:pt idx="8143">
                  <c:v>3.4550000000000001</c:v>
                </c:pt>
                <c:pt idx="8144">
                  <c:v>6.8475000000000001</c:v>
                </c:pt>
                <c:pt idx="8145">
                  <c:v>11.5</c:v>
                </c:pt>
                <c:pt idx="8146">
                  <c:v>17.04</c:v>
                </c:pt>
                <c:pt idx="8147">
                  <c:v>22.512499999999999</c:v>
                </c:pt>
                <c:pt idx="8148">
                  <c:v>27.9725</c:v>
                </c:pt>
                <c:pt idx="8149">
                  <c:v>33.465000000000003</c:v>
                </c:pt>
                <c:pt idx="8150">
                  <c:v>38.35</c:v>
                </c:pt>
                <c:pt idx="8151">
                  <c:v>42.922499999999999</c:v>
                </c:pt>
                <c:pt idx="8152">
                  <c:v>46.765000000000001</c:v>
                </c:pt>
                <c:pt idx="8153">
                  <c:v>50.417499999999997</c:v>
                </c:pt>
                <c:pt idx="8154">
                  <c:v>54.085000000000001</c:v>
                </c:pt>
                <c:pt idx="8155">
                  <c:v>57.2425</c:v>
                </c:pt>
                <c:pt idx="8156">
                  <c:v>64.95</c:v>
                </c:pt>
                <c:pt idx="8157">
                  <c:v>66.680000000000007</c:v>
                </c:pt>
                <c:pt idx="8158">
                  <c:v>67.572500000000005</c:v>
                </c:pt>
                <c:pt idx="8159">
                  <c:v>67.572500000000005</c:v>
                </c:pt>
                <c:pt idx="8160">
                  <c:v>67.572500000000005</c:v>
                </c:pt>
                <c:pt idx="8161">
                  <c:v>67.572500000000005</c:v>
                </c:pt>
                <c:pt idx="8162">
                  <c:v>67.572500000000005</c:v>
                </c:pt>
                <c:pt idx="8163">
                  <c:v>67.572500000000005</c:v>
                </c:pt>
                <c:pt idx="8164">
                  <c:v>67.572500000000005</c:v>
                </c:pt>
                <c:pt idx="8165">
                  <c:v>67.572500000000005</c:v>
                </c:pt>
                <c:pt idx="8166">
                  <c:v>67.572500000000005</c:v>
                </c:pt>
                <c:pt idx="8167">
                  <c:v>67.572500000000005</c:v>
                </c:pt>
                <c:pt idx="8168">
                  <c:v>67.572500000000005</c:v>
                </c:pt>
                <c:pt idx="8169">
                  <c:v>67.174999999999997</c:v>
                </c:pt>
                <c:pt idx="8170">
                  <c:v>66.424999999999997</c:v>
                </c:pt>
                <c:pt idx="8171">
                  <c:v>64.907499999999999</c:v>
                </c:pt>
                <c:pt idx="8172">
                  <c:v>63.417499999999997</c:v>
                </c:pt>
                <c:pt idx="8173">
                  <c:v>61.445</c:v>
                </c:pt>
                <c:pt idx="8174">
                  <c:v>58.47</c:v>
                </c:pt>
                <c:pt idx="8175">
                  <c:v>55.147500000000001</c:v>
                </c:pt>
                <c:pt idx="8176">
                  <c:v>45.61</c:v>
                </c:pt>
                <c:pt idx="8177">
                  <c:v>41.022500000000001</c:v>
                </c:pt>
                <c:pt idx="8178">
                  <c:v>36.075000000000003</c:v>
                </c:pt>
                <c:pt idx="8179">
                  <c:v>30.6875</c:v>
                </c:pt>
                <c:pt idx="8180">
                  <c:v>25.1</c:v>
                </c:pt>
                <c:pt idx="8181">
                  <c:v>19.877500000000001</c:v>
                </c:pt>
                <c:pt idx="8182">
                  <c:v>14.2325</c:v>
                </c:pt>
                <c:pt idx="8183">
                  <c:v>9.4499999999999993</c:v>
                </c:pt>
                <c:pt idx="8184">
                  <c:v>5.1974999999999998</c:v>
                </c:pt>
                <c:pt idx="8185">
                  <c:v>2.3925000000000001</c:v>
                </c:pt>
                <c:pt idx="8186">
                  <c:v>0.73750000000000004</c:v>
                </c:pt>
                <c:pt idx="8187" formatCode="0.00">
                  <c:v>0</c:v>
                </c:pt>
                <c:pt idx="8188" formatCode="0.00">
                  <c:v>0</c:v>
                </c:pt>
                <c:pt idx="8189" formatCode="0.00">
                  <c:v>0</c:v>
                </c:pt>
                <c:pt idx="8190" formatCode="0.00">
                  <c:v>0</c:v>
                </c:pt>
                <c:pt idx="8191" formatCode="0.00">
                  <c:v>0</c:v>
                </c:pt>
                <c:pt idx="8192">
                  <c:v>0.55000000000000004</c:v>
                </c:pt>
                <c:pt idx="8193">
                  <c:v>1.3149999999999999</c:v>
                </c:pt>
                <c:pt idx="8194">
                  <c:v>2.3849999999999998</c:v>
                </c:pt>
                <c:pt idx="8195">
                  <c:v>5.5350000000000001</c:v>
                </c:pt>
                <c:pt idx="8196">
                  <c:v>9.9975000000000005</c:v>
                </c:pt>
                <c:pt idx="8197">
                  <c:v>15.637499999999999</c:v>
                </c:pt>
                <c:pt idx="8198">
                  <c:v>21.162500000000001</c:v>
                </c:pt>
                <c:pt idx="8199">
                  <c:v>26.8825</c:v>
                </c:pt>
                <c:pt idx="8200">
                  <c:v>32.452500000000001</c:v>
                </c:pt>
                <c:pt idx="8201">
                  <c:v>37.619999999999997</c:v>
                </c:pt>
                <c:pt idx="8202">
                  <c:v>42.215000000000003</c:v>
                </c:pt>
                <c:pt idx="8203">
                  <c:v>46.072499999999998</c:v>
                </c:pt>
                <c:pt idx="8204">
                  <c:v>49.78</c:v>
                </c:pt>
                <c:pt idx="8205">
                  <c:v>53.467500000000001</c:v>
                </c:pt>
                <c:pt idx="8206">
                  <c:v>56.7575</c:v>
                </c:pt>
                <c:pt idx="8207">
                  <c:v>59.414999999999999</c:v>
                </c:pt>
                <c:pt idx="8208">
                  <c:v>61.115000000000002</c:v>
                </c:pt>
                <c:pt idx="8209">
                  <c:v>61.987499999999997</c:v>
                </c:pt>
                <c:pt idx="8210">
                  <c:v>62.094999999999999</c:v>
                </c:pt>
                <c:pt idx="8211">
                  <c:v>62.112499999999997</c:v>
                </c:pt>
                <c:pt idx="8212">
                  <c:v>62.067500000000003</c:v>
                </c:pt>
                <c:pt idx="8213">
                  <c:v>62.215000000000003</c:v>
                </c:pt>
                <c:pt idx="8214">
                  <c:v>62.227499999999999</c:v>
                </c:pt>
                <c:pt idx="8215">
                  <c:v>62.237499999999997</c:v>
                </c:pt>
                <c:pt idx="8216">
                  <c:v>62.244999999999997</c:v>
                </c:pt>
                <c:pt idx="8217">
                  <c:v>94.41</c:v>
                </c:pt>
                <c:pt idx="8218">
                  <c:v>94.07</c:v>
                </c:pt>
                <c:pt idx="8219">
                  <c:v>93.915000000000006</c:v>
                </c:pt>
                <c:pt idx="8220">
                  <c:v>92.96</c:v>
                </c:pt>
                <c:pt idx="8221">
                  <c:v>91.677499999999995</c:v>
                </c:pt>
                <c:pt idx="8222">
                  <c:v>89.967500000000001</c:v>
                </c:pt>
                <c:pt idx="8223">
                  <c:v>87.28</c:v>
                </c:pt>
                <c:pt idx="8224">
                  <c:v>55.852499999999999</c:v>
                </c:pt>
                <c:pt idx="8225">
                  <c:v>52.914999999999999</c:v>
                </c:pt>
                <c:pt idx="8226">
                  <c:v>49.62</c:v>
                </c:pt>
                <c:pt idx="8227">
                  <c:v>45.9</c:v>
                </c:pt>
                <c:pt idx="8228">
                  <c:v>41.4925</c:v>
                </c:pt>
                <c:pt idx="8229">
                  <c:v>36.927500000000002</c:v>
                </c:pt>
                <c:pt idx="8230">
                  <c:v>32.237499999999997</c:v>
                </c:pt>
                <c:pt idx="8231">
                  <c:v>27.137499999999999</c:v>
                </c:pt>
                <c:pt idx="8232">
                  <c:v>21.817499999999999</c:v>
                </c:pt>
                <c:pt idx="8233">
                  <c:v>16.149999999999999</c:v>
                </c:pt>
                <c:pt idx="8234">
                  <c:v>10.715</c:v>
                </c:pt>
                <c:pt idx="8235">
                  <c:v>6.2549999999999999</c:v>
                </c:pt>
                <c:pt idx="8236">
                  <c:v>2.86</c:v>
                </c:pt>
                <c:pt idx="8237">
                  <c:v>0.82499999999999996</c:v>
                </c:pt>
                <c:pt idx="8238" formatCode="0.00">
                  <c:v>0</c:v>
                </c:pt>
                <c:pt idx="8239" formatCode="0.00">
                  <c:v>0</c:v>
                </c:pt>
                <c:pt idx="8240" formatCode="0.00">
                  <c:v>0</c:v>
                </c:pt>
                <c:pt idx="8241" formatCode="0.00">
                  <c:v>0</c:v>
                </c:pt>
                <c:pt idx="8242" formatCode="0.00">
                  <c:v>0</c:v>
                </c:pt>
                <c:pt idx="8243">
                  <c:v>0.73750000000000004</c:v>
                </c:pt>
                <c:pt idx="8244">
                  <c:v>1.7875000000000001</c:v>
                </c:pt>
                <c:pt idx="8245">
                  <c:v>3.2949999999999999</c:v>
                </c:pt>
                <c:pt idx="8246">
                  <c:v>7.16</c:v>
                </c:pt>
                <c:pt idx="8247">
                  <c:v>12.3225</c:v>
                </c:pt>
                <c:pt idx="8248">
                  <c:v>18.344999999999999</c:v>
                </c:pt>
                <c:pt idx="8249">
                  <c:v>24.17</c:v>
                </c:pt>
                <c:pt idx="8250">
                  <c:v>30.12</c:v>
                </c:pt>
                <c:pt idx="8251">
                  <c:v>36.075000000000003</c:v>
                </c:pt>
                <c:pt idx="8252">
                  <c:v>41.424999999999997</c:v>
                </c:pt>
                <c:pt idx="8253">
                  <c:v>46.372500000000002</c:v>
                </c:pt>
                <c:pt idx="8254">
                  <c:v>50.627499999999998</c:v>
                </c:pt>
                <c:pt idx="8255">
                  <c:v>54.577500000000001</c:v>
                </c:pt>
                <c:pt idx="8256">
                  <c:v>58.607500000000002</c:v>
                </c:pt>
                <c:pt idx="8257">
                  <c:v>62.022500000000001</c:v>
                </c:pt>
                <c:pt idx="8258">
                  <c:v>69.52</c:v>
                </c:pt>
                <c:pt idx="8259">
                  <c:v>70.922499999999999</c:v>
                </c:pt>
                <c:pt idx="8260">
                  <c:v>71.477500000000006</c:v>
                </c:pt>
                <c:pt idx="8261">
                  <c:v>71.572500000000005</c:v>
                </c:pt>
                <c:pt idx="8262">
                  <c:v>71.627499999999998</c:v>
                </c:pt>
                <c:pt idx="8263">
                  <c:v>71.55</c:v>
                </c:pt>
                <c:pt idx="8264">
                  <c:v>71.599999999999994</c:v>
                </c:pt>
                <c:pt idx="8265">
                  <c:v>71.847499999999997</c:v>
                </c:pt>
                <c:pt idx="8266">
                  <c:v>71.872500000000002</c:v>
                </c:pt>
                <c:pt idx="8267">
                  <c:v>71.885000000000005</c:v>
                </c:pt>
                <c:pt idx="8268">
                  <c:v>71.877499999999998</c:v>
                </c:pt>
                <c:pt idx="8269">
                  <c:v>71.877499999999998</c:v>
                </c:pt>
                <c:pt idx="8270">
                  <c:v>71.882499999999993</c:v>
                </c:pt>
                <c:pt idx="8271">
                  <c:v>71.767499999999998</c:v>
                </c:pt>
                <c:pt idx="8272">
                  <c:v>71.385000000000005</c:v>
                </c:pt>
                <c:pt idx="8273">
                  <c:v>70.03</c:v>
                </c:pt>
                <c:pt idx="8274">
                  <c:v>68.522499999999994</c:v>
                </c:pt>
                <c:pt idx="8275">
                  <c:v>66.257499999999993</c:v>
                </c:pt>
                <c:pt idx="8276">
                  <c:v>63.077500000000001</c:v>
                </c:pt>
                <c:pt idx="8277">
                  <c:v>59.3675</c:v>
                </c:pt>
                <c:pt idx="8278">
                  <c:v>50.314999999999998</c:v>
                </c:pt>
                <c:pt idx="8279">
                  <c:v>45.79</c:v>
                </c:pt>
                <c:pt idx="8280">
                  <c:v>40.994999999999997</c:v>
                </c:pt>
                <c:pt idx="8281">
                  <c:v>35.887500000000003</c:v>
                </c:pt>
                <c:pt idx="8282">
                  <c:v>30.337499999999999</c:v>
                </c:pt>
                <c:pt idx="8283">
                  <c:v>24.6175</c:v>
                </c:pt>
                <c:pt idx="8284">
                  <c:v>18.55</c:v>
                </c:pt>
                <c:pt idx="8285">
                  <c:v>12.45</c:v>
                </c:pt>
                <c:pt idx="8286">
                  <c:v>7.3049999999999997</c:v>
                </c:pt>
                <c:pt idx="8287">
                  <c:v>3.3275000000000001</c:v>
                </c:pt>
                <c:pt idx="8288">
                  <c:v>0.97</c:v>
                </c:pt>
                <c:pt idx="8289" formatCode="0.00">
                  <c:v>0</c:v>
                </c:pt>
                <c:pt idx="8290" formatCode="0.00">
                  <c:v>0</c:v>
                </c:pt>
                <c:pt idx="8291" formatCode="0.00">
                  <c:v>0</c:v>
                </c:pt>
                <c:pt idx="8292" formatCode="0.00">
                  <c:v>0</c:v>
                </c:pt>
                <c:pt idx="8293" formatCode="0.00">
                  <c:v>0</c:v>
                </c:pt>
                <c:pt idx="8294">
                  <c:v>0.70499999999999996</c:v>
                </c:pt>
                <c:pt idx="8295">
                  <c:v>1.6950000000000001</c:v>
                </c:pt>
                <c:pt idx="8296">
                  <c:v>3.0449999999999999</c:v>
                </c:pt>
                <c:pt idx="8297">
                  <c:v>6.9424999999999999</c:v>
                </c:pt>
                <c:pt idx="8298">
                  <c:v>11.592499999999999</c:v>
                </c:pt>
                <c:pt idx="8299">
                  <c:v>17.5825</c:v>
                </c:pt>
                <c:pt idx="8300">
                  <c:v>23.142499999999998</c:v>
                </c:pt>
                <c:pt idx="8301">
                  <c:v>28.9375</c:v>
                </c:pt>
                <c:pt idx="8302">
                  <c:v>34.672499999999999</c:v>
                </c:pt>
                <c:pt idx="8303">
                  <c:v>39.869999999999997</c:v>
                </c:pt>
                <c:pt idx="8304">
                  <c:v>44.642499999999998</c:v>
                </c:pt>
                <c:pt idx="8305">
                  <c:v>48.707500000000003</c:v>
                </c:pt>
                <c:pt idx="8306">
                  <c:v>52.707500000000003</c:v>
                </c:pt>
                <c:pt idx="8307">
                  <c:v>56.572499999999998</c:v>
                </c:pt>
                <c:pt idx="8308">
                  <c:v>59.972499999999997</c:v>
                </c:pt>
                <c:pt idx="8309">
                  <c:v>62.67</c:v>
                </c:pt>
                <c:pt idx="8310">
                  <c:v>64.537499999999994</c:v>
                </c:pt>
                <c:pt idx="8311">
                  <c:v>65.497500000000002</c:v>
                </c:pt>
                <c:pt idx="8312">
                  <c:v>65.802499999999995</c:v>
                </c:pt>
                <c:pt idx="8313">
                  <c:v>65.967500000000001</c:v>
                </c:pt>
                <c:pt idx="8314">
                  <c:v>66.025000000000006</c:v>
                </c:pt>
                <c:pt idx="8315">
                  <c:v>65.7</c:v>
                </c:pt>
                <c:pt idx="8316">
                  <c:v>65.400000000000006</c:v>
                </c:pt>
                <c:pt idx="8317">
                  <c:v>65.099999999999994</c:v>
                </c:pt>
                <c:pt idx="8318">
                  <c:v>64.8</c:v>
                </c:pt>
                <c:pt idx="8319">
                  <c:v>64.5</c:v>
                </c:pt>
                <c:pt idx="8320">
                  <c:v>64.099999999999994</c:v>
                </c:pt>
                <c:pt idx="8321">
                  <c:v>63.5</c:v>
                </c:pt>
                <c:pt idx="8322">
                  <c:v>62.7</c:v>
                </c:pt>
                <c:pt idx="8323">
                  <c:v>62.015000000000001</c:v>
                </c:pt>
                <c:pt idx="8324">
                  <c:v>60.445</c:v>
                </c:pt>
                <c:pt idx="8325">
                  <c:v>58.3125</c:v>
                </c:pt>
                <c:pt idx="8326">
                  <c:v>55.732500000000002</c:v>
                </c:pt>
                <c:pt idx="8327">
                  <c:v>52.762500000000003</c:v>
                </c:pt>
                <c:pt idx="8328">
                  <c:v>49.4375</c:v>
                </c:pt>
                <c:pt idx="8329">
                  <c:v>46.125</c:v>
                </c:pt>
                <c:pt idx="8330">
                  <c:v>41.96</c:v>
                </c:pt>
                <c:pt idx="8331">
                  <c:v>37.747500000000002</c:v>
                </c:pt>
                <c:pt idx="8332">
                  <c:v>32.9</c:v>
                </c:pt>
                <c:pt idx="8333">
                  <c:v>27.942499999999999</c:v>
                </c:pt>
                <c:pt idx="8334">
                  <c:v>23.177499999999998</c:v>
                </c:pt>
                <c:pt idx="8335">
                  <c:v>16.97</c:v>
                </c:pt>
                <c:pt idx="8336">
                  <c:v>11.66</c:v>
                </c:pt>
                <c:pt idx="8337">
                  <c:v>6.7949999999999999</c:v>
                </c:pt>
                <c:pt idx="8338">
                  <c:v>3.07</c:v>
                </c:pt>
                <c:pt idx="8339">
                  <c:v>0.87749999999999995</c:v>
                </c:pt>
                <c:pt idx="8340" formatCode="0.00">
                  <c:v>0</c:v>
                </c:pt>
                <c:pt idx="8341" formatCode="0.00">
                  <c:v>0</c:v>
                </c:pt>
                <c:pt idx="8342" formatCode="0.00">
                  <c:v>0</c:v>
                </c:pt>
                <c:pt idx="8343" formatCode="0.00">
                  <c:v>0</c:v>
                </c:pt>
                <c:pt idx="8344" formatCode="0.00">
                  <c:v>0</c:v>
                </c:pt>
                <c:pt idx="8345">
                  <c:v>0.57499999999999996</c:v>
                </c:pt>
                <c:pt idx="8346">
                  <c:v>1.4325000000000001</c:v>
                </c:pt>
                <c:pt idx="8347">
                  <c:v>2.6850000000000001</c:v>
                </c:pt>
                <c:pt idx="8348">
                  <c:v>5.9775</c:v>
                </c:pt>
                <c:pt idx="8349">
                  <c:v>10.5975</c:v>
                </c:pt>
                <c:pt idx="8350">
                  <c:v>16.405000000000001</c:v>
                </c:pt>
                <c:pt idx="8351">
                  <c:v>22.14</c:v>
                </c:pt>
                <c:pt idx="8352">
                  <c:v>28.105</c:v>
                </c:pt>
                <c:pt idx="8353">
                  <c:v>33.8675</c:v>
                </c:pt>
                <c:pt idx="8354">
                  <c:v>39.797499999999999</c:v>
                </c:pt>
                <c:pt idx="8355">
                  <c:v>44.53</c:v>
                </c:pt>
                <c:pt idx="8356">
                  <c:v>48.475000000000001</c:v>
                </c:pt>
                <c:pt idx="8357">
                  <c:v>52.342500000000001</c:v>
                </c:pt>
                <c:pt idx="8358">
                  <c:v>56.204999999999998</c:v>
                </c:pt>
                <c:pt idx="8359">
                  <c:v>59.672499999999999</c:v>
                </c:pt>
                <c:pt idx="8360">
                  <c:v>62.335000000000001</c:v>
                </c:pt>
                <c:pt idx="8361">
                  <c:v>64.185000000000002</c:v>
                </c:pt>
                <c:pt idx="8362">
                  <c:v>65.064999999999998</c:v>
                </c:pt>
                <c:pt idx="8363">
                  <c:v>65.165000000000006</c:v>
                </c:pt>
                <c:pt idx="8364">
                  <c:v>65.165000000000006</c:v>
                </c:pt>
                <c:pt idx="8365">
                  <c:v>65.165000000000006</c:v>
                </c:pt>
                <c:pt idx="8366">
                  <c:v>65.165000000000006</c:v>
                </c:pt>
                <c:pt idx="8367">
                  <c:v>65.165000000000006</c:v>
                </c:pt>
                <c:pt idx="8368">
                  <c:v>65.165000000000006</c:v>
                </c:pt>
                <c:pt idx="8369">
                  <c:v>65.165000000000006</c:v>
                </c:pt>
                <c:pt idx="8370">
                  <c:v>65.142499999999998</c:v>
                </c:pt>
                <c:pt idx="8371">
                  <c:v>65.165000000000006</c:v>
                </c:pt>
                <c:pt idx="8372">
                  <c:v>65.064999999999998</c:v>
                </c:pt>
                <c:pt idx="8373">
                  <c:v>64.572500000000005</c:v>
                </c:pt>
                <c:pt idx="8374">
                  <c:v>63.805</c:v>
                </c:pt>
                <c:pt idx="8375">
                  <c:v>62.515000000000001</c:v>
                </c:pt>
                <c:pt idx="8376">
                  <c:v>60.782499999999999</c:v>
                </c:pt>
                <c:pt idx="8377">
                  <c:v>58.44</c:v>
                </c:pt>
                <c:pt idx="8378">
                  <c:v>55.27</c:v>
                </c:pt>
                <c:pt idx="8379">
                  <c:v>51.7</c:v>
                </c:pt>
                <c:pt idx="8380">
                  <c:v>47.7575</c:v>
                </c:pt>
                <c:pt idx="8381">
                  <c:v>43.31</c:v>
                </c:pt>
                <c:pt idx="8382">
                  <c:v>38.69</c:v>
                </c:pt>
                <c:pt idx="8383">
                  <c:v>33.619999999999997</c:v>
                </c:pt>
                <c:pt idx="8384">
                  <c:v>28.377500000000001</c:v>
                </c:pt>
                <c:pt idx="8385">
                  <c:v>22.9175</c:v>
                </c:pt>
                <c:pt idx="8386">
                  <c:v>17.125</c:v>
                </c:pt>
                <c:pt idx="8387">
                  <c:v>11.4</c:v>
                </c:pt>
                <c:pt idx="8388">
                  <c:v>6.81</c:v>
                </c:pt>
                <c:pt idx="8389">
                  <c:v>3.2425000000000002</c:v>
                </c:pt>
                <c:pt idx="8390">
                  <c:v>0.70499999999999996</c:v>
                </c:pt>
                <c:pt idx="8391" formatCode="0.00">
                  <c:v>0</c:v>
                </c:pt>
                <c:pt idx="8392" formatCode="0.00">
                  <c:v>0</c:v>
                </c:pt>
                <c:pt idx="8393" formatCode="0.00">
                  <c:v>0</c:v>
                </c:pt>
                <c:pt idx="8394" formatCode="0.00">
                  <c:v>0</c:v>
                </c:pt>
                <c:pt idx="8395">
                  <c:v>0.27750000000000002</c:v>
                </c:pt>
                <c:pt idx="8396">
                  <c:v>1.1025</c:v>
                </c:pt>
                <c:pt idx="8397">
                  <c:v>2.44</c:v>
                </c:pt>
                <c:pt idx="8398">
                  <c:v>4.1875</c:v>
                </c:pt>
                <c:pt idx="8399">
                  <c:v>8.1449999999999996</c:v>
                </c:pt>
                <c:pt idx="8400">
                  <c:v>13.6175</c:v>
                </c:pt>
                <c:pt idx="8401">
                  <c:v>19.984999999999999</c:v>
                </c:pt>
                <c:pt idx="8402">
                  <c:v>26.21</c:v>
                </c:pt>
                <c:pt idx="8403">
                  <c:v>32.484999999999999</c:v>
                </c:pt>
                <c:pt idx="8404">
                  <c:v>38.69</c:v>
                </c:pt>
                <c:pt idx="8405">
                  <c:v>44.652500000000003</c:v>
                </c:pt>
                <c:pt idx="8406">
                  <c:v>50.19</c:v>
                </c:pt>
                <c:pt idx="8407">
                  <c:v>54.727499999999999</c:v>
                </c:pt>
                <c:pt idx="8408">
                  <c:v>66.64</c:v>
                </c:pt>
                <c:pt idx="8409">
                  <c:v>70.545000000000002</c:v>
                </c:pt>
                <c:pt idx="8410">
                  <c:v>74.302499999999995</c:v>
                </c:pt>
                <c:pt idx="8411">
                  <c:v>77.53</c:v>
                </c:pt>
                <c:pt idx="8412">
                  <c:v>79.655000000000001</c:v>
                </c:pt>
                <c:pt idx="8413">
                  <c:v>80.527500000000003</c:v>
                </c:pt>
                <c:pt idx="8414">
                  <c:v>73.5</c:v>
                </c:pt>
                <c:pt idx="8415">
                  <c:v>74</c:v>
                </c:pt>
                <c:pt idx="8416">
                  <c:v>74</c:v>
                </c:pt>
                <c:pt idx="8417">
                  <c:v>74</c:v>
                </c:pt>
                <c:pt idx="8418">
                  <c:v>74</c:v>
                </c:pt>
                <c:pt idx="8419">
                  <c:v>74</c:v>
                </c:pt>
                <c:pt idx="8420">
                  <c:v>74</c:v>
                </c:pt>
                <c:pt idx="8421">
                  <c:v>74</c:v>
                </c:pt>
                <c:pt idx="8422">
                  <c:v>73.75</c:v>
                </c:pt>
                <c:pt idx="8423">
                  <c:v>94.612499999999997</c:v>
                </c:pt>
                <c:pt idx="8424">
                  <c:v>92.995000000000005</c:v>
                </c:pt>
                <c:pt idx="8425">
                  <c:v>90.32</c:v>
                </c:pt>
                <c:pt idx="8426">
                  <c:v>70.217500000000001</c:v>
                </c:pt>
                <c:pt idx="8427">
                  <c:v>68.004999999999995</c:v>
                </c:pt>
                <c:pt idx="8428">
                  <c:v>65.284999999999997</c:v>
                </c:pt>
                <c:pt idx="8429">
                  <c:v>61.68</c:v>
                </c:pt>
                <c:pt idx="8430">
                  <c:v>57.697499999999998</c:v>
                </c:pt>
                <c:pt idx="8431">
                  <c:v>53.17</c:v>
                </c:pt>
                <c:pt idx="8432">
                  <c:v>48.352499999999999</c:v>
                </c:pt>
                <c:pt idx="8433">
                  <c:v>43.3825</c:v>
                </c:pt>
                <c:pt idx="8434">
                  <c:v>37.625</c:v>
                </c:pt>
                <c:pt idx="8435">
                  <c:v>31.0275</c:v>
                </c:pt>
                <c:pt idx="8436">
                  <c:v>24.984999999999999</c:v>
                </c:pt>
                <c:pt idx="8437">
                  <c:v>18.600000000000001</c:v>
                </c:pt>
                <c:pt idx="8438">
                  <c:v>12.32</c:v>
                </c:pt>
                <c:pt idx="8439">
                  <c:v>7.43</c:v>
                </c:pt>
                <c:pt idx="8440">
                  <c:v>3.82</c:v>
                </c:pt>
                <c:pt idx="8441">
                  <c:v>0.98750000000000004</c:v>
                </c:pt>
                <c:pt idx="8442" formatCode="0.00">
                  <c:v>0</c:v>
                </c:pt>
                <c:pt idx="8443" formatCode="0.00">
                  <c:v>0</c:v>
                </c:pt>
                <c:pt idx="8444" formatCode="0.00">
                  <c:v>0</c:v>
                </c:pt>
                <c:pt idx="8445" formatCode="0.00">
                  <c:v>0</c:v>
                </c:pt>
                <c:pt idx="8446">
                  <c:v>0.19</c:v>
                </c:pt>
                <c:pt idx="8447">
                  <c:v>0.65749999999999997</c:v>
                </c:pt>
                <c:pt idx="8448">
                  <c:v>1.8525</c:v>
                </c:pt>
                <c:pt idx="8449">
                  <c:v>3.68</c:v>
                </c:pt>
                <c:pt idx="8450">
                  <c:v>7.0650000000000004</c:v>
                </c:pt>
                <c:pt idx="8451">
                  <c:v>9.7725000000000009</c:v>
                </c:pt>
                <c:pt idx="8452">
                  <c:v>12.45</c:v>
                </c:pt>
                <c:pt idx="8453">
                  <c:v>15.362500000000001</c:v>
                </c:pt>
                <c:pt idx="8454">
                  <c:v>23.305</c:v>
                </c:pt>
                <c:pt idx="8455">
                  <c:v>26.055</c:v>
                </c:pt>
                <c:pt idx="8456">
                  <c:v>29.1325</c:v>
                </c:pt>
                <c:pt idx="8457">
                  <c:v>31.857500000000002</c:v>
                </c:pt>
                <c:pt idx="8458">
                  <c:v>37.802500000000002</c:v>
                </c:pt>
                <c:pt idx="8459">
                  <c:v>39.975000000000001</c:v>
                </c:pt>
                <c:pt idx="8460">
                  <c:v>41.482500000000002</c:v>
                </c:pt>
                <c:pt idx="8461">
                  <c:v>43.05</c:v>
                </c:pt>
                <c:pt idx="8462">
                  <c:v>52.795000000000002</c:v>
                </c:pt>
                <c:pt idx="8463">
                  <c:v>56.572499999999998</c:v>
                </c:pt>
                <c:pt idx="8464">
                  <c:v>57.432499999999997</c:v>
                </c:pt>
                <c:pt idx="8465">
                  <c:v>57.865000000000002</c:v>
                </c:pt>
                <c:pt idx="8466">
                  <c:v>50.977499999999999</c:v>
                </c:pt>
                <c:pt idx="8467">
                  <c:v>50.622500000000002</c:v>
                </c:pt>
                <c:pt idx="8468">
                  <c:v>45.72</c:v>
                </c:pt>
                <c:pt idx="8469">
                  <c:v>61.545000000000002</c:v>
                </c:pt>
                <c:pt idx="8470">
                  <c:v>54.832500000000003</c:v>
                </c:pt>
                <c:pt idx="8471">
                  <c:v>59.68</c:v>
                </c:pt>
                <c:pt idx="8472">
                  <c:v>59.922499999999999</c:v>
                </c:pt>
                <c:pt idx="8473">
                  <c:v>61.22</c:v>
                </c:pt>
                <c:pt idx="8474">
                  <c:v>111.758</c:v>
                </c:pt>
                <c:pt idx="8475">
                  <c:v>103.218</c:v>
                </c:pt>
                <c:pt idx="8476">
                  <c:v>93.254999999999995</c:v>
                </c:pt>
                <c:pt idx="8477">
                  <c:v>78.855000000000004</c:v>
                </c:pt>
                <c:pt idx="8478">
                  <c:v>64.877499999999998</c:v>
                </c:pt>
                <c:pt idx="8479">
                  <c:v>68.405000000000001</c:v>
                </c:pt>
                <c:pt idx="8480">
                  <c:v>60.2425</c:v>
                </c:pt>
                <c:pt idx="8481">
                  <c:v>58.744999999999997</c:v>
                </c:pt>
                <c:pt idx="8482">
                  <c:v>37.15</c:v>
                </c:pt>
                <c:pt idx="8483">
                  <c:v>22.63</c:v>
                </c:pt>
                <c:pt idx="8484">
                  <c:v>19.18</c:v>
                </c:pt>
                <c:pt idx="8485">
                  <c:v>16.267499999999998</c:v>
                </c:pt>
                <c:pt idx="8486">
                  <c:v>13.31</c:v>
                </c:pt>
                <c:pt idx="8487">
                  <c:v>10.545</c:v>
                </c:pt>
                <c:pt idx="8488">
                  <c:v>7.8375000000000004</c:v>
                </c:pt>
                <c:pt idx="8489">
                  <c:v>5.2249999999999996</c:v>
                </c:pt>
                <c:pt idx="8490">
                  <c:v>3.2850000000000001</c:v>
                </c:pt>
                <c:pt idx="8491">
                  <c:v>1.8774999999999999</c:v>
                </c:pt>
                <c:pt idx="8492">
                  <c:v>0.25</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0.32500000000000001</c:v>
                </c:pt>
                <c:pt idx="8548">
                  <c:v>0.8</c:v>
                </c:pt>
                <c:pt idx="8549">
                  <c:v>1.125</c:v>
                </c:pt>
                <c:pt idx="8550">
                  <c:v>1.75</c:v>
                </c:pt>
                <c:pt idx="8551">
                  <c:v>2.125</c:v>
                </c:pt>
                <c:pt idx="8552">
                  <c:v>2.75</c:v>
                </c:pt>
                <c:pt idx="8553">
                  <c:v>3.25</c:v>
                </c:pt>
                <c:pt idx="8554">
                  <c:v>3.75</c:v>
                </c:pt>
                <c:pt idx="8555">
                  <c:v>4.5</c:v>
                </c:pt>
                <c:pt idx="8556">
                  <c:v>5.25</c:v>
                </c:pt>
                <c:pt idx="8557">
                  <c:v>9.5</c:v>
                </c:pt>
                <c:pt idx="8558">
                  <c:v>10</c:v>
                </c:pt>
                <c:pt idx="8559">
                  <c:v>10</c:v>
                </c:pt>
                <c:pt idx="8560">
                  <c:v>10.25</c:v>
                </c:pt>
                <c:pt idx="8561">
                  <c:v>14.5</c:v>
                </c:pt>
                <c:pt idx="8562">
                  <c:v>14.75</c:v>
                </c:pt>
                <c:pt idx="8563">
                  <c:v>15</c:v>
                </c:pt>
                <c:pt idx="8564">
                  <c:v>17.3125</c:v>
                </c:pt>
                <c:pt idx="8565">
                  <c:v>8.2899999999999991</c:v>
                </c:pt>
                <c:pt idx="8566">
                  <c:v>8</c:v>
                </c:pt>
                <c:pt idx="8567">
                  <c:v>12.7675</c:v>
                </c:pt>
                <c:pt idx="8568">
                  <c:v>16.925000000000001</c:v>
                </c:pt>
                <c:pt idx="8569">
                  <c:v>32.225000000000001</c:v>
                </c:pt>
                <c:pt idx="8570">
                  <c:v>32.450000000000003</c:v>
                </c:pt>
                <c:pt idx="8571">
                  <c:v>31.95</c:v>
                </c:pt>
                <c:pt idx="8572">
                  <c:v>13.045</c:v>
                </c:pt>
                <c:pt idx="8573">
                  <c:v>12.66</c:v>
                </c:pt>
                <c:pt idx="8574">
                  <c:v>12.487500000000001</c:v>
                </c:pt>
                <c:pt idx="8575">
                  <c:v>12.022500000000001</c:v>
                </c:pt>
                <c:pt idx="8576">
                  <c:v>11.244999999999999</c:v>
                </c:pt>
                <c:pt idx="8577">
                  <c:v>10.272500000000001</c:v>
                </c:pt>
                <c:pt idx="8578">
                  <c:v>9.1374999999999993</c:v>
                </c:pt>
                <c:pt idx="8579">
                  <c:v>7.1375000000000002</c:v>
                </c:pt>
                <c:pt idx="8580">
                  <c:v>6.0625</c:v>
                </c:pt>
                <c:pt idx="8581">
                  <c:v>5.55</c:v>
                </c:pt>
                <c:pt idx="8582">
                  <c:v>4.75</c:v>
                </c:pt>
                <c:pt idx="8583">
                  <c:v>4.25</c:v>
                </c:pt>
                <c:pt idx="8584">
                  <c:v>3.5</c:v>
                </c:pt>
                <c:pt idx="8585">
                  <c:v>2.75</c:v>
                </c:pt>
                <c:pt idx="8586">
                  <c:v>2.25</c:v>
                </c:pt>
                <c:pt idx="8587">
                  <c:v>1.75</c:v>
                </c:pt>
                <c:pt idx="8588">
                  <c:v>1.25</c:v>
                </c:pt>
                <c:pt idx="8589">
                  <c:v>0.75</c:v>
                </c:pt>
                <c:pt idx="8590">
                  <c:v>0.5</c:v>
                </c:pt>
                <c:pt idx="8591">
                  <c:v>0.25</c:v>
                </c:pt>
                <c:pt idx="8592" formatCode="0.00">
                  <c:v>0</c:v>
                </c:pt>
                <c:pt idx="8593" formatCode="0.00">
                  <c:v>0</c:v>
                </c:pt>
                <c:pt idx="8594" formatCode="0.00">
                  <c:v>0</c:v>
                </c:pt>
                <c:pt idx="8595" formatCode="0.00">
                  <c:v>0</c:v>
                </c:pt>
                <c:pt idx="8596" formatCode="0.00">
                  <c:v>0</c:v>
                </c:pt>
                <c:pt idx="8597" formatCode="0.00">
                  <c:v>0</c:v>
                </c:pt>
                <c:pt idx="8598">
                  <c:v>0.25</c:v>
                </c:pt>
                <c:pt idx="8599">
                  <c:v>0.5</c:v>
                </c:pt>
                <c:pt idx="8600">
                  <c:v>1.175</c:v>
                </c:pt>
                <c:pt idx="8601">
                  <c:v>1.8</c:v>
                </c:pt>
                <c:pt idx="8602">
                  <c:v>1.7275</c:v>
                </c:pt>
                <c:pt idx="8603">
                  <c:v>2.3125</c:v>
                </c:pt>
                <c:pt idx="8604">
                  <c:v>3.0274999999999999</c:v>
                </c:pt>
                <c:pt idx="8605">
                  <c:v>4</c:v>
                </c:pt>
                <c:pt idx="8606">
                  <c:v>3.96</c:v>
                </c:pt>
                <c:pt idx="8607">
                  <c:v>4.7225000000000001</c:v>
                </c:pt>
                <c:pt idx="8608">
                  <c:v>8.93</c:v>
                </c:pt>
                <c:pt idx="8609">
                  <c:v>9.5850000000000009</c:v>
                </c:pt>
                <c:pt idx="8610">
                  <c:v>9.7550000000000008</c:v>
                </c:pt>
                <c:pt idx="8611">
                  <c:v>10.2225</c:v>
                </c:pt>
                <c:pt idx="8612">
                  <c:v>14.692500000000001</c:v>
                </c:pt>
                <c:pt idx="8613">
                  <c:v>14.78</c:v>
                </c:pt>
                <c:pt idx="8614">
                  <c:v>17.47</c:v>
                </c:pt>
                <c:pt idx="8615">
                  <c:v>18.422499999999999</c:v>
                </c:pt>
                <c:pt idx="8616">
                  <c:v>12.164999999999999</c:v>
                </c:pt>
                <c:pt idx="8617">
                  <c:v>13.7875</c:v>
                </c:pt>
                <c:pt idx="8618">
                  <c:v>18.2925</c:v>
                </c:pt>
                <c:pt idx="8619">
                  <c:v>18.8675</c:v>
                </c:pt>
                <c:pt idx="8620">
                  <c:v>70</c:v>
                </c:pt>
                <c:pt idx="8621">
                  <c:v>78.375</c:v>
                </c:pt>
                <c:pt idx="8622">
                  <c:v>83.125</c:v>
                </c:pt>
                <c:pt idx="8623">
                  <c:v>84.625</c:v>
                </c:pt>
                <c:pt idx="8624">
                  <c:v>81.7</c:v>
                </c:pt>
                <c:pt idx="8625">
                  <c:v>85.25</c:v>
                </c:pt>
                <c:pt idx="8626">
                  <c:v>83.9</c:v>
                </c:pt>
                <c:pt idx="8627">
                  <c:v>76.25</c:v>
                </c:pt>
                <c:pt idx="8628">
                  <c:v>46.602499999999999</c:v>
                </c:pt>
                <c:pt idx="8629">
                  <c:v>33.704999999999998</c:v>
                </c:pt>
                <c:pt idx="8630">
                  <c:v>13.11</c:v>
                </c:pt>
                <c:pt idx="8631">
                  <c:v>10.8775</c:v>
                </c:pt>
                <c:pt idx="8632">
                  <c:v>8.2174999999999994</c:v>
                </c:pt>
                <c:pt idx="8633">
                  <c:v>6.1050000000000004</c:v>
                </c:pt>
                <c:pt idx="8634">
                  <c:v>4.1875</c:v>
                </c:pt>
                <c:pt idx="8635">
                  <c:v>2.9674999999999998</c:v>
                </c:pt>
                <c:pt idx="8636">
                  <c:v>2.0950000000000002</c:v>
                </c:pt>
                <c:pt idx="8637">
                  <c:v>1.5049999999999999</c:v>
                </c:pt>
                <c:pt idx="8638">
                  <c:v>2.0125000000000002</c:v>
                </c:pt>
                <c:pt idx="8639">
                  <c:v>1.25</c:v>
                </c:pt>
                <c:pt idx="8640">
                  <c:v>1.61</c:v>
                </c:pt>
                <c:pt idx="8641">
                  <c:v>0.76</c:v>
                </c:pt>
                <c:pt idx="8642">
                  <c:v>0.33250000000000002</c:v>
                </c:pt>
                <c:pt idx="8643">
                  <c:v>0.32500000000000001</c:v>
                </c:pt>
                <c:pt idx="8644">
                  <c:v>0.8</c:v>
                </c:pt>
                <c:pt idx="8645">
                  <c:v>2.375</c:v>
                </c:pt>
                <c:pt idx="8646">
                  <c:v>3</c:v>
                </c:pt>
                <c:pt idx="8647">
                  <c:v>3.375</c:v>
                </c:pt>
                <c:pt idx="8648">
                  <c:v>4</c:v>
                </c:pt>
                <c:pt idx="8649">
                  <c:v>9.5</c:v>
                </c:pt>
                <c:pt idx="8650">
                  <c:v>10</c:v>
                </c:pt>
                <c:pt idx="8651">
                  <c:v>10.75</c:v>
                </c:pt>
                <c:pt idx="8652">
                  <c:v>11.5</c:v>
                </c:pt>
                <c:pt idx="8653">
                  <c:v>13.25</c:v>
                </c:pt>
                <c:pt idx="8654">
                  <c:v>13.75</c:v>
                </c:pt>
                <c:pt idx="8655">
                  <c:v>13.75</c:v>
                </c:pt>
                <c:pt idx="8656">
                  <c:v>14</c:v>
                </c:pt>
                <c:pt idx="8657">
                  <c:v>30.0625</c:v>
                </c:pt>
                <c:pt idx="8658">
                  <c:v>35.622500000000002</c:v>
                </c:pt>
                <c:pt idx="8659">
                  <c:v>44</c:v>
                </c:pt>
                <c:pt idx="8660">
                  <c:v>51.237499999999997</c:v>
                </c:pt>
                <c:pt idx="8661">
                  <c:v>50.774999999999999</c:v>
                </c:pt>
                <c:pt idx="8662">
                  <c:v>54.932499999999997</c:v>
                </c:pt>
                <c:pt idx="8663">
                  <c:v>60.432499999999997</c:v>
                </c:pt>
                <c:pt idx="8664">
                  <c:v>64.174999999999997</c:v>
                </c:pt>
                <c:pt idx="8665">
                  <c:v>66.817499999999995</c:v>
                </c:pt>
                <c:pt idx="8666">
                  <c:v>74.760000000000005</c:v>
                </c:pt>
                <c:pt idx="8667">
                  <c:v>78.077500000000001</c:v>
                </c:pt>
                <c:pt idx="8668">
                  <c:v>78.55</c:v>
                </c:pt>
                <c:pt idx="8669">
                  <c:v>81.239999999999995</c:v>
                </c:pt>
                <c:pt idx="8670">
                  <c:v>80.727500000000006</c:v>
                </c:pt>
                <c:pt idx="8671">
                  <c:v>79.492500000000007</c:v>
                </c:pt>
                <c:pt idx="8672">
                  <c:v>77.375</c:v>
                </c:pt>
                <c:pt idx="8673">
                  <c:v>73.98</c:v>
                </c:pt>
                <c:pt idx="8674">
                  <c:v>70.207499999999996</c:v>
                </c:pt>
                <c:pt idx="8675">
                  <c:v>65.787499999999994</c:v>
                </c:pt>
                <c:pt idx="8676">
                  <c:v>57.497500000000002</c:v>
                </c:pt>
                <c:pt idx="8677">
                  <c:v>49.707500000000003</c:v>
                </c:pt>
                <c:pt idx="8678">
                  <c:v>43.197499999999998</c:v>
                </c:pt>
                <c:pt idx="8679">
                  <c:v>27.355</c:v>
                </c:pt>
                <c:pt idx="8680">
                  <c:v>10.45</c:v>
                </c:pt>
                <c:pt idx="8681">
                  <c:v>2.75</c:v>
                </c:pt>
                <c:pt idx="8682">
                  <c:v>2.25</c:v>
                </c:pt>
                <c:pt idx="8683">
                  <c:v>1.75</c:v>
                </c:pt>
                <c:pt idx="8684">
                  <c:v>1.25</c:v>
                </c:pt>
                <c:pt idx="8685">
                  <c:v>0.75</c:v>
                </c:pt>
                <c:pt idx="8686">
                  <c:v>0.5</c:v>
                </c:pt>
                <c:pt idx="8687">
                  <c:v>0.25</c:v>
                </c:pt>
                <c:pt idx="8688" formatCode="0.00">
                  <c:v>0</c:v>
                </c:pt>
                <c:pt idx="8689" formatCode="0.00">
                  <c:v>0</c:v>
                </c:pt>
                <c:pt idx="8690" formatCode="0.00">
                  <c:v>0</c:v>
                </c:pt>
                <c:pt idx="8691" formatCode="0.00">
                  <c:v>0</c:v>
                </c:pt>
                <c:pt idx="8692" formatCode="0.00">
                  <c:v>0</c:v>
                </c:pt>
                <c:pt idx="8693" formatCode="0.00">
                  <c:v>0</c:v>
                </c:pt>
                <c:pt idx="8694">
                  <c:v>0.5</c:v>
                </c:pt>
                <c:pt idx="8695">
                  <c:v>0.75</c:v>
                </c:pt>
                <c:pt idx="8696">
                  <c:v>2.5</c:v>
                </c:pt>
                <c:pt idx="8697">
                  <c:v>3.25</c:v>
                </c:pt>
                <c:pt idx="8698">
                  <c:v>3.75</c:v>
                </c:pt>
                <c:pt idx="8699">
                  <c:v>4.25</c:v>
                </c:pt>
                <c:pt idx="8700">
                  <c:v>10</c:v>
                </c:pt>
                <c:pt idx="8701">
                  <c:v>10.5</c:v>
                </c:pt>
                <c:pt idx="8702">
                  <c:v>11</c:v>
                </c:pt>
                <c:pt idx="8703">
                  <c:v>11.75</c:v>
                </c:pt>
                <c:pt idx="8704">
                  <c:v>13.5</c:v>
                </c:pt>
                <c:pt idx="8705">
                  <c:v>13.75</c:v>
                </c:pt>
                <c:pt idx="8706">
                  <c:v>14.25</c:v>
                </c:pt>
                <c:pt idx="8707">
                  <c:v>14.75</c:v>
                </c:pt>
                <c:pt idx="8708">
                  <c:v>27.445</c:v>
                </c:pt>
                <c:pt idx="8709">
                  <c:v>30.57</c:v>
                </c:pt>
                <c:pt idx="8710">
                  <c:v>37.947499999999998</c:v>
                </c:pt>
                <c:pt idx="8711">
                  <c:v>39.435000000000002</c:v>
                </c:pt>
                <c:pt idx="8712">
                  <c:v>48.522500000000001</c:v>
                </c:pt>
                <c:pt idx="8713">
                  <c:v>53.68</c:v>
                </c:pt>
                <c:pt idx="8714">
                  <c:v>56.68</c:v>
                </c:pt>
                <c:pt idx="8715">
                  <c:v>61.672499999999999</c:v>
                </c:pt>
                <c:pt idx="8716">
                  <c:v>74.314999999999998</c:v>
                </c:pt>
                <c:pt idx="8717">
                  <c:v>77.674999999999997</c:v>
                </c:pt>
                <c:pt idx="8718">
                  <c:v>78.674999999999997</c:v>
                </c:pt>
                <c:pt idx="8719">
                  <c:v>78.674999999999997</c:v>
                </c:pt>
                <c:pt idx="8720">
                  <c:v>86.174999999999997</c:v>
                </c:pt>
                <c:pt idx="8721">
                  <c:v>81.424999999999997</c:v>
                </c:pt>
                <c:pt idx="8722">
                  <c:v>81.592500000000001</c:v>
                </c:pt>
                <c:pt idx="8723">
                  <c:v>79.527500000000003</c:v>
                </c:pt>
                <c:pt idx="8724">
                  <c:v>71.197500000000005</c:v>
                </c:pt>
                <c:pt idx="8725">
                  <c:v>62.354999999999997</c:v>
                </c:pt>
                <c:pt idx="8726">
                  <c:v>47.43</c:v>
                </c:pt>
                <c:pt idx="8727">
                  <c:v>38.3825</c:v>
                </c:pt>
                <c:pt idx="8728">
                  <c:v>25.0075</c:v>
                </c:pt>
                <c:pt idx="8729">
                  <c:v>11.775</c:v>
                </c:pt>
                <c:pt idx="8730">
                  <c:v>4.75</c:v>
                </c:pt>
                <c:pt idx="8731">
                  <c:v>4</c:v>
                </c:pt>
                <c:pt idx="8732">
                  <c:v>3.5</c:v>
                </c:pt>
                <c:pt idx="8733">
                  <c:v>3</c:v>
                </c:pt>
                <c:pt idx="8734">
                  <c:v>2.25</c:v>
                </c:pt>
                <c:pt idx="8735">
                  <c:v>1.75</c:v>
                </c:pt>
                <c:pt idx="8736">
                  <c:v>1.25</c:v>
                </c:pt>
                <c:pt idx="8737">
                  <c:v>0.75</c:v>
                </c:pt>
                <c:pt idx="8738">
                  <c:v>0.25</c:v>
                </c:pt>
                <c:pt idx="8739" formatCode="0.00">
                  <c:v>0</c:v>
                </c:pt>
                <c:pt idx="8740" formatCode="0.00">
                  <c:v>0</c:v>
                </c:pt>
                <c:pt idx="8741" formatCode="0.00">
                  <c:v>0</c:v>
                </c:pt>
                <c:pt idx="8742" formatCode="0.00">
                  <c:v>0</c:v>
                </c:pt>
                <c:pt idx="8743" formatCode="0.00">
                  <c:v>0</c:v>
                </c:pt>
                <c:pt idx="8744" formatCode="0.00">
                  <c:v>0</c:v>
                </c:pt>
                <c:pt idx="8745">
                  <c:v>0.5</c:v>
                </c:pt>
                <c:pt idx="8746">
                  <c:v>0.75</c:v>
                </c:pt>
                <c:pt idx="8747">
                  <c:v>2.5</c:v>
                </c:pt>
                <c:pt idx="8748">
                  <c:v>3.25</c:v>
                </c:pt>
                <c:pt idx="8749">
                  <c:v>3.75</c:v>
                </c:pt>
                <c:pt idx="8750">
                  <c:v>4.25</c:v>
                </c:pt>
                <c:pt idx="8751">
                  <c:v>10</c:v>
                </c:pt>
                <c:pt idx="8752">
                  <c:v>10.5</c:v>
                </c:pt>
                <c:pt idx="8753">
                  <c:v>11</c:v>
                </c:pt>
                <c:pt idx="8754">
                  <c:v>11.75</c:v>
                </c:pt>
                <c:pt idx="8755">
                  <c:v>13.5</c:v>
                </c:pt>
                <c:pt idx="8756">
                  <c:v>13.75</c:v>
                </c:pt>
                <c:pt idx="8757">
                  <c:v>14.25</c:v>
                </c:pt>
                <c:pt idx="8758">
                  <c:v>14.75</c:v>
                </c:pt>
                <c:pt idx="8759">
                  <c:v>20</c:v>
                </c:pt>
                <c:pt idx="8760">
                  <c:v>20.25</c:v>
                </c:pt>
                <c:pt idx="8761">
                  <c:v>20.5</c:v>
                </c:pt>
                <c:pt idx="8762">
                  <c:v>20.75</c:v>
                </c:pt>
                <c:pt idx="8763">
                  <c:v>8.25</c:v>
                </c:pt>
                <c:pt idx="8764">
                  <c:v>8.5</c:v>
                </c:pt>
                <c:pt idx="8765">
                  <c:v>8.5</c:v>
                </c:pt>
                <c:pt idx="8766">
                  <c:v>8.5</c:v>
                </c:pt>
                <c:pt idx="8767">
                  <c:v>8.5</c:v>
                </c:pt>
                <c:pt idx="8768">
                  <c:v>8.5</c:v>
                </c:pt>
                <c:pt idx="8769">
                  <c:v>8.5</c:v>
                </c:pt>
                <c:pt idx="8770">
                  <c:v>8.5</c:v>
                </c:pt>
                <c:pt idx="8771">
                  <c:v>8.25</c:v>
                </c:pt>
                <c:pt idx="8772">
                  <c:v>8</c:v>
                </c:pt>
                <c:pt idx="8773">
                  <c:v>7.75</c:v>
                </c:pt>
                <c:pt idx="8774">
                  <c:v>7.5</c:v>
                </c:pt>
                <c:pt idx="8775">
                  <c:v>7.25</c:v>
                </c:pt>
                <c:pt idx="8776">
                  <c:v>7</c:v>
                </c:pt>
                <c:pt idx="8777">
                  <c:v>6.5</c:v>
                </c:pt>
                <c:pt idx="8778">
                  <c:v>6.25</c:v>
                </c:pt>
                <c:pt idx="8779">
                  <c:v>5.75</c:v>
                </c:pt>
                <c:pt idx="8780">
                  <c:v>5.25</c:v>
                </c:pt>
                <c:pt idx="8781">
                  <c:v>4.75</c:v>
                </c:pt>
                <c:pt idx="8782">
                  <c:v>4</c:v>
                </c:pt>
                <c:pt idx="8783">
                  <c:v>3.5</c:v>
                </c:pt>
                <c:pt idx="8784">
                  <c:v>3</c:v>
                </c:pt>
                <c:pt idx="8785">
                  <c:v>2.25</c:v>
                </c:pt>
                <c:pt idx="8786">
                  <c:v>1.75</c:v>
                </c:pt>
                <c:pt idx="8787">
                  <c:v>1.25</c:v>
                </c:pt>
                <c:pt idx="8788">
                  <c:v>0.75</c:v>
                </c:pt>
                <c:pt idx="8789">
                  <c:v>0.25</c:v>
                </c:pt>
                <c:pt idx="8790">
                  <c:v>0.5</c:v>
                </c:pt>
                <c:pt idx="8791">
                  <c:v>0.75</c:v>
                </c:pt>
                <c:pt idx="8792">
                  <c:v>9</c:v>
                </c:pt>
                <c:pt idx="8793">
                  <c:v>9.25</c:v>
                </c:pt>
                <c:pt idx="8794">
                  <c:v>9.5</c:v>
                </c:pt>
                <c:pt idx="8795">
                  <c:v>10.25</c:v>
                </c:pt>
                <c:pt idx="8796">
                  <c:v>11</c:v>
                </c:pt>
                <c:pt idx="8797">
                  <c:v>11.75</c:v>
                </c:pt>
                <c:pt idx="8798">
                  <c:v>12.25</c:v>
                </c:pt>
                <c:pt idx="8799">
                  <c:v>13</c:v>
                </c:pt>
                <c:pt idx="8800">
                  <c:v>13.25</c:v>
                </c:pt>
                <c:pt idx="8801">
                  <c:v>13.75</c:v>
                </c:pt>
                <c:pt idx="8802">
                  <c:v>14</c:v>
                </c:pt>
                <c:pt idx="8803">
                  <c:v>14.75</c:v>
                </c:pt>
                <c:pt idx="8804">
                  <c:v>16.452500000000001</c:v>
                </c:pt>
                <c:pt idx="8805">
                  <c:v>15.685</c:v>
                </c:pt>
                <c:pt idx="8806">
                  <c:v>15.74</c:v>
                </c:pt>
                <c:pt idx="8807">
                  <c:v>15.75</c:v>
                </c:pt>
                <c:pt idx="8808">
                  <c:v>8.3375000000000004</c:v>
                </c:pt>
                <c:pt idx="8809">
                  <c:v>8.3350000000000009</c:v>
                </c:pt>
                <c:pt idx="8810">
                  <c:v>8.25</c:v>
                </c:pt>
                <c:pt idx="8811">
                  <c:v>8.9749999999999996</c:v>
                </c:pt>
                <c:pt idx="8812">
                  <c:v>9.9824999999999999</c:v>
                </c:pt>
                <c:pt idx="8813">
                  <c:v>21.135000000000002</c:v>
                </c:pt>
                <c:pt idx="8814">
                  <c:v>29.545000000000002</c:v>
                </c:pt>
                <c:pt idx="8815">
                  <c:v>33.825000000000003</c:v>
                </c:pt>
                <c:pt idx="8816">
                  <c:v>33.01</c:v>
                </c:pt>
                <c:pt idx="8817">
                  <c:v>28.864999999999998</c:v>
                </c:pt>
                <c:pt idx="8818">
                  <c:v>22.035</c:v>
                </c:pt>
                <c:pt idx="8819">
                  <c:v>18.414999999999999</c:v>
                </c:pt>
                <c:pt idx="8820">
                  <c:v>40.797499999999999</c:v>
                </c:pt>
                <c:pt idx="8821">
                  <c:v>24.335000000000001</c:v>
                </c:pt>
                <c:pt idx="8822">
                  <c:v>6.96</c:v>
                </c:pt>
                <c:pt idx="8823">
                  <c:v>6.4924999999999997</c:v>
                </c:pt>
                <c:pt idx="8824">
                  <c:v>5.75</c:v>
                </c:pt>
                <c:pt idx="8825">
                  <c:v>5.25</c:v>
                </c:pt>
                <c:pt idx="8826">
                  <c:v>4.75</c:v>
                </c:pt>
                <c:pt idx="8827">
                  <c:v>4</c:v>
                </c:pt>
                <c:pt idx="8828">
                  <c:v>3.5</c:v>
                </c:pt>
                <c:pt idx="8829">
                  <c:v>3</c:v>
                </c:pt>
                <c:pt idx="8830">
                  <c:v>2.5</c:v>
                </c:pt>
                <c:pt idx="8831">
                  <c:v>2</c:v>
                </c:pt>
                <c:pt idx="8832">
                  <c:v>1.25</c:v>
                </c:pt>
                <c:pt idx="8833">
                  <c:v>0.75</c:v>
                </c:pt>
                <c:pt idx="8834">
                  <c:v>0.5</c:v>
                </c:pt>
                <c:pt idx="8835">
                  <c:v>0.5</c:v>
                </c:pt>
                <c:pt idx="8836">
                  <c:v>0.75</c:v>
                </c:pt>
                <c:pt idx="8837">
                  <c:v>5.25</c:v>
                </c:pt>
                <c:pt idx="8838">
                  <c:v>5.5</c:v>
                </c:pt>
                <c:pt idx="8839">
                  <c:v>5.75</c:v>
                </c:pt>
                <c:pt idx="8840">
                  <c:v>6.5</c:v>
                </c:pt>
                <c:pt idx="8841">
                  <c:v>7.25</c:v>
                </c:pt>
                <c:pt idx="8842">
                  <c:v>8</c:v>
                </c:pt>
                <c:pt idx="8843">
                  <c:v>8.5</c:v>
                </c:pt>
                <c:pt idx="8844">
                  <c:v>9.25</c:v>
                </c:pt>
                <c:pt idx="8845">
                  <c:v>9.5</c:v>
                </c:pt>
                <c:pt idx="8846">
                  <c:v>10</c:v>
                </c:pt>
                <c:pt idx="8847">
                  <c:v>10.25</c:v>
                </c:pt>
                <c:pt idx="8848">
                  <c:v>11</c:v>
                </c:pt>
                <c:pt idx="8849">
                  <c:v>10.75</c:v>
                </c:pt>
                <c:pt idx="8850">
                  <c:v>11.25</c:v>
                </c:pt>
                <c:pt idx="8851">
                  <c:v>11.75</c:v>
                </c:pt>
                <c:pt idx="8852">
                  <c:v>13.07</c:v>
                </c:pt>
                <c:pt idx="8853">
                  <c:v>12.9725</c:v>
                </c:pt>
                <c:pt idx="8854">
                  <c:v>16.922499999999999</c:v>
                </c:pt>
                <c:pt idx="8855">
                  <c:v>28.445</c:v>
                </c:pt>
                <c:pt idx="8856">
                  <c:v>33.325000000000003</c:v>
                </c:pt>
                <c:pt idx="8857">
                  <c:v>44.837499999999999</c:v>
                </c:pt>
                <c:pt idx="8858">
                  <c:v>50.292499999999997</c:v>
                </c:pt>
                <c:pt idx="8859">
                  <c:v>51.515000000000001</c:v>
                </c:pt>
                <c:pt idx="8860">
                  <c:v>52.682499999999997</c:v>
                </c:pt>
                <c:pt idx="8861">
                  <c:v>56.37</c:v>
                </c:pt>
                <c:pt idx="8862">
                  <c:v>13.55</c:v>
                </c:pt>
                <c:pt idx="8863">
                  <c:v>12.315</c:v>
                </c:pt>
                <c:pt idx="8864">
                  <c:v>10.445</c:v>
                </c:pt>
                <c:pt idx="8865">
                  <c:v>7</c:v>
                </c:pt>
                <c:pt idx="8866">
                  <c:v>6.75</c:v>
                </c:pt>
                <c:pt idx="8867">
                  <c:v>6.25</c:v>
                </c:pt>
                <c:pt idx="8868">
                  <c:v>34.43</c:v>
                </c:pt>
                <c:pt idx="8869">
                  <c:v>30.9575</c:v>
                </c:pt>
                <c:pt idx="8870">
                  <c:v>22.032499999999999</c:v>
                </c:pt>
                <c:pt idx="8871">
                  <c:v>6.585</c:v>
                </c:pt>
                <c:pt idx="8872">
                  <c:v>4</c:v>
                </c:pt>
                <c:pt idx="8873">
                  <c:v>3.5</c:v>
                </c:pt>
                <c:pt idx="8874">
                  <c:v>2.75</c:v>
                </c:pt>
                <c:pt idx="8875">
                  <c:v>2.25</c:v>
                </c:pt>
                <c:pt idx="8876">
                  <c:v>1.75</c:v>
                </c:pt>
                <c:pt idx="8877">
                  <c:v>1.25</c:v>
                </c:pt>
                <c:pt idx="8878">
                  <c:v>0.75</c:v>
                </c:pt>
                <c:pt idx="8879">
                  <c:v>0.5</c:v>
                </c:pt>
                <c:pt idx="8880" formatCode="0.00">
                  <c:v>0</c:v>
                </c:pt>
                <c:pt idx="8881" formatCode="0.00">
                  <c:v>0</c:v>
                </c:pt>
                <c:pt idx="8882" formatCode="0.00">
                  <c:v>0</c:v>
                </c:pt>
                <c:pt idx="8883" formatCode="0.00">
                  <c:v>0</c:v>
                </c:pt>
                <c:pt idx="8884" formatCode="0.00">
                  <c:v>0</c:v>
                </c:pt>
                <c:pt idx="8885" formatCode="0.00">
                  <c:v>0</c:v>
                </c:pt>
                <c:pt idx="8886" formatCode="0.00">
                  <c:v>0</c:v>
                </c:pt>
                <c:pt idx="8887" formatCode="0.00">
                  <c:v>0</c:v>
                </c:pt>
                <c:pt idx="8888" formatCode="0.00">
                  <c:v>0</c:v>
                </c:pt>
                <c:pt idx="8889" formatCode="0.00">
                  <c:v>0</c:v>
                </c:pt>
                <c:pt idx="8890" formatCode="0.00">
                  <c:v>0</c:v>
                </c:pt>
                <c:pt idx="8891" formatCode="0.00">
                  <c:v>0</c:v>
                </c:pt>
                <c:pt idx="8892" formatCode="0.00">
                  <c:v>0</c:v>
                </c:pt>
                <c:pt idx="8893" formatCode="0.00">
                  <c:v>0</c:v>
                </c:pt>
                <c:pt idx="8894" formatCode="0.00">
                  <c:v>0</c:v>
                </c:pt>
                <c:pt idx="8895" formatCode="0.00">
                  <c:v>0</c:v>
                </c:pt>
                <c:pt idx="8896" formatCode="0.00">
                  <c:v>0</c:v>
                </c:pt>
                <c:pt idx="8897" formatCode="0.00">
                  <c:v>0</c:v>
                </c:pt>
                <c:pt idx="8898" formatCode="0.00">
                  <c:v>0</c:v>
                </c:pt>
                <c:pt idx="8899" formatCode="0.00">
                  <c:v>0</c:v>
                </c:pt>
                <c:pt idx="8900" formatCode="0.00">
                  <c:v>0</c:v>
                </c:pt>
                <c:pt idx="8901" formatCode="0.00">
                  <c:v>0</c:v>
                </c:pt>
                <c:pt idx="8902" formatCode="0.00">
                  <c:v>0</c:v>
                </c:pt>
                <c:pt idx="8903" formatCode="0.00">
                  <c:v>0</c:v>
                </c:pt>
                <c:pt idx="8904" formatCode="0.00">
                  <c:v>0</c:v>
                </c:pt>
                <c:pt idx="8905" formatCode="0.00">
                  <c:v>0</c:v>
                </c:pt>
                <c:pt idx="8906" formatCode="0.00">
                  <c:v>0</c:v>
                </c:pt>
                <c:pt idx="8907" formatCode="0.00">
                  <c:v>0</c:v>
                </c:pt>
                <c:pt idx="8908" formatCode="0.00">
                  <c:v>0</c:v>
                </c:pt>
                <c:pt idx="8909" formatCode="0.00">
                  <c:v>0</c:v>
                </c:pt>
                <c:pt idx="8910" formatCode="0.00">
                  <c:v>0</c:v>
                </c:pt>
                <c:pt idx="8911" formatCode="0.00">
                  <c:v>0</c:v>
                </c:pt>
                <c:pt idx="8912" formatCode="0.00">
                  <c:v>0</c:v>
                </c:pt>
                <c:pt idx="8913" formatCode="0.00">
                  <c:v>0</c:v>
                </c:pt>
                <c:pt idx="8914" formatCode="0.00">
                  <c:v>0</c:v>
                </c:pt>
                <c:pt idx="8915" formatCode="0.00">
                  <c:v>0</c:v>
                </c:pt>
                <c:pt idx="8916" formatCode="0.00">
                  <c:v>0</c:v>
                </c:pt>
                <c:pt idx="8917" formatCode="0.00">
                  <c:v>0</c:v>
                </c:pt>
                <c:pt idx="8918" formatCode="0.00">
                  <c:v>0</c:v>
                </c:pt>
                <c:pt idx="8919" formatCode="0.00">
                  <c:v>0</c:v>
                </c:pt>
                <c:pt idx="8920" formatCode="0.00">
                  <c:v>0</c:v>
                </c:pt>
                <c:pt idx="8921" formatCode="0.00">
                  <c:v>0</c:v>
                </c:pt>
                <c:pt idx="8922" formatCode="0.00">
                  <c:v>0</c:v>
                </c:pt>
                <c:pt idx="8923" formatCode="0.00">
                  <c:v>0</c:v>
                </c:pt>
                <c:pt idx="8924" formatCode="0.00">
                  <c:v>0</c:v>
                </c:pt>
                <c:pt idx="8925" formatCode="0.00">
                  <c:v>0</c:v>
                </c:pt>
                <c:pt idx="8926" formatCode="0.00">
                  <c:v>0</c:v>
                </c:pt>
                <c:pt idx="8927" formatCode="0.00">
                  <c:v>0</c:v>
                </c:pt>
                <c:pt idx="8928" formatCode="0.00">
                  <c:v>0</c:v>
                </c:pt>
                <c:pt idx="8929" formatCode="0.00">
                  <c:v>0</c:v>
                </c:pt>
                <c:pt idx="8930" formatCode="0.00">
                  <c:v>0</c:v>
                </c:pt>
                <c:pt idx="8931" formatCode="0.00">
                  <c:v>0</c:v>
                </c:pt>
                <c:pt idx="8932" formatCode="0.00">
                  <c:v>0</c:v>
                </c:pt>
                <c:pt idx="8933" formatCode="0.00">
                  <c:v>0</c:v>
                </c:pt>
                <c:pt idx="8934" formatCode="0.00">
                  <c:v>0</c:v>
                </c:pt>
                <c:pt idx="8935" formatCode="0.00">
                  <c:v>0</c:v>
                </c:pt>
                <c:pt idx="8936" formatCode="0.00">
                  <c:v>0</c:v>
                </c:pt>
                <c:pt idx="8937" formatCode="0.00">
                  <c:v>0</c:v>
                </c:pt>
                <c:pt idx="8938" formatCode="0.00">
                  <c:v>0</c:v>
                </c:pt>
                <c:pt idx="8939">
                  <c:v>21.852499999999999</c:v>
                </c:pt>
                <c:pt idx="8940">
                  <c:v>45.182499999999997</c:v>
                </c:pt>
                <c:pt idx="8941">
                  <c:v>46.372500000000002</c:v>
                </c:pt>
                <c:pt idx="8942">
                  <c:v>48.115000000000002</c:v>
                </c:pt>
                <c:pt idx="8943">
                  <c:v>48.395000000000003</c:v>
                </c:pt>
                <c:pt idx="8944">
                  <c:v>38.662500000000001</c:v>
                </c:pt>
                <c:pt idx="8945">
                  <c:v>16.68</c:v>
                </c:pt>
                <c:pt idx="8946">
                  <c:v>6.4675000000000002</c:v>
                </c:pt>
                <c:pt idx="8947">
                  <c:v>4.0575000000000001</c:v>
                </c:pt>
                <c:pt idx="8948" formatCode="0.00">
                  <c:v>0</c:v>
                </c:pt>
                <c:pt idx="8949" formatCode="0.00">
                  <c:v>0</c:v>
                </c:pt>
                <c:pt idx="8950" formatCode="0.00">
                  <c:v>0</c:v>
                </c:pt>
                <c:pt idx="8951" formatCode="0.00">
                  <c:v>0</c:v>
                </c:pt>
                <c:pt idx="8952" formatCode="0.00">
                  <c:v>0</c:v>
                </c:pt>
                <c:pt idx="8953" formatCode="0.00">
                  <c:v>0</c:v>
                </c:pt>
                <c:pt idx="8954" formatCode="0.00">
                  <c:v>0</c:v>
                </c:pt>
                <c:pt idx="8955" formatCode="0.00">
                  <c:v>0</c:v>
                </c:pt>
                <c:pt idx="8956" formatCode="0.00">
                  <c:v>0</c:v>
                </c:pt>
                <c:pt idx="8957" formatCode="0.00">
                  <c:v>0</c:v>
                </c:pt>
                <c:pt idx="8958" formatCode="0.00">
                  <c:v>0</c:v>
                </c:pt>
                <c:pt idx="8959" formatCode="0.00">
                  <c:v>0</c:v>
                </c:pt>
                <c:pt idx="8960">
                  <c:v>0.25</c:v>
                </c:pt>
                <c:pt idx="8961">
                  <c:v>1.75</c:v>
                </c:pt>
                <c:pt idx="8962">
                  <c:v>5</c:v>
                </c:pt>
                <c:pt idx="8963">
                  <c:v>9</c:v>
                </c:pt>
                <c:pt idx="8964">
                  <c:v>13.75</c:v>
                </c:pt>
                <c:pt idx="8965">
                  <c:v>19.25</c:v>
                </c:pt>
                <c:pt idx="8966">
                  <c:v>25</c:v>
                </c:pt>
                <c:pt idx="8967">
                  <c:v>30.25</c:v>
                </c:pt>
                <c:pt idx="8968">
                  <c:v>36.25</c:v>
                </c:pt>
                <c:pt idx="8969">
                  <c:v>41.5</c:v>
                </c:pt>
                <c:pt idx="8970">
                  <c:v>46.5</c:v>
                </c:pt>
                <c:pt idx="8971">
                  <c:v>51.5</c:v>
                </c:pt>
                <c:pt idx="8972">
                  <c:v>55.25</c:v>
                </c:pt>
                <c:pt idx="8973">
                  <c:v>59.5</c:v>
                </c:pt>
                <c:pt idx="8974">
                  <c:v>63.25</c:v>
                </c:pt>
                <c:pt idx="8975">
                  <c:v>65.75</c:v>
                </c:pt>
                <c:pt idx="8976">
                  <c:v>67.25</c:v>
                </c:pt>
                <c:pt idx="8977">
                  <c:v>67.75</c:v>
                </c:pt>
                <c:pt idx="8978">
                  <c:v>68.25</c:v>
                </c:pt>
                <c:pt idx="8979">
                  <c:v>67.75</c:v>
                </c:pt>
                <c:pt idx="8980">
                  <c:v>68</c:v>
                </c:pt>
                <c:pt idx="8981">
                  <c:v>67.75</c:v>
                </c:pt>
                <c:pt idx="8982">
                  <c:v>67.75</c:v>
                </c:pt>
                <c:pt idx="8983">
                  <c:v>68</c:v>
                </c:pt>
                <c:pt idx="8984">
                  <c:v>67.75</c:v>
                </c:pt>
                <c:pt idx="8985">
                  <c:v>73.625</c:v>
                </c:pt>
                <c:pt idx="8986">
                  <c:v>81.317499999999995</c:v>
                </c:pt>
                <c:pt idx="8987">
                  <c:v>85.495000000000005</c:v>
                </c:pt>
                <c:pt idx="8988">
                  <c:v>86.202500000000001</c:v>
                </c:pt>
                <c:pt idx="8989">
                  <c:v>84.69</c:v>
                </c:pt>
                <c:pt idx="8990">
                  <c:v>82.57</c:v>
                </c:pt>
                <c:pt idx="8991">
                  <c:v>79.897499999999994</c:v>
                </c:pt>
                <c:pt idx="8992">
                  <c:v>72.344999999999999</c:v>
                </c:pt>
                <c:pt idx="8993">
                  <c:v>62.25</c:v>
                </c:pt>
                <c:pt idx="8994">
                  <c:v>58.75</c:v>
                </c:pt>
                <c:pt idx="8995">
                  <c:v>54.75</c:v>
                </c:pt>
                <c:pt idx="8996">
                  <c:v>50.25</c:v>
                </c:pt>
                <c:pt idx="8997">
                  <c:v>46</c:v>
                </c:pt>
                <c:pt idx="8998">
                  <c:v>41.25</c:v>
                </c:pt>
                <c:pt idx="8999">
                  <c:v>36</c:v>
                </c:pt>
                <c:pt idx="9000">
                  <c:v>30.75</c:v>
                </c:pt>
                <c:pt idx="9001">
                  <c:v>25</c:v>
                </c:pt>
                <c:pt idx="9002">
                  <c:v>19.5</c:v>
                </c:pt>
                <c:pt idx="9003">
                  <c:v>14</c:v>
                </c:pt>
                <c:pt idx="9004">
                  <c:v>9</c:v>
                </c:pt>
                <c:pt idx="9005">
                  <c:v>4.75</c:v>
                </c:pt>
                <c:pt idx="9006">
                  <c:v>2</c:v>
                </c:pt>
                <c:pt idx="9007">
                  <c:v>0.5</c:v>
                </c:pt>
                <c:pt idx="9008">
                  <c:v>0.25</c:v>
                </c:pt>
                <c:pt idx="9009">
                  <c:v>2</c:v>
                </c:pt>
                <c:pt idx="9010">
                  <c:v>5.25</c:v>
                </c:pt>
                <c:pt idx="9011">
                  <c:v>9.5</c:v>
                </c:pt>
                <c:pt idx="9012">
                  <c:v>14.5</c:v>
                </c:pt>
                <c:pt idx="9013">
                  <c:v>20.25</c:v>
                </c:pt>
                <c:pt idx="9014">
                  <c:v>26.25</c:v>
                </c:pt>
                <c:pt idx="9015">
                  <c:v>32</c:v>
                </c:pt>
                <c:pt idx="9016">
                  <c:v>37.75</c:v>
                </c:pt>
                <c:pt idx="9017">
                  <c:v>43</c:v>
                </c:pt>
                <c:pt idx="9018">
                  <c:v>48.5</c:v>
                </c:pt>
                <c:pt idx="9019">
                  <c:v>53.25</c:v>
                </c:pt>
                <c:pt idx="9020">
                  <c:v>57.25</c:v>
                </c:pt>
                <c:pt idx="9021">
                  <c:v>61</c:v>
                </c:pt>
                <c:pt idx="9022">
                  <c:v>64.25</c:v>
                </c:pt>
                <c:pt idx="9023">
                  <c:v>66</c:v>
                </c:pt>
                <c:pt idx="9024">
                  <c:v>67</c:v>
                </c:pt>
                <c:pt idx="9025">
                  <c:v>66.75</c:v>
                </c:pt>
                <c:pt idx="9026">
                  <c:v>66.75</c:v>
                </c:pt>
                <c:pt idx="9027">
                  <c:v>66.75</c:v>
                </c:pt>
                <c:pt idx="9028">
                  <c:v>67.5</c:v>
                </c:pt>
                <c:pt idx="9029">
                  <c:v>66.75</c:v>
                </c:pt>
                <c:pt idx="9030">
                  <c:v>67.5</c:v>
                </c:pt>
                <c:pt idx="9031">
                  <c:v>68</c:v>
                </c:pt>
                <c:pt idx="9032">
                  <c:v>68.25</c:v>
                </c:pt>
                <c:pt idx="9033">
                  <c:v>68.5</c:v>
                </c:pt>
                <c:pt idx="9034">
                  <c:v>68.5</c:v>
                </c:pt>
                <c:pt idx="9035">
                  <c:v>68.5</c:v>
                </c:pt>
                <c:pt idx="9036">
                  <c:v>68.5</c:v>
                </c:pt>
                <c:pt idx="9037">
                  <c:v>68.25</c:v>
                </c:pt>
                <c:pt idx="9038">
                  <c:v>68.25</c:v>
                </c:pt>
                <c:pt idx="9039">
                  <c:v>67.25</c:v>
                </c:pt>
                <c:pt idx="9040">
                  <c:v>65.75</c:v>
                </c:pt>
                <c:pt idx="9041">
                  <c:v>62.75</c:v>
                </c:pt>
                <c:pt idx="9042">
                  <c:v>59</c:v>
                </c:pt>
                <c:pt idx="9043">
                  <c:v>55.5</c:v>
                </c:pt>
                <c:pt idx="9044">
                  <c:v>50.75</c:v>
                </c:pt>
                <c:pt idx="9045">
                  <c:v>46.25</c:v>
                </c:pt>
                <c:pt idx="9046">
                  <c:v>41</c:v>
                </c:pt>
                <c:pt idx="9047">
                  <c:v>36</c:v>
                </c:pt>
                <c:pt idx="9048">
                  <c:v>30.25</c:v>
                </c:pt>
                <c:pt idx="9049">
                  <c:v>25.25</c:v>
                </c:pt>
                <c:pt idx="9050">
                  <c:v>19.5</c:v>
                </c:pt>
                <c:pt idx="9051">
                  <c:v>14.25</c:v>
                </c:pt>
                <c:pt idx="9052">
                  <c:v>9.25</c:v>
                </c:pt>
                <c:pt idx="9053">
                  <c:v>5.25</c:v>
                </c:pt>
                <c:pt idx="9054">
                  <c:v>2.25</c:v>
                </c:pt>
                <c:pt idx="9055">
                  <c:v>0.75</c:v>
                </c:pt>
                <c:pt idx="9056">
                  <c:v>1.75</c:v>
                </c:pt>
                <c:pt idx="9057">
                  <c:v>1.75</c:v>
                </c:pt>
                <c:pt idx="9058">
                  <c:v>11.75</c:v>
                </c:pt>
                <c:pt idx="9059">
                  <c:v>11.75</c:v>
                </c:pt>
                <c:pt idx="9060">
                  <c:v>11.75</c:v>
                </c:pt>
                <c:pt idx="9061">
                  <c:v>11.75</c:v>
                </c:pt>
                <c:pt idx="9062">
                  <c:v>11.75</c:v>
                </c:pt>
                <c:pt idx="9063">
                  <c:v>11.75</c:v>
                </c:pt>
                <c:pt idx="9064">
                  <c:v>11.75</c:v>
                </c:pt>
                <c:pt idx="9065">
                  <c:v>11.75</c:v>
                </c:pt>
                <c:pt idx="9066">
                  <c:v>11.75</c:v>
                </c:pt>
                <c:pt idx="9067">
                  <c:v>11.75</c:v>
                </c:pt>
                <c:pt idx="9068">
                  <c:v>11.75</c:v>
                </c:pt>
                <c:pt idx="9069">
                  <c:v>11.75</c:v>
                </c:pt>
                <c:pt idx="9070">
                  <c:v>11.75</c:v>
                </c:pt>
                <c:pt idx="9071">
                  <c:v>11.75</c:v>
                </c:pt>
                <c:pt idx="9072">
                  <c:v>11.75</c:v>
                </c:pt>
                <c:pt idx="9073">
                  <c:v>11.75</c:v>
                </c:pt>
                <c:pt idx="9074">
                  <c:v>11.75</c:v>
                </c:pt>
                <c:pt idx="9075">
                  <c:v>11.75</c:v>
                </c:pt>
                <c:pt idx="9076">
                  <c:v>11.75</c:v>
                </c:pt>
                <c:pt idx="9077">
                  <c:v>11.75</c:v>
                </c:pt>
                <c:pt idx="9078">
                  <c:v>11.75</c:v>
                </c:pt>
                <c:pt idx="9079">
                  <c:v>11.75</c:v>
                </c:pt>
                <c:pt idx="9080">
                  <c:v>11.75</c:v>
                </c:pt>
                <c:pt idx="9081">
                  <c:v>11.75</c:v>
                </c:pt>
                <c:pt idx="9082">
                  <c:v>11.75</c:v>
                </c:pt>
                <c:pt idx="9083">
                  <c:v>11.75</c:v>
                </c:pt>
                <c:pt idx="9084">
                  <c:v>11.75</c:v>
                </c:pt>
                <c:pt idx="9085">
                  <c:v>11.75</c:v>
                </c:pt>
                <c:pt idx="9086">
                  <c:v>11.75</c:v>
                </c:pt>
                <c:pt idx="9087">
                  <c:v>11.75</c:v>
                </c:pt>
                <c:pt idx="9088">
                  <c:v>11.75</c:v>
                </c:pt>
                <c:pt idx="9089">
                  <c:v>11.75</c:v>
                </c:pt>
                <c:pt idx="9090">
                  <c:v>11.75</c:v>
                </c:pt>
                <c:pt idx="9091">
                  <c:v>11.75</c:v>
                </c:pt>
                <c:pt idx="9092">
                  <c:v>11.75</c:v>
                </c:pt>
                <c:pt idx="9093">
                  <c:v>11.75</c:v>
                </c:pt>
                <c:pt idx="9094">
                  <c:v>11.75</c:v>
                </c:pt>
                <c:pt idx="9095">
                  <c:v>11.75</c:v>
                </c:pt>
                <c:pt idx="9096">
                  <c:v>11.75</c:v>
                </c:pt>
                <c:pt idx="9097">
                  <c:v>11.75</c:v>
                </c:pt>
                <c:pt idx="9098">
                  <c:v>1.75</c:v>
                </c:pt>
                <c:pt idx="9099">
                  <c:v>1.75</c:v>
                </c:pt>
                <c:pt idx="9100">
                  <c:v>1.75</c:v>
                </c:pt>
                <c:pt idx="9101" formatCode="0.00">
                  <c:v>0</c:v>
                </c:pt>
                <c:pt idx="9102" formatCode="0.00">
                  <c:v>0</c:v>
                </c:pt>
                <c:pt idx="9103" formatCode="0.00">
                  <c:v>0</c:v>
                </c:pt>
                <c:pt idx="9104" formatCode="0.00">
                  <c:v>0</c:v>
                </c:pt>
                <c:pt idx="9105" formatCode="0.00">
                  <c:v>0</c:v>
                </c:pt>
                <c:pt idx="9106" formatCode="0.00">
                  <c:v>0</c:v>
                </c:pt>
                <c:pt idx="9107" formatCode="0.00">
                  <c:v>0</c:v>
                </c:pt>
                <c:pt idx="9108" formatCode="0.00">
                  <c:v>0</c:v>
                </c:pt>
                <c:pt idx="9109" formatCode="0.00">
                  <c:v>0</c:v>
                </c:pt>
                <c:pt idx="9110" formatCode="0.00">
                  <c:v>0</c:v>
                </c:pt>
                <c:pt idx="9111" formatCode="0.00">
                  <c:v>0</c:v>
                </c:pt>
                <c:pt idx="9112" formatCode="0.00">
                  <c:v>0</c:v>
                </c:pt>
                <c:pt idx="9113" formatCode="0.00">
                  <c:v>0</c:v>
                </c:pt>
                <c:pt idx="9114" formatCode="0.00">
                  <c:v>0</c:v>
                </c:pt>
                <c:pt idx="9115" formatCode="0.00">
                  <c:v>0</c:v>
                </c:pt>
                <c:pt idx="9116" formatCode="0.00">
                  <c:v>0</c:v>
                </c:pt>
                <c:pt idx="9117" formatCode="0.00">
                  <c:v>0</c:v>
                </c:pt>
                <c:pt idx="9118" formatCode="0.00">
                  <c:v>0</c:v>
                </c:pt>
                <c:pt idx="9119" formatCode="0.00">
                  <c:v>0</c:v>
                </c:pt>
                <c:pt idx="9120" formatCode="0.00">
                  <c:v>0</c:v>
                </c:pt>
                <c:pt idx="9121">
                  <c:v>5.0750000000000002</c:v>
                </c:pt>
                <c:pt idx="9122">
                  <c:v>5.3250000000000002</c:v>
                </c:pt>
                <c:pt idx="9123">
                  <c:v>5.45</c:v>
                </c:pt>
                <c:pt idx="9124">
                  <c:v>3.7</c:v>
                </c:pt>
                <c:pt idx="9125">
                  <c:v>5.125</c:v>
                </c:pt>
                <c:pt idx="9126">
                  <c:v>4.95</c:v>
                </c:pt>
                <c:pt idx="9127">
                  <c:v>4.75</c:v>
                </c:pt>
                <c:pt idx="9128" formatCode="0.00">
                  <c:v>0</c:v>
                </c:pt>
                <c:pt idx="9129" formatCode="0.00">
                  <c:v>0</c:v>
                </c:pt>
                <c:pt idx="9130" formatCode="0.00">
                  <c:v>0</c:v>
                </c:pt>
                <c:pt idx="9131" formatCode="0.00">
                  <c:v>0</c:v>
                </c:pt>
                <c:pt idx="9132" formatCode="0.00">
                  <c:v>0</c:v>
                </c:pt>
                <c:pt idx="9133" formatCode="0.00">
                  <c:v>0</c:v>
                </c:pt>
                <c:pt idx="9134" formatCode="0.00">
                  <c:v>0</c:v>
                </c:pt>
                <c:pt idx="9135" formatCode="0.00">
                  <c:v>0</c:v>
                </c:pt>
                <c:pt idx="9136" formatCode="0.00">
                  <c:v>0</c:v>
                </c:pt>
                <c:pt idx="9137" formatCode="0.00">
                  <c:v>0</c:v>
                </c:pt>
                <c:pt idx="9138" formatCode="0.00">
                  <c:v>0</c:v>
                </c:pt>
                <c:pt idx="9139" formatCode="0.00">
                  <c:v>0</c:v>
                </c:pt>
                <c:pt idx="9140" formatCode="0.00">
                  <c:v>0</c:v>
                </c:pt>
                <c:pt idx="9141">
                  <c:v>1.5</c:v>
                </c:pt>
                <c:pt idx="9142">
                  <c:v>3.25</c:v>
                </c:pt>
                <c:pt idx="9143">
                  <c:v>3.25</c:v>
                </c:pt>
                <c:pt idx="9144">
                  <c:v>3.3050000000000002</c:v>
                </c:pt>
                <c:pt idx="9145">
                  <c:v>4.4850000000000003</c:v>
                </c:pt>
                <c:pt idx="9146">
                  <c:v>6.1775000000000002</c:v>
                </c:pt>
                <c:pt idx="9147">
                  <c:v>12.0625</c:v>
                </c:pt>
                <c:pt idx="9148">
                  <c:v>22.885000000000002</c:v>
                </c:pt>
                <c:pt idx="9149">
                  <c:v>40.29</c:v>
                </c:pt>
                <c:pt idx="9150">
                  <c:v>45.2575</c:v>
                </c:pt>
                <c:pt idx="9151">
                  <c:v>40.027500000000003</c:v>
                </c:pt>
                <c:pt idx="9152">
                  <c:v>51.69</c:v>
                </c:pt>
                <c:pt idx="9153">
                  <c:v>40.354999999999997</c:v>
                </c:pt>
                <c:pt idx="9154">
                  <c:v>42.967500000000001</c:v>
                </c:pt>
                <c:pt idx="9155">
                  <c:v>44.602499999999999</c:v>
                </c:pt>
                <c:pt idx="9156">
                  <c:v>46.045000000000002</c:v>
                </c:pt>
                <c:pt idx="9157">
                  <c:v>48.702500000000001</c:v>
                </c:pt>
                <c:pt idx="9158">
                  <c:v>30.234999999999999</c:v>
                </c:pt>
                <c:pt idx="9159">
                  <c:v>31.64</c:v>
                </c:pt>
                <c:pt idx="9160">
                  <c:v>32.335000000000001</c:v>
                </c:pt>
                <c:pt idx="9161">
                  <c:v>48.167499999999997</c:v>
                </c:pt>
                <c:pt idx="9162">
                  <c:v>57.097499999999997</c:v>
                </c:pt>
                <c:pt idx="9163">
                  <c:v>69.267499999999998</c:v>
                </c:pt>
                <c:pt idx="9164">
                  <c:v>69.162499999999994</c:v>
                </c:pt>
                <c:pt idx="9165">
                  <c:v>68.97</c:v>
                </c:pt>
                <c:pt idx="9166">
                  <c:v>68.827500000000001</c:v>
                </c:pt>
                <c:pt idx="9167">
                  <c:v>68.685000000000002</c:v>
                </c:pt>
                <c:pt idx="9168">
                  <c:v>68.307500000000005</c:v>
                </c:pt>
                <c:pt idx="9169">
                  <c:v>74.489999999999995</c:v>
                </c:pt>
                <c:pt idx="9170">
                  <c:v>66.572500000000005</c:v>
                </c:pt>
                <c:pt idx="9171">
                  <c:v>62.202500000000001</c:v>
                </c:pt>
                <c:pt idx="9172">
                  <c:v>42.102499999999999</c:v>
                </c:pt>
                <c:pt idx="9173">
                  <c:v>42.777500000000003</c:v>
                </c:pt>
                <c:pt idx="9174">
                  <c:v>28.114999999999998</c:v>
                </c:pt>
                <c:pt idx="9175">
                  <c:v>43.97</c:v>
                </c:pt>
                <c:pt idx="9176">
                  <c:v>22.265000000000001</c:v>
                </c:pt>
                <c:pt idx="9177">
                  <c:v>3.25</c:v>
                </c:pt>
                <c:pt idx="9178">
                  <c:v>3.25</c:v>
                </c:pt>
                <c:pt idx="9179">
                  <c:v>5.8550000000000004</c:v>
                </c:pt>
                <c:pt idx="9180">
                  <c:v>4.3174999999999999</c:v>
                </c:pt>
                <c:pt idx="9181">
                  <c:v>3.25</c:v>
                </c:pt>
                <c:pt idx="9182">
                  <c:v>3.25</c:v>
                </c:pt>
                <c:pt idx="9183">
                  <c:v>3.25</c:v>
                </c:pt>
                <c:pt idx="9184">
                  <c:v>3.25</c:v>
                </c:pt>
                <c:pt idx="9185">
                  <c:v>1.5</c:v>
                </c:pt>
                <c:pt idx="9186">
                  <c:v>0</c:v>
                </c:pt>
                <c:pt idx="9187">
                  <c:v>0</c:v>
                </c:pt>
                <c:pt idx="9188">
                  <c:v>0</c:v>
                </c:pt>
                <c:pt idx="9189">
                  <c:v>16.484999999999999</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16.425000000000001</c:v>
                </c:pt>
                <c:pt idx="9207">
                  <c:v>17.484999999999999</c:v>
                </c:pt>
                <c:pt idx="9208">
                  <c:v>17.782499999999999</c:v>
                </c:pt>
                <c:pt idx="9209">
                  <c:v>17.3125</c:v>
                </c:pt>
                <c:pt idx="9210">
                  <c:v>16.842500000000001</c:v>
                </c:pt>
                <c:pt idx="9211">
                  <c:v>16.217500000000001</c:v>
                </c:pt>
                <c:pt idx="9212">
                  <c:v>15.96</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0.185</c:v>
                </c:pt>
                <c:pt idx="9227">
                  <c:v>1.3674999999999999</c:v>
                </c:pt>
                <c:pt idx="9228">
                  <c:v>5.19</c:v>
                </c:pt>
                <c:pt idx="9229">
                  <c:v>12.98</c:v>
                </c:pt>
                <c:pt idx="9230">
                  <c:v>24.664999999999999</c:v>
                </c:pt>
                <c:pt idx="9231">
                  <c:v>38.022500000000001</c:v>
                </c:pt>
                <c:pt idx="9232">
                  <c:v>52.297499999999999</c:v>
                </c:pt>
                <c:pt idx="9233">
                  <c:v>67.257499999999993</c:v>
                </c:pt>
                <c:pt idx="9234">
                  <c:v>78.349999999999994</c:v>
                </c:pt>
                <c:pt idx="9235">
                  <c:v>87.172499999999999</c:v>
                </c:pt>
                <c:pt idx="9236">
                  <c:v>94.602500000000006</c:v>
                </c:pt>
                <c:pt idx="9237">
                  <c:v>100.908</c:v>
                </c:pt>
                <c:pt idx="9238">
                  <c:v>106.19499999999999</c:v>
                </c:pt>
                <c:pt idx="9239">
                  <c:v>110.91200000000001</c:v>
                </c:pt>
                <c:pt idx="9240">
                  <c:v>114.913</c:v>
                </c:pt>
                <c:pt idx="9241">
                  <c:v>118.14</c:v>
                </c:pt>
                <c:pt idx="9242">
                  <c:v>120.678</c:v>
                </c:pt>
                <c:pt idx="9243">
                  <c:v>122.11499999999999</c:v>
                </c:pt>
                <c:pt idx="9244">
                  <c:v>123.003</c:v>
                </c:pt>
                <c:pt idx="9245">
                  <c:v>123.47</c:v>
                </c:pt>
                <c:pt idx="9246">
                  <c:v>123.52500000000001</c:v>
                </c:pt>
                <c:pt idx="9247">
                  <c:v>123.148</c:v>
                </c:pt>
                <c:pt idx="9248">
                  <c:v>123.07</c:v>
                </c:pt>
                <c:pt idx="9249">
                  <c:v>123.19499999999999</c:v>
                </c:pt>
                <c:pt idx="9250">
                  <c:v>122.79300000000001</c:v>
                </c:pt>
                <c:pt idx="9251">
                  <c:v>122.55</c:v>
                </c:pt>
                <c:pt idx="9252">
                  <c:v>121.96</c:v>
                </c:pt>
                <c:pt idx="9253">
                  <c:v>121.91800000000001</c:v>
                </c:pt>
                <c:pt idx="9254">
                  <c:v>121.63200000000001</c:v>
                </c:pt>
                <c:pt idx="9255">
                  <c:v>121.11499999999999</c:v>
                </c:pt>
                <c:pt idx="9256">
                  <c:v>120.56</c:v>
                </c:pt>
                <c:pt idx="9257">
                  <c:v>119.675</c:v>
                </c:pt>
                <c:pt idx="9258">
                  <c:v>118.53</c:v>
                </c:pt>
                <c:pt idx="9259">
                  <c:v>116.05800000000001</c:v>
                </c:pt>
                <c:pt idx="9260">
                  <c:v>112.697</c:v>
                </c:pt>
                <c:pt idx="9261">
                  <c:v>108.58</c:v>
                </c:pt>
                <c:pt idx="9262">
                  <c:v>104.93</c:v>
                </c:pt>
                <c:pt idx="9263">
                  <c:v>100.38200000000001</c:v>
                </c:pt>
                <c:pt idx="9264">
                  <c:v>95</c:v>
                </c:pt>
                <c:pt idx="9265">
                  <c:v>89.677499999999995</c:v>
                </c:pt>
                <c:pt idx="9266">
                  <c:v>83.39</c:v>
                </c:pt>
                <c:pt idx="9267">
                  <c:v>76.787499999999994</c:v>
                </c:pt>
                <c:pt idx="9268">
                  <c:v>67.965000000000003</c:v>
                </c:pt>
                <c:pt idx="9269">
                  <c:v>56.935000000000002</c:v>
                </c:pt>
                <c:pt idx="9270">
                  <c:v>39.174999999999997</c:v>
                </c:pt>
                <c:pt idx="9271">
                  <c:v>26.432500000000001</c:v>
                </c:pt>
                <c:pt idx="9272">
                  <c:v>15.675000000000001</c:v>
                </c:pt>
                <c:pt idx="9273">
                  <c:v>7.0075000000000003</c:v>
                </c:pt>
                <c:pt idx="9274">
                  <c:v>1.53</c:v>
                </c:pt>
                <c:pt idx="9275">
                  <c:v>0.25</c:v>
                </c:pt>
                <c:pt idx="9276">
                  <c:v>0.94499999999999995</c:v>
                </c:pt>
                <c:pt idx="9277">
                  <c:v>4.1849999999999996</c:v>
                </c:pt>
                <c:pt idx="9278">
                  <c:v>10.137499999999999</c:v>
                </c:pt>
                <c:pt idx="9279">
                  <c:v>18.38</c:v>
                </c:pt>
                <c:pt idx="9280">
                  <c:v>28.572500000000002</c:v>
                </c:pt>
                <c:pt idx="9281">
                  <c:v>40.222499999999997</c:v>
                </c:pt>
                <c:pt idx="9282">
                  <c:v>53.3</c:v>
                </c:pt>
                <c:pt idx="9283">
                  <c:v>65.557500000000005</c:v>
                </c:pt>
                <c:pt idx="9284">
                  <c:v>77.692499999999995</c:v>
                </c:pt>
                <c:pt idx="9285">
                  <c:v>89.292500000000004</c:v>
                </c:pt>
                <c:pt idx="9286">
                  <c:v>100.233</c:v>
                </c:pt>
                <c:pt idx="9287">
                  <c:v>110.27800000000001</c:v>
                </c:pt>
                <c:pt idx="9288">
                  <c:v>119.79300000000001</c:v>
                </c:pt>
                <c:pt idx="9289">
                  <c:v>128.47</c:v>
                </c:pt>
                <c:pt idx="9290">
                  <c:v>136.40799999999999</c:v>
                </c:pt>
                <c:pt idx="9291">
                  <c:v>143.548</c:v>
                </c:pt>
                <c:pt idx="9292">
                  <c:v>148.66800000000001</c:v>
                </c:pt>
                <c:pt idx="9293">
                  <c:v>151.63999999999999</c:v>
                </c:pt>
                <c:pt idx="9294">
                  <c:v>153.13999999999999</c:v>
                </c:pt>
                <c:pt idx="9295">
                  <c:v>153.88999999999999</c:v>
                </c:pt>
                <c:pt idx="9296">
                  <c:v>153.88999999999999</c:v>
                </c:pt>
                <c:pt idx="9297">
                  <c:v>154.13999999999999</c:v>
                </c:pt>
                <c:pt idx="9298">
                  <c:v>154.88999999999999</c:v>
                </c:pt>
                <c:pt idx="9299">
                  <c:v>154.63999999999999</c:v>
                </c:pt>
                <c:pt idx="9300">
                  <c:v>155.13999999999999</c:v>
                </c:pt>
                <c:pt idx="9301">
                  <c:v>154.63999999999999</c:v>
                </c:pt>
                <c:pt idx="9302">
                  <c:v>154.63999999999999</c:v>
                </c:pt>
                <c:pt idx="9303">
                  <c:v>153.88999999999999</c:v>
                </c:pt>
                <c:pt idx="9304">
                  <c:v>151.88999999999999</c:v>
                </c:pt>
                <c:pt idx="9305">
                  <c:v>151.38999999999999</c:v>
                </c:pt>
                <c:pt idx="9306">
                  <c:v>150.13999999999999</c:v>
                </c:pt>
                <c:pt idx="9307">
                  <c:v>147.38999999999999</c:v>
                </c:pt>
                <c:pt idx="9308">
                  <c:v>143.54499999999999</c:v>
                </c:pt>
                <c:pt idx="9309">
                  <c:v>137.447</c:v>
                </c:pt>
                <c:pt idx="9310">
                  <c:v>130.18299999999999</c:v>
                </c:pt>
                <c:pt idx="9311">
                  <c:v>122.36</c:v>
                </c:pt>
                <c:pt idx="9312">
                  <c:v>114.27800000000001</c:v>
                </c:pt>
                <c:pt idx="9313">
                  <c:v>105.265</c:v>
                </c:pt>
                <c:pt idx="9314">
                  <c:v>94.887500000000003</c:v>
                </c:pt>
                <c:pt idx="9315">
                  <c:v>83.8125</c:v>
                </c:pt>
                <c:pt idx="9316">
                  <c:v>71.997500000000002</c:v>
                </c:pt>
                <c:pt idx="9317">
                  <c:v>60.115000000000002</c:v>
                </c:pt>
                <c:pt idx="9318">
                  <c:v>48.25</c:v>
                </c:pt>
                <c:pt idx="9319">
                  <c:v>36.932499999999997</c:v>
                </c:pt>
                <c:pt idx="9320">
                  <c:v>25.635000000000002</c:v>
                </c:pt>
                <c:pt idx="9321">
                  <c:v>15.63</c:v>
                </c:pt>
                <c:pt idx="9322">
                  <c:v>7.66</c:v>
                </c:pt>
                <c:pt idx="9323">
                  <c:v>2.5950000000000002</c:v>
                </c:pt>
                <c:pt idx="9324">
                  <c:v>0.29499999999999998</c:v>
                </c:pt>
                <c:pt idx="9325">
                  <c:v>0.75</c:v>
                </c:pt>
                <c:pt idx="9326">
                  <c:v>3</c:v>
                </c:pt>
                <c:pt idx="9327">
                  <c:v>6.25</c:v>
                </c:pt>
                <c:pt idx="9328">
                  <c:v>10.75</c:v>
                </c:pt>
                <c:pt idx="9329">
                  <c:v>16.5</c:v>
                </c:pt>
                <c:pt idx="9330">
                  <c:v>23</c:v>
                </c:pt>
                <c:pt idx="9331">
                  <c:v>29.75</c:v>
                </c:pt>
                <c:pt idx="9332">
                  <c:v>36.75</c:v>
                </c:pt>
                <c:pt idx="9333">
                  <c:v>43.25</c:v>
                </c:pt>
                <c:pt idx="9334">
                  <c:v>49.5</c:v>
                </c:pt>
                <c:pt idx="9335">
                  <c:v>55.25</c:v>
                </c:pt>
                <c:pt idx="9336">
                  <c:v>60</c:v>
                </c:pt>
                <c:pt idx="9337">
                  <c:v>65</c:v>
                </c:pt>
                <c:pt idx="9338">
                  <c:v>69.25</c:v>
                </c:pt>
                <c:pt idx="9339">
                  <c:v>73</c:v>
                </c:pt>
                <c:pt idx="9340">
                  <c:v>76</c:v>
                </c:pt>
                <c:pt idx="9341">
                  <c:v>78.5</c:v>
                </c:pt>
                <c:pt idx="9342">
                  <c:v>80</c:v>
                </c:pt>
                <c:pt idx="9343">
                  <c:v>80.75</c:v>
                </c:pt>
                <c:pt idx="9344">
                  <c:v>80.75</c:v>
                </c:pt>
                <c:pt idx="9345">
                  <c:v>81</c:v>
                </c:pt>
                <c:pt idx="9346">
                  <c:v>80.5</c:v>
                </c:pt>
                <c:pt idx="9347">
                  <c:v>80.75</c:v>
                </c:pt>
                <c:pt idx="9348">
                  <c:v>80.5</c:v>
                </c:pt>
                <c:pt idx="9349">
                  <c:v>81</c:v>
                </c:pt>
                <c:pt idx="9350">
                  <c:v>80</c:v>
                </c:pt>
                <c:pt idx="9351">
                  <c:v>81</c:v>
                </c:pt>
                <c:pt idx="9352">
                  <c:v>81</c:v>
                </c:pt>
                <c:pt idx="9353">
                  <c:v>81</c:v>
                </c:pt>
                <c:pt idx="9354">
                  <c:v>80.5</c:v>
                </c:pt>
                <c:pt idx="9355">
                  <c:v>80.75</c:v>
                </c:pt>
                <c:pt idx="9356">
                  <c:v>79.5</c:v>
                </c:pt>
                <c:pt idx="9357">
                  <c:v>77.5</c:v>
                </c:pt>
                <c:pt idx="9358">
                  <c:v>75.25</c:v>
                </c:pt>
                <c:pt idx="9359">
                  <c:v>70.75</c:v>
                </c:pt>
                <c:pt idx="9360">
                  <c:v>66.75</c:v>
                </c:pt>
                <c:pt idx="9361">
                  <c:v>62.25</c:v>
                </c:pt>
                <c:pt idx="9362">
                  <c:v>57.75</c:v>
                </c:pt>
                <c:pt idx="9363">
                  <c:v>52.25</c:v>
                </c:pt>
                <c:pt idx="9364">
                  <c:v>46.25</c:v>
                </c:pt>
                <c:pt idx="9365">
                  <c:v>40.25</c:v>
                </c:pt>
                <c:pt idx="9366">
                  <c:v>32</c:v>
                </c:pt>
                <c:pt idx="9367">
                  <c:v>25.25</c:v>
                </c:pt>
                <c:pt idx="9368">
                  <c:v>18.5</c:v>
                </c:pt>
                <c:pt idx="9369">
                  <c:v>12.25</c:v>
                </c:pt>
                <c:pt idx="9370">
                  <c:v>8</c:v>
                </c:pt>
                <c:pt idx="9371">
                  <c:v>4</c:v>
                </c:pt>
                <c:pt idx="9372">
                  <c:v>1.25</c:v>
                </c:pt>
                <c:pt idx="9373">
                  <c:v>1</c:v>
                </c:pt>
                <c:pt idx="9374">
                  <c:v>2.75</c:v>
                </c:pt>
                <c:pt idx="9375">
                  <c:v>7</c:v>
                </c:pt>
                <c:pt idx="9376">
                  <c:v>11.75</c:v>
                </c:pt>
                <c:pt idx="9377">
                  <c:v>18.5</c:v>
                </c:pt>
                <c:pt idx="9378">
                  <c:v>26</c:v>
                </c:pt>
                <c:pt idx="9379">
                  <c:v>33.75</c:v>
                </c:pt>
                <c:pt idx="9380">
                  <c:v>40.5</c:v>
                </c:pt>
                <c:pt idx="9381">
                  <c:v>49.924999999999997</c:v>
                </c:pt>
                <c:pt idx="9382">
                  <c:v>53</c:v>
                </c:pt>
                <c:pt idx="9383">
                  <c:v>62.712499999999999</c:v>
                </c:pt>
                <c:pt idx="9384">
                  <c:v>63</c:v>
                </c:pt>
                <c:pt idx="9385">
                  <c:v>67</c:v>
                </c:pt>
                <c:pt idx="9386">
                  <c:v>75.442499999999995</c:v>
                </c:pt>
                <c:pt idx="9387">
                  <c:v>86.63</c:v>
                </c:pt>
                <c:pt idx="9388">
                  <c:v>95.77</c:v>
                </c:pt>
                <c:pt idx="9389">
                  <c:v>103.14</c:v>
                </c:pt>
                <c:pt idx="9390">
                  <c:v>105.61</c:v>
                </c:pt>
                <c:pt idx="9391">
                  <c:v>108.36</c:v>
                </c:pt>
                <c:pt idx="9392">
                  <c:v>109.86</c:v>
                </c:pt>
                <c:pt idx="9393">
                  <c:v>113.11</c:v>
                </c:pt>
                <c:pt idx="9394">
                  <c:v>128.36000000000001</c:v>
                </c:pt>
                <c:pt idx="9395">
                  <c:v>128.36000000000001</c:v>
                </c:pt>
                <c:pt idx="9396">
                  <c:v>128.36000000000001</c:v>
                </c:pt>
                <c:pt idx="9397">
                  <c:v>129.11000000000001</c:v>
                </c:pt>
                <c:pt idx="9398">
                  <c:v>128.86000000000001</c:v>
                </c:pt>
                <c:pt idx="9399">
                  <c:v>131.36000000000001</c:v>
                </c:pt>
                <c:pt idx="9400">
                  <c:v>130.61000000000001</c:v>
                </c:pt>
                <c:pt idx="9401">
                  <c:v>130.11000000000001</c:v>
                </c:pt>
                <c:pt idx="9402">
                  <c:v>129.36000000000001</c:v>
                </c:pt>
                <c:pt idx="9403">
                  <c:v>127.11</c:v>
                </c:pt>
                <c:pt idx="9404">
                  <c:v>125.61</c:v>
                </c:pt>
                <c:pt idx="9405">
                  <c:v>120.768</c:v>
                </c:pt>
                <c:pt idx="9406">
                  <c:v>110.91800000000001</c:v>
                </c:pt>
                <c:pt idx="9407">
                  <c:v>100.908</c:v>
                </c:pt>
                <c:pt idx="9408">
                  <c:v>90.584999999999994</c:v>
                </c:pt>
                <c:pt idx="9409">
                  <c:v>77.254999999999995</c:v>
                </c:pt>
                <c:pt idx="9410">
                  <c:v>65.742500000000007</c:v>
                </c:pt>
                <c:pt idx="9411">
                  <c:v>51.25</c:v>
                </c:pt>
                <c:pt idx="9412">
                  <c:v>45.5</c:v>
                </c:pt>
                <c:pt idx="9413">
                  <c:v>40.982500000000002</c:v>
                </c:pt>
                <c:pt idx="9414">
                  <c:v>39.102499999999999</c:v>
                </c:pt>
                <c:pt idx="9415">
                  <c:v>27.5</c:v>
                </c:pt>
                <c:pt idx="9416">
                  <c:v>20.5</c:v>
                </c:pt>
                <c:pt idx="9417">
                  <c:v>14</c:v>
                </c:pt>
                <c:pt idx="9418">
                  <c:v>8.25</c:v>
                </c:pt>
                <c:pt idx="9419">
                  <c:v>4.25</c:v>
                </c:pt>
                <c:pt idx="9420">
                  <c:v>1.25</c:v>
                </c:pt>
                <c:pt idx="9421" formatCode="0.00">
                  <c:v>0</c:v>
                </c:pt>
                <c:pt idx="9422" formatCode="0.00">
                  <c:v>0</c:v>
                </c:pt>
                <c:pt idx="9423" formatCode="0.00">
                  <c:v>0</c:v>
                </c:pt>
                <c:pt idx="9424" formatCode="0.00">
                  <c:v>0</c:v>
                </c:pt>
                <c:pt idx="9425" formatCode="0.00">
                  <c:v>0</c:v>
                </c:pt>
                <c:pt idx="9426" formatCode="0.00">
                  <c:v>0</c:v>
                </c:pt>
                <c:pt idx="9427" formatCode="0.00">
                  <c:v>0</c:v>
                </c:pt>
                <c:pt idx="9428" formatCode="0.00">
                  <c:v>0</c:v>
                </c:pt>
                <c:pt idx="9429" formatCode="0.00">
                  <c:v>0</c:v>
                </c:pt>
                <c:pt idx="9430" formatCode="0.00">
                  <c:v>0</c:v>
                </c:pt>
                <c:pt idx="9431" formatCode="0.00">
                  <c:v>0</c:v>
                </c:pt>
                <c:pt idx="9432" formatCode="0.00">
                  <c:v>0</c:v>
                </c:pt>
                <c:pt idx="9433" formatCode="0.00">
                  <c:v>0</c:v>
                </c:pt>
                <c:pt idx="9434" formatCode="0.00">
                  <c:v>0</c:v>
                </c:pt>
                <c:pt idx="9435" formatCode="0.00">
                  <c:v>0</c:v>
                </c:pt>
                <c:pt idx="9436" formatCode="0.00">
                  <c:v>0</c:v>
                </c:pt>
                <c:pt idx="9437" formatCode="0.00">
                  <c:v>0</c:v>
                </c:pt>
                <c:pt idx="9438" formatCode="0.00">
                  <c:v>0</c:v>
                </c:pt>
                <c:pt idx="9439" formatCode="0.00">
                  <c:v>0</c:v>
                </c:pt>
                <c:pt idx="9440" formatCode="0.00">
                  <c:v>0</c:v>
                </c:pt>
                <c:pt idx="9441" formatCode="0.00">
                  <c:v>0</c:v>
                </c:pt>
                <c:pt idx="9442" formatCode="0.00">
                  <c:v>0</c:v>
                </c:pt>
                <c:pt idx="9443" formatCode="0.00">
                  <c:v>0</c:v>
                </c:pt>
                <c:pt idx="9444" formatCode="0.00">
                  <c:v>0</c:v>
                </c:pt>
                <c:pt idx="9445" formatCode="0.00">
                  <c:v>0</c:v>
                </c:pt>
                <c:pt idx="9446" formatCode="0.00">
                  <c:v>0</c:v>
                </c:pt>
                <c:pt idx="9447" formatCode="0.00">
                  <c:v>0</c:v>
                </c:pt>
                <c:pt idx="9448" formatCode="0.00">
                  <c:v>0</c:v>
                </c:pt>
                <c:pt idx="9449" formatCode="0.00">
                  <c:v>0</c:v>
                </c:pt>
                <c:pt idx="9450" formatCode="0.00">
                  <c:v>0</c:v>
                </c:pt>
                <c:pt idx="9451" formatCode="0.00">
                  <c:v>0</c:v>
                </c:pt>
                <c:pt idx="9452" formatCode="0.00">
                  <c:v>0</c:v>
                </c:pt>
                <c:pt idx="9453" formatCode="0.00">
                  <c:v>0</c:v>
                </c:pt>
                <c:pt idx="9454" formatCode="0.00">
                  <c:v>0</c:v>
                </c:pt>
                <c:pt idx="9455" formatCode="0.00">
                  <c:v>0</c:v>
                </c:pt>
                <c:pt idx="9456" formatCode="0.00">
                  <c:v>0</c:v>
                </c:pt>
                <c:pt idx="9457" formatCode="0.00">
                  <c:v>0</c:v>
                </c:pt>
                <c:pt idx="9458" formatCode="0.00">
                  <c:v>0</c:v>
                </c:pt>
                <c:pt idx="9459" formatCode="0.00">
                  <c:v>0</c:v>
                </c:pt>
                <c:pt idx="9460" formatCode="0.00">
                  <c:v>0</c:v>
                </c:pt>
                <c:pt idx="9461" formatCode="0.00">
                  <c:v>0</c:v>
                </c:pt>
                <c:pt idx="9462" formatCode="0.00">
                  <c:v>0</c:v>
                </c:pt>
                <c:pt idx="9463" formatCode="0.00">
                  <c:v>0</c:v>
                </c:pt>
                <c:pt idx="9464" formatCode="0.00">
                  <c:v>0</c:v>
                </c:pt>
                <c:pt idx="9465" formatCode="0.00">
                  <c:v>0</c:v>
                </c:pt>
                <c:pt idx="9466" formatCode="0.00">
                  <c:v>0</c:v>
                </c:pt>
                <c:pt idx="9467" formatCode="0.00">
                  <c:v>0</c:v>
                </c:pt>
                <c:pt idx="9468" formatCode="0.00">
                  <c:v>0</c:v>
                </c:pt>
                <c:pt idx="9469" formatCode="0.00">
                  <c:v>0</c:v>
                </c:pt>
                <c:pt idx="9470" formatCode="0.00">
                  <c:v>0</c:v>
                </c:pt>
                <c:pt idx="9471" formatCode="0.00">
                  <c:v>0</c:v>
                </c:pt>
                <c:pt idx="9472" formatCode="0.00">
                  <c:v>0</c:v>
                </c:pt>
                <c:pt idx="9473" formatCode="0.00">
                  <c:v>0</c:v>
                </c:pt>
                <c:pt idx="9474" formatCode="0.00">
                  <c:v>0</c:v>
                </c:pt>
                <c:pt idx="9475" formatCode="0.00">
                  <c:v>0</c:v>
                </c:pt>
                <c:pt idx="9476" formatCode="0.00">
                  <c:v>0</c:v>
                </c:pt>
                <c:pt idx="9477" formatCode="0.00">
                  <c:v>0</c:v>
                </c:pt>
                <c:pt idx="9478" formatCode="0.00">
                  <c:v>0</c:v>
                </c:pt>
                <c:pt idx="9479" formatCode="0.00">
                  <c:v>0</c:v>
                </c:pt>
                <c:pt idx="9480" formatCode="0.00">
                  <c:v>0</c:v>
                </c:pt>
                <c:pt idx="9481" formatCode="0.00">
                  <c:v>0</c:v>
                </c:pt>
                <c:pt idx="9482" formatCode="0.00">
                  <c:v>0</c:v>
                </c:pt>
                <c:pt idx="9483" formatCode="0.00">
                  <c:v>0</c:v>
                </c:pt>
                <c:pt idx="9484" formatCode="0.00">
                  <c:v>0</c:v>
                </c:pt>
                <c:pt idx="9485">
                  <c:v>69.150000000000006</c:v>
                </c:pt>
                <c:pt idx="9486">
                  <c:v>67.375</c:v>
                </c:pt>
                <c:pt idx="9487">
                  <c:v>65.224999999999994</c:v>
                </c:pt>
                <c:pt idx="9488">
                  <c:v>62.8</c:v>
                </c:pt>
                <c:pt idx="9489">
                  <c:v>59.25</c:v>
                </c:pt>
                <c:pt idx="9490">
                  <c:v>56.125</c:v>
                </c:pt>
                <c:pt idx="9491">
                  <c:v>52.125</c:v>
                </c:pt>
                <c:pt idx="9492">
                  <c:v>47.7</c:v>
                </c:pt>
                <c:pt idx="9493">
                  <c:v>43.15</c:v>
                </c:pt>
                <c:pt idx="9494">
                  <c:v>37.875</c:v>
                </c:pt>
                <c:pt idx="9495">
                  <c:v>32.9</c:v>
                </c:pt>
                <c:pt idx="9496">
                  <c:v>27.475000000000001</c:v>
                </c:pt>
                <c:pt idx="9497">
                  <c:v>21.574999999999999</c:v>
                </c:pt>
                <c:pt idx="9498">
                  <c:v>16.024999999999999</c:v>
                </c:pt>
                <c:pt idx="9499">
                  <c:v>10.975</c:v>
                </c:pt>
                <c:pt idx="9500">
                  <c:v>6.4749999999999996</c:v>
                </c:pt>
                <c:pt idx="9501">
                  <c:v>3.125</c:v>
                </c:pt>
                <c:pt idx="9502">
                  <c:v>1</c:v>
                </c:pt>
                <c:pt idx="9503" formatCode="0.00">
                  <c:v>0</c:v>
                </c:pt>
                <c:pt idx="9504" formatCode="0.00">
                  <c:v>0</c:v>
                </c:pt>
                <c:pt idx="9505" formatCode="0.00">
                  <c:v>0</c:v>
                </c:pt>
                <c:pt idx="9506" formatCode="0.00">
                  <c:v>0</c:v>
                </c:pt>
                <c:pt idx="9507" formatCode="0.00">
                  <c:v>0</c:v>
                </c:pt>
                <c:pt idx="9508" formatCode="0.00">
                  <c:v>0</c:v>
                </c:pt>
                <c:pt idx="9509" formatCode="0.00">
                  <c:v>0</c:v>
                </c:pt>
                <c:pt idx="9510" formatCode="0.00">
                  <c:v>0</c:v>
                </c:pt>
                <c:pt idx="9511" formatCode="0.00">
                  <c:v>0</c:v>
                </c:pt>
                <c:pt idx="9512" formatCode="0.00">
                  <c:v>0</c:v>
                </c:pt>
                <c:pt idx="9513" formatCode="0.00">
                  <c:v>0</c:v>
                </c:pt>
                <c:pt idx="9514" formatCode="0.00">
                  <c:v>0</c:v>
                </c:pt>
                <c:pt idx="9515" formatCode="0.00">
                  <c:v>0</c:v>
                </c:pt>
                <c:pt idx="9516" formatCode="0.00">
                  <c:v>0</c:v>
                </c:pt>
                <c:pt idx="9517" formatCode="0.00">
                  <c:v>0</c:v>
                </c:pt>
                <c:pt idx="9518" formatCode="0.00">
                  <c:v>0</c:v>
                </c:pt>
                <c:pt idx="9519" formatCode="0.00">
                  <c:v>0</c:v>
                </c:pt>
                <c:pt idx="9520" formatCode="0.00">
                  <c:v>0</c:v>
                </c:pt>
                <c:pt idx="9521" formatCode="0.00">
                  <c:v>0</c:v>
                </c:pt>
                <c:pt idx="9522" formatCode="0.00">
                  <c:v>0</c:v>
                </c:pt>
                <c:pt idx="9523" formatCode="0.00">
                  <c:v>0</c:v>
                </c:pt>
                <c:pt idx="9524" formatCode="0.00">
                  <c:v>0</c:v>
                </c:pt>
                <c:pt idx="9525" formatCode="0.00">
                  <c:v>0</c:v>
                </c:pt>
                <c:pt idx="9526" formatCode="0.00">
                  <c:v>0</c:v>
                </c:pt>
                <c:pt idx="9527" formatCode="0.00">
                  <c:v>0</c:v>
                </c:pt>
                <c:pt idx="9528" formatCode="0.00">
                  <c:v>0</c:v>
                </c:pt>
                <c:pt idx="9529" formatCode="0.00">
                  <c:v>0</c:v>
                </c:pt>
                <c:pt idx="9530" formatCode="0.00">
                  <c:v>0</c:v>
                </c:pt>
                <c:pt idx="9531" formatCode="0.00">
                  <c:v>0</c:v>
                </c:pt>
                <c:pt idx="9532" formatCode="0.00">
                  <c:v>0</c:v>
                </c:pt>
                <c:pt idx="9533" formatCode="0.00">
                  <c:v>0</c:v>
                </c:pt>
                <c:pt idx="9534" formatCode="0.00">
                  <c:v>0</c:v>
                </c:pt>
                <c:pt idx="9535" formatCode="0.00">
                  <c:v>0</c:v>
                </c:pt>
                <c:pt idx="9536" formatCode="0.00">
                  <c:v>0</c:v>
                </c:pt>
                <c:pt idx="9537" formatCode="0.00">
                  <c:v>0</c:v>
                </c:pt>
                <c:pt idx="9538" formatCode="0.00">
                  <c:v>0</c:v>
                </c:pt>
                <c:pt idx="9539" formatCode="0.00">
                  <c:v>0</c:v>
                </c:pt>
                <c:pt idx="9540" formatCode="0.00">
                  <c:v>0</c:v>
                </c:pt>
                <c:pt idx="9541" formatCode="0.00">
                  <c:v>0</c:v>
                </c:pt>
                <c:pt idx="9542" formatCode="0.00">
                  <c:v>0</c:v>
                </c:pt>
                <c:pt idx="9543">
                  <c:v>7.4999999999999997E-2</c:v>
                </c:pt>
                <c:pt idx="9544">
                  <c:v>0.2</c:v>
                </c:pt>
                <c:pt idx="9545">
                  <c:v>0.875</c:v>
                </c:pt>
                <c:pt idx="9546">
                  <c:v>2.2000000000000002</c:v>
                </c:pt>
                <c:pt idx="9547">
                  <c:v>2.5499999999999998</c:v>
                </c:pt>
                <c:pt idx="9548">
                  <c:v>2.625</c:v>
                </c:pt>
                <c:pt idx="9549">
                  <c:v>5.0750000000000002</c:v>
                </c:pt>
                <c:pt idx="9550">
                  <c:v>7.5750000000000002</c:v>
                </c:pt>
                <c:pt idx="9551">
                  <c:v>8.85</c:v>
                </c:pt>
                <c:pt idx="9552">
                  <c:v>8</c:v>
                </c:pt>
                <c:pt idx="9553">
                  <c:v>10</c:v>
                </c:pt>
                <c:pt idx="9554">
                  <c:v>10</c:v>
                </c:pt>
                <c:pt idx="9555">
                  <c:v>10</c:v>
                </c:pt>
                <c:pt idx="9556">
                  <c:v>10</c:v>
                </c:pt>
                <c:pt idx="9557">
                  <c:v>10</c:v>
                </c:pt>
                <c:pt idx="9558">
                  <c:v>11.25</c:v>
                </c:pt>
                <c:pt idx="9559">
                  <c:v>12.5</c:v>
                </c:pt>
                <c:pt idx="9560">
                  <c:v>12.5</c:v>
                </c:pt>
                <c:pt idx="9561">
                  <c:v>12.5</c:v>
                </c:pt>
                <c:pt idx="9562">
                  <c:v>12.5</c:v>
                </c:pt>
                <c:pt idx="9563">
                  <c:v>12.5</c:v>
                </c:pt>
                <c:pt idx="9564">
                  <c:v>25</c:v>
                </c:pt>
                <c:pt idx="9565">
                  <c:v>25</c:v>
                </c:pt>
                <c:pt idx="9566">
                  <c:v>115.717</c:v>
                </c:pt>
                <c:pt idx="9567">
                  <c:v>115.7</c:v>
                </c:pt>
                <c:pt idx="9568">
                  <c:v>115.753</c:v>
                </c:pt>
                <c:pt idx="9569">
                  <c:v>115.61499999999999</c:v>
                </c:pt>
                <c:pt idx="9570">
                  <c:v>25</c:v>
                </c:pt>
                <c:pt idx="9571">
                  <c:v>25</c:v>
                </c:pt>
                <c:pt idx="9572">
                  <c:v>25</c:v>
                </c:pt>
                <c:pt idx="9573">
                  <c:v>25</c:v>
                </c:pt>
                <c:pt idx="9574">
                  <c:v>25</c:v>
                </c:pt>
                <c:pt idx="9575">
                  <c:v>25</c:v>
                </c:pt>
                <c:pt idx="9576">
                  <c:v>25</c:v>
                </c:pt>
                <c:pt idx="9577">
                  <c:v>25</c:v>
                </c:pt>
                <c:pt idx="9578">
                  <c:v>25</c:v>
                </c:pt>
                <c:pt idx="9579">
                  <c:v>25</c:v>
                </c:pt>
                <c:pt idx="9580">
                  <c:v>20</c:v>
                </c:pt>
                <c:pt idx="9581">
                  <c:v>20</c:v>
                </c:pt>
                <c:pt idx="9582">
                  <c:v>20</c:v>
                </c:pt>
                <c:pt idx="9583">
                  <c:v>20</c:v>
                </c:pt>
                <c:pt idx="9584">
                  <c:v>12.5</c:v>
                </c:pt>
                <c:pt idx="9585">
                  <c:v>10</c:v>
                </c:pt>
                <c:pt idx="9586">
                  <c:v>7.5</c:v>
                </c:pt>
                <c:pt idx="9587">
                  <c:v>2.5</c:v>
                </c:pt>
                <c:pt idx="9588">
                  <c:v>1.25</c:v>
                </c:pt>
                <c:pt idx="9589">
                  <c:v>0.5</c:v>
                </c:pt>
                <c:pt idx="9590" formatCode="0.00">
                  <c:v>0</c:v>
                </c:pt>
                <c:pt idx="9591" formatCode="0.00">
                  <c:v>0</c:v>
                </c:pt>
                <c:pt idx="9592" formatCode="0.00">
                  <c:v>0</c:v>
                </c:pt>
                <c:pt idx="9593" formatCode="0.00">
                  <c:v>0</c:v>
                </c:pt>
                <c:pt idx="9594" formatCode="0.00">
                  <c:v>0</c:v>
                </c:pt>
                <c:pt idx="9595" formatCode="0.00">
                  <c:v>0</c:v>
                </c:pt>
                <c:pt idx="9596" formatCode="0.00">
                  <c:v>0</c:v>
                </c:pt>
                <c:pt idx="9597" formatCode="0.00">
                  <c:v>0</c:v>
                </c:pt>
                <c:pt idx="9598" formatCode="0.00">
                  <c:v>0</c:v>
                </c:pt>
                <c:pt idx="9599" formatCode="0.00">
                  <c:v>0</c:v>
                </c:pt>
                <c:pt idx="9600" formatCode="0.00">
                  <c:v>0</c:v>
                </c:pt>
                <c:pt idx="9601" formatCode="0.00">
                  <c:v>0</c:v>
                </c:pt>
                <c:pt idx="9602" formatCode="0.00">
                  <c:v>0</c:v>
                </c:pt>
                <c:pt idx="9603" formatCode="0.00">
                  <c:v>0</c:v>
                </c:pt>
                <c:pt idx="9604" formatCode="0.00">
                  <c:v>0</c:v>
                </c:pt>
                <c:pt idx="9605" formatCode="0.00">
                  <c:v>0</c:v>
                </c:pt>
                <c:pt idx="9606" formatCode="0.00">
                  <c:v>0</c:v>
                </c:pt>
                <c:pt idx="9607" formatCode="0.00">
                  <c:v>0</c:v>
                </c:pt>
                <c:pt idx="9608" formatCode="0.00">
                  <c:v>0</c:v>
                </c:pt>
                <c:pt idx="9609" formatCode="0.00">
                  <c:v>0</c:v>
                </c:pt>
                <c:pt idx="9610" formatCode="0.00">
                  <c:v>0</c:v>
                </c:pt>
                <c:pt idx="9611" formatCode="0.00">
                  <c:v>0</c:v>
                </c:pt>
                <c:pt idx="9612" formatCode="0.00">
                  <c:v>0</c:v>
                </c:pt>
                <c:pt idx="9613" formatCode="0.00">
                  <c:v>0</c:v>
                </c:pt>
                <c:pt idx="9614" formatCode="0.00">
                  <c:v>0</c:v>
                </c:pt>
                <c:pt idx="9615" formatCode="0.00">
                  <c:v>0</c:v>
                </c:pt>
                <c:pt idx="9616" formatCode="0.00">
                  <c:v>0</c:v>
                </c:pt>
                <c:pt idx="9617" formatCode="0.00">
                  <c:v>0</c:v>
                </c:pt>
                <c:pt idx="9618" formatCode="0.00">
                  <c:v>0</c:v>
                </c:pt>
                <c:pt idx="9619" formatCode="0.00">
                  <c:v>0</c:v>
                </c:pt>
                <c:pt idx="9620" formatCode="0.00">
                  <c:v>0</c:v>
                </c:pt>
                <c:pt idx="9621" formatCode="0.00">
                  <c:v>0</c:v>
                </c:pt>
                <c:pt idx="9622" formatCode="0.00">
                  <c:v>0</c:v>
                </c:pt>
                <c:pt idx="9623" formatCode="0.00">
                  <c:v>0</c:v>
                </c:pt>
                <c:pt idx="9624" formatCode="0.00">
                  <c:v>0</c:v>
                </c:pt>
                <c:pt idx="9625" formatCode="0.00">
                  <c:v>0</c:v>
                </c:pt>
                <c:pt idx="9626" formatCode="0.00">
                  <c:v>0</c:v>
                </c:pt>
                <c:pt idx="9627" formatCode="0.00">
                  <c:v>0</c:v>
                </c:pt>
                <c:pt idx="9628" formatCode="0.00">
                  <c:v>0</c:v>
                </c:pt>
                <c:pt idx="9629" formatCode="0.00">
                  <c:v>0</c:v>
                </c:pt>
                <c:pt idx="9630">
                  <c:v>0.39</c:v>
                </c:pt>
                <c:pt idx="9631">
                  <c:v>1.85</c:v>
                </c:pt>
                <c:pt idx="9632">
                  <c:v>5.94</c:v>
                </c:pt>
                <c:pt idx="9633">
                  <c:v>12.36</c:v>
                </c:pt>
                <c:pt idx="9634">
                  <c:v>21.41</c:v>
                </c:pt>
                <c:pt idx="9635">
                  <c:v>31.31</c:v>
                </c:pt>
                <c:pt idx="9636">
                  <c:v>42.26</c:v>
                </c:pt>
                <c:pt idx="9637">
                  <c:v>56.13</c:v>
                </c:pt>
                <c:pt idx="9638">
                  <c:v>65.42</c:v>
                </c:pt>
                <c:pt idx="9639">
                  <c:v>72.64</c:v>
                </c:pt>
                <c:pt idx="9640">
                  <c:v>116</c:v>
                </c:pt>
                <c:pt idx="9641">
                  <c:v>118.5</c:v>
                </c:pt>
                <c:pt idx="9642">
                  <c:v>122</c:v>
                </c:pt>
                <c:pt idx="9643">
                  <c:v>123.75</c:v>
                </c:pt>
                <c:pt idx="9644">
                  <c:v>129.75</c:v>
                </c:pt>
                <c:pt idx="9645">
                  <c:v>128.5</c:v>
                </c:pt>
                <c:pt idx="9646">
                  <c:v>126</c:v>
                </c:pt>
                <c:pt idx="9647">
                  <c:v>123.75</c:v>
                </c:pt>
                <c:pt idx="9648">
                  <c:v>122.5</c:v>
                </c:pt>
                <c:pt idx="9649">
                  <c:v>121</c:v>
                </c:pt>
                <c:pt idx="9650">
                  <c:v>124.5</c:v>
                </c:pt>
                <c:pt idx="9651">
                  <c:v>126</c:v>
                </c:pt>
                <c:pt idx="9652">
                  <c:v>127.5</c:v>
                </c:pt>
                <c:pt idx="9653">
                  <c:v>127</c:v>
                </c:pt>
                <c:pt idx="9654">
                  <c:v>124</c:v>
                </c:pt>
                <c:pt idx="9655">
                  <c:v>125.75</c:v>
                </c:pt>
                <c:pt idx="9656">
                  <c:v>125</c:v>
                </c:pt>
                <c:pt idx="9657">
                  <c:v>140.5</c:v>
                </c:pt>
                <c:pt idx="9658">
                  <c:v>135.13</c:v>
                </c:pt>
                <c:pt idx="9659">
                  <c:v>121.65</c:v>
                </c:pt>
                <c:pt idx="9660">
                  <c:v>112.5</c:v>
                </c:pt>
                <c:pt idx="9661">
                  <c:v>102.64</c:v>
                </c:pt>
                <c:pt idx="9662">
                  <c:v>92.37</c:v>
                </c:pt>
                <c:pt idx="9663">
                  <c:v>74.069999999999993</c:v>
                </c:pt>
                <c:pt idx="9664">
                  <c:v>60.58</c:v>
                </c:pt>
                <c:pt idx="9665">
                  <c:v>47.15</c:v>
                </c:pt>
                <c:pt idx="9666">
                  <c:v>31.54</c:v>
                </c:pt>
                <c:pt idx="9667">
                  <c:v>20.89</c:v>
                </c:pt>
                <c:pt idx="9668">
                  <c:v>12.22</c:v>
                </c:pt>
                <c:pt idx="9669">
                  <c:v>5.8</c:v>
                </c:pt>
                <c:pt idx="9670">
                  <c:v>1.66</c:v>
                </c:pt>
                <c:pt idx="9671">
                  <c:v>71.06</c:v>
                </c:pt>
                <c:pt idx="9672">
                  <c:v>80.75</c:v>
                </c:pt>
                <c:pt idx="9673">
                  <c:v>87.68</c:v>
                </c:pt>
                <c:pt idx="9674">
                  <c:v>94.27</c:v>
                </c:pt>
                <c:pt idx="9675">
                  <c:v>99.98</c:v>
                </c:pt>
                <c:pt idx="9676">
                  <c:v>105.48</c:v>
                </c:pt>
                <c:pt idx="9677">
                  <c:v>111.27</c:v>
                </c:pt>
                <c:pt idx="9678">
                  <c:v>114.5</c:v>
                </c:pt>
                <c:pt idx="9679">
                  <c:v>115.5</c:v>
                </c:pt>
                <c:pt idx="9680">
                  <c:v>0.25</c:v>
                </c:pt>
                <c:pt idx="9681">
                  <c:v>1.31</c:v>
                </c:pt>
                <c:pt idx="9682">
                  <c:v>3.58</c:v>
                </c:pt>
                <c:pt idx="9683">
                  <c:v>7.41</c:v>
                </c:pt>
                <c:pt idx="9684">
                  <c:v>12.84</c:v>
                </c:pt>
                <c:pt idx="9685">
                  <c:v>18.079999999999998</c:v>
                </c:pt>
                <c:pt idx="9686">
                  <c:v>23.78</c:v>
                </c:pt>
                <c:pt idx="9687">
                  <c:v>31.82</c:v>
                </c:pt>
                <c:pt idx="9688">
                  <c:v>41.49</c:v>
                </c:pt>
                <c:pt idx="9689">
                  <c:v>47.75</c:v>
                </c:pt>
                <c:pt idx="9690">
                  <c:v>47.75</c:v>
                </c:pt>
                <c:pt idx="9691">
                  <c:v>47.75</c:v>
                </c:pt>
                <c:pt idx="9692">
                  <c:v>47.75</c:v>
                </c:pt>
                <c:pt idx="9693">
                  <c:v>47.75</c:v>
                </c:pt>
                <c:pt idx="9694">
                  <c:v>47.75</c:v>
                </c:pt>
                <c:pt idx="9695">
                  <c:v>47.75</c:v>
                </c:pt>
                <c:pt idx="9696">
                  <c:v>47.75</c:v>
                </c:pt>
                <c:pt idx="9697">
                  <c:v>47.75</c:v>
                </c:pt>
                <c:pt idx="9698">
                  <c:v>47.75</c:v>
                </c:pt>
                <c:pt idx="9699">
                  <c:v>47.75</c:v>
                </c:pt>
                <c:pt idx="9700">
                  <c:v>47.75</c:v>
                </c:pt>
                <c:pt idx="9701">
                  <c:v>47.75</c:v>
                </c:pt>
                <c:pt idx="9702">
                  <c:v>47.75</c:v>
                </c:pt>
                <c:pt idx="9703">
                  <c:v>47.75</c:v>
                </c:pt>
                <c:pt idx="9704">
                  <c:v>47.75</c:v>
                </c:pt>
                <c:pt idx="9705">
                  <c:v>47.75</c:v>
                </c:pt>
                <c:pt idx="9706">
                  <c:v>47.75</c:v>
                </c:pt>
                <c:pt idx="9707">
                  <c:v>47.75</c:v>
                </c:pt>
                <c:pt idx="9708">
                  <c:v>47.75</c:v>
                </c:pt>
                <c:pt idx="9709">
                  <c:v>47.75</c:v>
                </c:pt>
                <c:pt idx="9710">
                  <c:v>47.75</c:v>
                </c:pt>
                <c:pt idx="9711">
                  <c:v>47.75</c:v>
                </c:pt>
                <c:pt idx="9712">
                  <c:v>47.75</c:v>
                </c:pt>
                <c:pt idx="9713">
                  <c:v>47.75</c:v>
                </c:pt>
                <c:pt idx="9714">
                  <c:v>47.75</c:v>
                </c:pt>
                <c:pt idx="9715">
                  <c:v>47.75</c:v>
                </c:pt>
                <c:pt idx="9716">
                  <c:v>47.75</c:v>
                </c:pt>
                <c:pt idx="9717">
                  <c:v>47.75</c:v>
                </c:pt>
                <c:pt idx="9718">
                  <c:v>47.75</c:v>
                </c:pt>
                <c:pt idx="9719">
                  <c:v>47.75</c:v>
                </c:pt>
                <c:pt idx="9720">
                  <c:v>47.75</c:v>
                </c:pt>
                <c:pt idx="9721">
                  <c:v>47.75</c:v>
                </c:pt>
                <c:pt idx="9722">
                  <c:v>42.97</c:v>
                </c:pt>
                <c:pt idx="9723">
                  <c:v>33.6</c:v>
                </c:pt>
                <c:pt idx="9724">
                  <c:v>25.43</c:v>
                </c:pt>
                <c:pt idx="9725">
                  <c:v>16.510000000000002</c:v>
                </c:pt>
                <c:pt idx="9726">
                  <c:v>11.08</c:v>
                </c:pt>
                <c:pt idx="9727">
                  <c:v>5.94</c:v>
                </c:pt>
                <c:pt idx="9728">
                  <c:v>0.14000000000000001</c:v>
                </c:pt>
                <c:pt idx="9729">
                  <c:v>2.5499999999999998</c:v>
                </c:pt>
                <c:pt idx="9730">
                  <c:v>0.7</c:v>
                </c:pt>
                <c:pt idx="9731">
                  <c:v>70.28</c:v>
                </c:pt>
                <c:pt idx="9732">
                  <c:v>75.89</c:v>
                </c:pt>
                <c:pt idx="9733">
                  <c:v>80.97</c:v>
                </c:pt>
                <c:pt idx="9734">
                  <c:v>61.28</c:v>
                </c:pt>
                <c:pt idx="9735">
                  <c:v>86.96</c:v>
                </c:pt>
                <c:pt idx="9736">
                  <c:v>76.569999999999993</c:v>
                </c:pt>
                <c:pt idx="9737">
                  <c:v>7.95</c:v>
                </c:pt>
                <c:pt idx="9738">
                  <c:v>14.57</c:v>
                </c:pt>
                <c:pt idx="9739">
                  <c:v>23.91</c:v>
                </c:pt>
                <c:pt idx="9740">
                  <c:v>71.290000000000006</c:v>
                </c:pt>
                <c:pt idx="9741">
                  <c:v>65.650000000000006</c:v>
                </c:pt>
                <c:pt idx="9742">
                  <c:v>59.07</c:v>
                </c:pt>
                <c:pt idx="9743">
                  <c:v>51.77</c:v>
                </c:pt>
                <c:pt idx="9744">
                  <c:v>43.72</c:v>
                </c:pt>
                <c:pt idx="9745">
                  <c:v>35.39</c:v>
                </c:pt>
                <c:pt idx="9746">
                  <c:v>26.31</c:v>
                </c:pt>
                <c:pt idx="9747" formatCode="0.00">
                  <c:v>0</c:v>
                </c:pt>
                <c:pt idx="9748" formatCode="0.00">
                  <c:v>0</c:v>
                </c:pt>
                <c:pt idx="9749" formatCode="0.00">
                  <c:v>0</c:v>
                </c:pt>
                <c:pt idx="9750" formatCode="0.00">
                  <c:v>0</c:v>
                </c:pt>
                <c:pt idx="9751" formatCode="0.00">
                  <c:v>0</c:v>
                </c:pt>
                <c:pt idx="9752" formatCode="0.00">
                  <c:v>0</c:v>
                </c:pt>
                <c:pt idx="9753" formatCode="0.00">
                  <c:v>0</c:v>
                </c:pt>
                <c:pt idx="9754" formatCode="0.00">
                  <c:v>0</c:v>
                </c:pt>
                <c:pt idx="9755" formatCode="0.00">
                  <c:v>0</c:v>
                </c:pt>
                <c:pt idx="9756" formatCode="0.00">
                  <c:v>0</c:v>
                </c:pt>
                <c:pt idx="9757" formatCode="0.00">
                  <c:v>0</c:v>
                </c:pt>
                <c:pt idx="9758" formatCode="0.00">
                  <c:v>0</c:v>
                </c:pt>
                <c:pt idx="9759" formatCode="0.00">
                  <c:v>0</c:v>
                </c:pt>
                <c:pt idx="9760" formatCode="0.00">
                  <c:v>0</c:v>
                </c:pt>
                <c:pt idx="9761" formatCode="0.00">
                  <c:v>0</c:v>
                </c:pt>
                <c:pt idx="9762" formatCode="0.00">
                  <c:v>0</c:v>
                </c:pt>
                <c:pt idx="9763" formatCode="0.00">
                  <c:v>0</c:v>
                </c:pt>
                <c:pt idx="9764" formatCode="0.00">
                  <c:v>0</c:v>
                </c:pt>
                <c:pt idx="9765" formatCode="0.00">
                  <c:v>0</c:v>
                </c:pt>
                <c:pt idx="9766" formatCode="0.00">
                  <c:v>0</c:v>
                </c:pt>
                <c:pt idx="9767" formatCode="0.00">
                  <c:v>0</c:v>
                </c:pt>
                <c:pt idx="9768" formatCode="0.00">
                  <c:v>0</c:v>
                </c:pt>
                <c:pt idx="9769" formatCode="0.00">
                  <c:v>0</c:v>
                </c:pt>
                <c:pt idx="9770" formatCode="0.00">
                  <c:v>0</c:v>
                </c:pt>
                <c:pt idx="9771">
                  <c:v>0.56999999999999995</c:v>
                </c:pt>
                <c:pt idx="9772">
                  <c:v>1.33</c:v>
                </c:pt>
                <c:pt idx="9773">
                  <c:v>1.52</c:v>
                </c:pt>
                <c:pt idx="9774">
                  <c:v>1.77</c:v>
                </c:pt>
                <c:pt idx="9775">
                  <c:v>1.99</c:v>
                </c:pt>
                <c:pt idx="9776">
                  <c:v>1.99</c:v>
                </c:pt>
                <c:pt idx="9777">
                  <c:v>2.1800000000000002</c:v>
                </c:pt>
                <c:pt idx="9778">
                  <c:v>1.96</c:v>
                </c:pt>
                <c:pt idx="9779">
                  <c:v>1.3</c:v>
                </c:pt>
                <c:pt idx="9780">
                  <c:v>2.09</c:v>
                </c:pt>
                <c:pt idx="9781">
                  <c:v>2.93</c:v>
                </c:pt>
                <c:pt idx="9782">
                  <c:v>3.49</c:v>
                </c:pt>
                <c:pt idx="9783">
                  <c:v>3.89</c:v>
                </c:pt>
                <c:pt idx="9784">
                  <c:v>6.61</c:v>
                </c:pt>
                <c:pt idx="9785">
                  <c:v>10.27</c:v>
                </c:pt>
                <c:pt idx="9786">
                  <c:v>13.82</c:v>
                </c:pt>
                <c:pt idx="9787">
                  <c:v>17.12</c:v>
                </c:pt>
                <c:pt idx="9788">
                  <c:v>20.79</c:v>
                </c:pt>
                <c:pt idx="9789">
                  <c:v>20.85</c:v>
                </c:pt>
                <c:pt idx="9790">
                  <c:v>21</c:v>
                </c:pt>
                <c:pt idx="9791">
                  <c:v>30.08</c:v>
                </c:pt>
                <c:pt idx="9792">
                  <c:v>27.6</c:v>
                </c:pt>
                <c:pt idx="9793">
                  <c:v>22.74</c:v>
                </c:pt>
                <c:pt idx="9794">
                  <c:v>19.829999999999998</c:v>
                </c:pt>
                <c:pt idx="9795">
                  <c:v>6.41</c:v>
                </c:pt>
                <c:pt idx="9796">
                  <c:v>6.16</c:v>
                </c:pt>
                <c:pt idx="9797">
                  <c:v>4.1100000000000003</c:v>
                </c:pt>
                <c:pt idx="9798">
                  <c:v>3.68</c:v>
                </c:pt>
                <c:pt idx="9799">
                  <c:v>2.71</c:v>
                </c:pt>
                <c:pt idx="9800">
                  <c:v>1.75</c:v>
                </c:pt>
                <c:pt idx="9801">
                  <c:v>1.08</c:v>
                </c:pt>
                <c:pt idx="9802">
                  <c:v>0.56000000000000005</c:v>
                </c:pt>
                <c:pt idx="9803">
                  <c:v>1.8</c:v>
                </c:pt>
                <c:pt idx="9804">
                  <c:v>1.1599999999999999</c:v>
                </c:pt>
                <c:pt idx="9805">
                  <c:v>0.81</c:v>
                </c:pt>
                <c:pt idx="9806">
                  <c:v>0.15</c:v>
                </c:pt>
                <c:pt idx="9807">
                  <c:v>0.75</c:v>
                </c:pt>
                <c:pt idx="9808">
                  <c:v>0.95</c:v>
                </c:pt>
                <c:pt idx="9809">
                  <c:v>1.54</c:v>
                </c:pt>
                <c:pt idx="9810">
                  <c:v>1.1399999999999999</c:v>
                </c:pt>
                <c:pt idx="9811" formatCode="0.00">
                  <c:v>0</c:v>
                </c:pt>
                <c:pt idx="9812" formatCode="0.00">
                  <c:v>0</c:v>
                </c:pt>
                <c:pt idx="9813" formatCode="0.00">
                  <c:v>0</c:v>
                </c:pt>
                <c:pt idx="9814">
                  <c:v>2.61</c:v>
                </c:pt>
                <c:pt idx="9815">
                  <c:v>7.3</c:v>
                </c:pt>
                <c:pt idx="9816">
                  <c:v>20.73</c:v>
                </c:pt>
                <c:pt idx="9817">
                  <c:v>32.15</c:v>
                </c:pt>
                <c:pt idx="9818">
                  <c:v>43.7</c:v>
                </c:pt>
                <c:pt idx="9819">
                  <c:v>29.78</c:v>
                </c:pt>
                <c:pt idx="9820">
                  <c:v>38.72</c:v>
                </c:pt>
                <c:pt idx="9821">
                  <c:v>49.53</c:v>
                </c:pt>
                <c:pt idx="9822">
                  <c:v>55.7</c:v>
                </c:pt>
                <c:pt idx="9823">
                  <c:v>18.489999999999998</c:v>
                </c:pt>
                <c:pt idx="9824">
                  <c:v>24.16</c:v>
                </c:pt>
                <c:pt idx="9825">
                  <c:v>24.86</c:v>
                </c:pt>
                <c:pt idx="9826">
                  <c:v>26.44</c:v>
                </c:pt>
                <c:pt idx="9827">
                  <c:v>26.52</c:v>
                </c:pt>
                <c:pt idx="9828">
                  <c:v>26.42</c:v>
                </c:pt>
                <c:pt idx="9829">
                  <c:v>24.28</c:v>
                </c:pt>
                <c:pt idx="9830">
                  <c:v>26.54</c:v>
                </c:pt>
                <c:pt idx="9831">
                  <c:v>35.25</c:v>
                </c:pt>
                <c:pt idx="9832">
                  <c:v>34.72</c:v>
                </c:pt>
                <c:pt idx="9833">
                  <c:v>33.78</c:v>
                </c:pt>
                <c:pt idx="9834">
                  <c:v>32.78</c:v>
                </c:pt>
                <c:pt idx="9835">
                  <c:v>21.89</c:v>
                </c:pt>
                <c:pt idx="9836">
                  <c:v>23.62</c:v>
                </c:pt>
                <c:pt idx="9837">
                  <c:v>16.73</c:v>
                </c:pt>
                <c:pt idx="9838">
                  <c:v>15.22</c:v>
                </c:pt>
                <c:pt idx="9839">
                  <c:v>43.04</c:v>
                </c:pt>
                <c:pt idx="9840">
                  <c:v>34.9</c:v>
                </c:pt>
                <c:pt idx="9841">
                  <c:v>26.1</c:v>
                </c:pt>
                <c:pt idx="9842">
                  <c:v>15.41</c:v>
                </c:pt>
                <c:pt idx="9843">
                  <c:v>31.27</c:v>
                </c:pt>
                <c:pt idx="9844">
                  <c:v>23.99</c:v>
                </c:pt>
                <c:pt idx="9845">
                  <c:v>13.31</c:v>
                </c:pt>
                <c:pt idx="9846" formatCode="0.00">
                  <c:v>0</c:v>
                </c:pt>
                <c:pt idx="9847" formatCode="0.00">
                  <c:v>0</c:v>
                </c:pt>
                <c:pt idx="9848" formatCode="0.00">
                  <c:v>0</c:v>
                </c:pt>
                <c:pt idx="9849" formatCode="0.00">
                  <c:v>0</c:v>
                </c:pt>
                <c:pt idx="9850" formatCode="0.00">
                  <c:v>0</c:v>
                </c:pt>
                <c:pt idx="9851">
                  <c:v>0.6</c:v>
                </c:pt>
                <c:pt idx="9852">
                  <c:v>0.9</c:v>
                </c:pt>
                <c:pt idx="9853">
                  <c:v>0.93</c:v>
                </c:pt>
                <c:pt idx="9854">
                  <c:v>1.0900000000000001</c:v>
                </c:pt>
                <c:pt idx="9855">
                  <c:v>1.29</c:v>
                </c:pt>
                <c:pt idx="9856">
                  <c:v>1.83</c:v>
                </c:pt>
                <c:pt idx="9857">
                  <c:v>2.25</c:v>
                </c:pt>
                <c:pt idx="9858">
                  <c:v>2.8</c:v>
                </c:pt>
                <c:pt idx="9859">
                  <c:v>3.39</c:v>
                </c:pt>
                <c:pt idx="9860">
                  <c:v>3.61</c:v>
                </c:pt>
                <c:pt idx="9861">
                  <c:v>3.72</c:v>
                </c:pt>
                <c:pt idx="9862">
                  <c:v>3.98</c:v>
                </c:pt>
                <c:pt idx="9863">
                  <c:v>4.58</c:v>
                </c:pt>
                <c:pt idx="9864">
                  <c:v>4.84</c:v>
                </c:pt>
                <c:pt idx="9865">
                  <c:v>5.86</c:v>
                </c:pt>
                <c:pt idx="9866">
                  <c:v>8.84</c:v>
                </c:pt>
                <c:pt idx="9867">
                  <c:v>11.76</c:v>
                </c:pt>
                <c:pt idx="9868">
                  <c:v>49.05</c:v>
                </c:pt>
                <c:pt idx="9869">
                  <c:v>24.52</c:v>
                </c:pt>
                <c:pt idx="9870">
                  <c:v>39.43</c:v>
                </c:pt>
                <c:pt idx="9871">
                  <c:v>40.01</c:v>
                </c:pt>
                <c:pt idx="9872">
                  <c:v>43.18</c:v>
                </c:pt>
                <c:pt idx="9873">
                  <c:v>48.66</c:v>
                </c:pt>
                <c:pt idx="9874">
                  <c:v>43.75</c:v>
                </c:pt>
                <c:pt idx="9875">
                  <c:v>27.21</c:v>
                </c:pt>
                <c:pt idx="9876">
                  <c:v>29.8</c:v>
                </c:pt>
                <c:pt idx="9877">
                  <c:v>17.62</c:v>
                </c:pt>
                <c:pt idx="9878">
                  <c:v>9.61</c:v>
                </c:pt>
                <c:pt idx="9879">
                  <c:v>4.76</c:v>
                </c:pt>
                <c:pt idx="9880">
                  <c:v>4.0199999999999996</c:v>
                </c:pt>
                <c:pt idx="9881">
                  <c:v>3.77</c:v>
                </c:pt>
                <c:pt idx="9882">
                  <c:v>3.41</c:v>
                </c:pt>
                <c:pt idx="9883">
                  <c:v>2.4700000000000002</c:v>
                </c:pt>
                <c:pt idx="9884">
                  <c:v>2.04</c:v>
                </c:pt>
                <c:pt idx="9885">
                  <c:v>1.2</c:v>
                </c:pt>
                <c:pt idx="9886">
                  <c:v>0.54</c:v>
                </c:pt>
                <c:pt idx="9887">
                  <c:v>0.15</c:v>
                </c:pt>
                <c:pt idx="9888" formatCode="0.00">
                  <c:v>0</c:v>
                </c:pt>
                <c:pt idx="9889" formatCode="0.00">
                  <c:v>0</c:v>
                </c:pt>
                <c:pt idx="9890" formatCode="0.00">
                  <c:v>0</c:v>
                </c:pt>
                <c:pt idx="9891" formatCode="0.00">
                  <c:v>0</c:v>
                </c:pt>
                <c:pt idx="9892" formatCode="0.00">
                  <c:v>0</c:v>
                </c:pt>
                <c:pt idx="9893" formatCode="0.00">
                  <c:v>0</c:v>
                </c:pt>
                <c:pt idx="9894" formatCode="0.00">
                  <c:v>0</c:v>
                </c:pt>
                <c:pt idx="9895" formatCode="0.00">
                  <c:v>0</c:v>
                </c:pt>
                <c:pt idx="9896" formatCode="0.00">
                  <c:v>0</c:v>
                </c:pt>
                <c:pt idx="9897" formatCode="0.00">
                  <c:v>0</c:v>
                </c:pt>
                <c:pt idx="9898" formatCode="0.00">
                  <c:v>0</c:v>
                </c:pt>
                <c:pt idx="9899" formatCode="0.00">
                  <c:v>0</c:v>
                </c:pt>
                <c:pt idx="9900" formatCode="0.00">
                  <c:v>0</c:v>
                </c:pt>
                <c:pt idx="9901" formatCode="0.00">
                  <c:v>0</c:v>
                </c:pt>
                <c:pt idx="9902" formatCode="0.00">
                  <c:v>0</c:v>
                </c:pt>
                <c:pt idx="9903" formatCode="0.00">
                  <c:v>0</c:v>
                </c:pt>
                <c:pt idx="9904" formatCode="0.00">
                  <c:v>0</c:v>
                </c:pt>
                <c:pt idx="9905" formatCode="0.00">
                  <c:v>0</c:v>
                </c:pt>
                <c:pt idx="9906" formatCode="0.00">
                  <c:v>0</c:v>
                </c:pt>
                <c:pt idx="9907" formatCode="0.00">
                  <c:v>0</c:v>
                </c:pt>
                <c:pt idx="9908">
                  <c:v>17.79</c:v>
                </c:pt>
                <c:pt idx="9909">
                  <c:v>8.83</c:v>
                </c:pt>
                <c:pt idx="9910">
                  <c:v>29.85</c:v>
                </c:pt>
                <c:pt idx="9911">
                  <c:v>30.03</c:v>
                </c:pt>
                <c:pt idx="9912">
                  <c:v>29.52</c:v>
                </c:pt>
                <c:pt idx="9913">
                  <c:v>28.44</c:v>
                </c:pt>
                <c:pt idx="9914">
                  <c:v>27.62</c:v>
                </c:pt>
                <c:pt idx="9915" formatCode="0.00">
                  <c:v>0</c:v>
                </c:pt>
                <c:pt idx="9916" formatCode="0.00">
                  <c:v>0</c:v>
                </c:pt>
                <c:pt idx="9917" formatCode="0.00">
                  <c:v>0</c:v>
                </c:pt>
                <c:pt idx="9918" formatCode="0.00">
                  <c:v>0</c:v>
                </c:pt>
                <c:pt idx="9919" formatCode="0.00">
                  <c:v>0</c:v>
                </c:pt>
                <c:pt idx="9920" formatCode="0.00">
                  <c:v>0</c:v>
                </c:pt>
                <c:pt idx="9921" formatCode="0.00">
                  <c:v>0</c:v>
                </c:pt>
                <c:pt idx="9922" formatCode="0.00">
                  <c:v>0</c:v>
                </c:pt>
                <c:pt idx="9923">
                  <c:v>9.41</c:v>
                </c:pt>
                <c:pt idx="9924" formatCode="0.00">
                  <c:v>0</c:v>
                </c:pt>
                <c:pt idx="9925" formatCode="0.00">
                  <c:v>0</c:v>
                </c:pt>
                <c:pt idx="9926" formatCode="0.00">
                  <c:v>0</c:v>
                </c:pt>
                <c:pt idx="9927" formatCode="0.00">
                  <c:v>0</c:v>
                </c:pt>
                <c:pt idx="9928" formatCode="0.00">
                  <c:v>0</c:v>
                </c:pt>
                <c:pt idx="9929" formatCode="0.00">
                  <c:v>0</c:v>
                </c:pt>
                <c:pt idx="9930" formatCode="0.00">
                  <c:v>0</c:v>
                </c:pt>
                <c:pt idx="9931" formatCode="0.00">
                  <c:v>0</c:v>
                </c:pt>
                <c:pt idx="9932" formatCode="0.00">
                  <c:v>0</c:v>
                </c:pt>
                <c:pt idx="9933" formatCode="0.00">
                  <c:v>0</c:v>
                </c:pt>
                <c:pt idx="9934" formatCode="0.00">
                  <c:v>0</c:v>
                </c:pt>
                <c:pt idx="9935" formatCode="0.00">
                  <c:v>0</c:v>
                </c:pt>
                <c:pt idx="9936" formatCode="0.00">
                  <c:v>0</c:v>
                </c:pt>
                <c:pt idx="9937" formatCode="0.00">
                  <c:v>0</c:v>
                </c:pt>
                <c:pt idx="9938" formatCode="0.00">
                  <c:v>0</c:v>
                </c:pt>
                <c:pt idx="9939" formatCode="0.00">
                  <c:v>0</c:v>
                </c:pt>
                <c:pt idx="9940" formatCode="0.00">
                  <c:v>0</c:v>
                </c:pt>
                <c:pt idx="9941" formatCode="0.00">
                  <c:v>0</c:v>
                </c:pt>
                <c:pt idx="9942" formatCode="0.00">
                  <c:v>0</c:v>
                </c:pt>
                <c:pt idx="9943" formatCode="0.00">
                  <c:v>0</c:v>
                </c:pt>
                <c:pt idx="9944" formatCode="0.00">
                  <c:v>0</c:v>
                </c:pt>
                <c:pt idx="9945" formatCode="0.00">
                  <c:v>0</c:v>
                </c:pt>
                <c:pt idx="9946" formatCode="0.00">
                  <c:v>0</c:v>
                </c:pt>
                <c:pt idx="9947" formatCode="0.00">
                  <c:v>0</c:v>
                </c:pt>
                <c:pt idx="9948" formatCode="0.00">
                  <c:v>0</c:v>
                </c:pt>
                <c:pt idx="9949" formatCode="0.00">
                  <c:v>0</c:v>
                </c:pt>
                <c:pt idx="9950" formatCode="0.00">
                  <c:v>0</c:v>
                </c:pt>
                <c:pt idx="9951" formatCode="0.00">
                  <c:v>0</c:v>
                </c:pt>
                <c:pt idx="9952" formatCode="0.00">
                  <c:v>0</c:v>
                </c:pt>
                <c:pt idx="9953" formatCode="0.00">
                  <c:v>0</c:v>
                </c:pt>
                <c:pt idx="9954" formatCode="0.00">
                  <c:v>0</c:v>
                </c:pt>
                <c:pt idx="9955" formatCode="0.00">
                  <c:v>0</c:v>
                </c:pt>
                <c:pt idx="9956" formatCode="0.00">
                  <c:v>0</c:v>
                </c:pt>
                <c:pt idx="9957" formatCode="0.00">
                  <c:v>0</c:v>
                </c:pt>
                <c:pt idx="9958" formatCode="0.00">
                  <c:v>0</c:v>
                </c:pt>
                <c:pt idx="9959" formatCode="0.00">
                  <c:v>0</c:v>
                </c:pt>
                <c:pt idx="9960" formatCode="0.00">
                  <c:v>0</c:v>
                </c:pt>
                <c:pt idx="9961" formatCode="0.00">
                  <c:v>0</c:v>
                </c:pt>
                <c:pt idx="9962" formatCode="0.00">
                  <c:v>0</c:v>
                </c:pt>
                <c:pt idx="9963" formatCode="0.00">
                  <c:v>0</c:v>
                </c:pt>
                <c:pt idx="9964" formatCode="0.00">
                  <c:v>0</c:v>
                </c:pt>
                <c:pt idx="9965" formatCode="0.00">
                  <c:v>0</c:v>
                </c:pt>
                <c:pt idx="9966" formatCode="0.00">
                  <c:v>0</c:v>
                </c:pt>
                <c:pt idx="9967" formatCode="0.00">
                  <c:v>0</c:v>
                </c:pt>
                <c:pt idx="9968" formatCode="0.00">
                  <c:v>0</c:v>
                </c:pt>
                <c:pt idx="9969" formatCode="0.00">
                  <c:v>0</c:v>
                </c:pt>
                <c:pt idx="9970" formatCode="0.00">
                  <c:v>0</c:v>
                </c:pt>
                <c:pt idx="9971" formatCode="0.00">
                  <c:v>0</c:v>
                </c:pt>
                <c:pt idx="9972" formatCode="0.00">
                  <c:v>0</c:v>
                </c:pt>
                <c:pt idx="9973" formatCode="0.00">
                  <c:v>0</c:v>
                </c:pt>
                <c:pt idx="9974" formatCode="0.00">
                  <c:v>0</c:v>
                </c:pt>
                <c:pt idx="9975" formatCode="0.00">
                  <c:v>0</c:v>
                </c:pt>
                <c:pt idx="9976" formatCode="0.00">
                  <c:v>0</c:v>
                </c:pt>
                <c:pt idx="9977" formatCode="0.00">
                  <c:v>0</c:v>
                </c:pt>
                <c:pt idx="9978">
                  <c:v>18.11</c:v>
                </c:pt>
                <c:pt idx="9979">
                  <c:v>20.05</c:v>
                </c:pt>
                <c:pt idx="9980">
                  <c:v>26.91</c:v>
                </c:pt>
                <c:pt idx="9981">
                  <c:v>50.19</c:v>
                </c:pt>
                <c:pt idx="9982">
                  <c:v>54.8</c:v>
                </c:pt>
                <c:pt idx="9983" formatCode="0.00">
                  <c:v>0</c:v>
                </c:pt>
                <c:pt idx="9984" formatCode="0.00">
                  <c:v>0</c:v>
                </c:pt>
                <c:pt idx="9985" formatCode="0.00">
                  <c:v>0</c:v>
                </c:pt>
                <c:pt idx="9986" formatCode="0.00">
                  <c:v>0</c:v>
                </c:pt>
                <c:pt idx="9987" formatCode="0.00">
                  <c:v>0</c:v>
                </c:pt>
                <c:pt idx="9988" formatCode="0.00">
                  <c:v>0</c:v>
                </c:pt>
                <c:pt idx="9989" formatCode="0.00">
                  <c:v>0</c:v>
                </c:pt>
                <c:pt idx="9990" formatCode="0.00">
                  <c:v>0</c:v>
                </c:pt>
                <c:pt idx="9991" formatCode="0.00">
                  <c:v>0</c:v>
                </c:pt>
                <c:pt idx="9992" formatCode="0.00">
                  <c:v>0</c:v>
                </c:pt>
                <c:pt idx="9993" formatCode="0.00">
                  <c:v>0</c:v>
                </c:pt>
                <c:pt idx="9994" formatCode="0.00">
                  <c:v>0</c:v>
                </c:pt>
                <c:pt idx="9995" formatCode="0.00">
                  <c:v>0</c:v>
                </c:pt>
                <c:pt idx="9996" formatCode="0.00">
                  <c:v>0</c:v>
                </c:pt>
                <c:pt idx="9997" formatCode="0.00">
                  <c:v>0</c:v>
                </c:pt>
                <c:pt idx="9998" formatCode="0.00">
                  <c:v>0</c:v>
                </c:pt>
                <c:pt idx="9999" formatCode="0.00">
                  <c:v>0</c:v>
                </c:pt>
                <c:pt idx="10000" formatCode="0.00">
                  <c:v>0</c:v>
                </c:pt>
                <c:pt idx="10001" formatCode="0.00">
                  <c:v>0</c:v>
                </c:pt>
                <c:pt idx="10002" formatCode="0.00">
                  <c:v>0</c:v>
                </c:pt>
                <c:pt idx="10003" formatCode="0.00">
                  <c:v>0</c:v>
                </c:pt>
                <c:pt idx="10004" formatCode="0.00">
                  <c:v>0</c:v>
                </c:pt>
                <c:pt idx="10005" formatCode="0.00">
                  <c:v>0</c:v>
                </c:pt>
                <c:pt idx="10006" formatCode="0.00">
                  <c:v>0</c:v>
                </c:pt>
                <c:pt idx="10007" formatCode="0.00">
                  <c:v>0</c:v>
                </c:pt>
                <c:pt idx="10008" formatCode="0.00">
                  <c:v>0</c:v>
                </c:pt>
                <c:pt idx="10009" formatCode="0.00">
                  <c:v>0</c:v>
                </c:pt>
                <c:pt idx="10010" formatCode="0.00">
                  <c:v>0</c:v>
                </c:pt>
                <c:pt idx="10011" formatCode="0.00">
                  <c:v>0</c:v>
                </c:pt>
                <c:pt idx="10012" formatCode="0.00">
                  <c:v>0</c:v>
                </c:pt>
                <c:pt idx="10013" formatCode="0.00">
                  <c:v>0</c:v>
                </c:pt>
                <c:pt idx="10014" formatCode="0.00">
                  <c:v>0</c:v>
                </c:pt>
                <c:pt idx="10015" formatCode="0.00">
                  <c:v>0</c:v>
                </c:pt>
                <c:pt idx="10016" formatCode="0.00">
                  <c:v>0</c:v>
                </c:pt>
                <c:pt idx="10017" formatCode="0.00">
                  <c:v>0</c:v>
                </c:pt>
                <c:pt idx="10018" formatCode="0.00">
                  <c:v>0</c:v>
                </c:pt>
                <c:pt idx="10019" formatCode="0.00">
                  <c:v>0</c:v>
                </c:pt>
                <c:pt idx="10020" formatCode="0.00">
                  <c:v>0</c:v>
                </c:pt>
                <c:pt idx="10021" formatCode="0.00">
                  <c:v>0</c:v>
                </c:pt>
                <c:pt idx="10022" formatCode="0.00">
                  <c:v>0</c:v>
                </c:pt>
                <c:pt idx="10023" formatCode="0.00">
                  <c:v>0</c:v>
                </c:pt>
                <c:pt idx="10024" formatCode="0.00">
                  <c:v>0</c:v>
                </c:pt>
                <c:pt idx="10025" formatCode="0.00">
                  <c:v>0</c:v>
                </c:pt>
                <c:pt idx="10026" formatCode="0.00">
                  <c:v>0</c:v>
                </c:pt>
                <c:pt idx="10027" formatCode="0.00">
                  <c:v>0</c:v>
                </c:pt>
                <c:pt idx="10028" formatCode="0.00">
                  <c:v>0</c:v>
                </c:pt>
                <c:pt idx="10029" formatCode="0.00">
                  <c:v>0</c:v>
                </c:pt>
                <c:pt idx="10030" formatCode="0.00">
                  <c:v>0</c:v>
                </c:pt>
                <c:pt idx="10031" formatCode="0.00">
                  <c:v>0</c:v>
                </c:pt>
                <c:pt idx="10032" formatCode="0.00">
                  <c:v>0</c:v>
                </c:pt>
                <c:pt idx="10033" formatCode="0.00">
                  <c:v>0</c:v>
                </c:pt>
                <c:pt idx="10034" formatCode="0.00">
                  <c:v>0</c:v>
                </c:pt>
                <c:pt idx="10035" formatCode="0.00">
                  <c:v>0</c:v>
                </c:pt>
                <c:pt idx="10036" formatCode="0.00">
                  <c:v>0</c:v>
                </c:pt>
                <c:pt idx="10037" formatCode="0.00">
                  <c:v>0</c:v>
                </c:pt>
                <c:pt idx="10038" formatCode="0.00">
                  <c:v>0</c:v>
                </c:pt>
                <c:pt idx="10039" formatCode="0.00">
                  <c:v>0</c:v>
                </c:pt>
                <c:pt idx="10040" formatCode="0.00">
                  <c:v>0</c:v>
                </c:pt>
                <c:pt idx="10041" formatCode="0.00">
                  <c:v>0</c:v>
                </c:pt>
                <c:pt idx="10042" formatCode="0.00">
                  <c:v>0</c:v>
                </c:pt>
                <c:pt idx="10043" formatCode="0.00">
                  <c:v>0</c:v>
                </c:pt>
                <c:pt idx="10044" formatCode="0.00">
                  <c:v>0</c:v>
                </c:pt>
                <c:pt idx="10045" formatCode="0.00">
                  <c:v>0</c:v>
                </c:pt>
                <c:pt idx="10046" formatCode="0.00">
                  <c:v>0</c:v>
                </c:pt>
                <c:pt idx="10047" formatCode="0.00">
                  <c:v>0</c:v>
                </c:pt>
                <c:pt idx="10048" formatCode="0.00">
                  <c:v>0</c:v>
                </c:pt>
                <c:pt idx="10049" formatCode="0.00">
                  <c:v>0</c:v>
                </c:pt>
                <c:pt idx="10050" formatCode="0.00">
                  <c:v>0</c:v>
                </c:pt>
                <c:pt idx="10051">
                  <c:v>0.2</c:v>
                </c:pt>
                <c:pt idx="10052">
                  <c:v>1.83</c:v>
                </c:pt>
                <c:pt idx="10053">
                  <c:v>4.12</c:v>
                </c:pt>
                <c:pt idx="10054">
                  <c:v>6.89</c:v>
                </c:pt>
                <c:pt idx="10055">
                  <c:v>10</c:v>
                </c:pt>
                <c:pt idx="10056">
                  <c:v>13.2</c:v>
                </c:pt>
                <c:pt idx="10057">
                  <c:v>16.350000000000001</c:v>
                </c:pt>
                <c:pt idx="10058">
                  <c:v>19.350000000000001</c:v>
                </c:pt>
                <c:pt idx="10059">
                  <c:v>20.63</c:v>
                </c:pt>
                <c:pt idx="10060">
                  <c:v>20.63</c:v>
                </c:pt>
                <c:pt idx="10061">
                  <c:v>20.63</c:v>
                </c:pt>
                <c:pt idx="10062">
                  <c:v>20.63</c:v>
                </c:pt>
                <c:pt idx="10063">
                  <c:v>23.07</c:v>
                </c:pt>
                <c:pt idx="10064">
                  <c:v>31.16</c:v>
                </c:pt>
                <c:pt idx="10065">
                  <c:v>39.61</c:v>
                </c:pt>
                <c:pt idx="10066">
                  <c:v>48.35</c:v>
                </c:pt>
                <c:pt idx="10067">
                  <c:v>55.25</c:v>
                </c:pt>
                <c:pt idx="10068">
                  <c:v>62.27</c:v>
                </c:pt>
                <c:pt idx="10069">
                  <c:v>69.75</c:v>
                </c:pt>
                <c:pt idx="10070">
                  <c:v>72.27</c:v>
                </c:pt>
                <c:pt idx="10071">
                  <c:v>75.38</c:v>
                </c:pt>
                <c:pt idx="10072">
                  <c:v>75.38</c:v>
                </c:pt>
                <c:pt idx="10073">
                  <c:v>75.38</c:v>
                </c:pt>
                <c:pt idx="10074">
                  <c:v>75.38</c:v>
                </c:pt>
                <c:pt idx="10075">
                  <c:v>75.38</c:v>
                </c:pt>
                <c:pt idx="10076">
                  <c:v>75.38</c:v>
                </c:pt>
                <c:pt idx="10077">
                  <c:v>75.38</c:v>
                </c:pt>
                <c:pt idx="10078">
                  <c:v>74.88</c:v>
                </c:pt>
                <c:pt idx="10079">
                  <c:v>75.13</c:v>
                </c:pt>
                <c:pt idx="10080">
                  <c:v>74.38</c:v>
                </c:pt>
                <c:pt idx="10081">
                  <c:v>74.38</c:v>
                </c:pt>
                <c:pt idx="10082">
                  <c:v>74.38</c:v>
                </c:pt>
                <c:pt idx="10083">
                  <c:v>74.13</c:v>
                </c:pt>
                <c:pt idx="10084">
                  <c:v>74.13</c:v>
                </c:pt>
                <c:pt idx="10085">
                  <c:v>73.13</c:v>
                </c:pt>
                <c:pt idx="10086">
                  <c:v>73.13</c:v>
                </c:pt>
                <c:pt idx="10087">
                  <c:v>72.88</c:v>
                </c:pt>
                <c:pt idx="10088">
                  <c:v>72.63</c:v>
                </c:pt>
                <c:pt idx="10089">
                  <c:v>71.38</c:v>
                </c:pt>
                <c:pt idx="10090">
                  <c:v>67.31</c:v>
                </c:pt>
                <c:pt idx="10091">
                  <c:v>60.68</c:v>
                </c:pt>
                <c:pt idx="10092">
                  <c:v>48.64</c:v>
                </c:pt>
                <c:pt idx="10093">
                  <c:v>37.979999999999997</c:v>
                </c:pt>
                <c:pt idx="10094">
                  <c:v>25.06</c:v>
                </c:pt>
                <c:pt idx="10095">
                  <c:v>16</c:v>
                </c:pt>
                <c:pt idx="10096">
                  <c:v>8.68</c:v>
                </c:pt>
                <c:pt idx="10097">
                  <c:v>3.2</c:v>
                </c:pt>
                <c:pt idx="10098">
                  <c:v>1</c:v>
                </c:pt>
                <c:pt idx="10099">
                  <c:v>0.5</c:v>
                </c:pt>
                <c:pt idx="10100">
                  <c:v>0.32</c:v>
                </c:pt>
                <c:pt idx="10101">
                  <c:v>2.09</c:v>
                </c:pt>
                <c:pt idx="10102">
                  <c:v>4.58</c:v>
                </c:pt>
                <c:pt idx="10103">
                  <c:v>7.57</c:v>
                </c:pt>
                <c:pt idx="10104">
                  <c:v>10.9</c:v>
                </c:pt>
                <c:pt idx="10105">
                  <c:v>14.34</c:v>
                </c:pt>
                <c:pt idx="10106">
                  <c:v>16.75</c:v>
                </c:pt>
                <c:pt idx="10107">
                  <c:v>16.75</c:v>
                </c:pt>
                <c:pt idx="10108">
                  <c:v>16.75</c:v>
                </c:pt>
                <c:pt idx="10109">
                  <c:v>16.75</c:v>
                </c:pt>
                <c:pt idx="10110">
                  <c:v>16.75</c:v>
                </c:pt>
                <c:pt idx="10111">
                  <c:v>16.75</c:v>
                </c:pt>
                <c:pt idx="10112">
                  <c:v>16.75</c:v>
                </c:pt>
                <c:pt idx="10113">
                  <c:v>16.75</c:v>
                </c:pt>
                <c:pt idx="10114">
                  <c:v>16.75</c:v>
                </c:pt>
                <c:pt idx="10115">
                  <c:v>16.75</c:v>
                </c:pt>
                <c:pt idx="10116">
                  <c:v>16.75</c:v>
                </c:pt>
                <c:pt idx="10117">
                  <c:v>16.75</c:v>
                </c:pt>
                <c:pt idx="10118">
                  <c:v>16.75</c:v>
                </c:pt>
                <c:pt idx="10119">
                  <c:v>16.75</c:v>
                </c:pt>
                <c:pt idx="10120">
                  <c:v>16.75</c:v>
                </c:pt>
                <c:pt idx="10121">
                  <c:v>16.75</c:v>
                </c:pt>
                <c:pt idx="10122">
                  <c:v>16.75</c:v>
                </c:pt>
                <c:pt idx="10123">
                  <c:v>16.75</c:v>
                </c:pt>
                <c:pt idx="10124">
                  <c:v>16.75</c:v>
                </c:pt>
                <c:pt idx="10125">
                  <c:v>16.75</c:v>
                </c:pt>
                <c:pt idx="10126">
                  <c:v>16.75</c:v>
                </c:pt>
                <c:pt idx="10127">
                  <c:v>16.75</c:v>
                </c:pt>
                <c:pt idx="10128">
                  <c:v>16.75</c:v>
                </c:pt>
                <c:pt idx="10129">
                  <c:v>16.75</c:v>
                </c:pt>
                <c:pt idx="10130">
                  <c:v>16.75</c:v>
                </c:pt>
                <c:pt idx="10131">
                  <c:v>16.75</c:v>
                </c:pt>
                <c:pt idx="10132">
                  <c:v>16.75</c:v>
                </c:pt>
                <c:pt idx="10133">
                  <c:v>16.75</c:v>
                </c:pt>
                <c:pt idx="10134">
                  <c:v>16.75</c:v>
                </c:pt>
                <c:pt idx="10135">
                  <c:v>16.75</c:v>
                </c:pt>
                <c:pt idx="10136">
                  <c:v>16.75</c:v>
                </c:pt>
                <c:pt idx="10137">
                  <c:v>16.75</c:v>
                </c:pt>
                <c:pt idx="10138">
                  <c:v>16.75</c:v>
                </c:pt>
                <c:pt idx="10139">
                  <c:v>16.75</c:v>
                </c:pt>
                <c:pt idx="10140">
                  <c:v>16.52</c:v>
                </c:pt>
                <c:pt idx="10141">
                  <c:v>13.24</c:v>
                </c:pt>
                <c:pt idx="10142">
                  <c:v>9.86</c:v>
                </c:pt>
                <c:pt idx="10143">
                  <c:v>6.73</c:v>
                </c:pt>
                <c:pt idx="10144">
                  <c:v>3.97</c:v>
                </c:pt>
                <c:pt idx="10145">
                  <c:v>1.78</c:v>
                </c:pt>
                <c:pt idx="10146">
                  <c:v>0.2</c:v>
                </c:pt>
                <c:pt idx="10147" formatCode="0.00">
                  <c:v>0</c:v>
                </c:pt>
                <c:pt idx="10148" formatCode="0.00">
                  <c:v>0</c:v>
                </c:pt>
                <c:pt idx="10149" formatCode="0.00">
                  <c:v>0</c:v>
                </c:pt>
                <c:pt idx="10150" formatCode="0.00">
                  <c:v>0</c:v>
                </c:pt>
                <c:pt idx="10151" formatCode="0.00">
                  <c:v>0</c:v>
                </c:pt>
                <c:pt idx="10152" formatCode="0.00">
                  <c:v>0</c:v>
                </c:pt>
                <c:pt idx="10153" formatCode="0.00">
                  <c:v>0</c:v>
                </c:pt>
                <c:pt idx="10154" formatCode="0.00">
                  <c:v>0</c:v>
                </c:pt>
                <c:pt idx="10155" formatCode="0.00">
                  <c:v>0</c:v>
                </c:pt>
                <c:pt idx="10156" formatCode="0.00">
                  <c:v>0</c:v>
                </c:pt>
                <c:pt idx="10157" formatCode="0.00">
                  <c:v>0</c:v>
                </c:pt>
                <c:pt idx="10158" formatCode="0.00">
                  <c:v>0</c:v>
                </c:pt>
                <c:pt idx="10159" formatCode="0.00">
                  <c:v>0</c:v>
                </c:pt>
                <c:pt idx="10160" formatCode="0.00">
                  <c:v>0</c:v>
                </c:pt>
                <c:pt idx="10161" formatCode="0.00">
                  <c:v>0</c:v>
                </c:pt>
                <c:pt idx="10162" formatCode="0.00">
                  <c:v>0</c:v>
                </c:pt>
                <c:pt idx="10163" formatCode="0.00">
                  <c:v>0</c:v>
                </c:pt>
                <c:pt idx="10164" formatCode="0.00">
                  <c:v>0</c:v>
                </c:pt>
                <c:pt idx="10165" formatCode="0.00">
                  <c:v>0</c:v>
                </c:pt>
                <c:pt idx="10166" formatCode="0.00">
                  <c:v>0</c:v>
                </c:pt>
                <c:pt idx="10167" formatCode="0.00">
                  <c:v>0</c:v>
                </c:pt>
                <c:pt idx="10168" formatCode="0.00">
                  <c:v>0</c:v>
                </c:pt>
                <c:pt idx="10169" formatCode="0.00">
                  <c:v>0</c:v>
                </c:pt>
                <c:pt idx="10170" formatCode="0.00">
                  <c:v>0</c:v>
                </c:pt>
                <c:pt idx="10171" formatCode="0.00">
                  <c:v>0</c:v>
                </c:pt>
                <c:pt idx="10172" formatCode="0.00">
                  <c:v>0</c:v>
                </c:pt>
                <c:pt idx="10173" formatCode="0.00">
                  <c:v>0</c:v>
                </c:pt>
                <c:pt idx="10174" formatCode="0.00">
                  <c:v>0</c:v>
                </c:pt>
                <c:pt idx="10175" formatCode="0.00">
                  <c:v>0</c:v>
                </c:pt>
                <c:pt idx="10176" formatCode="0.00">
                  <c:v>0</c:v>
                </c:pt>
                <c:pt idx="10177" formatCode="0.00">
                  <c:v>0</c:v>
                </c:pt>
                <c:pt idx="10178" formatCode="0.00">
                  <c:v>0</c:v>
                </c:pt>
                <c:pt idx="10179" formatCode="0.00">
                  <c:v>0</c:v>
                </c:pt>
                <c:pt idx="10180" formatCode="0.00">
                  <c:v>0</c:v>
                </c:pt>
                <c:pt idx="10181" formatCode="0.00">
                  <c:v>0</c:v>
                </c:pt>
                <c:pt idx="10182" formatCode="0.00">
                  <c:v>0</c:v>
                </c:pt>
                <c:pt idx="10183" formatCode="0.00">
                  <c:v>0</c:v>
                </c:pt>
                <c:pt idx="10184" formatCode="0.00">
                  <c:v>0</c:v>
                </c:pt>
                <c:pt idx="10185" formatCode="0.00">
                  <c:v>0</c:v>
                </c:pt>
                <c:pt idx="10186" formatCode="0.00">
                  <c:v>0</c:v>
                </c:pt>
                <c:pt idx="10187" formatCode="0.00">
                  <c:v>0</c:v>
                </c:pt>
                <c:pt idx="10188" formatCode="0.00">
                  <c:v>0</c:v>
                </c:pt>
                <c:pt idx="10189" formatCode="0.00">
                  <c:v>0</c:v>
                </c:pt>
                <c:pt idx="10190">
                  <c:v>2.09</c:v>
                </c:pt>
                <c:pt idx="10191" formatCode="0.00">
                  <c:v>0</c:v>
                </c:pt>
                <c:pt idx="10192">
                  <c:v>10.24</c:v>
                </c:pt>
                <c:pt idx="10193">
                  <c:v>1.87</c:v>
                </c:pt>
                <c:pt idx="10194">
                  <c:v>5.97</c:v>
                </c:pt>
                <c:pt idx="10195" formatCode="0.00">
                  <c:v>0</c:v>
                </c:pt>
                <c:pt idx="10196" formatCode="0.00">
                  <c:v>0</c:v>
                </c:pt>
                <c:pt idx="10197">
                  <c:v>0.19</c:v>
                </c:pt>
                <c:pt idx="10198" formatCode="0.00">
                  <c:v>0</c:v>
                </c:pt>
                <c:pt idx="10199">
                  <c:v>25.69</c:v>
                </c:pt>
                <c:pt idx="10200">
                  <c:v>27.44</c:v>
                </c:pt>
                <c:pt idx="10201">
                  <c:v>27.69</c:v>
                </c:pt>
                <c:pt idx="10202">
                  <c:v>28.19</c:v>
                </c:pt>
                <c:pt idx="10203">
                  <c:v>24.69</c:v>
                </c:pt>
                <c:pt idx="10204">
                  <c:v>17.43</c:v>
                </c:pt>
                <c:pt idx="10205">
                  <c:v>17.61</c:v>
                </c:pt>
                <c:pt idx="10206">
                  <c:v>17.79</c:v>
                </c:pt>
                <c:pt idx="10207">
                  <c:v>17.96</c:v>
                </c:pt>
                <c:pt idx="10208">
                  <c:v>16.739999999999998</c:v>
                </c:pt>
                <c:pt idx="10209">
                  <c:v>16.559999999999999</c:v>
                </c:pt>
                <c:pt idx="10210">
                  <c:v>16.350000000000001</c:v>
                </c:pt>
                <c:pt idx="10211">
                  <c:v>15.38</c:v>
                </c:pt>
                <c:pt idx="10212">
                  <c:v>21.13</c:v>
                </c:pt>
                <c:pt idx="10213">
                  <c:v>19.25</c:v>
                </c:pt>
                <c:pt idx="10214">
                  <c:v>8.6999999999999993</c:v>
                </c:pt>
                <c:pt idx="10215" formatCode="0.00">
                  <c:v>0</c:v>
                </c:pt>
                <c:pt idx="10216">
                  <c:v>9.11</c:v>
                </c:pt>
                <c:pt idx="10217" formatCode="0.00">
                  <c:v>0</c:v>
                </c:pt>
                <c:pt idx="10218" formatCode="0.00">
                  <c:v>0</c:v>
                </c:pt>
                <c:pt idx="10219" formatCode="0.00">
                  <c:v>0</c:v>
                </c:pt>
                <c:pt idx="10220" formatCode="0.00">
                  <c:v>0</c:v>
                </c:pt>
                <c:pt idx="10221" formatCode="0.00">
                  <c:v>0</c:v>
                </c:pt>
                <c:pt idx="10222" formatCode="0.00">
                  <c:v>0</c:v>
                </c:pt>
                <c:pt idx="10223" formatCode="0.00">
                  <c:v>0</c:v>
                </c:pt>
                <c:pt idx="10224" formatCode="0.00">
                  <c:v>0</c:v>
                </c:pt>
                <c:pt idx="10225" formatCode="0.00">
                  <c:v>0</c:v>
                </c:pt>
                <c:pt idx="10226" formatCode="0.00">
                  <c:v>0</c:v>
                </c:pt>
                <c:pt idx="10227" formatCode="0.00">
                  <c:v>0</c:v>
                </c:pt>
                <c:pt idx="10228" formatCode="0.00">
                  <c:v>0</c:v>
                </c:pt>
                <c:pt idx="10229" formatCode="0.00">
                  <c:v>0</c:v>
                </c:pt>
                <c:pt idx="10230" formatCode="0.00">
                  <c:v>0</c:v>
                </c:pt>
                <c:pt idx="10231" formatCode="0.00">
                  <c:v>0</c:v>
                </c:pt>
                <c:pt idx="10232" formatCode="0.00">
                  <c:v>0</c:v>
                </c:pt>
                <c:pt idx="10233" formatCode="0.00">
                  <c:v>0</c:v>
                </c:pt>
                <c:pt idx="10234" formatCode="0.00">
                  <c:v>0</c:v>
                </c:pt>
                <c:pt idx="10235" formatCode="0.00">
                  <c:v>0</c:v>
                </c:pt>
                <c:pt idx="10236" formatCode="0.00">
                  <c:v>0</c:v>
                </c:pt>
                <c:pt idx="10237" formatCode="0.00">
                  <c:v>0</c:v>
                </c:pt>
                <c:pt idx="10238" formatCode="0.00">
                  <c:v>0</c:v>
                </c:pt>
                <c:pt idx="10239" formatCode="0.00">
                  <c:v>0</c:v>
                </c:pt>
                <c:pt idx="10240" formatCode="0.00">
                  <c:v>0</c:v>
                </c:pt>
                <c:pt idx="10241" formatCode="0.00">
                  <c:v>0</c:v>
                </c:pt>
                <c:pt idx="10242" formatCode="0.00">
                  <c:v>0</c:v>
                </c:pt>
                <c:pt idx="10243" formatCode="0.00">
                  <c:v>0</c:v>
                </c:pt>
                <c:pt idx="10244" formatCode="0.00">
                  <c:v>0</c:v>
                </c:pt>
                <c:pt idx="10245" formatCode="0.00">
                  <c:v>0</c:v>
                </c:pt>
                <c:pt idx="10246" formatCode="0.00">
                  <c:v>0</c:v>
                </c:pt>
                <c:pt idx="10247" formatCode="0.00">
                  <c:v>0</c:v>
                </c:pt>
                <c:pt idx="10248" formatCode="0.00">
                  <c:v>0</c:v>
                </c:pt>
                <c:pt idx="10249" formatCode="0.00">
                  <c:v>0</c:v>
                </c:pt>
                <c:pt idx="10250" formatCode="0.00">
                  <c:v>0</c:v>
                </c:pt>
                <c:pt idx="10251" formatCode="0.00">
                  <c:v>0</c:v>
                </c:pt>
                <c:pt idx="10252" formatCode="0.00">
                  <c:v>0</c:v>
                </c:pt>
                <c:pt idx="10253" formatCode="0.00">
                  <c:v>0</c:v>
                </c:pt>
                <c:pt idx="10254" formatCode="0.00">
                  <c:v>0</c:v>
                </c:pt>
                <c:pt idx="10255" formatCode="0.00">
                  <c:v>0</c:v>
                </c:pt>
                <c:pt idx="10256" formatCode="0.00">
                  <c:v>0</c:v>
                </c:pt>
                <c:pt idx="10257" formatCode="0.00">
                  <c:v>0</c:v>
                </c:pt>
                <c:pt idx="10258" formatCode="0.00">
                  <c:v>0</c:v>
                </c:pt>
                <c:pt idx="10259" formatCode="0.00">
                  <c:v>0</c:v>
                </c:pt>
                <c:pt idx="10260" formatCode="0.00">
                  <c:v>0</c:v>
                </c:pt>
                <c:pt idx="10261" formatCode="0.00">
                  <c:v>0</c:v>
                </c:pt>
                <c:pt idx="10262" formatCode="0.00">
                  <c:v>0</c:v>
                </c:pt>
                <c:pt idx="10263" formatCode="0.00">
                  <c:v>0</c:v>
                </c:pt>
                <c:pt idx="10264" formatCode="0.00">
                  <c:v>0</c:v>
                </c:pt>
                <c:pt idx="10265" formatCode="0.00">
                  <c:v>0</c:v>
                </c:pt>
                <c:pt idx="10266" formatCode="0.00">
                  <c:v>0</c:v>
                </c:pt>
                <c:pt idx="10267" formatCode="0.00">
                  <c:v>0</c:v>
                </c:pt>
                <c:pt idx="10268" formatCode="0.00">
                  <c:v>0</c:v>
                </c:pt>
                <c:pt idx="10269" formatCode="0.00">
                  <c:v>0</c:v>
                </c:pt>
                <c:pt idx="10270" formatCode="0.00">
                  <c:v>0</c:v>
                </c:pt>
                <c:pt idx="10271" formatCode="0.00">
                  <c:v>0</c:v>
                </c:pt>
                <c:pt idx="10272" formatCode="0.00">
                  <c:v>0</c:v>
                </c:pt>
                <c:pt idx="10273" formatCode="0.00">
                  <c:v>0</c:v>
                </c:pt>
                <c:pt idx="10274" formatCode="0.00">
                  <c:v>0</c:v>
                </c:pt>
                <c:pt idx="10275" formatCode="0.00">
                  <c:v>0</c:v>
                </c:pt>
                <c:pt idx="10276" formatCode="0.00">
                  <c:v>0</c:v>
                </c:pt>
                <c:pt idx="10277" formatCode="0.00">
                  <c:v>0</c:v>
                </c:pt>
                <c:pt idx="10278" formatCode="0.00">
                  <c:v>0</c:v>
                </c:pt>
                <c:pt idx="10279" formatCode="0.00">
                  <c:v>0</c:v>
                </c:pt>
                <c:pt idx="10280" formatCode="0.00">
                  <c:v>0</c:v>
                </c:pt>
                <c:pt idx="10281" formatCode="0.00">
                  <c:v>0</c:v>
                </c:pt>
                <c:pt idx="10282" formatCode="0.00">
                  <c:v>0</c:v>
                </c:pt>
                <c:pt idx="10283" formatCode="0.00">
                  <c:v>0</c:v>
                </c:pt>
                <c:pt idx="10284" formatCode="0.00">
                  <c:v>0</c:v>
                </c:pt>
                <c:pt idx="10285" formatCode="0.00">
                  <c:v>0</c:v>
                </c:pt>
                <c:pt idx="10286" formatCode="0.00">
                  <c:v>0</c:v>
                </c:pt>
                <c:pt idx="10287" formatCode="0.00">
                  <c:v>0</c:v>
                </c:pt>
                <c:pt idx="10288" formatCode="0.00">
                  <c:v>0</c:v>
                </c:pt>
                <c:pt idx="10289" formatCode="0.00">
                  <c:v>0</c:v>
                </c:pt>
                <c:pt idx="10290" formatCode="0.00">
                  <c:v>0</c:v>
                </c:pt>
                <c:pt idx="10291" formatCode="0.00">
                  <c:v>0</c:v>
                </c:pt>
                <c:pt idx="10292" formatCode="0.00">
                  <c:v>0</c:v>
                </c:pt>
                <c:pt idx="10293" formatCode="0.00">
                  <c:v>0</c:v>
                </c:pt>
                <c:pt idx="10294" formatCode="0.00">
                  <c:v>0</c:v>
                </c:pt>
                <c:pt idx="10295" formatCode="0.00">
                  <c:v>0</c:v>
                </c:pt>
                <c:pt idx="10296" formatCode="0.00">
                  <c:v>0</c:v>
                </c:pt>
                <c:pt idx="10297" formatCode="0.00">
                  <c:v>0</c:v>
                </c:pt>
                <c:pt idx="10298" formatCode="0.00">
                  <c:v>0</c:v>
                </c:pt>
                <c:pt idx="10299" formatCode="0.00">
                  <c:v>0</c:v>
                </c:pt>
                <c:pt idx="10300" formatCode="0.00">
                  <c:v>0</c:v>
                </c:pt>
                <c:pt idx="10301" formatCode="0.00">
                  <c:v>0</c:v>
                </c:pt>
                <c:pt idx="10302" formatCode="0.00">
                  <c:v>0</c:v>
                </c:pt>
                <c:pt idx="10303" formatCode="0.00">
                  <c:v>0</c:v>
                </c:pt>
                <c:pt idx="10304" formatCode="0.00">
                  <c:v>0</c:v>
                </c:pt>
                <c:pt idx="10305" formatCode="0.00">
                  <c:v>0</c:v>
                </c:pt>
                <c:pt idx="10306" formatCode="0.00">
                  <c:v>0</c:v>
                </c:pt>
                <c:pt idx="10307" formatCode="0.00">
                  <c:v>0</c:v>
                </c:pt>
                <c:pt idx="10308" formatCode="0.00">
                  <c:v>0</c:v>
                </c:pt>
                <c:pt idx="10309" formatCode="0.00">
                  <c:v>0</c:v>
                </c:pt>
                <c:pt idx="10310" formatCode="0.00">
                  <c:v>0</c:v>
                </c:pt>
                <c:pt idx="10311" formatCode="0.00">
                  <c:v>0</c:v>
                </c:pt>
                <c:pt idx="10312" formatCode="0.00">
                  <c:v>0</c:v>
                </c:pt>
                <c:pt idx="10313" formatCode="0.00">
                  <c:v>0</c:v>
                </c:pt>
                <c:pt idx="10314" formatCode="0.00">
                  <c:v>0</c:v>
                </c:pt>
                <c:pt idx="10315" formatCode="0.00">
                  <c:v>0</c:v>
                </c:pt>
                <c:pt idx="10316" formatCode="0.00">
                  <c:v>0</c:v>
                </c:pt>
                <c:pt idx="10317" formatCode="0.00">
                  <c:v>0</c:v>
                </c:pt>
                <c:pt idx="10318" formatCode="0.00">
                  <c:v>0</c:v>
                </c:pt>
                <c:pt idx="10319" formatCode="0.00">
                  <c:v>0</c:v>
                </c:pt>
                <c:pt idx="10320" formatCode="0.00">
                  <c:v>0</c:v>
                </c:pt>
                <c:pt idx="10321" formatCode="0.00">
                  <c:v>0</c:v>
                </c:pt>
                <c:pt idx="10322" formatCode="0.00">
                  <c:v>0</c:v>
                </c:pt>
                <c:pt idx="10323" formatCode="0.00">
                  <c:v>0</c:v>
                </c:pt>
                <c:pt idx="10324" formatCode="0.00">
                  <c:v>0</c:v>
                </c:pt>
                <c:pt idx="10325" formatCode="0.00">
                  <c:v>0</c:v>
                </c:pt>
                <c:pt idx="10326" formatCode="0.00">
                  <c:v>0</c:v>
                </c:pt>
                <c:pt idx="10327" formatCode="0.00">
                  <c:v>0</c:v>
                </c:pt>
                <c:pt idx="10328" formatCode="0.00">
                  <c:v>0</c:v>
                </c:pt>
                <c:pt idx="10329" formatCode="0.00">
                  <c:v>0</c:v>
                </c:pt>
                <c:pt idx="10330" formatCode="0.00">
                  <c:v>0</c:v>
                </c:pt>
                <c:pt idx="10331" formatCode="0.00">
                  <c:v>0</c:v>
                </c:pt>
                <c:pt idx="10332" formatCode="0.00">
                  <c:v>0</c:v>
                </c:pt>
                <c:pt idx="10333" formatCode="0.00">
                  <c:v>0</c:v>
                </c:pt>
                <c:pt idx="10334" formatCode="0.00">
                  <c:v>0</c:v>
                </c:pt>
                <c:pt idx="10335" formatCode="0.00">
                  <c:v>0</c:v>
                </c:pt>
                <c:pt idx="10336" formatCode="0.00">
                  <c:v>0</c:v>
                </c:pt>
                <c:pt idx="10337" formatCode="0.00">
                  <c:v>0</c:v>
                </c:pt>
                <c:pt idx="10338" formatCode="0.00">
                  <c:v>0</c:v>
                </c:pt>
                <c:pt idx="10339" formatCode="0.00">
                  <c:v>0</c:v>
                </c:pt>
                <c:pt idx="10340" formatCode="0.00">
                  <c:v>0</c:v>
                </c:pt>
                <c:pt idx="10341" formatCode="0.00">
                  <c:v>0</c:v>
                </c:pt>
                <c:pt idx="10342" formatCode="0.00">
                  <c:v>0</c:v>
                </c:pt>
                <c:pt idx="10343" formatCode="0.00">
                  <c:v>0</c:v>
                </c:pt>
                <c:pt idx="10344" formatCode="0.00">
                  <c:v>0</c:v>
                </c:pt>
                <c:pt idx="10345" formatCode="0.00">
                  <c:v>0</c:v>
                </c:pt>
                <c:pt idx="10346" formatCode="0.00">
                  <c:v>0</c:v>
                </c:pt>
                <c:pt idx="10347" formatCode="0.00">
                  <c:v>0</c:v>
                </c:pt>
                <c:pt idx="10348" formatCode="0.00">
                  <c:v>0</c:v>
                </c:pt>
                <c:pt idx="10349" formatCode="0.00">
                  <c:v>0</c:v>
                </c:pt>
                <c:pt idx="10350" formatCode="0.00">
                  <c:v>0</c:v>
                </c:pt>
                <c:pt idx="10351" formatCode="0.00">
                  <c:v>0</c:v>
                </c:pt>
                <c:pt idx="10352" formatCode="0.00">
                  <c:v>0</c:v>
                </c:pt>
                <c:pt idx="10353" formatCode="0.00">
                  <c:v>0</c:v>
                </c:pt>
                <c:pt idx="10354" formatCode="0.00">
                  <c:v>0</c:v>
                </c:pt>
                <c:pt idx="10355" formatCode="0.00">
                  <c:v>0</c:v>
                </c:pt>
                <c:pt idx="10356" formatCode="0.00">
                  <c:v>0</c:v>
                </c:pt>
                <c:pt idx="10357" formatCode="0.00">
                  <c:v>0</c:v>
                </c:pt>
                <c:pt idx="10358" formatCode="0.00">
                  <c:v>0</c:v>
                </c:pt>
                <c:pt idx="10359" formatCode="0.00">
                  <c:v>0</c:v>
                </c:pt>
                <c:pt idx="10360" formatCode="0.00">
                  <c:v>0</c:v>
                </c:pt>
                <c:pt idx="10361" formatCode="0.00">
                  <c:v>0</c:v>
                </c:pt>
                <c:pt idx="10362" formatCode="0.00">
                  <c:v>0</c:v>
                </c:pt>
                <c:pt idx="10363" formatCode="0.00">
                  <c:v>0</c:v>
                </c:pt>
                <c:pt idx="10364" formatCode="0.00">
                  <c:v>0</c:v>
                </c:pt>
                <c:pt idx="10365" formatCode="0.00">
                  <c:v>0</c:v>
                </c:pt>
                <c:pt idx="10366" formatCode="0.00">
                  <c:v>0</c:v>
                </c:pt>
                <c:pt idx="10367" formatCode="0.00">
                  <c:v>0</c:v>
                </c:pt>
                <c:pt idx="10368" formatCode="0.00">
                  <c:v>0</c:v>
                </c:pt>
                <c:pt idx="10369" formatCode="0.00">
                  <c:v>0</c:v>
                </c:pt>
                <c:pt idx="10370" formatCode="0.00">
                  <c:v>0</c:v>
                </c:pt>
                <c:pt idx="10371" formatCode="0.00">
                  <c:v>0</c:v>
                </c:pt>
                <c:pt idx="10372" formatCode="0.00">
                  <c:v>0</c:v>
                </c:pt>
                <c:pt idx="10373" formatCode="0.00">
                  <c:v>0</c:v>
                </c:pt>
                <c:pt idx="10374" formatCode="0.00">
                  <c:v>0</c:v>
                </c:pt>
                <c:pt idx="10375" formatCode="0.00">
                  <c:v>0</c:v>
                </c:pt>
                <c:pt idx="10376" formatCode="0.00">
                  <c:v>0</c:v>
                </c:pt>
                <c:pt idx="10377" formatCode="0.00">
                  <c:v>0</c:v>
                </c:pt>
                <c:pt idx="10378" formatCode="0.00">
                  <c:v>0</c:v>
                </c:pt>
                <c:pt idx="10379" formatCode="0.00">
                  <c:v>0</c:v>
                </c:pt>
                <c:pt idx="10380" formatCode="0.00">
                  <c:v>0</c:v>
                </c:pt>
                <c:pt idx="10381" formatCode="0.00">
                  <c:v>0</c:v>
                </c:pt>
                <c:pt idx="10382" formatCode="0.00">
                  <c:v>0</c:v>
                </c:pt>
                <c:pt idx="10383" formatCode="0.00">
                  <c:v>0</c:v>
                </c:pt>
                <c:pt idx="10384" formatCode="0.00">
                  <c:v>0</c:v>
                </c:pt>
                <c:pt idx="10385" formatCode="0.00">
                  <c:v>0</c:v>
                </c:pt>
                <c:pt idx="10386" formatCode="0.00">
                  <c:v>0</c:v>
                </c:pt>
                <c:pt idx="10387" formatCode="0.00">
                  <c:v>0</c:v>
                </c:pt>
                <c:pt idx="10388" formatCode="0.00">
                  <c:v>0</c:v>
                </c:pt>
                <c:pt idx="10389" formatCode="0.00">
                  <c:v>0</c:v>
                </c:pt>
                <c:pt idx="10390" formatCode="0.00">
                  <c:v>0</c:v>
                </c:pt>
                <c:pt idx="10391" formatCode="0.00">
                  <c:v>0</c:v>
                </c:pt>
                <c:pt idx="10392" formatCode="0.00">
                  <c:v>0</c:v>
                </c:pt>
                <c:pt idx="10393" formatCode="0.00">
                  <c:v>0</c:v>
                </c:pt>
                <c:pt idx="10394" formatCode="0.00">
                  <c:v>0</c:v>
                </c:pt>
                <c:pt idx="10395" formatCode="0.00">
                  <c:v>0</c:v>
                </c:pt>
                <c:pt idx="10396" formatCode="0.00">
                  <c:v>0</c:v>
                </c:pt>
                <c:pt idx="10397" formatCode="0.00">
                  <c:v>0</c:v>
                </c:pt>
                <c:pt idx="10398" formatCode="0.00">
                  <c:v>0</c:v>
                </c:pt>
                <c:pt idx="10399" formatCode="0.00">
                  <c:v>0</c:v>
                </c:pt>
                <c:pt idx="10400" formatCode="0.00">
                  <c:v>0</c:v>
                </c:pt>
                <c:pt idx="10401" formatCode="0.00">
                  <c:v>0</c:v>
                </c:pt>
                <c:pt idx="10402" formatCode="0.00">
                  <c:v>0</c:v>
                </c:pt>
                <c:pt idx="10403" formatCode="0.00">
                  <c:v>0</c:v>
                </c:pt>
                <c:pt idx="10404" formatCode="0.00">
                  <c:v>0</c:v>
                </c:pt>
                <c:pt idx="10405" formatCode="0.00">
                  <c:v>0</c:v>
                </c:pt>
                <c:pt idx="10406" formatCode="0.00">
                  <c:v>0</c:v>
                </c:pt>
                <c:pt idx="10407" formatCode="0.00">
                  <c:v>0</c:v>
                </c:pt>
                <c:pt idx="10408" formatCode="0.00">
                  <c:v>0</c:v>
                </c:pt>
                <c:pt idx="10409" formatCode="0.00">
                  <c:v>0</c:v>
                </c:pt>
                <c:pt idx="10410" formatCode="0.00">
                  <c:v>0</c:v>
                </c:pt>
                <c:pt idx="10411" formatCode="0.00">
                  <c:v>0</c:v>
                </c:pt>
                <c:pt idx="10412" formatCode="0.00">
                  <c:v>0</c:v>
                </c:pt>
                <c:pt idx="10413" formatCode="0.00">
                  <c:v>0</c:v>
                </c:pt>
                <c:pt idx="10414" formatCode="0.00">
                  <c:v>0</c:v>
                </c:pt>
                <c:pt idx="10415" formatCode="0.00">
                  <c:v>0</c:v>
                </c:pt>
                <c:pt idx="10416" formatCode="0.00">
                  <c:v>0</c:v>
                </c:pt>
                <c:pt idx="10417" formatCode="0.00">
                  <c:v>0</c:v>
                </c:pt>
                <c:pt idx="10418" formatCode="0.00">
                  <c:v>0</c:v>
                </c:pt>
                <c:pt idx="10419" formatCode="0.00">
                  <c:v>0</c:v>
                </c:pt>
                <c:pt idx="10420" formatCode="0.00">
                  <c:v>0</c:v>
                </c:pt>
                <c:pt idx="10421" formatCode="0.00">
                  <c:v>0</c:v>
                </c:pt>
                <c:pt idx="10422" formatCode="0.00">
                  <c:v>0</c:v>
                </c:pt>
                <c:pt idx="10423" formatCode="0.00">
                  <c:v>0</c:v>
                </c:pt>
                <c:pt idx="10424" formatCode="0.00">
                  <c:v>0</c:v>
                </c:pt>
                <c:pt idx="10425" formatCode="0.00">
                  <c:v>0</c:v>
                </c:pt>
                <c:pt idx="10426" formatCode="0.00">
                  <c:v>0</c:v>
                </c:pt>
                <c:pt idx="10427" formatCode="0.00">
                  <c:v>0</c:v>
                </c:pt>
                <c:pt idx="10428" formatCode="0.00">
                  <c:v>0</c:v>
                </c:pt>
                <c:pt idx="10429" formatCode="0.00">
                  <c:v>0</c:v>
                </c:pt>
                <c:pt idx="10430" formatCode="0.00">
                  <c:v>0</c:v>
                </c:pt>
                <c:pt idx="10431" formatCode="0.00">
                  <c:v>0</c:v>
                </c:pt>
                <c:pt idx="10432" formatCode="0.00">
                  <c:v>0</c:v>
                </c:pt>
                <c:pt idx="10433" formatCode="0.00">
                  <c:v>0</c:v>
                </c:pt>
                <c:pt idx="10434" formatCode="0.00">
                  <c:v>0</c:v>
                </c:pt>
                <c:pt idx="10435" formatCode="0.00">
                  <c:v>0</c:v>
                </c:pt>
                <c:pt idx="10436" formatCode="0.00">
                  <c:v>0</c:v>
                </c:pt>
                <c:pt idx="10437" formatCode="0.00">
                  <c:v>0</c:v>
                </c:pt>
                <c:pt idx="10438" formatCode="0.00">
                  <c:v>0</c:v>
                </c:pt>
                <c:pt idx="10439" formatCode="0.00">
                  <c:v>0</c:v>
                </c:pt>
                <c:pt idx="10440" formatCode="0.00">
                  <c:v>0</c:v>
                </c:pt>
                <c:pt idx="10441" formatCode="0.00">
                  <c:v>0</c:v>
                </c:pt>
                <c:pt idx="10442" formatCode="0.00">
                  <c:v>0</c:v>
                </c:pt>
                <c:pt idx="10443" formatCode="0.00">
                  <c:v>0</c:v>
                </c:pt>
                <c:pt idx="10444" formatCode="0.00">
                  <c:v>0</c:v>
                </c:pt>
                <c:pt idx="10445" formatCode="0.00">
                  <c:v>0</c:v>
                </c:pt>
                <c:pt idx="10446" formatCode="0.00">
                  <c:v>0</c:v>
                </c:pt>
                <c:pt idx="10447" formatCode="0.00">
                  <c:v>0</c:v>
                </c:pt>
                <c:pt idx="10448" formatCode="0.00">
                  <c:v>0</c:v>
                </c:pt>
                <c:pt idx="10449" formatCode="0.00">
                  <c:v>0</c:v>
                </c:pt>
                <c:pt idx="10450" formatCode="0.00">
                  <c:v>0</c:v>
                </c:pt>
                <c:pt idx="10451" formatCode="0.00">
                  <c:v>0</c:v>
                </c:pt>
                <c:pt idx="10452" formatCode="0.00">
                  <c:v>0</c:v>
                </c:pt>
                <c:pt idx="10453" formatCode="0.00">
                  <c:v>0</c:v>
                </c:pt>
                <c:pt idx="10454" formatCode="0.00">
                  <c:v>0</c:v>
                </c:pt>
                <c:pt idx="10455" formatCode="0.00">
                  <c:v>0</c:v>
                </c:pt>
                <c:pt idx="10456" formatCode="0.00">
                  <c:v>0</c:v>
                </c:pt>
                <c:pt idx="10457" formatCode="0.00">
                  <c:v>0</c:v>
                </c:pt>
                <c:pt idx="10458" formatCode="0.00">
                  <c:v>0</c:v>
                </c:pt>
                <c:pt idx="10459" formatCode="0.00">
                  <c:v>0</c:v>
                </c:pt>
                <c:pt idx="10460" formatCode="0.00">
                  <c:v>0</c:v>
                </c:pt>
                <c:pt idx="10461" formatCode="0.00">
                  <c:v>0</c:v>
                </c:pt>
                <c:pt idx="10462" formatCode="0.00">
                  <c:v>0</c:v>
                </c:pt>
                <c:pt idx="10463" formatCode="0.00">
                  <c:v>0</c:v>
                </c:pt>
                <c:pt idx="10464" formatCode="0.00">
                  <c:v>0</c:v>
                </c:pt>
                <c:pt idx="10465" formatCode="0.00">
                  <c:v>0</c:v>
                </c:pt>
                <c:pt idx="10466" formatCode="0.00">
                  <c:v>0</c:v>
                </c:pt>
                <c:pt idx="10467" formatCode="0.00">
                  <c:v>0</c:v>
                </c:pt>
                <c:pt idx="10468" formatCode="0.00">
                  <c:v>0</c:v>
                </c:pt>
                <c:pt idx="10469" formatCode="0.00">
                  <c:v>0</c:v>
                </c:pt>
                <c:pt idx="10470" formatCode="0.00">
                  <c:v>0</c:v>
                </c:pt>
                <c:pt idx="10471" formatCode="0.00">
                  <c:v>0</c:v>
                </c:pt>
                <c:pt idx="10472" formatCode="0.00">
                  <c:v>0</c:v>
                </c:pt>
                <c:pt idx="10473" formatCode="0.00">
                  <c:v>0</c:v>
                </c:pt>
                <c:pt idx="10474" formatCode="0.00">
                  <c:v>0</c:v>
                </c:pt>
                <c:pt idx="10475" formatCode="0.00">
                  <c:v>0</c:v>
                </c:pt>
                <c:pt idx="10476" formatCode="0.00">
                  <c:v>0</c:v>
                </c:pt>
                <c:pt idx="10477" formatCode="0.00">
                  <c:v>0</c:v>
                </c:pt>
                <c:pt idx="10478" formatCode="0.00">
                  <c:v>0</c:v>
                </c:pt>
                <c:pt idx="10479" formatCode="0.00">
                  <c:v>0</c:v>
                </c:pt>
                <c:pt idx="10480" formatCode="0.00">
                  <c:v>0</c:v>
                </c:pt>
                <c:pt idx="10481" formatCode="0.00">
                  <c:v>0</c:v>
                </c:pt>
                <c:pt idx="10482" formatCode="0.00">
                  <c:v>0</c:v>
                </c:pt>
                <c:pt idx="10483" formatCode="0.00">
                  <c:v>0</c:v>
                </c:pt>
                <c:pt idx="10484" formatCode="0.00">
                  <c:v>0</c:v>
                </c:pt>
                <c:pt idx="10485" formatCode="0.00">
                  <c:v>0</c:v>
                </c:pt>
                <c:pt idx="10486" formatCode="0.00">
                  <c:v>0</c:v>
                </c:pt>
                <c:pt idx="10487" formatCode="0.00">
                  <c:v>0</c:v>
                </c:pt>
                <c:pt idx="10488" formatCode="0.00">
                  <c:v>0</c:v>
                </c:pt>
                <c:pt idx="10489" formatCode="0.00">
                  <c:v>0</c:v>
                </c:pt>
                <c:pt idx="10490" formatCode="0.00">
                  <c:v>0</c:v>
                </c:pt>
                <c:pt idx="10491" formatCode="0.00">
                  <c:v>0</c:v>
                </c:pt>
                <c:pt idx="10492" formatCode="0.00">
                  <c:v>0</c:v>
                </c:pt>
                <c:pt idx="10493" formatCode="0.00">
                  <c:v>0</c:v>
                </c:pt>
                <c:pt idx="10494" formatCode="0.00">
                  <c:v>0</c:v>
                </c:pt>
                <c:pt idx="10495" formatCode="0.00">
                  <c:v>0</c:v>
                </c:pt>
                <c:pt idx="10496" formatCode="0.00">
                  <c:v>0</c:v>
                </c:pt>
                <c:pt idx="10497" formatCode="0.00">
                  <c:v>0</c:v>
                </c:pt>
                <c:pt idx="10498" formatCode="0.00">
                  <c:v>0</c:v>
                </c:pt>
                <c:pt idx="10499" formatCode="0.00">
                  <c:v>0</c:v>
                </c:pt>
                <c:pt idx="10500" formatCode="0.00">
                  <c:v>0</c:v>
                </c:pt>
                <c:pt idx="10501" formatCode="0.00">
                  <c:v>0</c:v>
                </c:pt>
                <c:pt idx="10502" formatCode="0.00">
                  <c:v>0</c:v>
                </c:pt>
                <c:pt idx="10503" formatCode="0.00">
                  <c:v>0</c:v>
                </c:pt>
                <c:pt idx="10504" formatCode="0.00">
                  <c:v>0</c:v>
                </c:pt>
                <c:pt idx="10505" formatCode="0.00">
                  <c:v>0</c:v>
                </c:pt>
                <c:pt idx="10506" formatCode="0.00">
                  <c:v>0</c:v>
                </c:pt>
                <c:pt idx="10507" formatCode="0.00">
                  <c:v>0</c:v>
                </c:pt>
                <c:pt idx="10508" formatCode="0.00">
                  <c:v>0</c:v>
                </c:pt>
                <c:pt idx="10509" formatCode="0.00">
                  <c:v>0</c:v>
                </c:pt>
                <c:pt idx="10510" formatCode="0.00">
                  <c:v>0</c:v>
                </c:pt>
                <c:pt idx="10511" formatCode="0.00">
                  <c:v>0</c:v>
                </c:pt>
                <c:pt idx="10512" formatCode="0.00">
                  <c:v>0</c:v>
                </c:pt>
                <c:pt idx="10513" formatCode="0.00">
                  <c:v>0</c:v>
                </c:pt>
                <c:pt idx="10514" formatCode="0.00">
                  <c:v>0</c:v>
                </c:pt>
                <c:pt idx="10515" formatCode="0.00">
                  <c:v>0</c:v>
                </c:pt>
                <c:pt idx="10516" formatCode="0.00">
                  <c:v>0</c:v>
                </c:pt>
                <c:pt idx="10517" formatCode="0.00">
                  <c:v>0</c:v>
                </c:pt>
                <c:pt idx="10518" formatCode="0.00">
                  <c:v>0</c:v>
                </c:pt>
                <c:pt idx="10519" formatCode="0.00">
                  <c:v>0</c:v>
                </c:pt>
                <c:pt idx="10520" formatCode="0.00">
                  <c:v>0</c:v>
                </c:pt>
                <c:pt idx="10521" formatCode="0.00">
                  <c:v>0</c:v>
                </c:pt>
                <c:pt idx="10522" formatCode="0.00">
                  <c:v>0</c:v>
                </c:pt>
                <c:pt idx="10523" formatCode="0.00">
                  <c:v>0</c:v>
                </c:pt>
                <c:pt idx="10524" formatCode="0.00">
                  <c:v>0</c:v>
                </c:pt>
                <c:pt idx="10525" formatCode="0.00">
                  <c:v>0</c:v>
                </c:pt>
                <c:pt idx="10526" formatCode="0.00">
                  <c:v>0</c:v>
                </c:pt>
                <c:pt idx="10527" formatCode="0.00">
                  <c:v>0</c:v>
                </c:pt>
                <c:pt idx="10528" formatCode="0.00">
                  <c:v>0</c:v>
                </c:pt>
                <c:pt idx="10529" formatCode="0.00">
                  <c:v>0</c:v>
                </c:pt>
                <c:pt idx="10530" formatCode="0.00">
                  <c:v>0</c:v>
                </c:pt>
                <c:pt idx="10531" formatCode="0.00">
                  <c:v>0</c:v>
                </c:pt>
                <c:pt idx="10532" formatCode="0.00">
                  <c:v>0</c:v>
                </c:pt>
                <c:pt idx="10533" formatCode="0.00">
                  <c:v>0</c:v>
                </c:pt>
                <c:pt idx="10534" formatCode="0.00">
                  <c:v>0</c:v>
                </c:pt>
                <c:pt idx="10535" formatCode="0.00">
                  <c:v>0</c:v>
                </c:pt>
                <c:pt idx="10536" formatCode="0.00">
                  <c:v>0</c:v>
                </c:pt>
                <c:pt idx="10537" formatCode="0.00">
                  <c:v>0</c:v>
                </c:pt>
                <c:pt idx="10538" formatCode="0.00">
                  <c:v>0</c:v>
                </c:pt>
                <c:pt idx="10539" formatCode="0.00">
                  <c:v>0</c:v>
                </c:pt>
                <c:pt idx="10540" formatCode="0.00">
                  <c:v>0</c:v>
                </c:pt>
                <c:pt idx="10541" formatCode="0.00">
                  <c:v>0</c:v>
                </c:pt>
                <c:pt idx="10542" formatCode="0.00">
                  <c:v>0</c:v>
                </c:pt>
                <c:pt idx="10543" formatCode="0.00">
                  <c:v>0</c:v>
                </c:pt>
                <c:pt idx="10544" formatCode="0.00">
                  <c:v>0</c:v>
                </c:pt>
                <c:pt idx="10545" formatCode="0.00">
                  <c:v>0</c:v>
                </c:pt>
                <c:pt idx="10546" formatCode="0.00">
                  <c:v>0</c:v>
                </c:pt>
                <c:pt idx="10547" formatCode="0.00">
                  <c:v>0</c:v>
                </c:pt>
                <c:pt idx="10548" formatCode="0.00">
                  <c:v>0</c:v>
                </c:pt>
                <c:pt idx="10549" formatCode="0.00">
                  <c:v>0</c:v>
                </c:pt>
                <c:pt idx="10550" formatCode="0.00">
                  <c:v>0</c:v>
                </c:pt>
                <c:pt idx="10551" formatCode="0.00">
                  <c:v>0</c:v>
                </c:pt>
                <c:pt idx="10552" formatCode="0.00">
                  <c:v>0</c:v>
                </c:pt>
                <c:pt idx="10553" formatCode="0.00">
                  <c:v>0</c:v>
                </c:pt>
                <c:pt idx="10554" formatCode="0.00">
                  <c:v>0</c:v>
                </c:pt>
                <c:pt idx="10555" formatCode="0.00">
                  <c:v>0</c:v>
                </c:pt>
                <c:pt idx="10556" formatCode="0.00">
                  <c:v>0</c:v>
                </c:pt>
                <c:pt idx="10557" formatCode="0.00">
                  <c:v>0</c:v>
                </c:pt>
                <c:pt idx="10558" formatCode="0.00">
                  <c:v>0</c:v>
                </c:pt>
                <c:pt idx="10559" formatCode="0.00">
                  <c:v>0</c:v>
                </c:pt>
                <c:pt idx="10560" formatCode="0.00">
                  <c:v>0</c:v>
                </c:pt>
                <c:pt idx="10561" formatCode="0.00">
                  <c:v>0</c:v>
                </c:pt>
                <c:pt idx="10562" formatCode="0.00">
                  <c:v>0</c:v>
                </c:pt>
                <c:pt idx="10563" formatCode="0.00">
                  <c:v>0</c:v>
                </c:pt>
                <c:pt idx="10564" formatCode="0.00">
                  <c:v>0</c:v>
                </c:pt>
                <c:pt idx="10565" formatCode="0.00">
                  <c:v>0</c:v>
                </c:pt>
                <c:pt idx="10566" formatCode="0.00">
                  <c:v>0</c:v>
                </c:pt>
                <c:pt idx="10567" formatCode="0.00">
                  <c:v>0</c:v>
                </c:pt>
                <c:pt idx="10568" formatCode="0.00">
                  <c:v>0</c:v>
                </c:pt>
                <c:pt idx="10569" formatCode="0.00">
                  <c:v>0</c:v>
                </c:pt>
                <c:pt idx="10570" formatCode="0.00">
                  <c:v>0</c:v>
                </c:pt>
                <c:pt idx="10571" formatCode="0.00">
                  <c:v>0</c:v>
                </c:pt>
                <c:pt idx="10572" formatCode="0.00">
                  <c:v>0</c:v>
                </c:pt>
                <c:pt idx="10573" formatCode="0.00">
                  <c:v>0</c:v>
                </c:pt>
                <c:pt idx="10574" formatCode="0.00">
                  <c:v>0</c:v>
                </c:pt>
                <c:pt idx="10575" formatCode="0.00">
                  <c:v>0</c:v>
                </c:pt>
                <c:pt idx="10576" formatCode="0.00">
                  <c:v>0</c:v>
                </c:pt>
                <c:pt idx="10577" formatCode="0.00">
                  <c:v>0</c:v>
                </c:pt>
                <c:pt idx="10578" formatCode="0.00">
                  <c:v>0</c:v>
                </c:pt>
                <c:pt idx="10579" formatCode="0.00">
                  <c:v>0</c:v>
                </c:pt>
                <c:pt idx="10580" formatCode="0.00">
                  <c:v>0</c:v>
                </c:pt>
                <c:pt idx="10581" formatCode="0.00">
                  <c:v>0</c:v>
                </c:pt>
                <c:pt idx="10582" formatCode="0.00">
                  <c:v>0</c:v>
                </c:pt>
                <c:pt idx="10583" formatCode="0.00">
                  <c:v>0</c:v>
                </c:pt>
                <c:pt idx="10584" formatCode="0.00">
                  <c:v>0</c:v>
                </c:pt>
                <c:pt idx="10585" formatCode="0.00">
                  <c:v>0</c:v>
                </c:pt>
                <c:pt idx="10586" formatCode="0.00">
                  <c:v>0</c:v>
                </c:pt>
                <c:pt idx="10587">
                  <c:v>0.16</c:v>
                </c:pt>
                <c:pt idx="10588">
                  <c:v>1.72</c:v>
                </c:pt>
                <c:pt idx="10589">
                  <c:v>3.58</c:v>
                </c:pt>
                <c:pt idx="10590">
                  <c:v>6.28</c:v>
                </c:pt>
                <c:pt idx="10591">
                  <c:v>9.5</c:v>
                </c:pt>
                <c:pt idx="10592">
                  <c:v>12.96</c:v>
                </c:pt>
                <c:pt idx="10593">
                  <c:v>15</c:v>
                </c:pt>
                <c:pt idx="10594">
                  <c:v>22.14</c:v>
                </c:pt>
                <c:pt idx="10595">
                  <c:v>27.25</c:v>
                </c:pt>
                <c:pt idx="10596">
                  <c:v>28.5</c:v>
                </c:pt>
                <c:pt idx="10597">
                  <c:v>28.5</c:v>
                </c:pt>
                <c:pt idx="10598">
                  <c:v>28.5</c:v>
                </c:pt>
                <c:pt idx="10599">
                  <c:v>28.5</c:v>
                </c:pt>
                <c:pt idx="10600">
                  <c:v>28.5</c:v>
                </c:pt>
                <c:pt idx="10601">
                  <c:v>28.5</c:v>
                </c:pt>
                <c:pt idx="10602">
                  <c:v>28.5</c:v>
                </c:pt>
                <c:pt idx="10603">
                  <c:v>28.5</c:v>
                </c:pt>
                <c:pt idx="10604">
                  <c:v>28.5</c:v>
                </c:pt>
                <c:pt idx="10605">
                  <c:v>28.5</c:v>
                </c:pt>
                <c:pt idx="10606">
                  <c:v>28.5</c:v>
                </c:pt>
                <c:pt idx="10607">
                  <c:v>28.5</c:v>
                </c:pt>
                <c:pt idx="10608">
                  <c:v>31</c:v>
                </c:pt>
                <c:pt idx="10609">
                  <c:v>31</c:v>
                </c:pt>
                <c:pt idx="10610">
                  <c:v>31</c:v>
                </c:pt>
                <c:pt idx="10611">
                  <c:v>31</c:v>
                </c:pt>
                <c:pt idx="10612">
                  <c:v>31</c:v>
                </c:pt>
                <c:pt idx="10613">
                  <c:v>31</c:v>
                </c:pt>
                <c:pt idx="10614">
                  <c:v>31</c:v>
                </c:pt>
                <c:pt idx="10615">
                  <c:v>31</c:v>
                </c:pt>
                <c:pt idx="10616">
                  <c:v>31</c:v>
                </c:pt>
                <c:pt idx="10617">
                  <c:v>31</c:v>
                </c:pt>
                <c:pt idx="10618">
                  <c:v>31</c:v>
                </c:pt>
                <c:pt idx="10619">
                  <c:v>31</c:v>
                </c:pt>
                <c:pt idx="10620">
                  <c:v>31</c:v>
                </c:pt>
                <c:pt idx="10621">
                  <c:v>31</c:v>
                </c:pt>
                <c:pt idx="10622">
                  <c:v>28.5</c:v>
                </c:pt>
                <c:pt idx="10623">
                  <c:v>28.5</c:v>
                </c:pt>
                <c:pt idx="10624">
                  <c:v>28.5</c:v>
                </c:pt>
                <c:pt idx="10625">
                  <c:v>28.5</c:v>
                </c:pt>
                <c:pt idx="10626">
                  <c:v>28.5</c:v>
                </c:pt>
                <c:pt idx="10627">
                  <c:v>28.5</c:v>
                </c:pt>
                <c:pt idx="10628">
                  <c:v>28.5</c:v>
                </c:pt>
                <c:pt idx="10629">
                  <c:v>25.73</c:v>
                </c:pt>
                <c:pt idx="10630">
                  <c:v>22.84</c:v>
                </c:pt>
                <c:pt idx="10631">
                  <c:v>18.75</c:v>
                </c:pt>
                <c:pt idx="10632">
                  <c:v>16.38</c:v>
                </c:pt>
                <c:pt idx="10633">
                  <c:v>12.09</c:v>
                </c:pt>
                <c:pt idx="10634">
                  <c:v>8.6999999999999993</c:v>
                </c:pt>
                <c:pt idx="10635">
                  <c:v>5.5</c:v>
                </c:pt>
                <c:pt idx="10636">
                  <c:v>3.08</c:v>
                </c:pt>
                <c:pt idx="10637">
                  <c:v>1.22</c:v>
                </c:pt>
                <c:pt idx="10638">
                  <c:v>0.08</c:v>
                </c:pt>
                <c:pt idx="10639">
                  <c:v>0.41</c:v>
                </c:pt>
                <c:pt idx="10640">
                  <c:v>2.0299999999999998</c:v>
                </c:pt>
                <c:pt idx="10641">
                  <c:v>4.1100000000000003</c:v>
                </c:pt>
                <c:pt idx="10642">
                  <c:v>6.96</c:v>
                </c:pt>
                <c:pt idx="10643">
                  <c:v>10.49</c:v>
                </c:pt>
                <c:pt idx="10644">
                  <c:v>14.5</c:v>
                </c:pt>
                <c:pt idx="10645">
                  <c:v>15</c:v>
                </c:pt>
                <c:pt idx="10646">
                  <c:v>24.33</c:v>
                </c:pt>
                <c:pt idx="10647">
                  <c:v>29.62</c:v>
                </c:pt>
                <c:pt idx="10648">
                  <c:v>31.25</c:v>
                </c:pt>
                <c:pt idx="10649">
                  <c:v>31.25</c:v>
                </c:pt>
                <c:pt idx="10650">
                  <c:v>30</c:v>
                </c:pt>
                <c:pt idx="10651">
                  <c:v>30</c:v>
                </c:pt>
                <c:pt idx="10652">
                  <c:v>30</c:v>
                </c:pt>
                <c:pt idx="10653">
                  <c:v>30</c:v>
                </c:pt>
                <c:pt idx="10654">
                  <c:v>27.5</c:v>
                </c:pt>
                <c:pt idx="10655">
                  <c:v>27.5</c:v>
                </c:pt>
                <c:pt idx="10656">
                  <c:v>27.5</c:v>
                </c:pt>
                <c:pt idx="10657">
                  <c:v>27.5</c:v>
                </c:pt>
                <c:pt idx="10658">
                  <c:v>27.5</c:v>
                </c:pt>
                <c:pt idx="10659">
                  <c:v>27.5</c:v>
                </c:pt>
                <c:pt idx="10660">
                  <c:v>27.5</c:v>
                </c:pt>
                <c:pt idx="10661">
                  <c:v>27.5</c:v>
                </c:pt>
                <c:pt idx="10662">
                  <c:v>27.5</c:v>
                </c:pt>
                <c:pt idx="10663">
                  <c:v>27.5</c:v>
                </c:pt>
                <c:pt idx="10664">
                  <c:v>27.5</c:v>
                </c:pt>
                <c:pt idx="10665">
                  <c:v>27.5</c:v>
                </c:pt>
                <c:pt idx="10666">
                  <c:v>27.5</c:v>
                </c:pt>
                <c:pt idx="10667">
                  <c:v>27.5</c:v>
                </c:pt>
                <c:pt idx="10668">
                  <c:v>27.5</c:v>
                </c:pt>
                <c:pt idx="10669">
                  <c:v>27.5</c:v>
                </c:pt>
                <c:pt idx="10670">
                  <c:v>27.5</c:v>
                </c:pt>
                <c:pt idx="10671">
                  <c:v>27.5</c:v>
                </c:pt>
                <c:pt idx="10672">
                  <c:v>27.5</c:v>
                </c:pt>
                <c:pt idx="10673">
                  <c:v>27.5</c:v>
                </c:pt>
                <c:pt idx="10674">
                  <c:v>27.5</c:v>
                </c:pt>
                <c:pt idx="10675">
                  <c:v>30</c:v>
                </c:pt>
                <c:pt idx="10676">
                  <c:v>30</c:v>
                </c:pt>
                <c:pt idx="10677">
                  <c:v>30</c:v>
                </c:pt>
                <c:pt idx="10678">
                  <c:v>30</c:v>
                </c:pt>
                <c:pt idx="10679">
                  <c:v>31.25</c:v>
                </c:pt>
                <c:pt idx="10680">
                  <c:v>31.25</c:v>
                </c:pt>
                <c:pt idx="10681">
                  <c:v>30.41</c:v>
                </c:pt>
                <c:pt idx="10682">
                  <c:v>26.35</c:v>
                </c:pt>
                <c:pt idx="10683">
                  <c:v>21.82</c:v>
                </c:pt>
                <c:pt idx="10684">
                  <c:v>17.89</c:v>
                </c:pt>
                <c:pt idx="10685">
                  <c:v>13.34</c:v>
                </c:pt>
                <c:pt idx="10686">
                  <c:v>9.42</c:v>
                </c:pt>
                <c:pt idx="10687">
                  <c:v>6.04</c:v>
                </c:pt>
                <c:pt idx="10688">
                  <c:v>3.41</c:v>
                </c:pt>
                <c:pt idx="10689">
                  <c:v>1.42</c:v>
                </c:pt>
                <c:pt idx="10690">
                  <c:v>0.19</c:v>
                </c:pt>
                <c:pt idx="10691">
                  <c:v>0.32</c:v>
                </c:pt>
                <c:pt idx="10692">
                  <c:v>1.23</c:v>
                </c:pt>
                <c:pt idx="10693">
                  <c:v>3.07</c:v>
                </c:pt>
                <c:pt idx="10694">
                  <c:v>5.68</c:v>
                </c:pt>
                <c:pt idx="10695">
                  <c:v>9.1999999999999993</c:v>
                </c:pt>
                <c:pt idx="10696">
                  <c:v>13.64</c:v>
                </c:pt>
                <c:pt idx="10697">
                  <c:v>18.86</c:v>
                </c:pt>
                <c:pt idx="10698">
                  <c:v>24.63</c:v>
                </c:pt>
                <c:pt idx="10699">
                  <c:v>30.58</c:v>
                </c:pt>
                <c:pt idx="10700">
                  <c:v>36.57</c:v>
                </c:pt>
                <c:pt idx="10701">
                  <c:v>42.29</c:v>
                </c:pt>
                <c:pt idx="10702">
                  <c:v>47.71</c:v>
                </c:pt>
                <c:pt idx="10703">
                  <c:v>52.88</c:v>
                </c:pt>
                <c:pt idx="10704">
                  <c:v>54.03</c:v>
                </c:pt>
                <c:pt idx="10705">
                  <c:v>53.97</c:v>
                </c:pt>
                <c:pt idx="10706">
                  <c:v>53.96</c:v>
                </c:pt>
                <c:pt idx="10707">
                  <c:v>53.96</c:v>
                </c:pt>
                <c:pt idx="10708">
                  <c:v>53.97</c:v>
                </c:pt>
                <c:pt idx="10709">
                  <c:v>53.97</c:v>
                </c:pt>
                <c:pt idx="10710">
                  <c:v>53.97</c:v>
                </c:pt>
                <c:pt idx="10711">
                  <c:v>53.97</c:v>
                </c:pt>
                <c:pt idx="10712">
                  <c:v>53.97</c:v>
                </c:pt>
                <c:pt idx="10713">
                  <c:v>53.96</c:v>
                </c:pt>
                <c:pt idx="10714">
                  <c:v>53.97</c:v>
                </c:pt>
                <c:pt idx="10715">
                  <c:v>53.97</c:v>
                </c:pt>
                <c:pt idx="10716">
                  <c:v>53.96</c:v>
                </c:pt>
                <c:pt idx="10717">
                  <c:v>53.97</c:v>
                </c:pt>
                <c:pt idx="10718">
                  <c:v>53.97</c:v>
                </c:pt>
                <c:pt idx="10719">
                  <c:v>53.97</c:v>
                </c:pt>
                <c:pt idx="10720">
                  <c:v>53.96</c:v>
                </c:pt>
                <c:pt idx="10721">
                  <c:v>53.97</c:v>
                </c:pt>
                <c:pt idx="10722">
                  <c:v>53.96</c:v>
                </c:pt>
                <c:pt idx="10723">
                  <c:v>53.97</c:v>
                </c:pt>
                <c:pt idx="10724">
                  <c:v>53.97</c:v>
                </c:pt>
                <c:pt idx="10725">
                  <c:v>53.97</c:v>
                </c:pt>
                <c:pt idx="10726">
                  <c:v>53.97</c:v>
                </c:pt>
                <c:pt idx="10727">
                  <c:v>53.97</c:v>
                </c:pt>
                <c:pt idx="10728">
                  <c:v>53.97</c:v>
                </c:pt>
                <c:pt idx="10729">
                  <c:v>53.96</c:v>
                </c:pt>
                <c:pt idx="10730">
                  <c:v>52.76</c:v>
                </c:pt>
                <c:pt idx="10731">
                  <c:v>49.92</c:v>
                </c:pt>
                <c:pt idx="10732">
                  <c:v>44.01</c:v>
                </c:pt>
                <c:pt idx="10733">
                  <c:v>39.659999999999997</c:v>
                </c:pt>
                <c:pt idx="10734">
                  <c:v>34.369999999999997</c:v>
                </c:pt>
                <c:pt idx="10735">
                  <c:v>28.48</c:v>
                </c:pt>
                <c:pt idx="10736">
                  <c:v>23.24</c:v>
                </c:pt>
                <c:pt idx="10737">
                  <c:v>18.12</c:v>
                </c:pt>
                <c:pt idx="10738">
                  <c:v>13</c:v>
                </c:pt>
                <c:pt idx="10739">
                  <c:v>8.81</c:v>
                </c:pt>
                <c:pt idx="10740">
                  <c:v>5</c:v>
                </c:pt>
                <c:pt idx="10741">
                  <c:v>0.79</c:v>
                </c:pt>
                <c:pt idx="10742">
                  <c:v>0.15</c:v>
                </c:pt>
                <c:pt idx="10743">
                  <c:v>0.1</c:v>
                </c:pt>
                <c:pt idx="10744">
                  <c:v>0.85</c:v>
                </c:pt>
                <c:pt idx="10745">
                  <c:v>5.5</c:v>
                </c:pt>
                <c:pt idx="10746">
                  <c:v>5.5</c:v>
                </c:pt>
                <c:pt idx="10747">
                  <c:v>15</c:v>
                </c:pt>
                <c:pt idx="10748">
                  <c:v>15</c:v>
                </c:pt>
                <c:pt idx="10749">
                  <c:v>29.37</c:v>
                </c:pt>
                <c:pt idx="10750">
                  <c:v>36.979999999999997</c:v>
                </c:pt>
                <c:pt idx="10751">
                  <c:v>38.340000000000003</c:v>
                </c:pt>
                <c:pt idx="10752">
                  <c:v>42.5</c:v>
                </c:pt>
                <c:pt idx="10753">
                  <c:v>42.5</c:v>
                </c:pt>
                <c:pt idx="10754">
                  <c:v>42.5</c:v>
                </c:pt>
                <c:pt idx="10755">
                  <c:v>33</c:v>
                </c:pt>
                <c:pt idx="10756">
                  <c:v>33</c:v>
                </c:pt>
                <c:pt idx="10757">
                  <c:v>28.96</c:v>
                </c:pt>
                <c:pt idx="10758">
                  <c:v>28.96</c:v>
                </c:pt>
                <c:pt idx="10759">
                  <c:v>28.97</c:v>
                </c:pt>
                <c:pt idx="10760">
                  <c:v>28.97</c:v>
                </c:pt>
                <c:pt idx="10761">
                  <c:v>28.97</c:v>
                </c:pt>
                <c:pt idx="10762">
                  <c:v>28.97</c:v>
                </c:pt>
                <c:pt idx="10763">
                  <c:v>32.25</c:v>
                </c:pt>
                <c:pt idx="10764">
                  <c:v>32.26</c:v>
                </c:pt>
                <c:pt idx="10765">
                  <c:v>32.25</c:v>
                </c:pt>
                <c:pt idx="10766">
                  <c:v>42.5</c:v>
                </c:pt>
                <c:pt idx="10767">
                  <c:v>42.51</c:v>
                </c:pt>
                <c:pt idx="10768">
                  <c:v>42.49</c:v>
                </c:pt>
                <c:pt idx="10769">
                  <c:v>42.5</c:v>
                </c:pt>
                <c:pt idx="10770">
                  <c:v>42.5</c:v>
                </c:pt>
                <c:pt idx="10771">
                  <c:v>42.5</c:v>
                </c:pt>
                <c:pt idx="10772">
                  <c:v>42.5</c:v>
                </c:pt>
                <c:pt idx="10773">
                  <c:v>30.01</c:v>
                </c:pt>
                <c:pt idx="10774">
                  <c:v>30</c:v>
                </c:pt>
                <c:pt idx="10775">
                  <c:v>30.01</c:v>
                </c:pt>
                <c:pt idx="10776">
                  <c:v>29.99</c:v>
                </c:pt>
                <c:pt idx="10777">
                  <c:v>28.97</c:v>
                </c:pt>
                <c:pt idx="10778">
                  <c:v>28.98</c:v>
                </c:pt>
                <c:pt idx="10779">
                  <c:v>28.96</c:v>
                </c:pt>
                <c:pt idx="10780">
                  <c:v>28.96</c:v>
                </c:pt>
                <c:pt idx="10781">
                  <c:v>28.75</c:v>
                </c:pt>
                <c:pt idx="10782">
                  <c:v>28.75</c:v>
                </c:pt>
                <c:pt idx="10783">
                  <c:v>26.26</c:v>
                </c:pt>
                <c:pt idx="10784">
                  <c:v>23.76</c:v>
                </c:pt>
                <c:pt idx="10785">
                  <c:v>33.74</c:v>
                </c:pt>
                <c:pt idx="10786">
                  <c:v>28.5</c:v>
                </c:pt>
                <c:pt idx="10787">
                  <c:v>22.27</c:v>
                </c:pt>
                <c:pt idx="10788">
                  <c:v>17.350000000000001</c:v>
                </c:pt>
                <c:pt idx="10789">
                  <c:v>12.42</c:v>
                </c:pt>
                <c:pt idx="10790">
                  <c:v>8.41</c:v>
                </c:pt>
                <c:pt idx="10791">
                  <c:v>4.7699999999999996</c:v>
                </c:pt>
                <c:pt idx="10792">
                  <c:v>0.79</c:v>
                </c:pt>
                <c:pt idx="10793">
                  <c:v>0.15</c:v>
                </c:pt>
                <c:pt idx="10794">
                  <c:v>0.66</c:v>
                </c:pt>
                <c:pt idx="10795">
                  <c:v>2.42</c:v>
                </c:pt>
                <c:pt idx="10796">
                  <c:v>4.72</c:v>
                </c:pt>
                <c:pt idx="10797">
                  <c:v>7.52</c:v>
                </c:pt>
                <c:pt idx="10798">
                  <c:v>10.9</c:v>
                </c:pt>
                <c:pt idx="10799">
                  <c:v>15.04</c:v>
                </c:pt>
                <c:pt idx="10800">
                  <c:v>19.39</c:v>
                </c:pt>
                <c:pt idx="10801">
                  <c:v>14.6</c:v>
                </c:pt>
                <c:pt idx="10802">
                  <c:v>10.14</c:v>
                </c:pt>
                <c:pt idx="10803">
                  <c:v>6.58</c:v>
                </c:pt>
                <c:pt idx="10804">
                  <c:v>3.73</c:v>
                </c:pt>
                <c:pt idx="10805">
                  <c:v>1.63</c:v>
                </c:pt>
                <c:pt idx="10806">
                  <c:v>0.3</c:v>
                </c:pt>
                <c:pt idx="10807">
                  <c:v>23.65</c:v>
                </c:pt>
                <c:pt idx="10808">
                  <c:v>26.53</c:v>
                </c:pt>
                <c:pt idx="10809">
                  <c:v>34.06</c:v>
                </c:pt>
                <c:pt idx="10810">
                  <c:v>37.28</c:v>
                </c:pt>
                <c:pt idx="10811">
                  <c:v>42.37</c:v>
                </c:pt>
                <c:pt idx="10812">
                  <c:v>54.21</c:v>
                </c:pt>
                <c:pt idx="10813">
                  <c:v>63.61</c:v>
                </c:pt>
                <c:pt idx="10814">
                  <c:v>67.86</c:v>
                </c:pt>
                <c:pt idx="10815">
                  <c:v>74.31</c:v>
                </c:pt>
                <c:pt idx="10816">
                  <c:v>51.84</c:v>
                </c:pt>
                <c:pt idx="10817">
                  <c:v>51.84</c:v>
                </c:pt>
                <c:pt idx="10818">
                  <c:v>54.06</c:v>
                </c:pt>
                <c:pt idx="10819">
                  <c:v>55.06</c:v>
                </c:pt>
                <c:pt idx="10820">
                  <c:v>52.56</c:v>
                </c:pt>
                <c:pt idx="10821">
                  <c:v>52.81</c:v>
                </c:pt>
                <c:pt idx="10822">
                  <c:v>52.81</c:v>
                </c:pt>
                <c:pt idx="10823">
                  <c:v>52.8</c:v>
                </c:pt>
                <c:pt idx="10824">
                  <c:v>51.84</c:v>
                </c:pt>
                <c:pt idx="10825">
                  <c:v>51.84</c:v>
                </c:pt>
                <c:pt idx="10826">
                  <c:v>51.84</c:v>
                </c:pt>
                <c:pt idx="10827">
                  <c:v>51.84</c:v>
                </c:pt>
                <c:pt idx="10828">
                  <c:v>51.84</c:v>
                </c:pt>
                <c:pt idx="10829">
                  <c:v>51.84</c:v>
                </c:pt>
                <c:pt idx="10830">
                  <c:v>51.84</c:v>
                </c:pt>
                <c:pt idx="10831">
                  <c:v>51.84</c:v>
                </c:pt>
                <c:pt idx="10832">
                  <c:v>51.84</c:v>
                </c:pt>
                <c:pt idx="10833">
                  <c:v>51.84</c:v>
                </c:pt>
                <c:pt idx="10834">
                  <c:v>51.84</c:v>
                </c:pt>
                <c:pt idx="10835">
                  <c:v>51.84</c:v>
                </c:pt>
                <c:pt idx="10836">
                  <c:v>51.84</c:v>
                </c:pt>
                <c:pt idx="10837">
                  <c:v>51.84</c:v>
                </c:pt>
                <c:pt idx="10838">
                  <c:v>51.84</c:v>
                </c:pt>
                <c:pt idx="10839">
                  <c:v>51.84</c:v>
                </c:pt>
                <c:pt idx="10840">
                  <c:v>65.540000000000006</c:v>
                </c:pt>
                <c:pt idx="10841">
                  <c:v>59.99</c:v>
                </c:pt>
                <c:pt idx="10842">
                  <c:v>52.7</c:v>
                </c:pt>
                <c:pt idx="10843">
                  <c:v>46.3</c:v>
                </c:pt>
                <c:pt idx="10844">
                  <c:v>35.299999999999997</c:v>
                </c:pt>
                <c:pt idx="10845">
                  <c:v>28.16</c:v>
                </c:pt>
                <c:pt idx="10846">
                  <c:v>0.7</c:v>
                </c:pt>
                <c:pt idx="10847">
                  <c:v>0.23</c:v>
                </c:pt>
                <c:pt idx="10848">
                  <c:v>1.03</c:v>
                </c:pt>
                <c:pt idx="10849">
                  <c:v>2.38</c:v>
                </c:pt>
                <c:pt idx="10850">
                  <c:v>4.75</c:v>
                </c:pt>
                <c:pt idx="10851">
                  <c:v>8.11</c:v>
                </c:pt>
                <c:pt idx="10852">
                  <c:v>12.46</c:v>
                </c:pt>
                <c:pt idx="10853">
                  <c:v>17.760000000000002</c:v>
                </c:pt>
                <c:pt idx="10854">
                  <c:v>21.1</c:v>
                </c:pt>
                <c:pt idx="10855">
                  <c:v>27.16</c:v>
                </c:pt>
                <c:pt idx="10856">
                  <c:v>33.369999999999997</c:v>
                </c:pt>
                <c:pt idx="10857">
                  <c:v>39.42</c:v>
                </c:pt>
                <c:pt idx="10858">
                  <c:v>42.58</c:v>
                </c:pt>
                <c:pt idx="10859">
                  <c:v>48.11</c:v>
                </c:pt>
                <c:pt idx="10860">
                  <c:v>53.2</c:v>
                </c:pt>
                <c:pt idx="10861">
                  <c:v>63.92</c:v>
                </c:pt>
                <c:pt idx="10862">
                  <c:v>66.400000000000006</c:v>
                </c:pt>
                <c:pt idx="10863">
                  <c:v>75.44</c:v>
                </c:pt>
                <c:pt idx="10864">
                  <c:v>83.1</c:v>
                </c:pt>
                <c:pt idx="10865">
                  <c:v>88.88</c:v>
                </c:pt>
                <c:pt idx="10866">
                  <c:v>89.41</c:v>
                </c:pt>
                <c:pt idx="10867">
                  <c:v>90.12</c:v>
                </c:pt>
                <c:pt idx="10868">
                  <c:v>90.42</c:v>
                </c:pt>
                <c:pt idx="10869">
                  <c:v>90.53</c:v>
                </c:pt>
                <c:pt idx="10870">
                  <c:v>87.05</c:v>
                </c:pt>
                <c:pt idx="10871">
                  <c:v>87.06</c:v>
                </c:pt>
                <c:pt idx="10872">
                  <c:v>87.06</c:v>
                </c:pt>
                <c:pt idx="10873">
                  <c:v>87.06</c:v>
                </c:pt>
                <c:pt idx="10874">
                  <c:v>87.06</c:v>
                </c:pt>
                <c:pt idx="10875">
                  <c:v>87.06</c:v>
                </c:pt>
                <c:pt idx="10876">
                  <c:v>86.81</c:v>
                </c:pt>
                <c:pt idx="10877">
                  <c:v>86.31</c:v>
                </c:pt>
                <c:pt idx="10878">
                  <c:v>86.44</c:v>
                </c:pt>
                <c:pt idx="10879">
                  <c:v>84.25</c:v>
                </c:pt>
                <c:pt idx="10880">
                  <c:v>80.67</c:v>
                </c:pt>
                <c:pt idx="10881">
                  <c:v>75.900000000000006</c:v>
                </c:pt>
                <c:pt idx="10882">
                  <c:v>76.91</c:v>
                </c:pt>
                <c:pt idx="10883">
                  <c:v>67.42</c:v>
                </c:pt>
                <c:pt idx="10884">
                  <c:v>60.82</c:v>
                </c:pt>
                <c:pt idx="10885">
                  <c:v>56.18</c:v>
                </c:pt>
                <c:pt idx="10886">
                  <c:v>53.51</c:v>
                </c:pt>
                <c:pt idx="10887">
                  <c:v>48.49</c:v>
                </c:pt>
                <c:pt idx="10888">
                  <c:v>43.4</c:v>
                </c:pt>
                <c:pt idx="10889">
                  <c:v>37.51</c:v>
                </c:pt>
                <c:pt idx="10890">
                  <c:v>34.5</c:v>
                </c:pt>
                <c:pt idx="10891">
                  <c:v>28.79</c:v>
                </c:pt>
                <c:pt idx="10892">
                  <c:v>23.21</c:v>
                </c:pt>
                <c:pt idx="10893">
                  <c:v>17.829999999999998</c:v>
                </c:pt>
                <c:pt idx="10894">
                  <c:v>12.83</c:v>
                </c:pt>
                <c:pt idx="10895">
                  <c:v>8.4</c:v>
                </c:pt>
                <c:pt idx="10896">
                  <c:v>4.84</c:v>
                </c:pt>
                <c:pt idx="10897">
                  <c:v>2.31</c:v>
                </c:pt>
                <c:pt idx="10898">
                  <c:v>17.79</c:v>
                </c:pt>
                <c:pt idx="10899">
                  <c:v>15.1</c:v>
                </c:pt>
                <c:pt idx="10900">
                  <c:v>12.42</c:v>
                </c:pt>
                <c:pt idx="10901">
                  <c:v>9.81</c:v>
                </c:pt>
                <c:pt idx="10902">
                  <c:v>7.34</c:v>
                </c:pt>
                <c:pt idx="10903">
                  <c:v>5.05</c:v>
                </c:pt>
                <c:pt idx="10904">
                  <c:v>3.18</c:v>
                </c:pt>
                <c:pt idx="10905">
                  <c:v>1.82</c:v>
                </c:pt>
                <c:pt idx="10906">
                  <c:v>0.8</c:v>
                </c:pt>
                <c:pt idx="10907">
                  <c:v>0.45</c:v>
                </c:pt>
                <c:pt idx="10908">
                  <c:v>2.0499999999999998</c:v>
                </c:pt>
                <c:pt idx="10909">
                  <c:v>4.51</c:v>
                </c:pt>
                <c:pt idx="10910">
                  <c:v>7.61</c:v>
                </c:pt>
                <c:pt idx="10911">
                  <c:v>11.45</c:v>
                </c:pt>
                <c:pt idx="10912">
                  <c:v>16.05</c:v>
                </c:pt>
                <c:pt idx="10913">
                  <c:v>21.25</c:v>
                </c:pt>
                <c:pt idx="10914">
                  <c:v>16.73</c:v>
                </c:pt>
                <c:pt idx="10915">
                  <c:v>22.24</c:v>
                </c:pt>
                <c:pt idx="10916">
                  <c:v>27.7</c:v>
                </c:pt>
                <c:pt idx="10917">
                  <c:v>32.9</c:v>
                </c:pt>
                <c:pt idx="10918">
                  <c:v>37.93</c:v>
                </c:pt>
                <c:pt idx="10919">
                  <c:v>42.64</c:v>
                </c:pt>
                <c:pt idx="10920">
                  <c:v>46.98</c:v>
                </c:pt>
                <c:pt idx="10921">
                  <c:v>54.27</c:v>
                </c:pt>
                <c:pt idx="10922">
                  <c:v>60.34</c:v>
                </c:pt>
                <c:pt idx="10923">
                  <c:v>68.709999999999994</c:v>
                </c:pt>
                <c:pt idx="10924">
                  <c:v>86.43</c:v>
                </c:pt>
                <c:pt idx="10925">
                  <c:v>91.28</c:v>
                </c:pt>
                <c:pt idx="10926">
                  <c:v>87.23</c:v>
                </c:pt>
                <c:pt idx="10927">
                  <c:v>80.78</c:v>
                </c:pt>
                <c:pt idx="10928">
                  <c:v>78.64</c:v>
                </c:pt>
                <c:pt idx="10929">
                  <c:v>69.91</c:v>
                </c:pt>
                <c:pt idx="10930">
                  <c:v>57.92</c:v>
                </c:pt>
                <c:pt idx="10931">
                  <c:v>50.17</c:v>
                </c:pt>
                <c:pt idx="10932">
                  <c:v>46.42</c:v>
                </c:pt>
                <c:pt idx="10933">
                  <c:v>43.92</c:v>
                </c:pt>
                <c:pt idx="10934">
                  <c:v>50.17</c:v>
                </c:pt>
                <c:pt idx="10935">
                  <c:v>51.42</c:v>
                </c:pt>
                <c:pt idx="10936">
                  <c:v>45.91</c:v>
                </c:pt>
                <c:pt idx="10937">
                  <c:v>38.99</c:v>
                </c:pt>
                <c:pt idx="10938">
                  <c:v>51.78</c:v>
                </c:pt>
                <c:pt idx="10939">
                  <c:v>37.880000000000003</c:v>
                </c:pt>
                <c:pt idx="10940">
                  <c:v>35.25</c:v>
                </c:pt>
                <c:pt idx="10941">
                  <c:v>28.69</c:v>
                </c:pt>
                <c:pt idx="10942">
                  <c:v>26</c:v>
                </c:pt>
                <c:pt idx="10943">
                  <c:v>22.38</c:v>
                </c:pt>
                <c:pt idx="10944">
                  <c:v>21.08</c:v>
                </c:pt>
                <c:pt idx="10945">
                  <c:v>18.97</c:v>
                </c:pt>
                <c:pt idx="10946">
                  <c:v>25.43</c:v>
                </c:pt>
                <c:pt idx="10947">
                  <c:v>23.21</c:v>
                </c:pt>
                <c:pt idx="10948">
                  <c:v>20.69</c:v>
                </c:pt>
                <c:pt idx="10949">
                  <c:v>0.24</c:v>
                </c:pt>
                <c:pt idx="10950">
                  <c:v>1.06</c:v>
                </c:pt>
                <c:pt idx="10951">
                  <c:v>2.46</c:v>
                </c:pt>
                <c:pt idx="10952">
                  <c:v>4.4400000000000004</c:v>
                </c:pt>
                <c:pt idx="10953">
                  <c:v>7.13</c:v>
                </c:pt>
                <c:pt idx="10954">
                  <c:v>10.52</c:v>
                </c:pt>
                <c:pt idx="10955">
                  <c:v>14.45</c:v>
                </c:pt>
                <c:pt idx="10956">
                  <c:v>18.68</c:v>
                </c:pt>
                <c:pt idx="10957">
                  <c:v>18.75</c:v>
                </c:pt>
                <c:pt idx="10958">
                  <c:v>18.75</c:v>
                </c:pt>
                <c:pt idx="10959">
                  <c:v>18.75</c:v>
                </c:pt>
                <c:pt idx="10960">
                  <c:v>18.75</c:v>
                </c:pt>
                <c:pt idx="10961">
                  <c:v>18.75</c:v>
                </c:pt>
                <c:pt idx="10962">
                  <c:v>18.75</c:v>
                </c:pt>
                <c:pt idx="10963">
                  <c:v>18.75</c:v>
                </c:pt>
                <c:pt idx="10964">
                  <c:v>18.75</c:v>
                </c:pt>
                <c:pt idx="10965">
                  <c:v>18.75</c:v>
                </c:pt>
                <c:pt idx="10966">
                  <c:v>18.75</c:v>
                </c:pt>
                <c:pt idx="10967">
                  <c:v>18.75</c:v>
                </c:pt>
                <c:pt idx="10968">
                  <c:v>18.75</c:v>
                </c:pt>
                <c:pt idx="10969">
                  <c:v>18.75</c:v>
                </c:pt>
                <c:pt idx="10970">
                  <c:v>18.75</c:v>
                </c:pt>
                <c:pt idx="10971">
                  <c:v>18.75</c:v>
                </c:pt>
                <c:pt idx="10972">
                  <c:v>18.75</c:v>
                </c:pt>
                <c:pt idx="10973">
                  <c:v>18.75</c:v>
                </c:pt>
                <c:pt idx="10974">
                  <c:v>18.75</c:v>
                </c:pt>
                <c:pt idx="10975">
                  <c:v>18.75</c:v>
                </c:pt>
                <c:pt idx="10976">
                  <c:v>18.75</c:v>
                </c:pt>
                <c:pt idx="10977">
                  <c:v>18.75</c:v>
                </c:pt>
                <c:pt idx="10978">
                  <c:v>18.75</c:v>
                </c:pt>
                <c:pt idx="10979">
                  <c:v>18.75</c:v>
                </c:pt>
                <c:pt idx="10980">
                  <c:v>18.75</c:v>
                </c:pt>
                <c:pt idx="10981">
                  <c:v>18.75</c:v>
                </c:pt>
                <c:pt idx="10982">
                  <c:v>18.75</c:v>
                </c:pt>
                <c:pt idx="10983">
                  <c:v>18.75</c:v>
                </c:pt>
                <c:pt idx="10984">
                  <c:v>18.75</c:v>
                </c:pt>
                <c:pt idx="10985">
                  <c:v>18.75</c:v>
                </c:pt>
                <c:pt idx="10986">
                  <c:v>18.75</c:v>
                </c:pt>
                <c:pt idx="10987">
                  <c:v>18.75</c:v>
                </c:pt>
                <c:pt idx="10988">
                  <c:v>18.75</c:v>
                </c:pt>
                <c:pt idx="10989">
                  <c:v>18.75</c:v>
                </c:pt>
                <c:pt idx="10990">
                  <c:v>18.75</c:v>
                </c:pt>
                <c:pt idx="10991">
                  <c:v>18.75</c:v>
                </c:pt>
                <c:pt idx="10992">
                  <c:v>18.75</c:v>
                </c:pt>
                <c:pt idx="10993">
                  <c:v>18.75</c:v>
                </c:pt>
                <c:pt idx="10994">
                  <c:v>18.75</c:v>
                </c:pt>
                <c:pt idx="10995">
                  <c:v>14.53</c:v>
                </c:pt>
                <c:pt idx="10996">
                  <c:v>10.74</c:v>
                </c:pt>
                <c:pt idx="10997">
                  <c:v>7.43</c:v>
                </c:pt>
                <c:pt idx="10998">
                  <c:v>4.18</c:v>
                </c:pt>
                <c:pt idx="10999">
                  <c:v>2.06</c:v>
                </c:pt>
                <c:pt idx="11000">
                  <c:v>0.62</c:v>
                </c:pt>
                <c:pt idx="11001">
                  <c:v>10</c:v>
                </c:pt>
                <c:pt idx="11002">
                  <c:v>17</c:v>
                </c:pt>
                <c:pt idx="11003">
                  <c:v>2.79</c:v>
                </c:pt>
                <c:pt idx="11004">
                  <c:v>6.23</c:v>
                </c:pt>
                <c:pt idx="11005">
                  <c:v>10.93</c:v>
                </c:pt>
                <c:pt idx="11006">
                  <c:v>56.11</c:v>
                </c:pt>
                <c:pt idx="11007">
                  <c:v>51.73</c:v>
                </c:pt>
                <c:pt idx="11008">
                  <c:v>47.78</c:v>
                </c:pt>
                <c:pt idx="11009">
                  <c:v>43.47</c:v>
                </c:pt>
                <c:pt idx="11010">
                  <c:v>39.39</c:v>
                </c:pt>
                <c:pt idx="11011">
                  <c:v>35.29</c:v>
                </c:pt>
                <c:pt idx="11012">
                  <c:v>29.99</c:v>
                </c:pt>
                <c:pt idx="11013">
                  <c:v>24.91</c:v>
                </c:pt>
                <c:pt idx="11014">
                  <c:v>19.77</c:v>
                </c:pt>
                <c:pt idx="11015">
                  <c:v>15.17</c:v>
                </c:pt>
                <c:pt idx="11016">
                  <c:v>10.76</c:v>
                </c:pt>
                <c:pt idx="11017">
                  <c:v>7.06</c:v>
                </c:pt>
                <c:pt idx="11018">
                  <c:v>3.97</c:v>
                </c:pt>
                <c:pt idx="11019">
                  <c:v>1.96</c:v>
                </c:pt>
                <c:pt idx="11020">
                  <c:v>0.59</c:v>
                </c:pt>
                <c:pt idx="11021">
                  <c:v>17.940000000000001</c:v>
                </c:pt>
                <c:pt idx="11022">
                  <c:v>36.57</c:v>
                </c:pt>
                <c:pt idx="11023">
                  <c:v>45.3</c:v>
                </c:pt>
                <c:pt idx="11024">
                  <c:v>50.85</c:v>
                </c:pt>
                <c:pt idx="11025">
                  <c:v>53.44</c:v>
                </c:pt>
                <c:pt idx="11026">
                  <c:v>55.27</c:v>
                </c:pt>
                <c:pt idx="11027">
                  <c:v>54.51</c:v>
                </c:pt>
                <c:pt idx="11028">
                  <c:v>54.4</c:v>
                </c:pt>
                <c:pt idx="11029">
                  <c:v>47.57</c:v>
                </c:pt>
                <c:pt idx="11030">
                  <c:v>44.82</c:v>
                </c:pt>
                <c:pt idx="11031">
                  <c:v>43.08</c:v>
                </c:pt>
                <c:pt idx="11032">
                  <c:v>42.07</c:v>
                </c:pt>
                <c:pt idx="11033">
                  <c:v>34.57</c:v>
                </c:pt>
                <c:pt idx="11034">
                  <c:v>34.770000000000003</c:v>
                </c:pt>
                <c:pt idx="11035">
                  <c:v>43.85</c:v>
                </c:pt>
                <c:pt idx="11036">
                  <c:v>43.02</c:v>
                </c:pt>
                <c:pt idx="11037">
                  <c:v>48.88</c:v>
                </c:pt>
                <c:pt idx="11038">
                  <c:v>55.81</c:v>
                </c:pt>
                <c:pt idx="11039">
                  <c:v>62.74</c:v>
                </c:pt>
                <c:pt idx="11040">
                  <c:v>64.290000000000006</c:v>
                </c:pt>
                <c:pt idx="11041">
                  <c:v>80.37</c:v>
                </c:pt>
                <c:pt idx="11042">
                  <c:v>69.05</c:v>
                </c:pt>
                <c:pt idx="11043" formatCode="0.00">
                  <c:v>0</c:v>
                </c:pt>
                <c:pt idx="11044" formatCode="0.00">
                  <c:v>0</c:v>
                </c:pt>
                <c:pt idx="11045" formatCode="0.00">
                  <c:v>0</c:v>
                </c:pt>
                <c:pt idx="11046" formatCode="0.00">
                  <c:v>0</c:v>
                </c:pt>
                <c:pt idx="11047" formatCode="0.00">
                  <c:v>0</c:v>
                </c:pt>
                <c:pt idx="11048" formatCode="0.00">
                  <c:v>0</c:v>
                </c:pt>
                <c:pt idx="11049" formatCode="0.00">
                  <c:v>0</c:v>
                </c:pt>
                <c:pt idx="11050" formatCode="0.00">
                  <c:v>0</c:v>
                </c:pt>
                <c:pt idx="11051" formatCode="0.00">
                  <c:v>0</c:v>
                </c:pt>
                <c:pt idx="11052" formatCode="0.00">
                  <c:v>0</c:v>
                </c:pt>
                <c:pt idx="11053" formatCode="0.00">
                  <c:v>0</c:v>
                </c:pt>
                <c:pt idx="11054" formatCode="0.00">
                  <c:v>0</c:v>
                </c:pt>
                <c:pt idx="11055" formatCode="0.00">
                  <c:v>0</c:v>
                </c:pt>
                <c:pt idx="11056" formatCode="0.00">
                  <c:v>0</c:v>
                </c:pt>
                <c:pt idx="11057" formatCode="0.00">
                  <c:v>0</c:v>
                </c:pt>
                <c:pt idx="11058" formatCode="0.00">
                  <c:v>0</c:v>
                </c:pt>
                <c:pt idx="11059" formatCode="0.00">
                  <c:v>0</c:v>
                </c:pt>
                <c:pt idx="11060" formatCode="0.00">
                  <c:v>0</c:v>
                </c:pt>
                <c:pt idx="11061" formatCode="0.00">
                  <c:v>0</c:v>
                </c:pt>
                <c:pt idx="11062" formatCode="0.00">
                  <c:v>0</c:v>
                </c:pt>
                <c:pt idx="11063" formatCode="0.00">
                  <c:v>0</c:v>
                </c:pt>
                <c:pt idx="11064" formatCode="0.00">
                  <c:v>0</c:v>
                </c:pt>
                <c:pt idx="11065" formatCode="0.00">
                  <c:v>0</c:v>
                </c:pt>
                <c:pt idx="11066" formatCode="0.00">
                  <c:v>0</c:v>
                </c:pt>
                <c:pt idx="11067" formatCode="0.00">
                  <c:v>0</c:v>
                </c:pt>
                <c:pt idx="11068" formatCode="0.00">
                  <c:v>0</c:v>
                </c:pt>
                <c:pt idx="11069" formatCode="0.00">
                  <c:v>0</c:v>
                </c:pt>
                <c:pt idx="11070" formatCode="0.00">
                  <c:v>0</c:v>
                </c:pt>
                <c:pt idx="11071" formatCode="0.00">
                  <c:v>0</c:v>
                </c:pt>
                <c:pt idx="11072" formatCode="0.00">
                  <c:v>0</c:v>
                </c:pt>
                <c:pt idx="11073" formatCode="0.00">
                  <c:v>0</c:v>
                </c:pt>
                <c:pt idx="11074" formatCode="0.00">
                  <c:v>0</c:v>
                </c:pt>
                <c:pt idx="11075" formatCode="0.00">
                  <c:v>0</c:v>
                </c:pt>
                <c:pt idx="11076" formatCode="0.00">
                  <c:v>0</c:v>
                </c:pt>
                <c:pt idx="11077" formatCode="0.00">
                  <c:v>0</c:v>
                </c:pt>
                <c:pt idx="11078" formatCode="0.00">
                  <c:v>0</c:v>
                </c:pt>
                <c:pt idx="11079" formatCode="0.00">
                  <c:v>0</c:v>
                </c:pt>
                <c:pt idx="11080" formatCode="0.00">
                  <c:v>0</c:v>
                </c:pt>
                <c:pt idx="11081" formatCode="0.00">
                  <c:v>0</c:v>
                </c:pt>
                <c:pt idx="11082" formatCode="0.00">
                  <c:v>0</c:v>
                </c:pt>
                <c:pt idx="11083" formatCode="0.00">
                  <c:v>0</c:v>
                </c:pt>
                <c:pt idx="11084" formatCode="0.00">
                  <c:v>0</c:v>
                </c:pt>
                <c:pt idx="11085" formatCode="0.00">
                  <c:v>0</c:v>
                </c:pt>
                <c:pt idx="11086">
                  <c:v>4.7300000000000004</c:v>
                </c:pt>
                <c:pt idx="11087">
                  <c:v>10.48</c:v>
                </c:pt>
                <c:pt idx="11088">
                  <c:v>13.23</c:v>
                </c:pt>
                <c:pt idx="11089">
                  <c:v>16.23</c:v>
                </c:pt>
                <c:pt idx="11090">
                  <c:v>21.23</c:v>
                </c:pt>
                <c:pt idx="11091">
                  <c:v>22.73</c:v>
                </c:pt>
                <c:pt idx="11092">
                  <c:v>23.23</c:v>
                </c:pt>
                <c:pt idx="11093">
                  <c:v>24.48</c:v>
                </c:pt>
                <c:pt idx="11094">
                  <c:v>24.98</c:v>
                </c:pt>
                <c:pt idx="11095">
                  <c:v>24.73</c:v>
                </c:pt>
                <c:pt idx="11096">
                  <c:v>24.98</c:v>
                </c:pt>
                <c:pt idx="11097">
                  <c:v>23.98</c:v>
                </c:pt>
                <c:pt idx="11098">
                  <c:v>18.48</c:v>
                </c:pt>
                <c:pt idx="11099">
                  <c:v>16.98</c:v>
                </c:pt>
                <c:pt idx="11100">
                  <c:v>18.73</c:v>
                </c:pt>
                <c:pt idx="11101">
                  <c:v>20.98</c:v>
                </c:pt>
                <c:pt idx="11102">
                  <c:v>25.48</c:v>
                </c:pt>
                <c:pt idx="11103">
                  <c:v>33.729999999999997</c:v>
                </c:pt>
                <c:pt idx="11104">
                  <c:v>40.729999999999997</c:v>
                </c:pt>
                <c:pt idx="11105">
                  <c:v>40.880000000000003</c:v>
                </c:pt>
                <c:pt idx="11106">
                  <c:v>40.01</c:v>
                </c:pt>
                <c:pt idx="11107">
                  <c:v>38.619999999999997</c:v>
                </c:pt>
                <c:pt idx="11108">
                  <c:v>36.43</c:v>
                </c:pt>
                <c:pt idx="11109">
                  <c:v>34.15</c:v>
                </c:pt>
                <c:pt idx="11110">
                  <c:v>31.74</c:v>
                </c:pt>
                <c:pt idx="11111">
                  <c:v>29.76</c:v>
                </c:pt>
                <c:pt idx="11112">
                  <c:v>27.23</c:v>
                </c:pt>
                <c:pt idx="11113">
                  <c:v>24.17</c:v>
                </c:pt>
                <c:pt idx="11114">
                  <c:v>21.3</c:v>
                </c:pt>
                <c:pt idx="11115">
                  <c:v>17.86</c:v>
                </c:pt>
                <c:pt idx="11116">
                  <c:v>14.64</c:v>
                </c:pt>
                <c:pt idx="11117">
                  <c:v>11.37</c:v>
                </c:pt>
                <c:pt idx="11118">
                  <c:v>8.5</c:v>
                </c:pt>
                <c:pt idx="11119">
                  <c:v>5.95</c:v>
                </c:pt>
                <c:pt idx="11120">
                  <c:v>3.84</c:v>
                </c:pt>
                <c:pt idx="11121">
                  <c:v>1.52</c:v>
                </c:pt>
                <c:pt idx="11122">
                  <c:v>0.69</c:v>
                </c:pt>
                <c:pt idx="11123">
                  <c:v>1.38</c:v>
                </c:pt>
                <c:pt idx="11124">
                  <c:v>4.2300000000000004</c:v>
                </c:pt>
                <c:pt idx="11125">
                  <c:v>4.1900000000000004</c:v>
                </c:pt>
                <c:pt idx="11126">
                  <c:v>6.82</c:v>
                </c:pt>
                <c:pt idx="11127">
                  <c:v>9.07</c:v>
                </c:pt>
                <c:pt idx="11128">
                  <c:v>10.15</c:v>
                </c:pt>
                <c:pt idx="11129">
                  <c:v>11.25</c:v>
                </c:pt>
                <c:pt idx="11130">
                  <c:v>11.35</c:v>
                </c:pt>
                <c:pt idx="11131">
                  <c:v>11.78</c:v>
                </c:pt>
                <c:pt idx="11132">
                  <c:v>11.82</c:v>
                </c:pt>
                <c:pt idx="11133">
                  <c:v>11.46</c:v>
                </c:pt>
                <c:pt idx="11134">
                  <c:v>11.3</c:v>
                </c:pt>
                <c:pt idx="11135">
                  <c:v>11.09</c:v>
                </c:pt>
                <c:pt idx="11136">
                  <c:v>10.01</c:v>
                </c:pt>
                <c:pt idx="11137">
                  <c:v>9.2899999999999991</c:v>
                </c:pt>
                <c:pt idx="11138">
                  <c:v>8.17</c:v>
                </c:pt>
                <c:pt idx="11139">
                  <c:v>6.88</c:v>
                </c:pt>
                <c:pt idx="11140">
                  <c:v>5.78</c:v>
                </c:pt>
                <c:pt idx="11141">
                  <c:v>1.63</c:v>
                </c:pt>
                <c:pt idx="11142" formatCode="0.00">
                  <c:v>0</c:v>
                </c:pt>
                <c:pt idx="11143" formatCode="0.00">
                  <c:v>0</c:v>
                </c:pt>
                <c:pt idx="11144" formatCode="0.00">
                  <c:v>0</c:v>
                </c:pt>
                <c:pt idx="11145" formatCode="0.00">
                  <c:v>0</c:v>
                </c:pt>
                <c:pt idx="11146" formatCode="0.00">
                  <c:v>0</c:v>
                </c:pt>
                <c:pt idx="11147" formatCode="0.00">
                  <c:v>0</c:v>
                </c:pt>
                <c:pt idx="11148" formatCode="0.00">
                  <c:v>0</c:v>
                </c:pt>
                <c:pt idx="11149" formatCode="0.00">
                  <c:v>0</c:v>
                </c:pt>
                <c:pt idx="11150" formatCode="0.00">
                  <c:v>0</c:v>
                </c:pt>
                <c:pt idx="11151" formatCode="0.00">
                  <c:v>0</c:v>
                </c:pt>
                <c:pt idx="11152" formatCode="0.00">
                  <c:v>0</c:v>
                </c:pt>
                <c:pt idx="11153" formatCode="0.00">
                  <c:v>0</c:v>
                </c:pt>
                <c:pt idx="11154" formatCode="0.00">
                  <c:v>0</c:v>
                </c:pt>
                <c:pt idx="11155" formatCode="0.00">
                  <c:v>0</c:v>
                </c:pt>
                <c:pt idx="11156" formatCode="0.00">
                  <c:v>0</c:v>
                </c:pt>
                <c:pt idx="11157" formatCode="0.00">
                  <c:v>0</c:v>
                </c:pt>
                <c:pt idx="11158" formatCode="0.00">
                  <c:v>0</c:v>
                </c:pt>
                <c:pt idx="11159" formatCode="0.00">
                  <c:v>0</c:v>
                </c:pt>
                <c:pt idx="11160" formatCode="0.00">
                  <c:v>0</c:v>
                </c:pt>
                <c:pt idx="11161" formatCode="0.00">
                  <c:v>0</c:v>
                </c:pt>
                <c:pt idx="11162" formatCode="0.00">
                  <c:v>0</c:v>
                </c:pt>
                <c:pt idx="11163">
                  <c:v>0.1</c:v>
                </c:pt>
                <c:pt idx="11164">
                  <c:v>0.84</c:v>
                </c:pt>
                <c:pt idx="11165">
                  <c:v>1.97</c:v>
                </c:pt>
                <c:pt idx="11166">
                  <c:v>3.47</c:v>
                </c:pt>
                <c:pt idx="11167">
                  <c:v>5.23</c:v>
                </c:pt>
                <c:pt idx="11168">
                  <c:v>6.5</c:v>
                </c:pt>
                <c:pt idx="11169">
                  <c:v>6.5</c:v>
                </c:pt>
                <c:pt idx="11170">
                  <c:v>6.5</c:v>
                </c:pt>
                <c:pt idx="11171">
                  <c:v>6.5</c:v>
                </c:pt>
                <c:pt idx="11172">
                  <c:v>6.5</c:v>
                </c:pt>
                <c:pt idx="11173">
                  <c:v>6.5</c:v>
                </c:pt>
                <c:pt idx="11174">
                  <c:v>6.5</c:v>
                </c:pt>
                <c:pt idx="11175">
                  <c:v>6.5</c:v>
                </c:pt>
                <c:pt idx="11176">
                  <c:v>6.5</c:v>
                </c:pt>
                <c:pt idx="11177">
                  <c:v>6.5</c:v>
                </c:pt>
                <c:pt idx="11178">
                  <c:v>6.5</c:v>
                </c:pt>
                <c:pt idx="11179">
                  <c:v>6.5</c:v>
                </c:pt>
                <c:pt idx="11180">
                  <c:v>6.5</c:v>
                </c:pt>
                <c:pt idx="11181">
                  <c:v>6.5</c:v>
                </c:pt>
                <c:pt idx="11182">
                  <c:v>6.5</c:v>
                </c:pt>
                <c:pt idx="11183">
                  <c:v>6.5</c:v>
                </c:pt>
                <c:pt idx="11184">
                  <c:v>6.5</c:v>
                </c:pt>
                <c:pt idx="11185">
                  <c:v>6.5</c:v>
                </c:pt>
                <c:pt idx="11186">
                  <c:v>6.5</c:v>
                </c:pt>
                <c:pt idx="11187">
                  <c:v>6.5</c:v>
                </c:pt>
                <c:pt idx="11188">
                  <c:v>6.5</c:v>
                </c:pt>
                <c:pt idx="11189">
                  <c:v>6.5</c:v>
                </c:pt>
                <c:pt idx="11190">
                  <c:v>6.5</c:v>
                </c:pt>
                <c:pt idx="11191">
                  <c:v>6.5</c:v>
                </c:pt>
                <c:pt idx="11192">
                  <c:v>6.5</c:v>
                </c:pt>
                <c:pt idx="11193">
                  <c:v>6.5</c:v>
                </c:pt>
                <c:pt idx="11194">
                  <c:v>6.5</c:v>
                </c:pt>
                <c:pt idx="11195">
                  <c:v>6.5</c:v>
                </c:pt>
                <c:pt idx="11196">
                  <c:v>6.5</c:v>
                </c:pt>
                <c:pt idx="11197">
                  <c:v>6.5</c:v>
                </c:pt>
                <c:pt idx="11198">
                  <c:v>6.5</c:v>
                </c:pt>
                <c:pt idx="11199">
                  <c:v>5.05</c:v>
                </c:pt>
                <c:pt idx="11200">
                  <c:v>4.58</c:v>
                </c:pt>
                <c:pt idx="11201">
                  <c:v>6.5</c:v>
                </c:pt>
                <c:pt idx="11202">
                  <c:v>5.29</c:v>
                </c:pt>
                <c:pt idx="11203">
                  <c:v>2.91</c:v>
                </c:pt>
                <c:pt idx="11204">
                  <c:v>0.06</c:v>
                </c:pt>
                <c:pt idx="11205" formatCode="0.00">
                  <c:v>0</c:v>
                </c:pt>
                <c:pt idx="11206" formatCode="0.00">
                  <c:v>0</c:v>
                </c:pt>
                <c:pt idx="11207" formatCode="0.00">
                  <c:v>0</c:v>
                </c:pt>
                <c:pt idx="11208" formatCode="0.00">
                  <c:v>0</c:v>
                </c:pt>
                <c:pt idx="11209" formatCode="0.00">
                  <c:v>0</c:v>
                </c:pt>
                <c:pt idx="11210">
                  <c:v>0.06</c:v>
                </c:pt>
                <c:pt idx="11211">
                  <c:v>0.08</c:v>
                </c:pt>
                <c:pt idx="11212">
                  <c:v>0.1</c:v>
                </c:pt>
                <c:pt idx="11213">
                  <c:v>0.18</c:v>
                </c:pt>
                <c:pt idx="11214">
                  <c:v>0.88</c:v>
                </c:pt>
                <c:pt idx="11215">
                  <c:v>0.83</c:v>
                </c:pt>
                <c:pt idx="11216">
                  <c:v>0.78</c:v>
                </c:pt>
                <c:pt idx="11217">
                  <c:v>0.73</c:v>
                </c:pt>
                <c:pt idx="11218">
                  <c:v>0.68</c:v>
                </c:pt>
                <c:pt idx="11219">
                  <c:v>0.6</c:v>
                </c:pt>
                <c:pt idx="11220">
                  <c:v>0.55000000000000004</c:v>
                </c:pt>
                <c:pt idx="11221">
                  <c:v>0.48</c:v>
                </c:pt>
                <c:pt idx="11222">
                  <c:v>0.4</c:v>
                </c:pt>
                <c:pt idx="11223">
                  <c:v>0.33</c:v>
                </c:pt>
                <c:pt idx="11224">
                  <c:v>0.25</c:v>
                </c:pt>
                <c:pt idx="11225">
                  <c:v>0.18</c:v>
                </c:pt>
                <c:pt idx="11226">
                  <c:v>0.13</c:v>
                </c:pt>
                <c:pt idx="11227">
                  <c:v>0.08</c:v>
                </c:pt>
                <c:pt idx="11228">
                  <c:v>0.06</c:v>
                </c:pt>
                <c:pt idx="11229">
                  <c:v>0.06</c:v>
                </c:pt>
                <c:pt idx="11230">
                  <c:v>25.23</c:v>
                </c:pt>
                <c:pt idx="11231">
                  <c:v>25.33</c:v>
                </c:pt>
                <c:pt idx="11232">
                  <c:v>26.08</c:v>
                </c:pt>
                <c:pt idx="11233">
                  <c:v>26.05</c:v>
                </c:pt>
                <c:pt idx="11234">
                  <c:v>26</c:v>
                </c:pt>
                <c:pt idx="11235">
                  <c:v>25.98</c:v>
                </c:pt>
                <c:pt idx="11236">
                  <c:v>25.93</c:v>
                </c:pt>
                <c:pt idx="11237">
                  <c:v>32.65</c:v>
                </c:pt>
                <c:pt idx="11238">
                  <c:v>34.33</c:v>
                </c:pt>
                <c:pt idx="11239">
                  <c:v>36.58</c:v>
                </c:pt>
                <c:pt idx="11240">
                  <c:v>39.840000000000003</c:v>
                </c:pt>
                <c:pt idx="11241">
                  <c:v>45.6</c:v>
                </c:pt>
                <c:pt idx="11242">
                  <c:v>44.99</c:v>
                </c:pt>
                <c:pt idx="11243">
                  <c:v>46.56</c:v>
                </c:pt>
                <c:pt idx="11244">
                  <c:v>46.21</c:v>
                </c:pt>
                <c:pt idx="11245">
                  <c:v>46.85</c:v>
                </c:pt>
                <c:pt idx="11246">
                  <c:v>42.02</c:v>
                </c:pt>
                <c:pt idx="11247">
                  <c:v>42.7</c:v>
                </c:pt>
                <c:pt idx="11248">
                  <c:v>43.29</c:v>
                </c:pt>
                <c:pt idx="11249">
                  <c:v>43.75</c:v>
                </c:pt>
                <c:pt idx="11250">
                  <c:v>44.03</c:v>
                </c:pt>
                <c:pt idx="11251">
                  <c:v>44.21</c:v>
                </c:pt>
                <c:pt idx="11252">
                  <c:v>44.21</c:v>
                </c:pt>
                <c:pt idx="11253">
                  <c:v>44.21</c:v>
                </c:pt>
                <c:pt idx="11254">
                  <c:v>44.26</c:v>
                </c:pt>
                <c:pt idx="11255">
                  <c:v>44.18</c:v>
                </c:pt>
                <c:pt idx="11256">
                  <c:v>44.11</c:v>
                </c:pt>
                <c:pt idx="11257">
                  <c:v>36.770000000000003</c:v>
                </c:pt>
                <c:pt idx="11258">
                  <c:v>36.119999999999997</c:v>
                </c:pt>
                <c:pt idx="11259">
                  <c:v>35.549999999999997</c:v>
                </c:pt>
                <c:pt idx="11260" formatCode="0.00">
                  <c:v>0</c:v>
                </c:pt>
                <c:pt idx="11261" formatCode="0.00">
                  <c:v>0</c:v>
                </c:pt>
                <c:pt idx="11262" formatCode="0.00">
                  <c:v>0</c:v>
                </c:pt>
                <c:pt idx="11263" formatCode="0.00">
                  <c:v>0</c:v>
                </c:pt>
                <c:pt idx="11264" formatCode="0.00">
                  <c:v>0</c:v>
                </c:pt>
                <c:pt idx="11265" formatCode="0.00">
                  <c:v>0</c:v>
                </c:pt>
                <c:pt idx="11266" formatCode="0.00">
                  <c:v>0</c:v>
                </c:pt>
                <c:pt idx="11267" formatCode="0.00">
                  <c:v>0</c:v>
                </c:pt>
                <c:pt idx="11268" formatCode="0.00">
                  <c:v>0</c:v>
                </c:pt>
                <c:pt idx="11269" formatCode="0.00">
                  <c:v>0</c:v>
                </c:pt>
                <c:pt idx="11270" formatCode="0.00">
                  <c:v>0</c:v>
                </c:pt>
                <c:pt idx="11271" formatCode="0.00">
                  <c:v>0</c:v>
                </c:pt>
                <c:pt idx="11272" formatCode="0.00">
                  <c:v>0</c:v>
                </c:pt>
                <c:pt idx="11273" formatCode="0.00">
                  <c:v>0</c:v>
                </c:pt>
                <c:pt idx="11274" formatCode="0.00">
                  <c:v>0</c:v>
                </c:pt>
                <c:pt idx="11275" formatCode="0.00">
                  <c:v>0</c:v>
                </c:pt>
                <c:pt idx="11276" formatCode="0.00">
                  <c:v>0</c:v>
                </c:pt>
                <c:pt idx="11277" formatCode="0.00">
                  <c:v>0</c:v>
                </c:pt>
                <c:pt idx="11278" formatCode="0.00">
                  <c:v>0</c:v>
                </c:pt>
                <c:pt idx="11279" formatCode="0.00">
                  <c:v>0</c:v>
                </c:pt>
                <c:pt idx="11280" formatCode="0.00">
                  <c:v>0</c:v>
                </c:pt>
                <c:pt idx="11281" formatCode="0.00">
                  <c:v>0</c:v>
                </c:pt>
                <c:pt idx="11282" formatCode="0.00">
                  <c:v>0</c:v>
                </c:pt>
                <c:pt idx="11283" formatCode="0.00">
                  <c:v>0</c:v>
                </c:pt>
                <c:pt idx="11284" formatCode="0.00">
                  <c:v>0</c:v>
                </c:pt>
                <c:pt idx="11285" formatCode="0.00">
                  <c:v>0</c:v>
                </c:pt>
                <c:pt idx="11286" formatCode="0.00">
                  <c:v>0</c:v>
                </c:pt>
                <c:pt idx="11287" formatCode="0.00">
                  <c:v>0</c:v>
                </c:pt>
                <c:pt idx="11288" formatCode="0.00">
                  <c:v>0</c:v>
                </c:pt>
                <c:pt idx="11289" formatCode="0.00">
                  <c:v>0</c:v>
                </c:pt>
                <c:pt idx="11290" formatCode="0.00">
                  <c:v>0</c:v>
                </c:pt>
                <c:pt idx="11291" formatCode="0.00">
                  <c:v>0</c:v>
                </c:pt>
                <c:pt idx="11292" formatCode="0.00">
                  <c:v>0</c:v>
                </c:pt>
                <c:pt idx="11293" formatCode="0.00">
                  <c:v>0</c:v>
                </c:pt>
                <c:pt idx="11294" formatCode="0.00">
                  <c:v>0</c:v>
                </c:pt>
                <c:pt idx="11295" formatCode="0.00">
                  <c:v>0</c:v>
                </c:pt>
                <c:pt idx="11296" formatCode="0.00">
                  <c:v>0</c:v>
                </c:pt>
                <c:pt idx="11297" formatCode="0.00">
                  <c:v>0</c:v>
                </c:pt>
                <c:pt idx="11298" formatCode="0.00">
                  <c:v>0</c:v>
                </c:pt>
                <c:pt idx="11299" formatCode="0.00">
                  <c:v>0</c:v>
                </c:pt>
                <c:pt idx="11300" formatCode="0.00">
                  <c:v>0</c:v>
                </c:pt>
                <c:pt idx="11301" formatCode="0.00">
                  <c:v>0</c:v>
                </c:pt>
                <c:pt idx="11302" formatCode="0.00">
                  <c:v>0</c:v>
                </c:pt>
                <c:pt idx="11303" formatCode="0.00">
                  <c:v>0</c:v>
                </c:pt>
                <c:pt idx="11304" formatCode="0.00">
                  <c:v>0</c:v>
                </c:pt>
                <c:pt idx="11305" formatCode="0.00">
                  <c:v>0</c:v>
                </c:pt>
                <c:pt idx="11306" formatCode="0.00">
                  <c:v>0</c:v>
                </c:pt>
                <c:pt idx="11307" formatCode="0.00">
                  <c:v>0</c:v>
                </c:pt>
                <c:pt idx="11308" formatCode="0.00">
                  <c:v>0</c:v>
                </c:pt>
                <c:pt idx="11309" formatCode="0.00">
                  <c:v>0</c:v>
                </c:pt>
                <c:pt idx="11310" formatCode="0.00">
                  <c:v>0</c:v>
                </c:pt>
                <c:pt idx="11311" formatCode="0.00">
                  <c:v>0</c:v>
                </c:pt>
                <c:pt idx="11312" formatCode="0.00">
                  <c:v>0</c:v>
                </c:pt>
                <c:pt idx="11313" formatCode="0.00">
                  <c:v>0</c:v>
                </c:pt>
                <c:pt idx="11314" formatCode="0.00">
                  <c:v>0</c:v>
                </c:pt>
                <c:pt idx="11315" formatCode="0.00">
                  <c:v>0</c:v>
                </c:pt>
                <c:pt idx="11316" formatCode="0.00">
                  <c:v>0</c:v>
                </c:pt>
                <c:pt idx="11317" formatCode="0.00">
                  <c:v>0</c:v>
                </c:pt>
                <c:pt idx="11318" formatCode="0.00">
                  <c:v>0</c:v>
                </c:pt>
                <c:pt idx="11319" formatCode="0.00">
                  <c:v>0</c:v>
                </c:pt>
                <c:pt idx="11320" formatCode="0.00">
                  <c:v>0</c:v>
                </c:pt>
                <c:pt idx="11321" formatCode="0.00">
                  <c:v>0</c:v>
                </c:pt>
                <c:pt idx="11322" formatCode="0.00">
                  <c:v>0</c:v>
                </c:pt>
                <c:pt idx="11323" formatCode="0.00">
                  <c:v>0</c:v>
                </c:pt>
                <c:pt idx="11324" formatCode="0.00">
                  <c:v>0</c:v>
                </c:pt>
                <c:pt idx="11325" formatCode="0.00">
                  <c:v>0</c:v>
                </c:pt>
                <c:pt idx="11326" formatCode="0.00">
                  <c:v>0</c:v>
                </c:pt>
                <c:pt idx="11327" formatCode="0.00">
                  <c:v>0</c:v>
                </c:pt>
                <c:pt idx="11328" formatCode="0.00">
                  <c:v>0</c:v>
                </c:pt>
                <c:pt idx="11329" formatCode="0.00">
                  <c:v>0</c:v>
                </c:pt>
                <c:pt idx="11330" formatCode="0.00">
                  <c:v>0</c:v>
                </c:pt>
                <c:pt idx="11331" formatCode="0.00">
                  <c:v>0</c:v>
                </c:pt>
                <c:pt idx="11332" formatCode="0.00">
                  <c:v>0</c:v>
                </c:pt>
                <c:pt idx="11333" formatCode="0.00">
                  <c:v>0</c:v>
                </c:pt>
                <c:pt idx="11334" formatCode="0.00">
                  <c:v>0</c:v>
                </c:pt>
                <c:pt idx="11335" formatCode="0.00">
                  <c:v>0</c:v>
                </c:pt>
                <c:pt idx="11336" formatCode="0.00">
                  <c:v>0</c:v>
                </c:pt>
                <c:pt idx="11337" formatCode="0.00">
                  <c:v>0</c:v>
                </c:pt>
                <c:pt idx="11338" formatCode="0.00">
                  <c:v>0</c:v>
                </c:pt>
                <c:pt idx="11339" formatCode="0.00">
                  <c:v>0</c:v>
                </c:pt>
                <c:pt idx="11340" formatCode="0.00">
                  <c:v>0</c:v>
                </c:pt>
                <c:pt idx="11341" formatCode="0.00">
                  <c:v>0</c:v>
                </c:pt>
                <c:pt idx="11342" formatCode="0.00">
                  <c:v>0</c:v>
                </c:pt>
                <c:pt idx="11343" formatCode="0.00">
                  <c:v>0</c:v>
                </c:pt>
                <c:pt idx="11344" formatCode="0.00">
                  <c:v>0</c:v>
                </c:pt>
                <c:pt idx="11345" formatCode="0.00">
                  <c:v>0</c:v>
                </c:pt>
                <c:pt idx="11346" formatCode="0.00">
                  <c:v>0</c:v>
                </c:pt>
                <c:pt idx="11347" formatCode="0.00">
                  <c:v>0</c:v>
                </c:pt>
                <c:pt idx="11348" formatCode="0.00">
                  <c:v>0</c:v>
                </c:pt>
                <c:pt idx="11349" formatCode="0.00">
                  <c:v>0</c:v>
                </c:pt>
                <c:pt idx="11350" formatCode="0.00">
                  <c:v>0</c:v>
                </c:pt>
                <c:pt idx="11351" formatCode="0.00">
                  <c:v>0</c:v>
                </c:pt>
                <c:pt idx="11352" formatCode="0.00">
                  <c:v>0</c:v>
                </c:pt>
                <c:pt idx="11353" formatCode="0.00">
                  <c:v>0</c:v>
                </c:pt>
                <c:pt idx="11354" formatCode="0.00">
                  <c:v>0</c:v>
                </c:pt>
                <c:pt idx="11355" formatCode="0.00">
                  <c:v>0</c:v>
                </c:pt>
                <c:pt idx="11356" formatCode="0.00">
                  <c:v>0</c:v>
                </c:pt>
                <c:pt idx="11357" formatCode="0.00">
                  <c:v>0</c:v>
                </c:pt>
                <c:pt idx="11358" formatCode="0.00">
                  <c:v>0</c:v>
                </c:pt>
                <c:pt idx="11359" formatCode="0.00">
                  <c:v>0</c:v>
                </c:pt>
                <c:pt idx="11360" formatCode="0.00">
                  <c:v>0</c:v>
                </c:pt>
                <c:pt idx="11361" formatCode="0.00">
                  <c:v>0</c:v>
                </c:pt>
                <c:pt idx="11362" formatCode="0.00">
                  <c:v>0</c:v>
                </c:pt>
                <c:pt idx="11363" formatCode="0.00">
                  <c:v>0</c:v>
                </c:pt>
                <c:pt idx="11364" formatCode="0.00">
                  <c:v>0</c:v>
                </c:pt>
                <c:pt idx="11365" formatCode="0.00">
                  <c:v>0</c:v>
                </c:pt>
                <c:pt idx="11366" formatCode="0.00">
                  <c:v>0</c:v>
                </c:pt>
                <c:pt idx="11367" formatCode="0.00">
                  <c:v>0</c:v>
                </c:pt>
                <c:pt idx="11368" formatCode="0.00">
                  <c:v>0</c:v>
                </c:pt>
                <c:pt idx="11369" formatCode="0.00">
                  <c:v>0</c:v>
                </c:pt>
                <c:pt idx="11370" formatCode="0.00">
                  <c:v>0</c:v>
                </c:pt>
                <c:pt idx="11371" formatCode="0.00">
                  <c:v>0</c:v>
                </c:pt>
                <c:pt idx="11372" formatCode="0.00">
                  <c:v>0</c:v>
                </c:pt>
                <c:pt idx="11373" formatCode="0.00">
                  <c:v>0</c:v>
                </c:pt>
                <c:pt idx="11374" formatCode="0.00">
                  <c:v>0</c:v>
                </c:pt>
                <c:pt idx="11375" formatCode="0.00">
                  <c:v>0</c:v>
                </c:pt>
                <c:pt idx="11376" formatCode="0.00">
                  <c:v>0</c:v>
                </c:pt>
                <c:pt idx="11377" formatCode="0.00">
                  <c:v>0</c:v>
                </c:pt>
                <c:pt idx="11378" formatCode="0.00">
                  <c:v>0</c:v>
                </c:pt>
                <c:pt idx="11379" formatCode="0.00">
                  <c:v>0</c:v>
                </c:pt>
                <c:pt idx="11380">
                  <c:v>125</c:v>
                </c:pt>
                <c:pt idx="11381">
                  <c:v>125</c:v>
                </c:pt>
                <c:pt idx="11382">
                  <c:v>125</c:v>
                </c:pt>
                <c:pt idx="11383">
                  <c:v>125</c:v>
                </c:pt>
                <c:pt idx="11384">
                  <c:v>125</c:v>
                </c:pt>
                <c:pt idx="11385">
                  <c:v>125</c:v>
                </c:pt>
                <c:pt idx="11386">
                  <c:v>125</c:v>
                </c:pt>
                <c:pt idx="11387">
                  <c:v>125</c:v>
                </c:pt>
                <c:pt idx="11388" formatCode="0.00">
                  <c:v>0</c:v>
                </c:pt>
                <c:pt idx="11389" formatCode="0.00">
                  <c:v>0</c:v>
                </c:pt>
                <c:pt idx="11390" formatCode="0.00">
                  <c:v>0</c:v>
                </c:pt>
                <c:pt idx="11391" formatCode="0.00">
                  <c:v>0</c:v>
                </c:pt>
                <c:pt idx="11392" formatCode="0.00">
                  <c:v>0</c:v>
                </c:pt>
                <c:pt idx="11393" formatCode="0.00">
                  <c:v>0</c:v>
                </c:pt>
                <c:pt idx="11394" formatCode="0.00">
                  <c:v>0</c:v>
                </c:pt>
                <c:pt idx="11395" formatCode="0.00">
                  <c:v>0</c:v>
                </c:pt>
                <c:pt idx="11396" formatCode="0.00">
                  <c:v>0</c:v>
                </c:pt>
                <c:pt idx="11397" formatCode="0.00">
                  <c:v>0</c:v>
                </c:pt>
                <c:pt idx="11398" formatCode="0.00">
                  <c:v>0</c:v>
                </c:pt>
                <c:pt idx="11399" formatCode="0.00">
                  <c:v>0</c:v>
                </c:pt>
                <c:pt idx="11400" formatCode="0.00">
                  <c:v>0</c:v>
                </c:pt>
                <c:pt idx="11401" formatCode="0.00">
                  <c:v>0</c:v>
                </c:pt>
                <c:pt idx="11402" formatCode="0.00">
                  <c:v>0</c:v>
                </c:pt>
                <c:pt idx="11403" formatCode="0.00">
                  <c:v>0</c:v>
                </c:pt>
                <c:pt idx="11404" formatCode="0.00">
                  <c:v>0</c:v>
                </c:pt>
                <c:pt idx="11405" formatCode="0.00">
                  <c:v>0</c:v>
                </c:pt>
                <c:pt idx="11406" formatCode="0.00">
                  <c:v>0</c:v>
                </c:pt>
                <c:pt idx="11407" formatCode="0.00">
                  <c:v>0</c:v>
                </c:pt>
                <c:pt idx="11408" formatCode="0.00">
                  <c:v>0</c:v>
                </c:pt>
                <c:pt idx="11409" formatCode="0.00">
                  <c:v>0</c:v>
                </c:pt>
                <c:pt idx="11410" formatCode="0.00">
                  <c:v>0</c:v>
                </c:pt>
                <c:pt idx="11411" formatCode="0.00">
                  <c:v>0</c:v>
                </c:pt>
                <c:pt idx="11412" formatCode="0.00">
                  <c:v>0</c:v>
                </c:pt>
                <c:pt idx="11413" formatCode="0.00">
                  <c:v>0</c:v>
                </c:pt>
                <c:pt idx="11414" formatCode="0.00">
                  <c:v>0</c:v>
                </c:pt>
                <c:pt idx="11415" formatCode="0.00">
                  <c:v>0</c:v>
                </c:pt>
                <c:pt idx="11416" formatCode="0.00">
                  <c:v>0</c:v>
                </c:pt>
                <c:pt idx="11417" formatCode="0.00">
                  <c:v>0</c:v>
                </c:pt>
                <c:pt idx="11418" formatCode="0.00">
                  <c:v>0</c:v>
                </c:pt>
                <c:pt idx="11419" formatCode="0.00">
                  <c:v>0</c:v>
                </c:pt>
                <c:pt idx="11420" formatCode="0.00">
                  <c:v>0</c:v>
                </c:pt>
                <c:pt idx="11421" formatCode="0.00">
                  <c:v>0</c:v>
                </c:pt>
                <c:pt idx="11422" formatCode="0.00">
                  <c:v>0</c:v>
                </c:pt>
                <c:pt idx="11423" formatCode="0.00">
                  <c:v>0</c:v>
                </c:pt>
                <c:pt idx="11424" formatCode="0.00">
                  <c:v>0</c:v>
                </c:pt>
                <c:pt idx="11425" formatCode="0.00">
                  <c:v>0</c:v>
                </c:pt>
                <c:pt idx="11426" formatCode="0.00">
                  <c:v>0</c:v>
                </c:pt>
                <c:pt idx="11427" formatCode="0.00">
                  <c:v>0</c:v>
                </c:pt>
                <c:pt idx="11428" formatCode="0.00">
                  <c:v>0</c:v>
                </c:pt>
                <c:pt idx="11429" formatCode="0.00">
                  <c:v>0</c:v>
                </c:pt>
                <c:pt idx="11430" formatCode="0.00">
                  <c:v>0</c:v>
                </c:pt>
                <c:pt idx="11431" formatCode="0.00">
                  <c:v>0</c:v>
                </c:pt>
                <c:pt idx="11432" formatCode="0.00">
                  <c:v>0</c:v>
                </c:pt>
                <c:pt idx="11433" formatCode="0.00">
                  <c:v>0</c:v>
                </c:pt>
                <c:pt idx="11434" formatCode="0.00">
                  <c:v>0</c:v>
                </c:pt>
                <c:pt idx="11435" formatCode="0.00">
                  <c:v>0</c:v>
                </c:pt>
                <c:pt idx="11436" formatCode="0.00">
                  <c:v>0</c:v>
                </c:pt>
                <c:pt idx="11437" formatCode="0.00">
                  <c:v>0</c:v>
                </c:pt>
                <c:pt idx="11438" formatCode="0.00">
                  <c:v>0</c:v>
                </c:pt>
                <c:pt idx="11439" formatCode="0.00">
                  <c:v>0</c:v>
                </c:pt>
                <c:pt idx="11440" formatCode="0.00">
                  <c:v>0</c:v>
                </c:pt>
                <c:pt idx="11441" formatCode="0.00">
                  <c:v>0</c:v>
                </c:pt>
                <c:pt idx="11442" formatCode="0.00">
                  <c:v>0</c:v>
                </c:pt>
                <c:pt idx="11443" formatCode="0.00">
                  <c:v>0</c:v>
                </c:pt>
                <c:pt idx="11444" formatCode="0.00">
                  <c:v>0</c:v>
                </c:pt>
                <c:pt idx="11445" formatCode="0.00">
                  <c:v>0</c:v>
                </c:pt>
                <c:pt idx="11446" formatCode="0.00">
                  <c:v>0</c:v>
                </c:pt>
                <c:pt idx="11447" formatCode="0.00">
                  <c:v>0</c:v>
                </c:pt>
                <c:pt idx="11448" formatCode="0.00">
                  <c:v>0</c:v>
                </c:pt>
                <c:pt idx="11449" formatCode="0.00">
                  <c:v>0</c:v>
                </c:pt>
                <c:pt idx="11450" formatCode="0.00">
                  <c:v>0</c:v>
                </c:pt>
                <c:pt idx="11451" formatCode="0.00">
                  <c:v>0</c:v>
                </c:pt>
                <c:pt idx="11452" formatCode="0.00">
                  <c:v>0</c:v>
                </c:pt>
                <c:pt idx="11453" formatCode="0.00">
                  <c:v>0</c:v>
                </c:pt>
                <c:pt idx="11454" formatCode="0.00">
                  <c:v>0</c:v>
                </c:pt>
                <c:pt idx="11455" formatCode="0.00">
                  <c:v>0</c:v>
                </c:pt>
                <c:pt idx="11456" formatCode="0.00">
                  <c:v>0</c:v>
                </c:pt>
                <c:pt idx="11457" formatCode="0.00">
                  <c:v>0</c:v>
                </c:pt>
                <c:pt idx="11458" formatCode="0.00">
                  <c:v>0</c:v>
                </c:pt>
                <c:pt idx="11459" formatCode="0.00">
                  <c:v>0</c:v>
                </c:pt>
                <c:pt idx="11460" formatCode="0.00">
                  <c:v>0</c:v>
                </c:pt>
                <c:pt idx="11461" formatCode="0.00">
                  <c:v>0</c:v>
                </c:pt>
                <c:pt idx="11462" formatCode="0.00">
                  <c:v>0</c:v>
                </c:pt>
                <c:pt idx="11463" formatCode="0.00">
                  <c:v>0</c:v>
                </c:pt>
                <c:pt idx="11464" formatCode="0.00">
                  <c:v>0</c:v>
                </c:pt>
                <c:pt idx="11465" formatCode="0.00">
                  <c:v>0</c:v>
                </c:pt>
                <c:pt idx="11466" formatCode="0.00">
                  <c:v>0</c:v>
                </c:pt>
                <c:pt idx="11467" formatCode="0.00">
                  <c:v>0</c:v>
                </c:pt>
                <c:pt idx="11468" formatCode="0.00">
                  <c:v>0</c:v>
                </c:pt>
                <c:pt idx="11469" formatCode="0.00">
                  <c:v>0</c:v>
                </c:pt>
                <c:pt idx="11470" formatCode="0.00">
                  <c:v>0</c:v>
                </c:pt>
                <c:pt idx="11471" formatCode="0.00">
                  <c:v>0</c:v>
                </c:pt>
                <c:pt idx="11472" formatCode="0.00">
                  <c:v>0</c:v>
                </c:pt>
                <c:pt idx="11473" formatCode="0.00">
                  <c:v>0</c:v>
                </c:pt>
                <c:pt idx="11474" formatCode="0.00">
                  <c:v>0</c:v>
                </c:pt>
                <c:pt idx="11475" formatCode="0.00">
                  <c:v>0</c:v>
                </c:pt>
                <c:pt idx="11476" formatCode="0.00">
                  <c:v>0</c:v>
                </c:pt>
                <c:pt idx="11477" formatCode="0.00">
                  <c:v>0</c:v>
                </c:pt>
                <c:pt idx="11478" formatCode="0.00">
                  <c:v>0</c:v>
                </c:pt>
                <c:pt idx="11479" formatCode="0.00">
                  <c:v>0</c:v>
                </c:pt>
                <c:pt idx="11480" formatCode="0.00">
                  <c:v>0</c:v>
                </c:pt>
                <c:pt idx="11481" formatCode="0.00">
                  <c:v>0</c:v>
                </c:pt>
                <c:pt idx="11482" formatCode="0.00">
                  <c:v>0</c:v>
                </c:pt>
                <c:pt idx="11483" formatCode="0.00">
                  <c:v>0</c:v>
                </c:pt>
                <c:pt idx="11484" formatCode="0.00">
                  <c:v>0</c:v>
                </c:pt>
                <c:pt idx="11485" formatCode="0.00">
                  <c:v>0</c:v>
                </c:pt>
                <c:pt idx="11486" formatCode="0.00">
                  <c:v>0</c:v>
                </c:pt>
                <c:pt idx="11487" formatCode="0.00">
                  <c:v>0</c:v>
                </c:pt>
                <c:pt idx="11488" formatCode="0.00">
                  <c:v>0</c:v>
                </c:pt>
                <c:pt idx="11489" formatCode="0.00">
                  <c:v>0</c:v>
                </c:pt>
                <c:pt idx="11490" formatCode="0.00">
                  <c:v>0</c:v>
                </c:pt>
                <c:pt idx="11491" formatCode="0.00">
                  <c:v>0</c:v>
                </c:pt>
                <c:pt idx="11492" formatCode="0.00">
                  <c:v>0</c:v>
                </c:pt>
                <c:pt idx="11493" formatCode="0.00">
                  <c:v>0</c:v>
                </c:pt>
                <c:pt idx="11494" formatCode="0.00">
                  <c:v>0</c:v>
                </c:pt>
                <c:pt idx="11495" formatCode="0.00">
                  <c:v>0</c:v>
                </c:pt>
                <c:pt idx="11496" formatCode="0.00">
                  <c:v>0</c:v>
                </c:pt>
                <c:pt idx="11497" formatCode="0.00">
                  <c:v>0</c:v>
                </c:pt>
                <c:pt idx="11498" formatCode="0.00">
                  <c:v>0</c:v>
                </c:pt>
                <c:pt idx="11499" formatCode="0.00">
                  <c:v>0</c:v>
                </c:pt>
                <c:pt idx="11500" formatCode="0.00">
                  <c:v>0</c:v>
                </c:pt>
                <c:pt idx="11501" formatCode="0.00">
                  <c:v>0</c:v>
                </c:pt>
                <c:pt idx="11502" formatCode="0.00">
                  <c:v>0</c:v>
                </c:pt>
                <c:pt idx="11503" formatCode="0.00">
                  <c:v>0</c:v>
                </c:pt>
                <c:pt idx="11504" formatCode="0.00">
                  <c:v>0</c:v>
                </c:pt>
                <c:pt idx="11505" formatCode="0.00">
                  <c:v>0</c:v>
                </c:pt>
                <c:pt idx="11506" formatCode="0.00">
                  <c:v>0</c:v>
                </c:pt>
                <c:pt idx="11507" formatCode="0.00">
                  <c:v>0</c:v>
                </c:pt>
                <c:pt idx="11508" formatCode="0.00">
                  <c:v>0</c:v>
                </c:pt>
                <c:pt idx="11509" formatCode="0.00">
                  <c:v>0</c:v>
                </c:pt>
                <c:pt idx="11510" formatCode="0.00">
                  <c:v>0</c:v>
                </c:pt>
                <c:pt idx="11511" formatCode="0.00">
                  <c:v>0</c:v>
                </c:pt>
                <c:pt idx="11512" formatCode="0.00">
                  <c:v>0</c:v>
                </c:pt>
                <c:pt idx="11513" formatCode="0.00">
                  <c:v>0</c:v>
                </c:pt>
                <c:pt idx="11514" formatCode="0.00">
                  <c:v>0</c:v>
                </c:pt>
                <c:pt idx="11515" formatCode="0.00">
                  <c:v>0</c:v>
                </c:pt>
                <c:pt idx="11516" formatCode="0.00">
                  <c:v>0</c:v>
                </c:pt>
                <c:pt idx="11517" formatCode="0.00">
                  <c:v>0</c:v>
                </c:pt>
                <c:pt idx="11518" formatCode="0.00">
                  <c:v>0</c:v>
                </c:pt>
                <c:pt idx="11519" formatCode="0.00">
                  <c:v>0</c:v>
                </c:pt>
                <c:pt idx="11520" formatCode="0.00">
                  <c:v>0</c:v>
                </c:pt>
                <c:pt idx="11521" formatCode="0.00">
                  <c:v>0</c:v>
                </c:pt>
                <c:pt idx="11522" formatCode="0.00">
                  <c:v>0</c:v>
                </c:pt>
                <c:pt idx="11523" formatCode="0.00">
                  <c:v>0</c:v>
                </c:pt>
                <c:pt idx="11524" formatCode="0.00">
                  <c:v>0</c:v>
                </c:pt>
                <c:pt idx="11525" formatCode="0.00">
                  <c:v>0</c:v>
                </c:pt>
                <c:pt idx="11526" formatCode="0.00">
                  <c:v>0</c:v>
                </c:pt>
                <c:pt idx="11527" formatCode="0.00">
                  <c:v>0</c:v>
                </c:pt>
                <c:pt idx="11528" formatCode="0.00">
                  <c:v>0</c:v>
                </c:pt>
                <c:pt idx="11529" formatCode="0.00">
                  <c:v>0</c:v>
                </c:pt>
                <c:pt idx="11530" formatCode="0.00">
                  <c:v>0</c:v>
                </c:pt>
                <c:pt idx="11531" formatCode="0.00">
                  <c:v>0</c:v>
                </c:pt>
                <c:pt idx="11532" formatCode="0.00">
                  <c:v>0</c:v>
                </c:pt>
                <c:pt idx="11533" formatCode="0.00">
                  <c:v>0</c:v>
                </c:pt>
                <c:pt idx="11534" formatCode="0.00">
                  <c:v>0</c:v>
                </c:pt>
                <c:pt idx="11535" formatCode="0.00">
                  <c:v>0</c:v>
                </c:pt>
                <c:pt idx="11536" formatCode="0.00">
                  <c:v>0</c:v>
                </c:pt>
                <c:pt idx="11537" formatCode="0.00">
                  <c:v>0</c:v>
                </c:pt>
                <c:pt idx="11538" formatCode="0.00">
                  <c:v>0</c:v>
                </c:pt>
                <c:pt idx="11539" formatCode="0.00">
                  <c:v>0</c:v>
                </c:pt>
                <c:pt idx="11540" formatCode="0.00">
                  <c:v>0</c:v>
                </c:pt>
                <c:pt idx="11541" formatCode="0.00">
                  <c:v>0</c:v>
                </c:pt>
                <c:pt idx="11542" formatCode="0.00">
                  <c:v>0</c:v>
                </c:pt>
                <c:pt idx="11543" formatCode="0.00">
                  <c:v>0</c:v>
                </c:pt>
                <c:pt idx="11544" formatCode="0.00">
                  <c:v>0</c:v>
                </c:pt>
                <c:pt idx="11545" formatCode="0.00">
                  <c:v>0</c:v>
                </c:pt>
                <c:pt idx="11546" formatCode="0.00">
                  <c:v>0</c:v>
                </c:pt>
                <c:pt idx="11547" formatCode="0.00">
                  <c:v>0</c:v>
                </c:pt>
                <c:pt idx="11548" formatCode="0.00">
                  <c:v>0</c:v>
                </c:pt>
                <c:pt idx="11549" formatCode="0.00">
                  <c:v>0</c:v>
                </c:pt>
                <c:pt idx="11550" formatCode="0.00">
                  <c:v>0</c:v>
                </c:pt>
                <c:pt idx="11551" formatCode="0.00">
                  <c:v>0</c:v>
                </c:pt>
                <c:pt idx="11552" formatCode="0.00">
                  <c:v>0</c:v>
                </c:pt>
                <c:pt idx="11553" formatCode="0.00">
                  <c:v>0</c:v>
                </c:pt>
                <c:pt idx="11554" formatCode="0.00">
                  <c:v>0</c:v>
                </c:pt>
                <c:pt idx="11555" formatCode="0.00">
                  <c:v>0</c:v>
                </c:pt>
                <c:pt idx="11556" formatCode="0.00">
                  <c:v>0</c:v>
                </c:pt>
                <c:pt idx="11557" formatCode="0.00">
                  <c:v>0</c:v>
                </c:pt>
                <c:pt idx="11558" formatCode="0.00">
                  <c:v>0</c:v>
                </c:pt>
                <c:pt idx="11559" formatCode="0.00">
                  <c:v>0</c:v>
                </c:pt>
                <c:pt idx="11560" formatCode="0.00">
                  <c:v>0</c:v>
                </c:pt>
                <c:pt idx="11561" formatCode="0.00">
                  <c:v>0</c:v>
                </c:pt>
                <c:pt idx="11562" formatCode="0.00">
                  <c:v>0</c:v>
                </c:pt>
                <c:pt idx="11563" formatCode="0.00">
                  <c:v>0</c:v>
                </c:pt>
                <c:pt idx="11564" formatCode="0.00">
                  <c:v>0</c:v>
                </c:pt>
                <c:pt idx="11565" formatCode="0.00">
                  <c:v>0</c:v>
                </c:pt>
                <c:pt idx="11566" formatCode="0.00">
                  <c:v>0</c:v>
                </c:pt>
                <c:pt idx="11567" formatCode="0.00">
                  <c:v>0</c:v>
                </c:pt>
                <c:pt idx="11568" formatCode="0.00">
                  <c:v>0</c:v>
                </c:pt>
                <c:pt idx="11569" formatCode="0.00">
                  <c:v>0</c:v>
                </c:pt>
                <c:pt idx="11570" formatCode="0.00">
                  <c:v>0</c:v>
                </c:pt>
                <c:pt idx="11571" formatCode="0.00">
                  <c:v>0</c:v>
                </c:pt>
                <c:pt idx="11572" formatCode="0.00">
                  <c:v>0</c:v>
                </c:pt>
                <c:pt idx="11573" formatCode="0.00">
                  <c:v>0</c:v>
                </c:pt>
                <c:pt idx="11574" formatCode="0.00">
                  <c:v>0</c:v>
                </c:pt>
                <c:pt idx="11575" formatCode="0.00">
                  <c:v>0</c:v>
                </c:pt>
                <c:pt idx="11576" formatCode="0.00">
                  <c:v>0</c:v>
                </c:pt>
                <c:pt idx="11577" formatCode="0.00">
                  <c:v>0</c:v>
                </c:pt>
                <c:pt idx="11578" formatCode="0.00">
                  <c:v>0</c:v>
                </c:pt>
                <c:pt idx="11579" formatCode="0.00">
                  <c:v>0</c:v>
                </c:pt>
                <c:pt idx="11580" formatCode="0.00">
                  <c:v>0</c:v>
                </c:pt>
                <c:pt idx="11581" formatCode="0.00">
                  <c:v>0</c:v>
                </c:pt>
                <c:pt idx="11582" formatCode="0.00">
                  <c:v>0</c:v>
                </c:pt>
                <c:pt idx="11583" formatCode="0.00">
                  <c:v>0</c:v>
                </c:pt>
                <c:pt idx="11584" formatCode="0.00">
                  <c:v>0</c:v>
                </c:pt>
                <c:pt idx="11585" formatCode="0.00">
                  <c:v>0</c:v>
                </c:pt>
                <c:pt idx="11586" formatCode="0.00">
                  <c:v>0</c:v>
                </c:pt>
                <c:pt idx="11587" formatCode="0.00">
                  <c:v>0</c:v>
                </c:pt>
                <c:pt idx="11588" formatCode="0.00">
                  <c:v>0</c:v>
                </c:pt>
                <c:pt idx="11589" formatCode="0.00">
                  <c:v>0</c:v>
                </c:pt>
                <c:pt idx="11590" formatCode="0.00">
                  <c:v>0</c:v>
                </c:pt>
                <c:pt idx="11591" formatCode="0.00">
                  <c:v>0</c:v>
                </c:pt>
                <c:pt idx="11592" formatCode="0.00">
                  <c:v>0</c:v>
                </c:pt>
                <c:pt idx="11593" formatCode="0.00">
                  <c:v>0</c:v>
                </c:pt>
                <c:pt idx="11594" formatCode="0.00">
                  <c:v>0</c:v>
                </c:pt>
                <c:pt idx="11595" formatCode="0.00">
                  <c:v>0</c:v>
                </c:pt>
                <c:pt idx="11596" formatCode="0.00">
                  <c:v>0</c:v>
                </c:pt>
                <c:pt idx="11597" formatCode="0.00">
                  <c:v>0</c:v>
                </c:pt>
                <c:pt idx="11598" formatCode="0.00">
                  <c:v>0</c:v>
                </c:pt>
                <c:pt idx="11599" formatCode="0.00">
                  <c:v>0</c:v>
                </c:pt>
                <c:pt idx="11600" formatCode="0.00">
                  <c:v>0</c:v>
                </c:pt>
                <c:pt idx="11601" formatCode="0.00">
                  <c:v>0</c:v>
                </c:pt>
                <c:pt idx="11602" formatCode="0.00">
                  <c:v>0</c:v>
                </c:pt>
                <c:pt idx="11603" formatCode="0.00">
                  <c:v>0</c:v>
                </c:pt>
                <c:pt idx="11604" formatCode="0.00">
                  <c:v>0</c:v>
                </c:pt>
                <c:pt idx="11605" formatCode="0.00">
                  <c:v>0</c:v>
                </c:pt>
                <c:pt idx="11606" formatCode="0.00">
                  <c:v>0</c:v>
                </c:pt>
                <c:pt idx="11607" formatCode="0.00">
                  <c:v>0</c:v>
                </c:pt>
                <c:pt idx="11608" formatCode="0.00">
                  <c:v>0</c:v>
                </c:pt>
                <c:pt idx="11609" formatCode="0.00">
                  <c:v>0</c:v>
                </c:pt>
                <c:pt idx="11610" formatCode="0.00">
                  <c:v>0</c:v>
                </c:pt>
                <c:pt idx="11611" formatCode="0.00">
                  <c:v>0</c:v>
                </c:pt>
                <c:pt idx="11612" formatCode="0.00">
                  <c:v>0</c:v>
                </c:pt>
                <c:pt idx="11613" formatCode="0.00">
                  <c:v>0</c:v>
                </c:pt>
                <c:pt idx="11614" formatCode="0.00">
                  <c:v>0</c:v>
                </c:pt>
                <c:pt idx="11615" formatCode="0.00">
                  <c:v>0</c:v>
                </c:pt>
                <c:pt idx="11616" formatCode="0.00">
                  <c:v>0</c:v>
                </c:pt>
                <c:pt idx="11617" formatCode="0.00">
                  <c:v>0</c:v>
                </c:pt>
                <c:pt idx="11618" formatCode="0.00">
                  <c:v>0</c:v>
                </c:pt>
                <c:pt idx="11619" formatCode="0.00">
                  <c:v>0</c:v>
                </c:pt>
                <c:pt idx="11620">
                  <c:v>22.63</c:v>
                </c:pt>
                <c:pt idx="11621">
                  <c:v>22.25</c:v>
                </c:pt>
                <c:pt idx="11622">
                  <c:v>22.13</c:v>
                </c:pt>
                <c:pt idx="11623">
                  <c:v>21.5</c:v>
                </c:pt>
                <c:pt idx="11624">
                  <c:v>20.75</c:v>
                </c:pt>
                <c:pt idx="11625">
                  <c:v>20.63</c:v>
                </c:pt>
                <c:pt idx="11626">
                  <c:v>20</c:v>
                </c:pt>
                <c:pt idx="11627">
                  <c:v>19</c:v>
                </c:pt>
                <c:pt idx="11628">
                  <c:v>17.63</c:v>
                </c:pt>
                <c:pt idx="11629">
                  <c:v>14.25</c:v>
                </c:pt>
                <c:pt idx="11630">
                  <c:v>10.75</c:v>
                </c:pt>
                <c:pt idx="11631">
                  <c:v>5</c:v>
                </c:pt>
                <c:pt idx="11632">
                  <c:v>29</c:v>
                </c:pt>
                <c:pt idx="11633">
                  <c:v>56</c:v>
                </c:pt>
                <c:pt idx="11634">
                  <c:v>57.63</c:v>
                </c:pt>
                <c:pt idx="11635">
                  <c:v>58.75</c:v>
                </c:pt>
                <c:pt idx="11636">
                  <c:v>59.75</c:v>
                </c:pt>
                <c:pt idx="11637">
                  <c:v>61.63</c:v>
                </c:pt>
                <c:pt idx="11638">
                  <c:v>62.38</c:v>
                </c:pt>
                <c:pt idx="11639">
                  <c:v>62.88</c:v>
                </c:pt>
                <c:pt idx="11640">
                  <c:v>63.38</c:v>
                </c:pt>
                <c:pt idx="11641">
                  <c:v>63.38</c:v>
                </c:pt>
                <c:pt idx="11642">
                  <c:v>63.63</c:v>
                </c:pt>
                <c:pt idx="11643">
                  <c:v>63.88</c:v>
                </c:pt>
                <c:pt idx="11644">
                  <c:v>64.25</c:v>
                </c:pt>
                <c:pt idx="11645">
                  <c:v>64.38</c:v>
                </c:pt>
                <c:pt idx="11646">
                  <c:v>64.63</c:v>
                </c:pt>
                <c:pt idx="11647">
                  <c:v>64.75</c:v>
                </c:pt>
                <c:pt idx="11648">
                  <c:v>65</c:v>
                </c:pt>
                <c:pt idx="11649">
                  <c:v>64.88</c:v>
                </c:pt>
                <c:pt idx="11650">
                  <c:v>65.13</c:v>
                </c:pt>
                <c:pt idx="11651">
                  <c:v>65</c:v>
                </c:pt>
                <c:pt idx="11652">
                  <c:v>65</c:v>
                </c:pt>
                <c:pt idx="11653">
                  <c:v>71.5</c:v>
                </c:pt>
                <c:pt idx="11654">
                  <c:v>71.88</c:v>
                </c:pt>
                <c:pt idx="11655">
                  <c:v>72.13</c:v>
                </c:pt>
                <c:pt idx="11656">
                  <c:v>72.5</c:v>
                </c:pt>
                <c:pt idx="11657">
                  <c:v>47.63</c:v>
                </c:pt>
                <c:pt idx="11658" formatCode="0.00">
                  <c:v>0</c:v>
                </c:pt>
                <c:pt idx="11659" formatCode="0.00">
                  <c:v>0</c:v>
                </c:pt>
                <c:pt idx="11660" formatCode="0.00">
                  <c:v>0</c:v>
                </c:pt>
                <c:pt idx="11661" formatCode="0.00">
                  <c:v>0</c:v>
                </c:pt>
                <c:pt idx="11662" formatCode="0.00">
                  <c:v>0</c:v>
                </c:pt>
                <c:pt idx="11663">
                  <c:v>12.5</c:v>
                </c:pt>
                <c:pt idx="11664">
                  <c:v>25</c:v>
                </c:pt>
                <c:pt idx="11665">
                  <c:v>25</c:v>
                </c:pt>
                <c:pt idx="11666">
                  <c:v>25</c:v>
                </c:pt>
                <c:pt idx="11667">
                  <c:v>25</c:v>
                </c:pt>
                <c:pt idx="11668">
                  <c:v>25</c:v>
                </c:pt>
                <c:pt idx="11669">
                  <c:v>25</c:v>
                </c:pt>
                <c:pt idx="11670">
                  <c:v>25</c:v>
                </c:pt>
                <c:pt idx="11671">
                  <c:v>25</c:v>
                </c:pt>
                <c:pt idx="11672">
                  <c:v>25</c:v>
                </c:pt>
                <c:pt idx="11673">
                  <c:v>25</c:v>
                </c:pt>
                <c:pt idx="11674">
                  <c:v>25</c:v>
                </c:pt>
                <c:pt idx="11675">
                  <c:v>25</c:v>
                </c:pt>
                <c:pt idx="11676">
                  <c:v>25</c:v>
                </c:pt>
                <c:pt idx="11677">
                  <c:v>25</c:v>
                </c:pt>
                <c:pt idx="11678">
                  <c:v>25</c:v>
                </c:pt>
                <c:pt idx="11679">
                  <c:v>25</c:v>
                </c:pt>
                <c:pt idx="11680">
                  <c:v>25</c:v>
                </c:pt>
                <c:pt idx="11681">
                  <c:v>25</c:v>
                </c:pt>
                <c:pt idx="11682">
                  <c:v>25</c:v>
                </c:pt>
                <c:pt idx="11683">
                  <c:v>25</c:v>
                </c:pt>
                <c:pt idx="11684">
                  <c:v>25</c:v>
                </c:pt>
                <c:pt idx="11685">
                  <c:v>25</c:v>
                </c:pt>
                <c:pt idx="11686">
                  <c:v>25</c:v>
                </c:pt>
                <c:pt idx="11687">
                  <c:v>25</c:v>
                </c:pt>
                <c:pt idx="11688">
                  <c:v>12.5</c:v>
                </c:pt>
                <c:pt idx="11689" formatCode="0.00">
                  <c:v>0</c:v>
                </c:pt>
                <c:pt idx="11690" formatCode="0.00">
                  <c:v>0</c:v>
                </c:pt>
                <c:pt idx="11691" formatCode="0.00">
                  <c:v>0</c:v>
                </c:pt>
                <c:pt idx="11692" formatCode="0.00">
                  <c:v>0</c:v>
                </c:pt>
                <c:pt idx="11693" formatCode="0.00">
                  <c:v>0</c:v>
                </c:pt>
                <c:pt idx="11694" formatCode="0.00">
                  <c:v>0</c:v>
                </c:pt>
                <c:pt idx="11695" formatCode="0.00">
                  <c:v>0</c:v>
                </c:pt>
                <c:pt idx="11696" formatCode="0.00">
                  <c:v>0</c:v>
                </c:pt>
                <c:pt idx="11697" formatCode="0.00">
                  <c:v>0</c:v>
                </c:pt>
                <c:pt idx="11698" formatCode="0.00">
                  <c:v>0</c:v>
                </c:pt>
                <c:pt idx="11699" formatCode="0.00">
                  <c:v>0</c:v>
                </c:pt>
                <c:pt idx="11700" formatCode="0.00">
                  <c:v>0</c:v>
                </c:pt>
                <c:pt idx="11701" formatCode="0.00">
                  <c:v>0</c:v>
                </c:pt>
                <c:pt idx="11702" formatCode="0.00">
                  <c:v>0</c:v>
                </c:pt>
                <c:pt idx="11703" formatCode="0.00">
                  <c:v>0</c:v>
                </c:pt>
                <c:pt idx="11704" formatCode="0.00">
                  <c:v>0</c:v>
                </c:pt>
                <c:pt idx="11705" formatCode="0.00">
                  <c:v>0</c:v>
                </c:pt>
                <c:pt idx="11706" formatCode="0.00">
                  <c:v>0</c:v>
                </c:pt>
                <c:pt idx="11707" formatCode="0.00">
                  <c:v>0</c:v>
                </c:pt>
                <c:pt idx="11708" formatCode="0.00">
                  <c:v>0</c:v>
                </c:pt>
                <c:pt idx="11709" formatCode="0.00">
                  <c:v>0</c:v>
                </c:pt>
                <c:pt idx="11710" formatCode="0.00">
                  <c:v>0</c:v>
                </c:pt>
                <c:pt idx="11711" formatCode="0.00">
                  <c:v>0</c:v>
                </c:pt>
                <c:pt idx="11712" formatCode="0.00">
                  <c:v>0</c:v>
                </c:pt>
                <c:pt idx="11713" formatCode="0.00">
                  <c:v>0</c:v>
                </c:pt>
                <c:pt idx="11714" formatCode="0.00">
                  <c:v>0</c:v>
                </c:pt>
                <c:pt idx="11715" formatCode="0.00">
                  <c:v>0</c:v>
                </c:pt>
                <c:pt idx="11716" formatCode="0.00">
                  <c:v>0</c:v>
                </c:pt>
                <c:pt idx="11717" formatCode="0.00">
                  <c:v>0</c:v>
                </c:pt>
                <c:pt idx="11718" formatCode="0.00">
                  <c:v>0</c:v>
                </c:pt>
                <c:pt idx="11719" formatCode="0.00">
                  <c:v>0</c:v>
                </c:pt>
                <c:pt idx="11720" formatCode="0.00">
                  <c:v>0</c:v>
                </c:pt>
                <c:pt idx="11721" formatCode="0.00">
                  <c:v>0</c:v>
                </c:pt>
                <c:pt idx="11722" formatCode="0.00">
                  <c:v>0</c:v>
                </c:pt>
                <c:pt idx="11723" formatCode="0.00">
                  <c:v>0</c:v>
                </c:pt>
                <c:pt idx="11724" formatCode="0.00">
                  <c:v>0</c:v>
                </c:pt>
                <c:pt idx="11725" formatCode="0.00">
                  <c:v>0</c:v>
                </c:pt>
                <c:pt idx="11726" formatCode="0.00">
                  <c:v>0</c:v>
                </c:pt>
                <c:pt idx="11727" formatCode="0.00">
                  <c:v>0</c:v>
                </c:pt>
                <c:pt idx="11728" formatCode="0.00">
                  <c:v>0</c:v>
                </c:pt>
                <c:pt idx="11729" formatCode="0.00">
                  <c:v>0</c:v>
                </c:pt>
                <c:pt idx="11730" formatCode="0.00">
                  <c:v>0</c:v>
                </c:pt>
                <c:pt idx="11731" formatCode="0.00">
                  <c:v>0</c:v>
                </c:pt>
                <c:pt idx="11732" formatCode="0.00">
                  <c:v>0</c:v>
                </c:pt>
                <c:pt idx="11733" formatCode="0.00">
                  <c:v>0</c:v>
                </c:pt>
                <c:pt idx="11734" formatCode="0.00">
                  <c:v>0</c:v>
                </c:pt>
                <c:pt idx="11735" formatCode="0.00">
                  <c:v>0</c:v>
                </c:pt>
                <c:pt idx="11736" formatCode="0.00">
                  <c:v>0</c:v>
                </c:pt>
                <c:pt idx="11737" formatCode="0.00">
                  <c:v>0</c:v>
                </c:pt>
                <c:pt idx="11738" formatCode="0.00">
                  <c:v>0</c:v>
                </c:pt>
                <c:pt idx="11739" formatCode="0.00">
                  <c:v>0</c:v>
                </c:pt>
                <c:pt idx="11740" formatCode="0.00">
                  <c:v>0</c:v>
                </c:pt>
                <c:pt idx="11741" formatCode="0.00">
                  <c:v>0</c:v>
                </c:pt>
                <c:pt idx="11742" formatCode="0.00">
                  <c:v>0</c:v>
                </c:pt>
                <c:pt idx="11743" formatCode="0.00">
                  <c:v>0</c:v>
                </c:pt>
                <c:pt idx="11744" formatCode="0.00">
                  <c:v>0</c:v>
                </c:pt>
                <c:pt idx="11745">
                  <c:v>12.5</c:v>
                </c:pt>
                <c:pt idx="11746">
                  <c:v>25</c:v>
                </c:pt>
                <c:pt idx="11747">
                  <c:v>25</c:v>
                </c:pt>
                <c:pt idx="11748">
                  <c:v>25</c:v>
                </c:pt>
                <c:pt idx="11749">
                  <c:v>25</c:v>
                </c:pt>
                <c:pt idx="11750">
                  <c:v>25</c:v>
                </c:pt>
                <c:pt idx="11751">
                  <c:v>25</c:v>
                </c:pt>
                <c:pt idx="11752">
                  <c:v>25</c:v>
                </c:pt>
                <c:pt idx="11753">
                  <c:v>25</c:v>
                </c:pt>
                <c:pt idx="11754">
                  <c:v>25</c:v>
                </c:pt>
                <c:pt idx="11755">
                  <c:v>25</c:v>
                </c:pt>
                <c:pt idx="11756">
                  <c:v>25</c:v>
                </c:pt>
                <c:pt idx="11757">
                  <c:v>25</c:v>
                </c:pt>
                <c:pt idx="11758">
                  <c:v>25</c:v>
                </c:pt>
                <c:pt idx="11759">
                  <c:v>25</c:v>
                </c:pt>
                <c:pt idx="11760">
                  <c:v>25</c:v>
                </c:pt>
                <c:pt idx="11761">
                  <c:v>25</c:v>
                </c:pt>
                <c:pt idx="11762">
                  <c:v>25</c:v>
                </c:pt>
                <c:pt idx="11763">
                  <c:v>25</c:v>
                </c:pt>
                <c:pt idx="11764">
                  <c:v>25</c:v>
                </c:pt>
                <c:pt idx="11765">
                  <c:v>25</c:v>
                </c:pt>
                <c:pt idx="11766">
                  <c:v>25</c:v>
                </c:pt>
                <c:pt idx="11767">
                  <c:v>25</c:v>
                </c:pt>
                <c:pt idx="11768">
                  <c:v>25</c:v>
                </c:pt>
                <c:pt idx="11769">
                  <c:v>25</c:v>
                </c:pt>
                <c:pt idx="11770">
                  <c:v>25</c:v>
                </c:pt>
                <c:pt idx="11771">
                  <c:v>25</c:v>
                </c:pt>
                <c:pt idx="11772">
                  <c:v>25</c:v>
                </c:pt>
                <c:pt idx="11773">
                  <c:v>25</c:v>
                </c:pt>
                <c:pt idx="11774">
                  <c:v>25</c:v>
                </c:pt>
                <c:pt idx="11775">
                  <c:v>25</c:v>
                </c:pt>
                <c:pt idx="11776">
                  <c:v>25</c:v>
                </c:pt>
                <c:pt idx="11777">
                  <c:v>25</c:v>
                </c:pt>
                <c:pt idx="11778">
                  <c:v>12.5</c:v>
                </c:pt>
                <c:pt idx="11779" formatCode="0.00">
                  <c:v>0</c:v>
                </c:pt>
                <c:pt idx="11780" formatCode="0.00">
                  <c:v>0</c:v>
                </c:pt>
                <c:pt idx="11781" formatCode="0.00">
                  <c:v>0</c:v>
                </c:pt>
                <c:pt idx="11782" formatCode="0.00">
                  <c:v>0</c:v>
                </c:pt>
                <c:pt idx="11783" formatCode="0.00">
                  <c:v>0</c:v>
                </c:pt>
                <c:pt idx="11784" formatCode="0.00">
                  <c:v>0</c:v>
                </c:pt>
                <c:pt idx="11785" formatCode="0.00">
                  <c:v>0</c:v>
                </c:pt>
                <c:pt idx="11786" formatCode="0.00">
                  <c:v>0</c:v>
                </c:pt>
                <c:pt idx="11787" formatCode="0.00">
                  <c:v>0</c:v>
                </c:pt>
                <c:pt idx="11788" formatCode="0.00">
                  <c:v>0</c:v>
                </c:pt>
                <c:pt idx="11789" formatCode="0.00">
                  <c:v>0</c:v>
                </c:pt>
                <c:pt idx="11790" formatCode="0.00">
                  <c:v>0</c:v>
                </c:pt>
                <c:pt idx="11791" formatCode="0.00">
                  <c:v>0</c:v>
                </c:pt>
                <c:pt idx="11792" formatCode="0.00">
                  <c:v>0</c:v>
                </c:pt>
                <c:pt idx="11793" formatCode="0.00">
                  <c:v>0</c:v>
                </c:pt>
                <c:pt idx="11794" formatCode="0.00">
                  <c:v>0</c:v>
                </c:pt>
                <c:pt idx="11795" formatCode="0.00">
                  <c:v>0</c:v>
                </c:pt>
                <c:pt idx="11796" formatCode="0.00">
                  <c:v>0</c:v>
                </c:pt>
                <c:pt idx="11797" formatCode="0.00">
                  <c:v>0</c:v>
                </c:pt>
                <c:pt idx="11798" formatCode="0.00">
                  <c:v>0</c:v>
                </c:pt>
                <c:pt idx="11799" formatCode="0.00">
                  <c:v>0</c:v>
                </c:pt>
                <c:pt idx="11800" formatCode="0.00">
                  <c:v>0</c:v>
                </c:pt>
                <c:pt idx="11801" formatCode="0.00">
                  <c:v>0</c:v>
                </c:pt>
                <c:pt idx="11802" formatCode="0.00">
                  <c:v>0</c:v>
                </c:pt>
                <c:pt idx="11803" formatCode="0.00">
                  <c:v>0</c:v>
                </c:pt>
                <c:pt idx="11804" formatCode="0.00">
                  <c:v>0</c:v>
                </c:pt>
                <c:pt idx="11805" formatCode="0.00">
                  <c:v>0</c:v>
                </c:pt>
                <c:pt idx="11806" formatCode="0.00">
                  <c:v>0</c:v>
                </c:pt>
                <c:pt idx="11807" formatCode="0.00">
                  <c:v>0</c:v>
                </c:pt>
                <c:pt idx="11808" formatCode="0.00">
                  <c:v>0</c:v>
                </c:pt>
                <c:pt idx="11809" formatCode="0.00">
                  <c:v>0</c:v>
                </c:pt>
                <c:pt idx="11810" formatCode="0.00">
                  <c:v>0</c:v>
                </c:pt>
                <c:pt idx="11811" formatCode="0.00">
                  <c:v>0</c:v>
                </c:pt>
                <c:pt idx="11812" formatCode="0.00">
                  <c:v>0</c:v>
                </c:pt>
                <c:pt idx="11813" formatCode="0.00">
                  <c:v>0</c:v>
                </c:pt>
                <c:pt idx="11814" formatCode="0.00">
                  <c:v>0</c:v>
                </c:pt>
                <c:pt idx="11815" formatCode="0.00">
                  <c:v>0</c:v>
                </c:pt>
                <c:pt idx="11816" formatCode="0.00">
                  <c:v>0</c:v>
                </c:pt>
                <c:pt idx="11817" formatCode="0.00">
                  <c:v>0</c:v>
                </c:pt>
                <c:pt idx="11818" formatCode="0.00">
                  <c:v>0</c:v>
                </c:pt>
                <c:pt idx="11819" formatCode="0.00">
                  <c:v>0</c:v>
                </c:pt>
                <c:pt idx="11820" formatCode="0.00">
                  <c:v>0</c:v>
                </c:pt>
                <c:pt idx="11821" formatCode="0.00">
                  <c:v>0</c:v>
                </c:pt>
                <c:pt idx="11822" formatCode="0.00">
                  <c:v>0</c:v>
                </c:pt>
                <c:pt idx="11823" formatCode="0.00">
                  <c:v>0</c:v>
                </c:pt>
                <c:pt idx="11824" formatCode="0.00">
                  <c:v>0</c:v>
                </c:pt>
                <c:pt idx="11825" formatCode="0.00">
                  <c:v>0</c:v>
                </c:pt>
                <c:pt idx="11826">
                  <c:v>125</c:v>
                </c:pt>
                <c:pt idx="11827">
                  <c:v>125</c:v>
                </c:pt>
                <c:pt idx="11828">
                  <c:v>125</c:v>
                </c:pt>
                <c:pt idx="11829">
                  <c:v>125</c:v>
                </c:pt>
                <c:pt idx="11830">
                  <c:v>125</c:v>
                </c:pt>
                <c:pt idx="11831">
                  <c:v>125</c:v>
                </c:pt>
                <c:pt idx="11832">
                  <c:v>125</c:v>
                </c:pt>
                <c:pt idx="11833">
                  <c:v>125</c:v>
                </c:pt>
                <c:pt idx="11834">
                  <c:v>125</c:v>
                </c:pt>
                <c:pt idx="11835">
                  <c:v>125</c:v>
                </c:pt>
                <c:pt idx="11836">
                  <c:v>125</c:v>
                </c:pt>
                <c:pt idx="11837">
                  <c:v>125</c:v>
                </c:pt>
                <c:pt idx="11838">
                  <c:v>125</c:v>
                </c:pt>
                <c:pt idx="11839">
                  <c:v>125</c:v>
                </c:pt>
                <c:pt idx="11840">
                  <c:v>125</c:v>
                </c:pt>
                <c:pt idx="11841">
                  <c:v>125</c:v>
                </c:pt>
                <c:pt idx="11842">
                  <c:v>125</c:v>
                </c:pt>
                <c:pt idx="11843">
                  <c:v>125</c:v>
                </c:pt>
                <c:pt idx="11844">
                  <c:v>125</c:v>
                </c:pt>
                <c:pt idx="11845">
                  <c:v>125</c:v>
                </c:pt>
                <c:pt idx="11846">
                  <c:v>125</c:v>
                </c:pt>
                <c:pt idx="11847">
                  <c:v>125</c:v>
                </c:pt>
                <c:pt idx="11848">
                  <c:v>125</c:v>
                </c:pt>
                <c:pt idx="11849">
                  <c:v>125</c:v>
                </c:pt>
                <c:pt idx="11850">
                  <c:v>125</c:v>
                </c:pt>
                <c:pt idx="11851">
                  <c:v>125</c:v>
                </c:pt>
                <c:pt idx="11852">
                  <c:v>125</c:v>
                </c:pt>
                <c:pt idx="11853">
                  <c:v>125</c:v>
                </c:pt>
                <c:pt idx="11854">
                  <c:v>125</c:v>
                </c:pt>
                <c:pt idx="11855">
                  <c:v>125</c:v>
                </c:pt>
                <c:pt idx="11856">
                  <c:v>125</c:v>
                </c:pt>
                <c:pt idx="11857">
                  <c:v>125</c:v>
                </c:pt>
                <c:pt idx="11858">
                  <c:v>125</c:v>
                </c:pt>
                <c:pt idx="11859">
                  <c:v>125</c:v>
                </c:pt>
                <c:pt idx="11860">
                  <c:v>87.5</c:v>
                </c:pt>
                <c:pt idx="11861">
                  <c:v>75</c:v>
                </c:pt>
                <c:pt idx="11862" formatCode="0.00">
                  <c:v>0</c:v>
                </c:pt>
                <c:pt idx="11863" formatCode="0.00">
                  <c:v>0</c:v>
                </c:pt>
                <c:pt idx="11864" formatCode="0.00">
                  <c:v>0</c:v>
                </c:pt>
                <c:pt idx="11865" formatCode="0.00">
                  <c:v>0</c:v>
                </c:pt>
                <c:pt idx="11866" formatCode="0.00">
                  <c:v>0</c:v>
                </c:pt>
                <c:pt idx="11867" formatCode="0.00">
                  <c:v>0</c:v>
                </c:pt>
                <c:pt idx="11868" formatCode="0.00">
                  <c:v>0</c:v>
                </c:pt>
                <c:pt idx="11869" formatCode="0.00">
                  <c:v>0</c:v>
                </c:pt>
                <c:pt idx="11870">
                  <c:v>125</c:v>
                </c:pt>
                <c:pt idx="11871">
                  <c:v>125</c:v>
                </c:pt>
                <c:pt idx="11872">
                  <c:v>125</c:v>
                </c:pt>
                <c:pt idx="11873">
                  <c:v>125</c:v>
                </c:pt>
                <c:pt idx="11874">
                  <c:v>125</c:v>
                </c:pt>
                <c:pt idx="11875">
                  <c:v>125</c:v>
                </c:pt>
                <c:pt idx="11876">
                  <c:v>125</c:v>
                </c:pt>
                <c:pt idx="11877">
                  <c:v>125</c:v>
                </c:pt>
                <c:pt idx="11878">
                  <c:v>125</c:v>
                </c:pt>
                <c:pt idx="11879">
                  <c:v>125</c:v>
                </c:pt>
                <c:pt idx="11880">
                  <c:v>125</c:v>
                </c:pt>
                <c:pt idx="11881">
                  <c:v>125</c:v>
                </c:pt>
                <c:pt idx="11882">
                  <c:v>125</c:v>
                </c:pt>
                <c:pt idx="11883">
                  <c:v>125</c:v>
                </c:pt>
                <c:pt idx="11884">
                  <c:v>125</c:v>
                </c:pt>
                <c:pt idx="11885">
                  <c:v>125</c:v>
                </c:pt>
                <c:pt idx="11886">
                  <c:v>125</c:v>
                </c:pt>
                <c:pt idx="11887">
                  <c:v>125</c:v>
                </c:pt>
                <c:pt idx="11888">
                  <c:v>125</c:v>
                </c:pt>
                <c:pt idx="11889">
                  <c:v>125</c:v>
                </c:pt>
                <c:pt idx="11890">
                  <c:v>125</c:v>
                </c:pt>
                <c:pt idx="11891">
                  <c:v>125</c:v>
                </c:pt>
                <c:pt idx="11892">
                  <c:v>125</c:v>
                </c:pt>
                <c:pt idx="11893">
                  <c:v>125</c:v>
                </c:pt>
                <c:pt idx="11894">
                  <c:v>125</c:v>
                </c:pt>
                <c:pt idx="11895">
                  <c:v>125</c:v>
                </c:pt>
                <c:pt idx="11896">
                  <c:v>125</c:v>
                </c:pt>
                <c:pt idx="11897">
                  <c:v>125</c:v>
                </c:pt>
                <c:pt idx="11898">
                  <c:v>125</c:v>
                </c:pt>
                <c:pt idx="11899">
                  <c:v>125</c:v>
                </c:pt>
                <c:pt idx="11900">
                  <c:v>125</c:v>
                </c:pt>
                <c:pt idx="11901">
                  <c:v>125</c:v>
                </c:pt>
                <c:pt idx="11902">
                  <c:v>125</c:v>
                </c:pt>
                <c:pt idx="11903">
                  <c:v>125</c:v>
                </c:pt>
                <c:pt idx="11904">
                  <c:v>124.5</c:v>
                </c:pt>
                <c:pt idx="11905">
                  <c:v>102.25</c:v>
                </c:pt>
                <c:pt idx="11906" formatCode="0.00">
                  <c:v>0</c:v>
                </c:pt>
                <c:pt idx="11907" formatCode="0.00">
                  <c:v>0</c:v>
                </c:pt>
                <c:pt idx="11908" formatCode="0.00">
                  <c:v>0</c:v>
                </c:pt>
                <c:pt idx="11909" formatCode="0.00">
                  <c:v>0</c:v>
                </c:pt>
                <c:pt idx="11910" formatCode="0.00">
                  <c:v>0</c:v>
                </c:pt>
                <c:pt idx="11911" formatCode="0.00">
                  <c:v>0</c:v>
                </c:pt>
                <c:pt idx="11912" formatCode="0.00">
                  <c:v>0</c:v>
                </c:pt>
                <c:pt idx="11913" formatCode="0.00">
                  <c:v>0</c:v>
                </c:pt>
                <c:pt idx="11914">
                  <c:v>125</c:v>
                </c:pt>
                <c:pt idx="11915">
                  <c:v>125</c:v>
                </c:pt>
                <c:pt idx="11916">
                  <c:v>125</c:v>
                </c:pt>
                <c:pt idx="11917">
                  <c:v>125</c:v>
                </c:pt>
                <c:pt idx="11918">
                  <c:v>125</c:v>
                </c:pt>
                <c:pt idx="11919">
                  <c:v>125</c:v>
                </c:pt>
                <c:pt idx="11920">
                  <c:v>125</c:v>
                </c:pt>
                <c:pt idx="11921">
                  <c:v>125</c:v>
                </c:pt>
                <c:pt idx="11922">
                  <c:v>125</c:v>
                </c:pt>
                <c:pt idx="11923">
                  <c:v>125</c:v>
                </c:pt>
                <c:pt idx="11924">
                  <c:v>125</c:v>
                </c:pt>
                <c:pt idx="11925">
                  <c:v>125</c:v>
                </c:pt>
                <c:pt idx="11926">
                  <c:v>125</c:v>
                </c:pt>
                <c:pt idx="11927">
                  <c:v>125</c:v>
                </c:pt>
                <c:pt idx="11928">
                  <c:v>125</c:v>
                </c:pt>
                <c:pt idx="11929">
                  <c:v>125</c:v>
                </c:pt>
                <c:pt idx="11930">
                  <c:v>125</c:v>
                </c:pt>
                <c:pt idx="11931">
                  <c:v>125</c:v>
                </c:pt>
                <c:pt idx="11932">
                  <c:v>125</c:v>
                </c:pt>
                <c:pt idx="11933">
                  <c:v>125</c:v>
                </c:pt>
                <c:pt idx="11934">
                  <c:v>125</c:v>
                </c:pt>
                <c:pt idx="11935">
                  <c:v>125</c:v>
                </c:pt>
                <c:pt idx="11936">
                  <c:v>125</c:v>
                </c:pt>
                <c:pt idx="11937">
                  <c:v>125</c:v>
                </c:pt>
                <c:pt idx="11938">
                  <c:v>125</c:v>
                </c:pt>
                <c:pt idx="11939">
                  <c:v>125</c:v>
                </c:pt>
                <c:pt idx="11940">
                  <c:v>125</c:v>
                </c:pt>
                <c:pt idx="11941">
                  <c:v>125</c:v>
                </c:pt>
                <c:pt idx="11942">
                  <c:v>125</c:v>
                </c:pt>
                <c:pt idx="11943">
                  <c:v>125</c:v>
                </c:pt>
                <c:pt idx="11944">
                  <c:v>125</c:v>
                </c:pt>
                <c:pt idx="11945">
                  <c:v>125</c:v>
                </c:pt>
                <c:pt idx="11946">
                  <c:v>125</c:v>
                </c:pt>
                <c:pt idx="11947" formatCode="0.00">
                  <c:v>0</c:v>
                </c:pt>
                <c:pt idx="11948" formatCode="0.00">
                  <c:v>0</c:v>
                </c:pt>
                <c:pt idx="11949" formatCode="0.00">
                  <c:v>0</c:v>
                </c:pt>
                <c:pt idx="11950" formatCode="0.00">
                  <c:v>0</c:v>
                </c:pt>
                <c:pt idx="11951" formatCode="0.00">
                  <c:v>0</c:v>
                </c:pt>
                <c:pt idx="11952" formatCode="0.00">
                  <c:v>0</c:v>
                </c:pt>
                <c:pt idx="11953" formatCode="0.00">
                  <c:v>0</c:v>
                </c:pt>
                <c:pt idx="11954">
                  <c:v>12.5</c:v>
                </c:pt>
                <c:pt idx="11955">
                  <c:v>125</c:v>
                </c:pt>
                <c:pt idx="11956">
                  <c:v>125</c:v>
                </c:pt>
                <c:pt idx="11957">
                  <c:v>125</c:v>
                </c:pt>
                <c:pt idx="11958">
                  <c:v>62.5</c:v>
                </c:pt>
                <c:pt idx="11959">
                  <c:v>125</c:v>
                </c:pt>
                <c:pt idx="11960">
                  <c:v>125</c:v>
                </c:pt>
                <c:pt idx="11961">
                  <c:v>125</c:v>
                </c:pt>
                <c:pt idx="11962">
                  <c:v>125</c:v>
                </c:pt>
                <c:pt idx="11963">
                  <c:v>125</c:v>
                </c:pt>
                <c:pt idx="11964">
                  <c:v>125</c:v>
                </c:pt>
                <c:pt idx="11965">
                  <c:v>125</c:v>
                </c:pt>
                <c:pt idx="11966">
                  <c:v>125</c:v>
                </c:pt>
                <c:pt idx="11967">
                  <c:v>125</c:v>
                </c:pt>
                <c:pt idx="11968">
                  <c:v>112.5</c:v>
                </c:pt>
                <c:pt idx="11969">
                  <c:v>75</c:v>
                </c:pt>
                <c:pt idx="11970">
                  <c:v>62.5</c:v>
                </c:pt>
                <c:pt idx="11971">
                  <c:v>125</c:v>
                </c:pt>
                <c:pt idx="11972">
                  <c:v>125</c:v>
                </c:pt>
                <c:pt idx="11973">
                  <c:v>125</c:v>
                </c:pt>
                <c:pt idx="11974">
                  <c:v>37.5</c:v>
                </c:pt>
                <c:pt idx="11975" formatCode="0.00">
                  <c:v>0</c:v>
                </c:pt>
                <c:pt idx="11976" formatCode="0.00">
                  <c:v>0</c:v>
                </c:pt>
                <c:pt idx="11977" formatCode="0.00">
                  <c:v>0</c:v>
                </c:pt>
                <c:pt idx="11978" formatCode="0.00">
                  <c:v>0</c:v>
                </c:pt>
                <c:pt idx="11979" formatCode="0.00">
                  <c:v>0</c:v>
                </c:pt>
                <c:pt idx="11980" formatCode="0.00">
                  <c:v>0</c:v>
                </c:pt>
                <c:pt idx="11981" formatCode="0.00">
                  <c:v>0</c:v>
                </c:pt>
                <c:pt idx="11982" formatCode="0.00">
                  <c:v>0</c:v>
                </c:pt>
                <c:pt idx="11983" formatCode="0.00">
                  <c:v>0</c:v>
                </c:pt>
                <c:pt idx="11984" formatCode="0.00">
                  <c:v>0</c:v>
                </c:pt>
                <c:pt idx="11985" formatCode="0.00">
                  <c:v>0</c:v>
                </c:pt>
                <c:pt idx="11986" formatCode="0.00">
                  <c:v>0</c:v>
                </c:pt>
                <c:pt idx="11987" formatCode="0.00">
                  <c:v>0</c:v>
                </c:pt>
                <c:pt idx="11988" formatCode="0.00">
                  <c:v>0</c:v>
                </c:pt>
                <c:pt idx="11989" formatCode="0.00">
                  <c:v>0</c:v>
                </c:pt>
                <c:pt idx="11990" formatCode="0.00">
                  <c:v>0</c:v>
                </c:pt>
                <c:pt idx="11991" formatCode="0.00">
                  <c:v>0</c:v>
                </c:pt>
                <c:pt idx="11992" formatCode="0.00">
                  <c:v>0</c:v>
                </c:pt>
                <c:pt idx="11993" formatCode="0.00">
                  <c:v>0</c:v>
                </c:pt>
                <c:pt idx="11994" formatCode="0.00">
                  <c:v>0</c:v>
                </c:pt>
                <c:pt idx="11995" formatCode="0.00">
                  <c:v>0</c:v>
                </c:pt>
                <c:pt idx="11996" formatCode="0.00">
                  <c:v>0</c:v>
                </c:pt>
                <c:pt idx="11997" formatCode="0.00">
                  <c:v>0</c:v>
                </c:pt>
                <c:pt idx="11998" formatCode="0.00">
                  <c:v>0</c:v>
                </c:pt>
                <c:pt idx="11999" formatCode="0.00">
                  <c:v>0</c:v>
                </c:pt>
                <c:pt idx="12000" formatCode="0.00">
                  <c:v>0</c:v>
                </c:pt>
                <c:pt idx="12001" formatCode="0.00">
                  <c:v>0</c:v>
                </c:pt>
                <c:pt idx="12002" formatCode="0.00">
                  <c:v>0</c:v>
                </c:pt>
                <c:pt idx="12003" formatCode="0.00">
                  <c:v>0</c:v>
                </c:pt>
                <c:pt idx="12004" formatCode="0.00">
                  <c:v>0</c:v>
                </c:pt>
                <c:pt idx="12005" formatCode="0.00">
                  <c:v>0</c:v>
                </c:pt>
                <c:pt idx="12006" formatCode="0.00">
                  <c:v>0</c:v>
                </c:pt>
                <c:pt idx="12007" formatCode="0.00">
                  <c:v>0</c:v>
                </c:pt>
                <c:pt idx="12008" formatCode="0.00">
                  <c:v>0</c:v>
                </c:pt>
                <c:pt idx="12009" formatCode="0.00">
                  <c:v>0</c:v>
                </c:pt>
                <c:pt idx="12010" formatCode="0.00">
                  <c:v>0</c:v>
                </c:pt>
                <c:pt idx="12011" formatCode="0.00">
                  <c:v>0</c:v>
                </c:pt>
                <c:pt idx="12012" formatCode="0.00">
                  <c:v>0</c:v>
                </c:pt>
                <c:pt idx="12013" formatCode="0.00">
                  <c:v>0</c:v>
                </c:pt>
                <c:pt idx="12014" formatCode="0.00">
                  <c:v>0</c:v>
                </c:pt>
                <c:pt idx="12015" formatCode="0.00">
                  <c:v>0</c:v>
                </c:pt>
                <c:pt idx="12016" formatCode="0.00">
                  <c:v>0</c:v>
                </c:pt>
                <c:pt idx="12017" formatCode="0.00">
                  <c:v>0</c:v>
                </c:pt>
                <c:pt idx="12018" formatCode="0.00">
                  <c:v>0</c:v>
                </c:pt>
                <c:pt idx="12019" formatCode="0.00">
                  <c:v>0</c:v>
                </c:pt>
                <c:pt idx="12020" formatCode="0.00">
                  <c:v>0</c:v>
                </c:pt>
                <c:pt idx="12021" formatCode="0.00">
                  <c:v>0</c:v>
                </c:pt>
                <c:pt idx="12022" formatCode="0.00">
                  <c:v>0</c:v>
                </c:pt>
                <c:pt idx="12023" formatCode="0.00">
                  <c:v>0</c:v>
                </c:pt>
                <c:pt idx="12024" formatCode="0.00">
                  <c:v>0</c:v>
                </c:pt>
                <c:pt idx="12025" formatCode="0.00">
                  <c:v>0</c:v>
                </c:pt>
                <c:pt idx="12026" formatCode="0.00">
                  <c:v>0</c:v>
                </c:pt>
                <c:pt idx="12027" formatCode="0.00">
                  <c:v>0</c:v>
                </c:pt>
                <c:pt idx="12028" formatCode="0.00">
                  <c:v>0</c:v>
                </c:pt>
                <c:pt idx="12029" formatCode="0.00">
                  <c:v>0</c:v>
                </c:pt>
                <c:pt idx="12030" formatCode="0.00">
                  <c:v>0</c:v>
                </c:pt>
                <c:pt idx="12031" formatCode="0.00">
                  <c:v>0</c:v>
                </c:pt>
                <c:pt idx="12032" formatCode="0.00">
                  <c:v>0</c:v>
                </c:pt>
                <c:pt idx="12033" formatCode="0.00">
                  <c:v>0</c:v>
                </c:pt>
                <c:pt idx="12034" formatCode="0.00">
                  <c:v>0</c:v>
                </c:pt>
                <c:pt idx="12035" formatCode="0.00">
                  <c:v>0</c:v>
                </c:pt>
                <c:pt idx="12036" formatCode="0.00">
                  <c:v>0</c:v>
                </c:pt>
                <c:pt idx="12037" formatCode="0.00">
                  <c:v>0</c:v>
                </c:pt>
                <c:pt idx="12038" formatCode="0.00">
                  <c:v>0</c:v>
                </c:pt>
                <c:pt idx="12039" formatCode="0.00">
                  <c:v>0</c:v>
                </c:pt>
                <c:pt idx="12040" formatCode="0.00">
                  <c:v>0</c:v>
                </c:pt>
                <c:pt idx="12041" formatCode="0.00">
                  <c:v>0</c:v>
                </c:pt>
                <c:pt idx="12042" formatCode="0.00">
                  <c:v>0</c:v>
                </c:pt>
                <c:pt idx="12043" formatCode="0.00">
                  <c:v>0</c:v>
                </c:pt>
                <c:pt idx="12044" formatCode="0.00">
                  <c:v>0</c:v>
                </c:pt>
                <c:pt idx="12045" formatCode="0.00">
                  <c:v>0</c:v>
                </c:pt>
                <c:pt idx="12046" formatCode="0.00">
                  <c:v>0</c:v>
                </c:pt>
                <c:pt idx="12047" formatCode="0.00">
                  <c:v>0</c:v>
                </c:pt>
                <c:pt idx="12048" formatCode="0.00">
                  <c:v>0</c:v>
                </c:pt>
                <c:pt idx="12049" formatCode="0.00">
                  <c:v>0</c:v>
                </c:pt>
                <c:pt idx="12050" formatCode="0.00">
                  <c:v>0</c:v>
                </c:pt>
                <c:pt idx="12051" formatCode="0.00">
                  <c:v>0</c:v>
                </c:pt>
                <c:pt idx="12052" formatCode="0.00">
                  <c:v>0</c:v>
                </c:pt>
                <c:pt idx="12053" formatCode="0.00">
                  <c:v>0</c:v>
                </c:pt>
                <c:pt idx="12054" formatCode="0.00">
                  <c:v>0</c:v>
                </c:pt>
                <c:pt idx="12055" formatCode="0.00">
                  <c:v>0</c:v>
                </c:pt>
                <c:pt idx="12056" formatCode="0.00">
                  <c:v>0</c:v>
                </c:pt>
                <c:pt idx="12057" formatCode="0.00">
                  <c:v>0</c:v>
                </c:pt>
                <c:pt idx="12058" formatCode="0.00">
                  <c:v>0</c:v>
                </c:pt>
                <c:pt idx="12059" formatCode="0.00">
                  <c:v>0</c:v>
                </c:pt>
                <c:pt idx="12060" formatCode="0.00">
                  <c:v>0</c:v>
                </c:pt>
                <c:pt idx="12061" formatCode="0.00">
                  <c:v>0</c:v>
                </c:pt>
                <c:pt idx="12062" formatCode="0.00">
                  <c:v>0</c:v>
                </c:pt>
                <c:pt idx="12063" formatCode="0.00">
                  <c:v>0</c:v>
                </c:pt>
                <c:pt idx="12064" formatCode="0.00">
                  <c:v>0</c:v>
                </c:pt>
                <c:pt idx="12065" formatCode="0.00">
                  <c:v>0</c:v>
                </c:pt>
                <c:pt idx="12066" formatCode="0.00">
                  <c:v>0</c:v>
                </c:pt>
                <c:pt idx="12067" formatCode="0.00">
                  <c:v>0</c:v>
                </c:pt>
                <c:pt idx="12068" formatCode="0.00">
                  <c:v>0</c:v>
                </c:pt>
                <c:pt idx="12069" formatCode="0.00">
                  <c:v>0</c:v>
                </c:pt>
                <c:pt idx="12070" formatCode="0.00">
                  <c:v>0</c:v>
                </c:pt>
                <c:pt idx="12071" formatCode="0.00">
                  <c:v>0</c:v>
                </c:pt>
                <c:pt idx="12072" formatCode="0.00">
                  <c:v>0</c:v>
                </c:pt>
                <c:pt idx="12073" formatCode="0.00">
                  <c:v>0</c:v>
                </c:pt>
                <c:pt idx="12074" formatCode="0.00">
                  <c:v>0</c:v>
                </c:pt>
                <c:pt idx="12075">
                  <c:v>50</c:v>
                </c:pt>
                <c:pt idx="12076">
                  <c:v>50</c:v>
                </c:pt>
                <c:pt idx="12077">
                  <c:v>50</c:v>
                </c:pt>
                <c:pt idx="12078">
                  <c:v>50</c:v>
                </c:pt>
                <c:pt idx="12079">
                  <c:v>50</c:v>
                </c:pt>
                <c:pt idx="12080">
                  <c:v>50</c:v>
                </c:pt>
                <c:pt idx="12081">
                  <c:v>50</c:v>
                </c:pt>
                <c:pt idx="12082">
                  <c:v>50</c:v>
                </c:pt>
                <c:pt idx="12083">
                  <c:v>50</c:v>
                </c:pt>
                <c:pt idx="12084">
                  <c:v>50</c:v>
                </c:pt>
                <c:pt idx="12085">
                  <c:v>50</c:v>
                </c:pt>
                <c:pt idx="12086">
                  <c:v>50</c:v>
                </c:pt>
                <c:pt idx="12087">
                  <c:v>50</c:v>
                </c:pt>
                <c:pt idx="12088" formatCode="0.00">
                  <c:v>0</c:v>
                </c:pt>
                <c:pt idx="12089" formatCode="0.00">
                  <c:v>0</c:v>
                </c:pt>
                <c:pt idx="12090" formatCode="0.00">
                  <c:v>0</c:v>
                </c:pt>
                <c:pt idx="12091" formatCode="0.00">
                  <c:v>0</c:v>
                </c:pt>
                <c:pt idx="12092" formatCode="0.00">
                  <c:v>0</c:v>
                </c:pt>
                <c:pt idx="12093" formatCode="0.00">
                  <c:v>0</c:v>
                </c:pt>
                <c:pt idx="12094" formatCode="0.00">
                  <c:v>0</c:v>
                </c:pt>
                <c:pt idx="12095" formatCode="0.00">
                  <c:v>0</c:v>
                </c:pt>
                <c:pt idx="12096" formatCode="0.00">
                  <c:v>0</c:v>
                </c:pt>
                <c:pt idx="12097" formatCode="0.00">
                  <c:v>0</c:v>
                </c:pt>
                <c:pt idx="12098" formatCode="0.00">
                  <c:v>0</c:v>
                </c:pt>
                <c:pt idx="12099" formatCode="0.00">
                  <c:v>0</c:v>
                </c:pt>
                <c:pt idx="12100" formatCode="0.00">
                  <c:v>0</c:v>
                </c:pt>
                <c:pt idx="12101" formatCode="0.00">
                  <c:v>0</c:v>
                </c:pt>
                <c:pt idx="12102" formatCode="0.00">
                  <c:v>0</c:v>
                </c:pt>
                <c:pt idx="12103" formatCode="0.00">
                  <c:v>0</c:v>
                </c:pt>
                <c:pt idx="12104" formatCode="0.00">
                  <c:v>0</c:v>
                </c:pt>
                <c:pt idx="12105" formatCode="0.00">
                  <c:v>0</c:v>
                </c:pt>
                <c:pt idx="12106" formatCode="0.00">
                  <c:v>0</c:v>
                </c:pt>
                <c:pt idx="12107" formatCode="0.00">
                  <c:v>0</c:v>
                </c:pt>
                <c:pt idx="12108" formatCode="0.00">
                  <c:v>0</c:v>
                </c:pt>
                <c:pt idx="12109" formatCode="0.00">
                  <c:v>0</c:v>
                </c:pt>
                <c:pt idx="12110" formatCode="0.00">
                  <c:v>0</c:v>
                </c:pt>
                <c:pt idx="12111" formatCode="0.00">
                  <c:v>0</c:v>
                </c:pt>
                <c:pt idx="12112" formatCode="0.00">
                  <c:v>0</c:v>
                </c:pt>
                <c:pt idx="12113" formatCode="0.00">
                  <c:v>0</c:v>
                </c:pt>
                <c:pt idx="12114" formatCode="0.00">
                  <c:v>0</c:v>
                </c:pt>
                <c:pt idx="12115">
                  <c:v>125</c:v>
                </c:pt>
                <c:pt idx="12116">
                  <c:v>125</c:v>
                </c:pt>
                <c:pt idx="12117">
                  <c:v>125</c:v>
                </c:pt>
                <c:pt idx="12118">
                  <c:v>125</c:v>
                </c:pt>
                <c:pt idx="12119">
                  <c:v>125</c:v>
                </c:pt>
                <c:pt idx="12120">
                  <c:v>125</c:v>
                </c:pt>
                <c:pt idx="12121">
                  <c:v>125</c:v>
                </c:pt>
                <c:pt idx="12122">
                  <c:v>125</c:v>
                </c:pt>
                <c:pt idx="12123">
                  <c:v>125</c:v>
                </c:pt>
                <c:pt idx="12124">
                  <c:v>125</c:v>
                </c:pt>
                <c:pt idx="12125">
                  <c:v>125</c:v>
                </c:pt>
                <c:pt idx="12126">
                  <c:v>125</c:v>
                </c:pt>
                <c:pt idx="12127">
                  <c:v>125</c:v>
                </c:pt>
                <c:pt idx="12128">
                  <c:v>125</c:v>
                </c:pt>
                <c:pt idx="12129">
                  <c:v>125</c:v>
                </c:pt>
                <c:pt idx="12130">
                  <c:v>125</c:v>
                </c:pt>
                <c:pt idx="12131">
                  <c:v>125</c:v>
                </c:pt>
                <c:pt idx="12132">
                  <c:v>125</c:v>
                </c:pt>
                <c:pt idx="12133">
                  <c:v>125</c:v>
                </c:pt>
                <c:pt idx="12134">
                  <c:v>125</c:v>
                </c:pt>
                <c:pt idx="12135">
                  <c:v>125</c:v>
                </c:pt>
                <c:pt idx="12136">
                  <c:v>125</c:v>
                </c:pt>
                <c:pt idx="12137">
                  <c:v>125</c:v>
                </c:pt>
                <c:pt idx="12138">
                  <c:v>125</c:v>
                </c:pt>
                <c:pt idx="12139">
                  <c:v>125</c:v>
                </c:pt>
                <c:pt idx="12140">
                  <c:v>125</c:v>
                </c:pt>
                <c:pt idx="12141" formatCode="0.00">
                  <c:v>0</c:v>
                </c:pt>
                <c:pt idx="12142" formatCode="0.00">
                  <c:v>0</c:v>
                </c:pt>
                <c:pt idx="12143" formatCode="0.00">
                  <c:v>0</c:v>
                </c:pt>
                <c:pt idx="12144" formatCode="0.00">
                  <c:v>0</c:v>
                </c:pt>
                <c:pt idx="12145" formatCode="0.00">
                  <c:v>0</c:v>
                </c:pt>
                <c:pt idx="12146" formatCode="0.00">
                  <c:v>0</c:v>
                </c:pt>
                <c:pt idx="12147" formatCode="0.00">
                  <c:v>0</c:v>
                </c:pt>
                <c:pt idx="12148" formatCode="0.00">
                  <c:v>0</c:v>
                </c:pt>
                <c:pt idx="12149" formatCode="0.00">
                  <c:v>0</c:v>
                </c:pt>
                <c:pt idx="12150" formatCode="0.00">
                  <c:v>0</c:v>
                </c:pt>
                <c:pt idx="12151" formatCode="0.00">
                  <c:v>0</c:v>
                </c:pt>
                <c:pt idx="12152" formatCode="0.00">
                  <c:v>0</c:v>
                </c:pt>
                <c:pt idx="12153" formatCode="0.00">
                  <c:v>0</c:v>
                </c:pt>
                <c:pt idx="12154" formatCode="0.00">
                  <c:v>0</c:v>
                </c:pt>
                <c:pt idx="12155" formatCode="0.00">
                  <c:v>0</c:v>
                </c:pt>
                <c:pt idx="12156" formatCode="0.00">
                  <c:v>0</c:v>
                </c:pt>
                <c:pt idx="12157" formatCode="0.00">
                  <c:v>0</c:v>
                </c:pt>
                <c:pt idx="12158" formatCode="0.00">
                  <c:v>0</c:v>
                </c:pt>
                <c:pt idx="12159" formatCode="0.00">
                  <c:v>0</c:v>
                </c:pt>
                <c:pt idx="12160" formatCode="0.00">
                  <c:v>0</c:v>
                </c:pt>
                <c:pt idx="12161" formatCode="0.00">
                  <c:v>0</c:v>
                </c:pt>
                <c:pt idx="12162" formatCode="0.00">
                  <c:v>0</c:v>
                </c:pt>
                <c:pt idx="12163" formatCode="0.00">
                  <c:v>0</c:v>
                </c:pt>
                <c:pt idx="12164" formatCode="0.00">
                  <c:v>0</c:v>
                </c:pt>
                <c:pt idx="12165" formatCode="0.00">
                  <c:v>0</c:v>
                </c:pt>
                <c:pt idx="12166" formatCode="0.00">
                  <c:v>0</c:v>
                </c:pt>
                <c:pt idx="12167" formatCode="0.00">
                  <c:v>0</c:v>
                </c:pt>
                <c:pt idx="12168" formatCode="0.00">
                  <c:v>0</c:v>
                </c:pt>
                <c:pt idx="12169" formatCode="0.00">
                  <c:v>0</c:v>
                </c:pt>
                <c:pt idx="12170" formatCode="0.00">
                  <c:v>0</c:v>
                </c:pt>
                <c:pt idx="12171" formatCode="0.00">
                  <c:v>0</c:v>
                </c:pt>
                <c:pt idx="12172" formatCode="0.00">
                  <c:v>0</c:v>
                </c:pt>
                <c:pt idx="12173" formatCode="0.00">
                  <c:v>0</c:v>
                </c:pt>
                <c:pt idx="12174" formatCode="0.00">
                  <c:v>0</c:v>
                </c:pt>
                <c:pt idx="12175" formatCode="0.00">
                  <c:v>0</c:v>
                </c:pt>
                <c:pt idx="12176" formatCode="0.00">
                  <c:v>0</c:v>
                </c:pt>
                <c:pt idx="12177" formatCode="0.00">
                  <c:v>0</c:v>
                </c:pt>
                <c:pt idx="12178" formatCode="0.00">
                  <c:v>0</c:v>
                </c:pt>
                <c:pt idx="12179" formatCode="0.00">
                  <c:v>0</c:v>
                </c:pt>
                <c:pt idx="12180" formatCode="0.00">
                  <c:v>0</c:v>
                </c:pt>
                <c:pt idx="12181" formatCode="0.00">
                  <c:v>0</c:v>
                </c:pt>
                <c:pt idx="12182" formatCode="0.00">
                  <c:v>0</c:v>
                </c:pt>
                <c:pt idx="12183" formatCode="0.00">
                  <c:v>0</c:v>
                </c:pt>
                <c:pt idx="12184" formatCode="0.00">
                  <c:v>0</c:v>
                </c:pt>
                <c:pt idx="12185" formatCode="0.00">
                  <c:v>0</c:v>
                </c:pt>
                <c:pt idx="12186" formatCode="0.00">
                  <c:v>0</c:v>
                </c:pt>
                <c:pt idx="12187" formatCode="0.00">
                  <c:v>0</c:v>
                </c:pt>
                <c:pt idx="12188" formatCode="0.00">
                  <c:v>0</c:v>
                </c:pt>
                <c:pt idx="12189" formatCode="0.00">
                  <c:v>0</c:v>
                </c:pt>
                <c:pt idx="12190" formatCode="0.00">
                  <c:v>0</c:v>
                </c:pt>
                <c:pt idx="12191" formatCode="0.00">
                  <c:v>0</c:v>
                </c:pt>
                <c:pt idx="12192" formatCode="0.00">
                  <c:v>0</c:v>
                </c:pt>
                <c:pt idx="12193" formatCode="0.00">
                  <c:v>0</c:v>
                </c:pt>
                <c:pt idx="12194" formatCode="0.00">
                  <c:v>0</c:v>
                </c:pt>
                <c:pt idx="12195" formatCode="0.00">
                  <c:v>0</c:v>
                </c:pt>
                <c:pt idx="12196" formatCode="0.00">
                  <c:v>0</c:v>
                </c:pt>
                <c:pt idx="12197" formatCode="0.00">
                  <c:v>0</c:v>
                </c:pt>
                <c:pt idx="12198" formatCode="0.00">
                  <c:v>0</c:v>
                </c:pt>
                <c:pt idx="12199" formatCode="0.00">
                  <c:v>0</c:v>
                </c:pt>
                <c:pt idx="12200" formatCode="0.00">
                  <c:v>0</c:v>
                </c:pt>
                <c:pt idx="12201" formatCode="0.00">
                  <c:v>0</c:v>
                </c:pt>
                <c:pt idx="12202" formatCode="0.00">
                  <c:v>0</c:v>
                </c:pt>
                <c:pt idx="12203" formatCode="0.00">
                  <c:v>0</c:v>
                </c:pt>
                <c:pt idx="12204" formatCode="0.00">
                  <c:v>0</c:v>
                </c:pt>
                <c:pt idx="12205" formatCode="0.00">
                  <c:v>0</c:v>
                </c:pt>
                <c:pt idx="12206" formatCode="0.00">
                  <c:v>0</c:v>
                </c:pt>
                <c:pt idx="12207" formatCode="0.00">
                  <c:v>0</c:v>
                </c:pt>
                <c:pt idx="12208" formatCode="0.00">
                  <c:v>0</c:v>
                </c:pt>
                <c:pt idx="12209" formatCode="0.00">
                  <c:v>0</c:v>
                </c:pt>
                <c:pt idx="12210" formatCode="0.00">
                  <c:v>0</c:v>
                </c:pt>
                <c:pt idx="12211" formatCode="0.00">
                  <c:v>0</c:v>
                </c:pt>
                <c:pt idx="12212" formatCode="0.00">
                  <c:v>0</c:v>
                </c:pt>
                <c:pt idx="12213" formatCode="0.00">
                  <c:v>0</c:v>
                </c:pt>
                <c:pt idx="12214" formatCode="0.00">
                  <c:v>0</c:v>
                </c:pt>
                <c:pt idx="12215" formatCode="0.00">
                  <c:v>0</c:v>
                </c:pt>
                <c:pt idx="12216" formatCode="0.00">
                  <c:v>0</c:v>
                </c:pt>
                <c:pt idx="12217" formatCode="0.00">
                  <c:v>0</c:v>
                </c:pt>
                <c:pt idx="12218" formatCode="0.00">
                  <c:v>0</c:v>
                </c:pt>
                <c:pt idx="12219" formatCode="0.00">
                  <c:v>0</c:v>
                </c:pt>
                <c:pt idx="12220" formatCode="0.00">
                  <c:v>0</c:v>
                </c:pt>
                <c:pt idx="12221" formatCode="0.00">
                  <c:v>0</c:v>
                </c:pt>
                <c:pt idx="12222" formatCode="0.00">
                  <c:v>0</c:v>
                </c:pt>
                <c:pt idx="12223" formatCode="0.00">
                  <c:v>0</c:v>
                </c:pt>
                <c:pt idx="12224" formatCode="0.00">
                  <c:v>0</c:v>
                </c:pt>
                <c:pt idx="12225" formatCode="0.00">
                  <c:v>0</c:v>
                </c:pt>
                <c:pt idx="12226" formatCode="0.00">
                  <c:v>0</c:v>
                </c:pt>
                <c:pt idx="12227" formatCode="0.00">
                  <c:v>0</c:v>
                </c:pt>
                <c:pt idx="12228" formatCode="0.00">
                  <c:v>0</c:v>
                </c:pt>
                <c:pt idx="12229" formatCode="0.00">
                  <c:v>0</c:v>
                </c:pt>
                <c:pt idx="12230" formatCode="0.00">
                  <c:v>0</c:v>
                </c:pt>
                <c:pt idx="12231" formatCode="0.00">
                  <c:v>0</c:v>
                </c:pt>
                <c:pt idx="12232" formatCode="0.00">
                  <c:v>0</c:v>
                </c:pt>
                <c:pt idx="12233" formatCode="0.00">
                  <c:v>0</c:v>
                </c:pt>
                <c:pt idx="12234" formatCode="0.00">
                  <c:v>0</c:v>
                </c:pt>
                <c:pt idx="12235" formatCode="0.00">
                  <c:v>0</c:v>
                </c:pt>
                <c:pt idx="12236" formatCode="0.00">
                  <c:v>0</c:v>
                </c:pt>
                <c:pt idx="12237" formatCode="0.00">
                  <c:v>0</c:v>
                </c:pt>
                <c:pt idx="12238" formatCode="0.00">
                  <c:v>0</c:v>
                </c:pt>
                <c:pt idx="12239" formatCode="0.00">
                  <c:v>0</c:v>
                </c:pt>
                <c:pt idx="12240" formatCode="0.00">
                  <c:v>0</c:v>
                </c:pt>
                <c:pt idx="12241" formatCode="0.00">
                  <c:v>0</c:v>
                </c:pt>
                <c:pt idx="12242" formatCode="0.00">
                  <c:v>0</c:v>
                </c:pt>
                <c:pt idx="12243" formatCode="0.00">
                  <c:v>0</c:v>
                </c:pt>
                <c:pt idx="12244" formatCode="0.00">
                  <c:v>0</c:v>
                </c:pt>
                <c:pt idx="12245" formatCode="0.00">
                  <c:v>0</c:v>
                </c:pt>
                <c:pt idx="12246" formatCode="0.00">
                  <c:v>0</c:v>
                </c:pt>
                <c:pt idx="12247" formatCode="0.00">
                  <c:v>0</c:v>
                </c:pt>
                <c:pt idx="12248" formatCode="0.00">
                  <c:v>0</c:v>
                </c:pt>
                <c:pt idx="12249" formatCode="0.00">
                  <c:v>0</c:v>
                </c:pt>
                <c:pt idx="12250" formatCode="0.00">
                  <c:v>0</c:v>
                </c:pt>
                <c:pt idx="12251" formatCode="0.00">
                  <c:v>0</c:v>
                </c:pt>
                <c:pt idx="12252" formatCode="0.00">
                  <c:v>0</c:v>
                </c:pt>
                <c:pt idx="12253" formatCode="0.00">
                  <c:v>0</c:v>
                </c:pt>
                <c:pt idx="12254" formatCode="0.00">
                  <c:v>0</c:v>
                </c:pt>
                <c:pt idx="12255" formatCode="0.00">
                  <c:v>0</c:v>
                </c:pt>
                <c:pt idx="12256" formatCode="0.00">
                  <c:v>0</c:v>
                </c:pt>
                <c:pt idx="12257" formatCode="0.00">
                  <c:v>0</c:v>
                </c:pt>
                <c:pt idx="12258" formatCode="0.00">
                  <c:v>0</c:v>
                </c:pt>
                <c:pt idx="12259" formatCode="0.00">
                  <c:v>0</c:v>
                </c:pt>
                <c:pt idx="12260" formatCode="0.00">
                  <c:v>0</c:v>
                </c:pt>
                <c:pt idx="12261" formatCode="0.00">
                  <c:v>0</c:v>
                </c:pt>
                <c:pt idx="12262" formatCode="0.00">
                  <c:v>0</c:v>
                </c:pt>
                <c:pt idx="12263" formatCode="0.00">
                  <c:v>0</c:v>
                </c:pt>
                <c:pt idx="12264" formatCode="0.00">
                  <c:v>0</c:v>
                </c:pt>
                <c:pt idx="12265" formatCode="0.00">
                  <c:v>0</c:v>
                </c:pt>
                <c:pt idx="12266" formatCode="0.00">
                  <c:v>0</c:v>
                </c:pt>
                <c:pt idx="12267" formatCode="0.00">
                  <c:v>0</c:v>
                </c:pt>
                <c:pt idx="12268" formatCode="0.00">
                  <c:v>0</c:v>
                </c:pt>
                <c:pt idx="12269" formatCode="0.00">
                  <c:v>0</c:v>
                </c:pt>
                <c:pt idx="12270" formatCode="0.00">
                  <c:v>0</c:v>
                </c:pt>
                <c:pt idx="12271" formatCode="0.00">
                  <c:v>0</c:v>
                </c:pt>
                <c:pt idx="12272" formatCode="0.00">
                  <c:v>0</c:v>
                </c:pt>
                <c:pt idx="12273" formatCode="0.00">
                  <c:v>0</c:v>
                </c:pt>
                <c:pt idx="12274" formatCode="0.00">
                  <c:v>0</c:v>
                </c:pt>
                <c:pt idx="12275" formatCode="0.00">
                  <c:v>0</c:v>
                </c:pt>
                <c:pt idx="12276" formatCode="0.00">
                  <c:v>0</c:v>
                </c:pt>
                <c:pt idx="12277" formatCode="0.00">
                  <c:v>0</c:v>
                </c:pt>
                <c:pt idx="12278" formatCode="0.00">
                  <c:v>0</c:v>
                </c:pt>
                <c:pt idx="12279" formatCode="0.00">
                  <c:v>0</c:v>
                </c:pt>
                <c:pt idx="12280" formatCode="0.00">
                  <c:v>0</c:v>
                </c:pt>
                <c:pt idx="12281" formatCode="0.00">
                  <c:v>0</c:v>
                </c:pt>
                <c:pt idx="12282" formatCode="0.00">
                  <c:v>0</c:v>
                </c:pt>
                <c:pt idx="12283" formatCode="0.00">
                  <c:v>0</c:v>
                </c:pt>
                <c:pt idx="12284" formatCode="0.00">
                  <c:v>0</c:v>
                </c:pt>
                <c:pt idx="12285" formatCode="0.00">
                  <c:v>0</c:v>
                </c:pt>
                <c:pt idx="12286" formatCode="0.00">
                  <c:v>0</c:v>
                </c:pt>
                <c:pt idx="12287" formatCode="0.00">
                  <c:v>0</c:v>
                </c:pt>
                <c:pt idx="12288" formatCode="0.00">
                  <c:v>0</c:v>
                </c:pt>
                <c:pt idx="12289" formatCode="0.00">
                  <c:v>0</c:v>
                </c:pt>
                <c:pt idx="12290" formatCode="0.00">
                  <c:v>0</c:v>
                </c:pt>
                <c:pt idx="12291" formatCode="0.00">
                  <c:v>0</c:v>
                </c:pt>
                <c:pt idx="12292" formatCode="0.00">
                  <c:v>0</c:v>
                </c:pt>
                <c:pt idx="12293" formatCode="0.00">
                  <c:v>0</c:v>
                </c:pt>
                <c:pt idx="12294" formatCode="0.00">
                  <c:v>0</c:v>
                </c:pt>
                <c:pt idx="12295" formatCode="0.00">
                  <c:v>0</c:v>
                </c:pt>
                <c:pt idx="12296" formatCode="0.00">
                  <c:v>0</c:v>
                </c:pt>
                <c:pt idx="12297" formatCode="0.00">
                  <c:v>0</c:v>
                </c:pt>
                <c:pt idx="12298" formatCode="0.00">
                  <c:v>0</c:v>
                </c:pt>
                <c:pt idx="12299" formatCode="0.00">
                  <c:v>0</c:v>
                </c:pt>
                <c:pt idx="12300" formatCode="0.00">
                  <c:v>0</c:v>
                </c:pt>
                <c:pt idx="12301" formatCode="0.00">
                  <c:v>0</c:v>
                </c:pt>
                <c:pt idx="12302" formatCode="0.00">
                  <c:v>0</c:v>
                </c:pt>
                <c:pt idx="12303" formatCode="0.00">
                  <c:v>0</c:v>
                </c:pt>
                <c:pt idx="12304" formatCode="0.00">
                  <c:v>0</c:v>
                </c:pt>
                <c:pt idx="12305" formatCode="0.00">
                  <c:v>0</c:v>
                </c:pt>
                <c:pt idx="12306" formatCode="0.00">
                  <c:v>0</c:v>
                </c:pt>
                <c:pt idx="12307" formatCode="0.00">
                  <c:v>0</c:v>
                </c:pt>
                <c:pt idx="12308" formatCode="0.00">
                  <c:v>0</c:v>
                </c:pt>
                <c:pt idx="12309" formatCode="0.00">
                  <c:v>0</c:v>
                </c:pt>
                <c:pt idx="12310" formatCode="0.00">
                  <c:v>0</c:v>
                </c:pt>
                <c:pt idx="12311" formatCode="0.00">
                  <c:v>0</c:v>
                </c:pt>
                <c:pt idx="12312" formatCode="0.00">
                  <c:v>0</c:v>
                </c:pt>
                <c:pt idx="12313" formatCode="0.00">
                  <c:v>0</c:v>
                </c:pt>
                <c:pt idx="12314" formatCode="0.00">
                  <c:v>0</c:v>
                </c:pt>
                <c:pt idx="12315" formatCode="0.00">
                  <c:v>0</c:v>
                </c:pt>
                <c:pt idx="12316" formatCode="0.00">
                  <c:v>0</c:v>
                </c:pt>
                <c:pt idx="12317" formatCode="0.00">
                  <c:v>0</c:v>
                </c:pt>
                <c:pt idx="12318" formatCode="0.00">
                  <c:v>0</c:v>
                </c:pt>
                <c:pt idx="12319" formatCode="0.00">
                  <c:v>0</c:v>
                </c:pt>
                <c:pt idx="12320" formatCode="0.00">
                  <c:v>0</c:v>
                </c:pt>
                <c:pt idx="12321" formatCode="0.00">
                  <c:v>0</c:v>
                </c:pt>
                <c:pt idx="12322" formatCode="0.00">
                  <c:v>0</c:v>
                </c:pt>
                <c:pt idx="12323" formatCode="0.00">
                  <c:v>0</c:v>
                </c:pt>
                <c:pt idx="12324" formatCode="0.00">
                  <c:v>0</c:v>
                </c:pt>
                <c:pt idx="12325" formatCode="0.00">
                  <c:v>0</c:v>
                </c:pt>
                <c:pt idx="12326" formatCode="0.00">
                  <c:v>0</c:v>
                </c:pt>
                <c:pt idx="12327" formatCode="0.00">
                  <c:v>0</c:v>
                </c:pt>
                <c:pt idx="12328" formatCode="0.00">
                  <c:v>0</c:v>
                </c:pt>
                <c:pt idx="12329" formatCode="0.00">
                  <c:v>0</c:v>
                </c:pt>
                <c:pt idx="12330" formatCode="0.00">
                  <c:v>0</c:v>
                </c:pt>
                <c:pt idx="12331" formatCode="0.00">
                  <c:v>0</c:v>
                </c:pt>
                <c:pt idx="12332" formatCode="0.00">
                  <c:v>0</c:v>
                </c:pt>
                <c:pt idx="12333" formatCode="0.00">
                  <c:v>0</c:v>
                </c:pt>
                <c:pt idx="12334" formatCode="0.00">
                  <c:v>0</c:v>
                </c:pt>
                <c:pt idx="12335" formatCode="0.00">
                  <c:v>0</c:v>
                </c:pt>
                <c:pt idx="12336" formatCode="0.00">
                  <c:v>0</c:v>
                </c:pt>
                <c:pt idx="12337" formatCode="0.00">
                  <c:v>0</c:v>
                </c:pt>
                <c:pt idx="12338" formatCode="0.00">
                  <c:v>0</c:v>
                </c:pt>
                <c:pt idx="12339" formatCode="0.00">
                  <c:v>0</c:v>
                </c:pt>
                <c:pt idx="12340" formatCode="0.00">
                  <c:v>0</c:v>
                </c:pt>
                <c:pt idx="12341" formatCode="0.00">
                  <c:v>0</c:v>
                </c:pt>
                <c:pt idx="12342" formatCode="0.00">
                  <c:v>0</c:v>
                </c:pt>
                <c:pt idx="12343" formatCode="0.00">
                  <c:v>0</c:v>
                </c:pt>
                <c:pt idx="12344" formatCode="0.00">
                  <c:v>0</c:v>
                </c:pt>
                <c:pt idx="12345" formatCode="0.00">
                  <c:v>0</c:v>
                </c:pt>
                <c:pt idx="12346" formatCode="0.00">
                  <c:v>0</c:v>
                </c:pt>
                <c:pt idx="12347" formatCode="0.00">
                  <c:v>0</c:v>
                </c:pt>
                <c:pt idx="12348" formatCode="0.00">
                  <c:v>0</c:v>
                </c:pt>
                <c:pt idx="12349" formatCode="0.00">
                  <c:v>0</c:v>
                </c:pt>
                <c:pt idx="12350" formatCode="0.00">
                  <c:v>0</c:v>
                </c:pt>
                <c:pt idx="12351" formatCode="0.00">
                  <c:v>0</c:v>
                </c:pt>
                <c:pt idx="12352" formatCode="0.00">
                  <c:v>0</c:v>
                </c:pt>
                <c:pt idx="12353" formatCode="0.00">
                  <c:v>0</c:v>
                </c:pt>
                <c:pt idx="12354" formatCode="0.00">
                  <c:v>0</c:v>
                </c:pt>
                <c:pt idx="12355" formatCode="0.00">
                  <c:v>0</c:v>
                </c:pt>
                <c:pt idx="12356" formatCode="0.00">
                  <c:v>0</c:v>
                </c:pt>
                <c:pt idx="12357" formatCode="0.00">
                  <c:v>0</c:v>
                </c:pt>
                <c:pt idx="12358" formatCode="0.00">
                  <c:v>0</c:v>
                </c:pt>
                <c:pt idx="12359" formatCode="0.00">
                  <c:v>0</c:v>
                </c:pt>
                <c:pt idx="12360" formatCode="0.00">
                  <c:v>0</c:v>
                </c:pt>
                <c:pt idx="12361" formatCode="0.00">
                  <c:v>0</c:v>
                </c:pt>
                <c:pt idx="12362" formatCode="0.00">
                  <c:v>0</c:v>
                </c:pt>
                <c:pt idx="12363" formatCode="0.00">
                  <c:v>0</c:v>
                </c:pt>
                <c:pt idx="12364" formatCode="0.00">
                  <c:v>0</c:v>
                </c:pt>
                <c:pt idx="12365" formatCode="0.00">
                  <c:v>0</c:v>
                </c:pt>
                <c:pt idx="12366" formatCode="0.00">
                  <c:v>0</c:v>
                </c:pt>
                <c:pt idx="12367" formatCode="0.00">
                  <c:v>0</c:v>
                </c:pt>
                <c:pt idx="12368" formatCode="0.00">
                  <c:v>0</c:v>
                </c:pt>
                <c:pt idx="12369" formatCode="0.00">
                  <c:v>0</c:v>
                </c:pt>
                <c:pt idx="12370" formatCode="0.00">
                  <c:v>0</c:v>
                </c:pt>
                <c:pt idx="12371" formatCode="0.00">
                  <c:v>0</c:v>
                </c:pt>
                <c:pt idx="12372" formatCode="0.00">
                  <c:v>0</c:v>
                </c:pt>
                <c:pt idx="12373" formatCode="0.00">
                  <c:v>0</c:v>
                </c:pt>
                <c:pt idx="12374" formatCode="0.00">
                  <c:v>0</c:v>
                </c:pt>
                <c:pt idx="12375" formatCode="0.00">
                  <c:v>0</c:v>
                </c:pt>
                <c:pt idx="12376" formatCode="0.00">
                  <c:v>0</c:v>
                </c:pt>
                <c:pt idx="12377" formatCode="0.00">
                  <c:v>0</c:v>
                </c:pt>
                <c:pt idx="12378" formatCode="0.00">
                  <c:v>0</c:v>
                </c:pt>
                <c:pt idx="12379" formatCode="0.00">
                  <c:v>0</c:v>
                </c:pt>
                <c:pt idx="12380" formatCode="0.00">
                  <c:v>0</c:v>
                </c:pt>
                <c:pt idx="12381" formatCode="0.00">
                  <c:v>0</c:v>
                </c:pt>
                <c:pt idx="12382" formatCode="0.00">
                  <c:v>0</c:v>
                </c:pt>
                <c:pt idx="12383" formatCode="0.00">
                  <c:v>0</c:v>
                </c:pt>
                <c:pt idx="12384" formatCode="0.00">
                  <c:v>0</c:v>
                </c:pt>
                <c:pt idx="12385" formatCode="0.00">
                  <c:v>0</c:v>
                </c:pt>
                <c:pt idx="12386" formatCode="0.00">
                  <c:v>0</c:v>
                </c:pt>
                <c:pt idx="12387" formatCode="0.00">
                  <c:v>0</c:v>
                </c:pt>
                <c:pt idx="12388" formatCode="0.00">
                  <c:v>0</c:v>
                </c:pt>
                <c:pt idx="12389" formatCode="0.00">
                  <c:v>0</c:v>
                </c:pt>
                <c:pt idx="12390" formatCode="0.00">
                  <c:v>0</c:v>
                </c:pt>
                <c:pt idx="12391" formatCode="0.00">
                  <c:v>0</c:v>
                </c:pt>
                <c:pt idx="12392" formatCode="0.00">
                  <c:v>0</c:v>
                </c:pt>
                <c:pt idx="12393" formatCode="0.00">
                  <c:v>0</c:v>
                </c:pt>
                <c:pt idx="12394" formatCode="0.00">
                  <c:v>0</c:v>
                </c:pt>
                <c:pt idx="12395">
                  <c:v>12.5</c:v>
                </c:pt>
                <c:pt idx="12396">
                  <c:v>75</c:v>
                </c:pt>
                <c:pt idx="12397">
                  <c:v>62.75</c:v>
                </c:pt>
                <c:pt idx="12398">
                  <c:v>62.75</c:v>
                </c:pt>
                <c:pt idx="12399">
                  <c:v>63</c:v>
                </c:pt>
                <c:pt idx="12400">
                  <c:v>63</c:v>
                </c:pt>
                <c:pt idx="12401">
                  <c:v>75.63</c:v>
                </c:pt>
                <c:pt idx="12402">
                  <c:v>100.63</c:v>
                </c:pt>
                <c:pt idx="12403">
                  <c:v>100.95</c:v>
                </c:pt>
                <c:pt idx="12404">
                  <c:v>100.95</c:v>
                </c:pt>
                <c:pt idx="12405">
                  <c:v>125</c:v>
                </c:pt>
                <c:pt idx="12406">
                  <c:v>125</c:v>
                </c:pt>
                <c:pt idx="12407">
                  <c:v>125</c:v>
                </c:pt>
                <c:pt idx="12408">
                  <c:v>125</c:v>
                </c:pt>
                <c:pt idx="12409">
                  <c:v>125</c:v>
                </c:pt>
                <c:pt idx="12410">
                  <c:v>125</c:v>
                </c:pt>
                <c:pt idx="12411">
                  <c:v>125</c:v>
                </c:pt>
                <c:pt idx="12412">
                  <c:v>125</c:v>
                </c:pt>
                <c:pt idx="12413">
                  <c:v>125</c:v>
                </c:pt>
                <c:pt idx="12414">
                  <c:v>125</c:v>
                </c:pt>
                <c:pt idx="12415">
                  <c:v>125</c:v>
                </c:pt>
                <c:pt idx="12416">
                  <c:v>125</c:v>
                </c:pt>
                <c:pt idx="12417">
                  <c:v>125</c:v>
                </c:pt>
                <c:pt idx="12418">
                  <c:v>0.95</c:v>
                </c:pt>
                <c:pt idx="12419">
                  <c:v>0.63</c:v>
                </c:pt>
                <c:pt idx="12420">
                  <c:v>0.63</c:v>
                </c:pt>
                <c:pt idx="12421">
                  <c:v>0.5</c:v>
                </c:pt>
                <c:pt idx="12422">
                  <c:v>0.5</c:v>
                </c:pt>
                <c:pt idx="12423">
                  <c:v>0.25</c:v>
                </c:pt>
                <c:pt idx="12424">
                  <c:v>0.25</c:v>
                </c:pt>
                <c:pt idx="12425" formatCode="0.00">
                  <c:v>0</c:v>
                </c:pt>
                <c:pt idx="12426" formatCode="0.00">
                  <c:v>0</c:v>
                </c:pt>
                <c:pt idx="12427" formatCode="0.00">
                  <c:v>0</c:v>
                </c:pt>
                <c:pt idx="12428" formatCode="0.00">
                  <c:v>0</c:v>
                </c:pt>
                <c:pt idx="12429" formatCode="0.00">
                  <c:v>0</c:v>
                </c:pt>
                <c:pt idx="12430" formatCode="0.00">
                  <c:v>0</c:v>
                </c:pt>
                <c:pt idx="12431" formatCode="0.00">
                  <c:v>0</c:v>
                </c:pt>
                <c:pt idx="12432" formatCode="0.00">
                  <c:v>0</c:v>
                </c:pt>
                <c:pt idx="12433" formatCode="0.00">
                  <c:v>0</c:v>
                </c:pt>
                <c:pt idx="12434" formatCode="0.00">
                  <c:v>0</c:v>
                </c:pt>
                <c:pt idx="12435" formatCode="0.00">
                  <c:v>0</c:v>
                </c:pt>
                <c:pt idx="12436" formatCode="0.00">
                  <c:v>0</c:v>
                </c:pt>
                <c:pt idx="12437">
                  <c:v>0.25</c:v>
                </c:pt>
                <c:pt idx="12438">
                  <c:v>0.25</c:v>
                </c:pt>
                <c:pt idx="12439">
                  <c:v>0.5</c:v>
                </c:pt>
                <c:pt idx="12440">
                  <c:v>0.5</c:v>
                </c:pt>
                <c:pt idx="12441">
                  <c:v>0.63</c:v>
                </c:pt>
                <c:pt idx="12442">
                  <c:v>0.63</c:v>
                </c:pt>
                <c:pt idx="12443">
                  <c:v>0.95</c:v>
                </c:pt>
                <c:pt idx="12444">
                  <c:v>0.95</c:v>
                </c:pt>
                <c:pt idx="12445">
                  <c:v>0.95</c:v>
                </c:pt>
                <c:pt idx="12446">
                  <c:v>0.95</c:v>
                </c:pt>
                <c:pt idx="12447">
                  <c:v>0.95</c:v>
                </c:pt>
                <c:pt idx="12448">
                  <c:v>0.95</c:v>
                </c:pt>
                <c:pt idx="12449">
                  <c:v>0.95</c:v>
                </c:pt>
                <c:pt idx="12450">
                  <c:v>0.95</c:v>
                </c:pt>
                <c:pt idx="12451">
                  <c:v>0.95</c:v>
                </c:pt>
                <c:pt idx="12452">
                  <c:v>0.95</c:v>
                </c:pt>
                <c:pt idx="12453">
                  <c:v>0.95</c:v>
                </c:pt>
                <c:pt idx="12454">
                  <c:v>0.95</c:v>
                </c:pt>
                <c:pt idx="12455">
                  <c:v>0.95</c:v>
                </c:pt>
                <c:pt idx="12456">
                  <c:v>0.95</c:v>
                </c:pt>
                <c:pt idx="12457">
                  <c:v>0.95</c:v>
                </c:pt>
                <c:pt idx="12458">
                  <c:v>0.95</c:v>
                </c:pt>
                <c:pt idx="12459">
                  <c:v>0.63</c:v>
                </c:pt>
                <c:pt idx="12460">
                  <c:v>0.63</c:v>
                </c:pt>
                <c:pt idx="12461">
                  <c:v>0.5</c:v>
                </c:pt>
                <c:pt idx="12462">
                  <c:v>0.5</c:v>
                </c:pt>
                <c:pt idx="12463">
                  <c:v>0.25</c:v>
                </c:pt>
                <c:pt idx="12464">
                  <c:v>0.25</c:v>
                </c:pt>
                <c:pt idx="12465" formatCode="0.00">
                  <c:v>0</c:v>
                </c:pt>
                <c:pt idx="12466" formatCode="0.00">
                  <c:v>0</c:v>
                </c:pt>
                <c:pt idx="12467" formatCode="0.00">
                  <c:v>0</c:v>
                </c:pt>
                <c:pt idx="12468" formatCode="0.00">
                  <c:v>0</c:v>
                </c:pt>
                <c:pt idx="12469" formatCode="0.00">
                  <c:v>0</c:v>
                </c:pt>
                <c:pt idx="12470" formatCode="0.00">
                  <c:v>0</c:v>
                </c:pt>
                <c:pt idx="12471" formatCode="0.00">
                  <c:v>0</c:v>
                </c:pt>
                <c:pt idx="12472" formatCode="0.00">
                  <c:v>0</c:v>
                </c:pt>
                <c:pt idx="12473" formatCode="0.00">
                  <c:v>0</c:v>
                </c:pt>
                <c:pt idx="12474" formatCode="0.00">
                  <c:v>0</c:v>
                </c:pt>
                <c:pt idx="12475" formatCode="0.00">
                  <c:v>0</c:v>
                </c:pt>
                <c:pt idx="12476" formatCode="0.00">
                  <c:v>0</c:v>
                </c:pt>
                <c:pt idx="12477" formatCode="0.00">
                  <c:v>0</c:v>
                </c:pt>
                <c:pt idx="12478">
                  <c:v>32</c:v>
                </c:pt>
                <c:pt idx="12479">
                  <c:v>57</c:v>
                </c:pt>
                <c:pt idx="12480">
                  <c:v>107</c:v>
                </c:pt>
                <c:pt idx="12481">
                  <c:v>125</c:v>
                </c:pt>
                <c:pt idx="12482">
                  <c:v>125</c:v>
                </c:pt>
                <c:pt idx="12483">
                  <c:v>125</c:v>
                </c:pt>
                <c:pt idx="12484">
                  <c:v>125</c:v>
                </c:pt>
                <c:pt idx="12485">
                  <c:v>125</c:v>
                </c:pt>
                <c:pt idx="12486">
                  <c:v>125</c:v>
                </c:pt>
                <c:pt idx="12487">
                  <c:v>125</c:v>
                </c:pt>
                <c:pt idx="12488">
                  <c:v>125</c:v>
                </c:pt>
                <c:pt idx="12489">
                  <c:v>125</c:v>
                </c:pt>
                <c:pt idx="12490">
                  <c:v>125</c:v>
                </c:pt>
                <c:pt idx="12491">
                  <c:v>125</c:v>
                </c:pt>
                <c:pt idx="12492">
                  <c:v>125</c:v>
                </c:pt>
                <c:pt idx="12493">
                  <c:v>125</c:v>
                </c:pt>
                <c:pt idx="12494">
                  <c:v>125</c:v>
                </c:pt>
                <c:pt idx="12495">
                  <c:v>119.5</c:v>
                </c:pt>
                <c:pt idx="12496">
                  <c:v>94.5</c:v>
                </c:pt>
                <c:pt idx="12497" formatCode="0.00">
                  <c:v>0</c:v>
                </c:pt>
                <c:pt idx="12498" formatCode="0.00">
                  <c:v>0</c:v>
                </c:pt>
                <c:pt idx="12499" formatCode="0.00">
                  <c:v>0</c:v>
                </c:pt>
                <c:pt idx="12500" formatCode="0.00">
                  <c:v>0</c:v>
                </c:pt>
                <c:pt idx="12501" formatCode="0.00">
                  <c:v>0</c:v>
                </c:pt>
                <c:pt idx="12502" formatCode="0.00">
                  <c:v>0</c:v>
                </c:pt>
                <c:pt idx="12503" formatCode="0.00">
                  <c:v>0</c:v>
                </c:pt>
                <c:pt idx="12504" formatCode="0.00">
                  <c:v>0</c:v>
                </c:pt>
                <c:pt idx="12505" formatCode="0.00">
                  <c:v>0</c:v>
                </c:pt>
                <c:pt idx="12506" formatCode="0.00">
                  <c:v>0</c:v>
                </c:pt>
                <c:pt idx="12507" formatCode="0.00">
                  <c:v>0</c:v>
                </c:pt>
                <c:pt idx="12508" formatCode="0.00">
                  <c:v>0</c:v>
                </c:pt>
                <c:pt idx="12509" formatCode="0.00">
                  <c:v>0</c:v>
                </c:pt>
                <c:pt idx="12510" formatCode="0.00">
                  <c:v>0</c:v>
                </c:pt>
                <c:pt idx="12511" formatCode="0.00">
                  <c:v>0</c:v>
                </c:pt>
                <c:pt idx="12512" formatCode="0.00">
                  <c:v>0</c:v>
                </c:pt>
                <c:pt idx="12513" formatCode="0.00">
                  <c:v>0</c:v>
                </c:pt>
                <c:pt idx="12514" formatCode="0.00">
                  <c:v>0</c:v>
                </c:pt>
                <c:pt idx="12515" formatCode="0.00">
                  <c:v>0</c:v>
                </c:pt>
                <c:pt idx="12516" formatCode="0.00">
                  <c:v>0</c:v>
                </c:pt>
                <c:pt idx="12517" formatCode="0.00">
                  <c:v>0</c:v>
                </c:pt>
                <c:pt idx="12518" formatCode="0.00">
                  <c:v>0</c:v>
                </c:pt>
                <c:pt idx="12519" formatCode="0.00">
                  <c:v>0</c:v>
                </c:pt>
                <c:pt idx="12520" formatCode="0.00">
                  <c:v>0</c:v>
                </c:pt>
                <c:pt idx="12521" formatCode="0.00">
                  <c:v>0</c:v>
                </c:pt>
                <c:pt idx="12522" formatCode="0.00">
                  <c:v>0</c:v>
                </c:pt>
                <c:pt idx="12523" formatCode="0.00">
                  <c:v>0</c:v>
                </c:pt>
                <c:pt idx="12524" formatCode="0.00">
                  <c:v>0</c:v>
                </c:pt>
                <c:pt idx="12525" formatCode="0.00">
                  <c:v>0</c:v>
                </c:pt>
                <c:pt idx="12526" formatCode="0.00">
                  <c:v>0</c:v>
                </c:pt>
                <c:pt idx="12527" formatCode="0.00">
                  <c:v>0</c:v>
                </c:pt>
                <c:pt idx="12528" formatCode="0.00">
                  <c:v>0</c:v>
                </c:pt>
                <c:pt idx="12529" formatCode="0.00">
                  <c:v>0</c:v>
                </c:pt>
                <c:pt idx="12530" formatCode="0.00">
                  <c:v>0</c:v>
                </c:pt>
                <c:pt idx="12531" formatCode="0.00">
                  <c:v>0</c:v>
                </c:pt>
                <c:pt idx="12532" formatCode="0.00">
                  <c:v>0</c:v>
                </c:pt>
                <c:pt idx="12533" formatCode="0.00">
                  <c:v>0</c:v>
                </c:pt>
                <c:pt idx="12534" formatCode="0.00">
                  <c:v>0</c:v>
                </c:pt>
                <c:pt idx="12535" formatCode="0.00">
                  <c:v>0</c:v>
                </c:pt>
                <c:pt idx="12536" formatCode="0.00">
                  <c:v>0</c:v>
                </c:pt>
                <c:pt idx="12537" formatCode="0.00">
                  <c:v>0</c:v>
                </c:pt>
                <c:pt idx="12538" formatCode="0.00">
                  <c:v>0</c:v>
                </c:pt>
                <c:pt idx="12539" formatCode="0.00">
                  <c:v>0</c:v>
                </c:pt>
                <c:pt idx="12540" formatCode="0.00">
                  <c:v>0</c:v>
                </c:pt>
                <c:pt idx="12541" formatCode="0.00">
                  <c:v>0</c:v>
                </c:pt>
                <c:pt idx="12542" formatCode="0.00">
                  <c:v>0</c:v>
                </c:pt>
                <c:pt idx="12543" formatCode="0.00">
                  <c:v>0</c:v>
                </c:pt>
                <c:pt idx="12544" formatCode="0.00">
                  <c:v>0</c:v>
                </c:pt>
                <c:pt idx="12545" formatCode="0.00">
                  <c:v>0</c:v>
                </c:pt>
                <c:pt idx="12546" formatCode="0.00">
                  <c:v>0</c:v>
                </c:pt>
                <c:pt idx="12547" formatCode="0.00">
                  <c:v>0</c:v>
                </c:pt>
                <c:pt idx="12548" formatCode="0.00">
                  <c:v>0</c:v>
                </c:pt>
                <c:pt idx="12549" formatCode="0.00">
                  <c:v>0</c:v>
                </c:pt>
                <c:pt idx="12550" formatCode="0.00">
                  <c:v>0</c:v>
                </c:pt>
                <c:pt idx="12551" formatCode="0.00">
                  <c:v>0</c:v>
                </c:pt>
                <c:pt idx="12552" formatCode="0.00">
                  <c:v>0</c:v>
                </c:pt>
                <c:pt idx="12553" formatCode="0.00">
                  <c:v>0</c:v>
                </c:pt>
                <c:pt idx="12554" formatCode="0.00">
                  <c:v>0</c:v>
                </c:pt>
                <c:pt idx="12555" formatCode="0.00">
                  <c:v>0</c:v>
                </c:pt>
                <c:pt idx="12556" formatCode="0.00">
                  <c:v>0</c:v>
                </c:pt>
                <c:pt idx="12557" formatCode="0.00">
                  <c:v>0</c:v>
                </c:pt>
                <c:pt idx="12558" formatCode="0.00">
                  <c:v>0</c:v>
                </c:pt>
                <c:pt idx="12559">
                  <c:v>25.38</c:v>
                </c:pt>
                <c:pt idx="12560">
                  <c:v>22.4</c:v>
                </c:pt>
                <c:pt idx="12561">
                  <c:v>22.25</c:v>
                </c:pt>
                <c:pt idx="12562">
                  <c:v>22.2</c:v>
                </c:pt>
                <c:pt idx="12563">
                  <c:v>28.15</c:v>
                </c:pt>
                <c:pt idx="12564">
                  <c:v>28.08</c:v>
                </c:pt>
                <c:pt idx="12565">
                  <c:v>27.25</c:v>
                </c:pt>
                <c:pt idx="12566">
                  <c:v>27.25</c:v>
                </c:pt>
                <c:pt idx="12567">
                  <c:v>27.13</c:v>
                </c:pt>
                <c:pt idx="12568">
                  <c:v>26.6</c:v>
                </c:pt>
                <c:pt idx="12569">
                  <c:v>26.6</c:v>
                </c:pt>
                <c:pt idx="12570">
                  <c:v>26.55</c:v>
                </c:pt>
                <c:pt idx="12571">
                  <c:v>24.18</c:v>
                </c:pt>
                <c:pt idx="12572">
                  <c:v>20.55</c:v>
                </c:pt>
                <c:pt idx="12573">
                  <c:v>19.600000000000001</c:v>
                </c:pt>
                <c:pt idx="12574">
                  <c:v>19.28</c:v>
                </c:pt>
                <c:pt idx="12575">
                  <c:v>18.95</c:v>
                </c:pt>
                <c:pt idx="12576">
                  <c:v>19.03</c:v>
                </c:pt>
                <c:pt idx="12577">
                  <c:v>18.579999999999998</c:v>
                </c:pt>
                <c:pt idx="12578">
                  <c:v>18.55</c:v>
                </c:pt>
                <c:pt idx="12579">
                  <c:v>12.25</c:v>
                </c:pt>
                <c:pt idx="12580">
                  <c:v>12.45</c:v>
                </c:pt>
                <c:pt idx="12581" formatCode="0.00">
                  <c:v>0</c:v>
                </c:pt>
                <c:pt idx="12582" formatCode="0.00">
                  <c:v>0</c:v>
                </c:pt>
                <c:pt idx="12583" formatCode="0.00">
                  <c:v>0</c:v>
                </c:pt>
                <c:pt idx="12584" formatCode="0.00">
                  <c:v>0</c:v>
                </c:pt>
                <c:pt idx="12585" formatCode="0.00">
                  <c:v>0</c:v>
                </c:pt>
                <c:pt idx="12586" formatCode="0.00">
                  <c:v>0</c:v>
                </c:pt>
                <c:pt idx="12587" formatCode="0.00">
                  <c:v>0</c:v>
                </c:pt>
                <c:pt idx="12588" formatCode="0.00">
                  <c:v>0</c:v>
                </c:pt>
                <c:pt idx="12589" formatCode="0.00">
                  <c:v>0</c:v>
                </c:pt>
                <c:pt idx="12590" formatCode="0.00">
                  <c:v>0</c:v>
                </c:pt>
                <c:pt idx="12591" formatCode="0.00">
                  <c:v>0</c:v>
                </c:pt>
                <c:pt idx="12592" formatCode="0.00">
                  <c:v>0</c:v>
                </c:pt>
                <c:pt idx="12593" formatCode="0.00">
                  <c:v>0</c:v>
                </c:pt>
                <c:pt idx="12594" formatCode="0.00">
                  <c:v>0</c:v>
                </c:pt>
                <c:pt idx="12595">
                  <c:v>37.799999999999997</c:v>
                </c:pt>
                <c:pt idx="12596">
                  <c:v>38.049999999999997</c:v>
                </c:pt>
                <c:pt idx="12597">
                  <c:v>38.65</c:v>
                </c:pt>
                <c:pt idx="12598">
                  <c:v>38.28</c:v>
                </c:pt>
                <c:pt idx="12599">
                  <c:v>38.85</c:v>
                </c:pt>
                <c:pt idx="12600">
                  <c:v>38.299999999999997</c:v>
                </c:pt>
                <c:pt idx="12601">
                  <c:v>38.68</c:v>
                </c:pt>
                <c:pt idx="12602">
                  <c:v>38.93</c:v>
                </c:pt>
                <c:pt idx="12603">
                  <c:v>46.58</c:v>
                </c:pt>
                <c:pt idx="12604">
                  <c:v>43.33</c:v>
                </c:pt>
                <c:pt idx="12605">
                  <c:v>43.33</c:v>
                </c:pt>
                <c:pt idx="12606">
                  <c:v>43.33</c:v>
                </c:pt>
                <c:pt idx="12607">
                  <c:v>42.33</c:v>
                </c:pt>
                <c:pt idx="12608">
                  <c:v>41.9</c:v>
                </c:pt>
                <c:pt idx="12609">
                  <c:v>41.9</c:v>
                </c:pt>
                <c:pt idx="12610">
                  <c:v>41.83</c:v>
                </c:pt>
                <c:pt idx="12611">
                  <c:v>36.950000000000003</c:v>
                </c:pt>
                <c:pt idx="12612">
                  <c:v>36.58</c:v>
                </c:pt>
                <c:pt idx="12613">
                  <c:v>35.68</c:v>
                </c:pt>
                <c:pt idx="12614">
                  <c:v>35.380000000000003</c:v>
                </c:pt>
                <c:pt idx="12615">
                  <c:v>35.049999999999997</c:v>
                </c:pt>
                <c:pt idx="12616">
                  <c:v>35.130000000000003</c:v>
                </c:pt>
                <c:pt idx="12617">
                  <c:v>34.68</c:v>
                </c:pt>
                <c:pt idx="12618">
                  <c:v>33.65</c:v>
                </c:pt>
                <c:pt idx="12619">
                  <c:v>33.28</c:v>
                </c:pt>
                <c:pt idx="12620">
                  <c:v>33.479999999999997</c:v>
                </c:pt>
                <c:pt idx="12621">
                  <c:v>0.5</c:v>
                </c:pt>
                <c:pt idx="12622">
                  <c:v>0.5</c:v>
                </c:pt>
                <c:pt idx="12623">
                  <c:v>0.25</c:v>
                </c:pt>
                <c:pt idx="12624">
                  <c:v>0.25</c:v>
                </c:pt>
                <c:pt idx="12625" formatCode="0.00">
                  <c:v>0</c:v>
                </c:pt>
                <c:pt idx="12626" formatCode="0.00">
                  <c:v>0</c:v>
                </c:pt>
                <c:pt idx="12627" formatCode="0.00">
                  <c:v>0</c:v>
                </c:pt>
                <c:pt idx="12628" formatCode="0.00">
                  <c:v>0</c:v>
                </c:pt>
                <c:pt idx="12629" formatCode="0.00">
                  <c:v>0</c:v>
                </c:pt>
                <c:pt idx="12630" formatCode="0.00">
                  <c:v>0</c:v>
                </c:pt>
                <c:pt idx="12631" formatCode="0.00">
                  <c:v>0</c:v>
                </c:pt>
                <c:pt idx="12632" formatCode="0.00">
                  <c:v>0</c:v>
                </c:pt>
                <c:pt idx="12633" formatCode="0.00">
                  <c:v>0</c:v>
                </c:pt>
                <c:pt idx="12634" formatCode="0.00">
                  <c:v>0</c:v>
                </c:pt>
                <c:pt idx="12635" formatCode="0.00">
                  <c:v>0</c:v>
                </c:pt>
                <c:pt idx="12636" formatCode="0.00">
                  <c:v>0</c:v>
                </c:pt>
                <c:pt idx="12637">
                  <c:v>0.25</c:v>
                </c:pt>
                <c:pt idx="12638">
                  <c:v>0.25</c:v>
                </c:pt>
                <c:pt idx="12639">
                  <c:v>0.5</c:v>
                </c:pt>
                <c:pt idx="12640">
                  <c:v>0.5</c:v>
                </c:pt>
                <c:pt idx="12641">
                  <c:v>0.63</c:v>
                </c:pt>
                <c:pt idx="12642">
                  <c:v>0.63</c:v>
                </c:pt>
                <c:pt idx="12643">
                  <c:v>0.95</c:v>
                </c:pt>
                <c:pt idx="12644">
                  <c:v>0.95</c:v>
                </c:pt>
                <c:pt idx="12645">
                  <c:v>0.95</c:v>
                </c:pt>
                <c:pt idx="12646">
                  <c:v>0.95</c:v>
                </c:pt>
                <c:pt idx="12647">
                  <c:v>0.95</c:v>
                </c:pt>
                <c:pt idx="12648">
                  <c:v>0.95</c:v>
                </c:pt>
                <c:pt idx="12649">
                  <c:v>0.95</c:v>
                </c:pt>
                <c:pt idx="12650">
                  <c:v>0.95</c:v>
                </c:pt>
                <c:pt idx="12651">
                  <c:v>0.95</c:v>
                </c:pt>
                <c:pt idx="12652">
                  <c:v>0.95</c:v>
                </c:pt>
                <c:pt idx="12653">
                  <c:v>0.95</c:v>
                </c:pt>
                <c:pt idx="12654">
                  <c:v>0.95</c:v>
                </c:pt>
                <c:pt idx="12655">
                  <c:v>0.95</c:v>
                </c:pt>
                <c:pt idx="12656">
                  <c:v>0.95</c:v>
                </c:pt>
                <c:pt idx="12657">
                  <c:v>0.95</c:v>
                </c:pt>
                <c:pt idx="12658">
                  <c:v>0.95</c:v>
                </c:pt>
                <c:pt idx="12659">
                  <c:v>0.63</c:v>
                </c:pt>
                <c:pt idx="12660">
                  <c:v>0.63</c:v>
                </c:pt>
                <c:pt idx="12661">
                  <c:v>0.38</c:v>
                </c:pt>
                <c:pt idx="12662">
                  <c:v>0.38</c:v>
                </c:pt>
                <c:pt idx="12663" formatCode="0.00">
                  <c:v>0</c:v>
                </c:pt>
                <c:pt idx="12664" formatCode="0.00">
                  <c:v>0</c:v>
                </c:pt>
                <c:pt idx="12665" formatCode="0.00">
                  <c:v>0</c:v>
                </c:pt>
                <c:pt idx="12666" formatCode="0.00">
                  <c:v>0</c:v>
                </c:pt>
                <c:pt idx="12667" formatCode="0.00">
                  <c:v>0</c:v>
                </c:pt>
                <c:pt idx="12668" formatCode="0.00">
                  <c:v>0</c:v>
                </c:pt>
                <c:pt idx="12669" formatCode="0.00">
                  <c:v>0</c:v>
                </c:pt>
                <c:pt idx="12670" formatCode="0.00">
                  <c:v>0</c:v>
                </c:pt>
                <c:pt idx="12671" formatCode="0.00">
                  <c:v>0</c:v>
                </c:pt>
                <c:pt idx="12672" formatCode="0.00">
                  <c:v>0</c:v>
                </c:pt>
                <c:pt idx="12673" formatCode="0.00">
                  <c:v>0</c:v>
                </c:pt>
                <c:pt idx="12674" formatCode="0.00">
                  <c:v>0</c:v>
                </c:pt>
                <c:pt idx="12675" formatCode="0.00">
                  <c:v>0</c:v>
                </c:pt>
                <c:pt idx="12676" formatCode="0.00">
                  <c:v>0</c:v>
                </c:pt>
                <c:pt idx="12677">
                  <c:v>0.25</c:v>
                </c:pt>
                <c:pt idx="12678">
                  <c:v>0.25</c:v>
                </c:pt>
                <c:pt idx="12679">
                  <c:v>0.5</c:v>
                </c:pt>
                <c:pt idx="12680">
                  <c:v>0.5</c:v>
                </c:pt>
                <c:pt idx="12681">
                  <c:v>125</c:v>
                </c:pt>
                <c:pt idx="12682">
                  <c:v>125</c:v>
                </c:pt>
                <c:pt idx="12683">
                  <c:v>125</c:v>
                </c:pt>
                <c:pt idx="12684">
                  <c:v>125</c:v>
                </c:pt>
                <c:pt idx="12685">
                  <c:v>125</c:v>
                </c:pt>
                <c:pt idx="12686">
                  <c:v>125</c:v>
                </c:pt>
                <c:pt idx="12687">
                  <c:v>125</c:v>
                </c:pt>
                <c:pt idx="12688">
                  <c:v>125</c:v>
                </c:pt>
                <c:pt idx="12689">
                  <c:v>0.95</c:v>
                </c:pt>
                <c:pt idx="12690">
                  <c:v>0.95</c:v>
                </c:pt>
                <c:pt idx="12691">
                  <c:v>0.95</c:v>
                </c:pt>
                <c:pt idx="12692">
                  <c:v>0.95</c:v>
                </c:pt>
                <c:pt idx="12693">
                  <c:v>0.95</c:v>
                </c:pt>
                <c:pt idx="12694">
                  <c:v>0.95</c:v>
                </c:pt>
                <c:pt idx="12695">
                  <c:v>0.95</c:v>
                </c:pt>
                <c:pt idx="12696">
                  <c:v>0.95</c:v>
                </c:pt>
                <c:pt idx="12697">
                  <c:v>0.95</c:v>
                </c:pt>
                <c:pt idx="12698">
                  <c:v>0.95</c:v>
                </c:pt>
                <c:pt idx="12699">
                  <c:v>0.63</c:v>
                </c:pt>
                <c:pt idx="12700">
                  <c:v>0.63</c:v>
                </c:pt>
                <c:pt idx="12701">
                  <c:v>0.38</c:v>
                </c:pt>
                <c:pt idx="12702">
                  <c:v>0.38</c:v>
                </c:pt>
                <c:pt idx="12703" formatCode="0.00">
                  <c:v>0</c:v>
                </c:pt>
                <c:pt idx="12704" formatCode="0.00">
                  <c:v>0</c:v>
                </c:pt>
                <c:pt idx="12705" formatCode="0.00">
                  <c:v>0</c:v>
                </c:pt>
                <c:pt idx="12706" formatCode="0.00">
                  <c:v>0</c:v>
                </c:pt>
                <c:pt idx="12707" formatCode="0.00">
                  <c:v>0</c:v>
                </c:pt>
                <c:pt idx="12708" formatCode="0.00">
                  <c:v>0</c:v>
                </c:pt>
                <c:pt idx="12709" formatCode="0.00">
                  <c:v>0</c:v>
                </c:pt>
                <c:pt idx="12710" formatCode="0.00">
                  <c:v>0</c:v>
                </c:pt>
                <c:pt idx="12711" formatCode="0.00">
                  <c:v>0</c:v>
                </c:pt>
                <c:pt idx="12712" formatCode="0.00">
                  <c:v>0</c:v>
                </c:pt>
                <c:pt idx="12713" formatCode="0.00">
                  <c:v>0</c:v>
                </c:pt>
                <c:pt idx="12714" formatCode="0.00">
                  <c:v>0</c:v>
                </c:pt>
                <c:pt idx="12715" formatCode="0.00">
                  <c:v>0</c:v>
                </c:pt>
                <c:pt idx="12716" formatCode="0.00">
                  <c:v>0</c:v>
                </c:pt>
                <c:pt idx="12717" formatCode="0.00">
                  <c:v>0</c:v>
                </c:pt>
                <c:pt idx="12718" formatCode="0.00">
                  <c:v>0</c:v>
                </c:pt>
                <c:pt idx="12719" formatCode="0.00">
                  <c:v>0</c:v>
                </c:pt>
                <c:pt idx="12720" formatCode="0.00">
                  <c:v>0</c:v>
                </c:pt>
                <c:pt idx="12721" formatCode="0.00">
                  <c:v>0</c:v>
                </c:pt>
                <c:pt idx="12722" formatCode="0.00">
                  <c:v>0</c:v>
                </c:pt>
                <c:pt idx="12723" formatCode="0.00">
                  <c:v>0</c:v>
                </c:pt>
                <c:pt idx="12724" formatCode="0.00">
                  <c:v>0</c:v>
                </c:pt>
                <c:pt idx="12725" formatCode="0.00">
                  <c:v>0</c:v>
                </c:pt>
                <c:pt idx="12726" formatCode="0.00">
                  <c:v>0</c:v>
                </c:pt>
                <c:pt idx="12727" formatCode="0.00">
                  <c:v>0</c:v>
                </c:pt>
                <c:pt idx="12728" formatCode="0.00">
                  <c:v>0</c:v>
                </c:pt>
                <c:pt idx="12729" formatCode="0.00">
                  <c:v>0</c:v>
                </c:pt>
                <c:pt idx="12730" formatCode="0.00">
                  <c:v>0</c:v>
                </c:pt>
                <c:pt idx="12731" formatCode="0.00">
                  <c:v>0</c:v>
                </c:pt>
                <c:pt idx="12732" formatCode="0.00">
                  <c:v>0</c:v>
                </c:pt>
                <c:pt idx="12733" formatCode="0.00">
                  <c:v>0</c:v>
                </c:pt>
                <c:pt idx="12734" formatCode="0.00">
                  <c:v>0</c:v>
                </c:pt>
                <c:pt idx="12735" formatCode="0.00">
                  <c:v>0</c:v>
                </c:pt>
                <c:pt idx="12736" formatCode="0.00">
                  <c:v>0</c:v>
                </c:pt>
                <c:pt idx="12737" formatCode="0.00">
                  <c:v>0</c:v>
                </c:pt>
                <c:pt idx="12738" formatCode="0.00">
                  <c:v>0</c:v>
                </c:pt>
                <c:pt idx="12739" formatCode="0.00">
                  <c:v>0</c:v>
                </c:pt>
                <c:pt idx="12740" formatCode="0.00">
                  <c:v>0</c:v>
                </c:pt>
                <c:pt idx="12741" formatCode="0.00">
                  <c:v>0</c:v>
                </c:pt>
                <c:pt idx="12742" formatCode="0.00">
                  <c:v>0</c:v>
                </c:pt>
                <c:pt idx="12743" formatCode="0.00">
                  <c:v>0</c:v>
                </c:pt>
                <c:pt idx="12744" formatCode="0.00">
                  <c:v>0</c:v>
                </c:pt>
                <c:pt idx="12745" formatCode="0.00">
                  <c:v>0</c:v>
                </c:pt>
                <c:pt idx="12746" formatCode="0.00">
                  <c:v>0</c:v>
                </c:pt>
                <c:pt idx="12747" formatCode="0.00">
                  <c:v>0</c:v>
                </c:pt>
                <c:pt idx="12748" formatCode="0.00">
                  <c:v>0</c:v>
                </c:pt>
                <c:pt idx="12749" formatCode="0.00">
                  <c:v>0</c:v>
                </c:pt>
                <c:pt idx="12750" formatCode="0.00">
                  <c:v>0</c:v>
                </c:pt>
                <c:pt idx="12751" formatCode="0.00">
                  <c:v>0</c:v>
                </c:pt>
                <c:pt idx="12752" formatCode="0.00">
                  <c:v>0</c:v>
                </c:pt>
                <c:pt idx="12753" formatCode="0.00">
                  <c:v>0</c:v>
                </c:pt>
                <c:pt idx="12754" formatCode="0.00">
                  <c:v>0</c:v>
                </c:pt>
                <c:pt idx="12755" formatCode="0.00">
                  <c:v>0</c:v>
                </c:pt>
                <c:pt idx="12756" formatCode="0.00">
                  <c:v>0</c:v>
                </c:pt>
                <c:pt idx="12757" formatCode="0.00">
                  <c:v>0</c:v>
                </c:pt>
                <c:pt idx="12758" formatCode="0.00">
                  <c:v>0</c:v>
                </c:pt>
                <c:pt idx="12759" formatCode="0.00">
                  <c:v>0</c:v>
                </c:pt>
                <c:pt idx="12760" formatCode="0.00">
                  <c:v>0</c:v>
                </c:pt>
                <c:pt idx="12761" formatCode="0.00">
                  <c:v>0</c:v>
                </c:pt>
                <c:pt idx="12762" formatCode="0.00">
                  <c:v>0</c:v>
                </c:pt>
                <c:pt idx="12763" formatCode="0.00">
                  <c:v>0</c:v>
                </c:pt>
                <c:pt idx="12764" formatCode="0.00">
                  <c:v>0</c:v>
                </c:pt>
                <c:pt idx="12765" formatCode="0.00">
                  <c:v>0</c:v>
                </c:pt>
                <c:pt idx="12766" formatCode="0.00">
                  <c:v>0</c:v>
                </c:pt>
                <c:pt idx="12767" formatCode="0.00">
                  <c:v>0</c:v>
                </c:pt>
                <c:pt idx="12768" formatCode="0.00">
                  <c:v>0</c:v>
                </c:pt>
                <c:pt idx="12769" formatCode="0.00">
                  <c:v>0</c:v>
                </c:pt>
                <c:pt idx="12770" formatCode="0.00">
                  <c:v>0</c:v>
                </c:pt>
                <c:pt idx="12771" formatCode="0.00">
                  <c:v>0</c:v>
                </c:pt>
                <c:pt idx="12772" formatCode="0.00">
                  <c:v>0</c:v>
                </c:pt>
                <c:pt idx="12773" formatCode="0.00">
                  <c:v>0</c:v>
                </c:pt>
                <c:pt idx="12774" formatCode="0.00">
                  <c:v>0</c:v>
                </c:pt>
                <c:pt idx="12775" formatCode="0.00">
                  <c:v>0</c:v>
                </c:pt>
                <c:pt idx="12776" formatCode="0.00">
                  <c:v>0</c:v>
                </c:pt>
                <c:pt idx="12777" formatCode="0.00">
                  <c:v>0</c:v>
                </c:pt>
                <c:pt idx="12778" formatCode="0.00">
                  <c:v>0</c:v>
                </c:pt>
                <c:pt idx="12779" formatCode="0.00">
                  <c:v>0</c:v>
                </c:pt>
                <c:pt idx="12780" formatCode="0.00">
                  <c:v>0</c:v>
                </c:pt>
                <c:pt idx="12781" formatCode="0.00">
                  <c:v>0</c:v>
                </c:pt>
                <c:pt idx="12782" formatCode="0.00">
                  <c:v>0</c:v>
                </c:pt>
                <c:pt idx="12783" formatCode="0.00">
                  <c:v>0</c:v>
                </c:pt>
                <c:pt idx="12784" formatCode="0.00">
                  <c:v>0</c:v>
                </c:pt>
                <c:pt idx="12785" formatCode="0.00">
                  <c:v>0</c:v>
                </c:pt>
                <c:pt idx="12786" formatCode="0.00">
                  <c:v>0</c:v>
                </c:pt>
                <c:pt idx="12787" formatCode="0.00">
                  <c:v>0</c:v>
                </c:pt>
                <c:pt idx="12788" formatCode="0.00">
                  <c:v>0</c:v>
                </c:pt>
                <c:pt idx="12789" formatCode="0.00">
                  <c:v>0</c:v>
                </c:pt>
                <c:pt idx="12790" formatCode="0.00">
                  <c:v>0</c:v>
                </c:pt>
                <c:pt idx="12791" formatCode="0.00">
                  <c:v>0</c:v>
                </c:pt>
                <c:pt idx="12792" formatCode="0.00">
                  <c:v>0</c:v>
                </c:pt>
                <c:pt idx="12793" formatCode="0.00">
                  <c:v>0</c:v>
                </c:pt>
                <c:pt idx="12794" formatCode="0.00">
                  <c:v>0</c:v>
                </c:pt>
                <c:pt idx="12795" formatCode="0.00">
                  <c:v>0</c:v>
                </c:pt>
                <c:pt idx="12796" formatCode="0.00">
                  <c:v>0</c:v>
                </c:pt>
                <c:pt idx="12797" formatCode="0.00">
                  <c:v>0</c:v>
                </c:pt>
                <c:pt idx="12798" formatCode="0.00">
                  <c:v>0</c:v>
                </c:pt>
                <c:pt idx="12799" formatCode="0.00">
                  <c:v>0</c:v>
                </c:pt>
                <c:pt idx="12800" formatCode="0.00">
                  <c:v>0</c:v>
                </c:pt>
                <c:pt idx="12801" formatCode="0.00">
                  <c:v>0</c:v>
                </c:pt>
                <c:pt idx="12802" formatCode="0.00">
                  <c:v>0</c:v>
                </c:pt>
                <c:pt idx="12803" formatCode="0.00">
                  <c:v>0</c:v>
                </c:pt>
                <c:pt idx="12804" formatCode="0.00">
                  <c:v>0</c:v>
                </c:pt>
                <c:pt idx="12805" formatCode="0.00">
                  <c:v>0</c:v>
                </c:pt>
                <c:pt idx="12806" formatCode="0.00">
                  <c:v>0</c:v>
                </c:pt>
                <c:pt idx="12807" formatCode="0.00">
                  <c:v>0</c:v>
                </c:pt>
                <c:pt idx="12808" formatCode="0.00">
                  <c:v>0</c:v>
                </c:pt>
                <c:pt idx="12809" formatCode="0.00">
                  <c:v>0</c:v>
                </c:pt>
                <c:pt idx="12810" formatCode="0.00">
                  <c:v>0</c:v>
                </c:pt>
                <c:pt idx="12811" formatCode="0.00">
                  <c:v>0</c:v>
                </c:pt>
                <c:pt idx="12812" formatCode="0.00">
                  <c:v>0</c:v>
                </c:pt>
                <c:pt idx="12813" formatCode="0.00">
                  <c:v>0</c:v>
                </c:pt>
                <c:pt idx="12814" formatCode="0.00">
                  <c:v>0</c:v>
                </c:pt>
                <c:pt idx="12815" formatCode="0.00">
                  <c:v>0</c:v>
                </c:pt>
                <c:pt idx="12816" formatCode="0.00">
                  <c:v>0</c:v>
                </c:pt>
                <c:pt idx="12817" formatCode="0.00">
                  <c:v>0</c:v>
                </c:pt>
                <c:pt idx="12818" formatCode="0.00">
                  <c:v>0</c:v>
                </c:pt>
                <c:pt idx="12819" formatCode="0.00">
                  <c:v>0</c:v>
                </c:pt>
                <c:pt idx="12820" formatCode="0.00">
                  <c:v>0</c:v>
                </c:pt>
                <c:pt idx="12821" formatCode="0.00">
                  <c:v>0</c:v>
                </c:pt>
                <c:pt idx="12822" formatCode="0.00">
                  <c:v>0</c:v>
                </c:pt>
                <c:pt idx="12823" formatCode="0.00">
                  <c:v>0</c:v>
                </c:pt>
                <c:pt idx="12824" formatCode="0.00">
                  <c:v>0</c:v>
                </c:pt>
                <c:pt idx="12825" formatCode="0.00">
                  <c:v>0</c:v>
                </c:pt>
                <c:pt idx="12826" formatCode="0.00">
                  <c:v>0</c:v>
                </c:pt>
                <c:pt idx="12827" formatCode="0.00">
                  <c:v>0</c:v>
                </c:pt>
                <c:pt idx="12828" formatCode="0.00">
                  <c:v>0</c:v>
                </c:pt>
                <c:pt idx="12829" formatCode="0.00">
                  <c:v>0</c:v>
                </c:pt>
                <c:pt idx="12830" formatCode="0.00">
                  <c:v>0</c:v>
                </c:pt>
                <c:pt idx="12831" formatCode="0.00">
                  <c:v>0</c:v>
                </c:pt>
                <c:pt idx="12832" formatCode="0.00">
                  <c:v>0</c:v>
                </c:pt>
                <c:pt idx="12833" formatCode="0.00">
                  <c:v>0</c:v>
                </c:pt>
                <c:pt idx="12834" formatCode="0.00">
                  <c:v>0</c:v>
                </c:pt>
                <c:pt idx="12835" formatCode="0.00">
                  <c:v>0</c:v>
                </c:pt>
                <c:pt idx="12836" formatCode="0.00">
                  <c:v>0</c:v>
                </c:pt>
                <c:pt idx="12837" formatCode="0.00">
                  <c:v>0</c:v>
                </c:pt>
                <c:pt idx="12838" formatCode="0.00">
                  <c:v>0</c:v>
                </c:pt>
                <c:pt idx="12839" formatCode="0.00">
                  <c:v>0</c:v>
                </c:pt>
                <c:pt idx="12840" formatCode="0.00">
                  <c:v>0</c:v>
                </c:pt>
                <c:pt idx="12841" formatCode="0.00">
                  <c:v>0</c:v>
                </c:pt>
                <c:pt idx="12842" formatCode="0.00">
                  <c:v>0</c:v>
                </c:pt>
                <c:pt idx="12843" formatCode="0.00">
                  <c:v>0</c:v>
                </c:pt>
                <c:pt idx="12844" formatCode="0.00">
                  <c:v>0</c:v>
                </c:pt>
                <c:pt idx="12845" formatCode="0.00">
                  <c:v>0</c:v>
                </c:pt>
                <c:pt idx="12846" formatCode="0.00">
                  <c:v>0</c:v>
                </c:pt>
                <c:pt idx="12847" formatCode="0.00">
                  <c:v>0</c:v>
                </c:pt>
                <c:pt idx="12848" formatCode="0.00">
                  <c:v>0</c:v>
                </c:pt>
                <c:pt idx="12849" formatCode="0.00">
                  <c:v>0</c:v>
                </c:pt>
                <c:pt idx="12850" formatCode="0.00">
                  <c:v>0</c:v>
                </c:pt>
                <c:pt idx="12851" formatCode="0.00">
                  <c:v>0</c:v>
                </c:pt>
                <c:pt idx="12852" formatCode="0.00">
                  <c:v>0</c:v>
                </c:pt>
                <c:pt idx="12853" formatCode="0.00">
                  <c:v>0</c:v>
                </c:pt>
                <c:pt idx="12854" formatCode="0.00">
                  <c:v>0</c:v>
                </c:pt>
                <c:pt idx="12855" formatCode="0.00">
                  <c:v>0</c:v>
                </c:pt>
                <c:pt idx="12856" formatCode="0.00">
                  <c:v>0</c:v>
                </c:pt>
                <c:pt idx="12857" formatCode="0.00">
                  <c:v>0</c:v>
                </c:pt>
                <c:pt idx="12858" formatCode="0.00">
                  <c:v>0</c:v>
                </c:pt>
                <c:pt idx="12859" formatCode="0.00">
                  <c:v>0</c:v>
                </c:pt>
                <c:pt idx="12860" formatCode="0.00">
                  <c:v>0</c:v>
                </c:pt>
                <c:pt idx="12861" formatCode="0.00">
                  <c:v>0</c:v>
                </c:pt>
                <c:pt idx="12862" formatCode="0.00">
                  <c:v>0</c:v>
                </c:pt>
                <c:pt idx="12863" formatCode="0.00">
                  <c:v>0</c:v>
                </c:pt>
                <c:pt idx="12864" formatCode="0.00">
                  <c:v>0</c:v>
                </c:pt>
                <c:pt idx="12865" formatCode="0.00">
                  <c:v>0</c:v>
                </c:pt>
                <c:pt idx="12866" formatCode="0.00">
                  <c:v>0</c:v>
                </c:pt>
                <c:pt idx="12867" formatCode="0.00">
                  <c:v>0</c:v>
                </c:pt>
                <c:pt idx="12868" formatCode="0.00">
                  <c:v>0</c:v>
                </c:pt>
                <c:pt idx="12869" formatCode="0.00">
                  <c:v>0</c:v>
                </c:pt>
                <c:pt idx="12870" formatCode="0.00">
                  <c:v>0</c:v>
                </c:pt>
                <c:pt idx="12871" formatCode="0.00">
                  <c:v>0</c:v>
                </c:pt>
                <c:pt idx="12872" formatCode="0.00">
                  <c:v>0</c:v>
                </c:pt>
                <c:pt idx="12873" formatCode="0.00">
                  <c:v>0</c:v>
                </c:pt>
                <c:pt idx="12874" formatCode="0.00">
                  <c:v>0</c:v>
                </c:pt>
                <c:pt idx="12875" formatCode="0.00">
                  <c:v>0</c:v>
                </c:pt>
                <c:pt idx="12876" formatCode="0.00">
                  <c:v>0</c:v>
                </c:pt>
                <c:pt idx="12877" formatCode="0.00">
                  <c:v>0</c:v>
                </c:pt>
                <c:pt idx="12878" formatCode="0.00">
                  <c:v>0</c:v>
                </c:pt>
                <c:pt idx="12879" formatCode="0.00">
                  <c:v>0</c:v>
                </c:pt>
                <c:pt idx="12880" formatCode="0.00">
                  <c:v>0</c:v>
                </c:pt>
                <c:pt idx="12881" formatCode="0.00">
                  <c:v>0</c:v>
                </c:pt>
                <c:pt idx="12882" formatCode="0.00">
                  <c:v>0</c:v>
                </c:pt>
                <c:pt idx="12883" formatCode="0.00">
                  <c:v>0</c:v>
                </c:pt>
                <c:pt idx="12884" formatCode="0.00">
                  <c:v>0</c:v>
                </c:pt>
                <c:pt idx="12885" formatCode="0.00">
                  <c:v>0</c:v>
                </c:pt>
                <c:pt idx="12886" formatCode="0.00">
                  <c:v>0</c:v>
                </c:pt>
                <c:pt idx="12887" formatCode="0.00">
                  <c:v>0</c:v>
                </c:pt>
                <c:pt idx="12888" formatCode="0.00">
                  <c:v>0</c:v>
                </c:pt>
                <c:pt idx="12889" formatCode="0.00">
                  <c:v>0</c:v>
                </c:pt>
                <c:pt idx="12890" formatCode="0.00">
                  <c:v>0</c:v>
                </c:pt>
                <c:pt idx="12891" formatCode="0.00">
                  <c:v>0</c:v>
                </c:pt>
                <c:pt idx="12892" formatCode="0.00">
                  <c:v>0</c:v>
                </c:pt>
                <c:pt idx="12893" formatCode="0.00">
                  <c:v>0</c:v>
                </c:pt>
                <c:pt idx="12894" formatCode="0.00">
                  <c:v>0</c:v>
                </c:pt>
                <c:pt idx="12895" formatCode="0.00">
                  <c:v>0</c:v>
                </c:pt>
                <c:pt idx="12896" formatCode="0.00">
                  <c:v>0</c:v>
                </c:pt>
                <c:pt idx="12897" formatCode="0.00">
                  <c:v>0</c:v>
                </c:pt>
                <c:pt idx="12898" formatCode="0.00">
                  <c:v>0</c:v>
                </c:pt>
                <c:pt idx="12899" formatCode="0.00">
                  <c:v>0</c:v>
                </c:pt>
                <c:pt idx="12900" formatCode="0.00">
                  <c:v>0</c:v>
                </c:pt>
                <c:pt idx="12901" formatCode="0.00">
                  <c:v>0</c:v>
                </c:pt>
                <c:pt idx="12902" formatCode="0.00">
                  <c:v>0</c:v>
                </c:pt>
                <c:pt idx="12903" formatCode="0.00">
                  <c:v>0</c:v>
                </c:pt>
                <c:pt idx="12904" formatCode="0.00">
                  <c:v>0</c:v>
                </c:pt>
                <c:pt idx="12905" formatCode="0.00">
                  <c:v>0</c:v>
                </c:pt>
                <c:pt idx="12906" formatCode="0.00">
                  <c:v>0</c:v>
                </c:pt>
                <c:pt idx="12907" formatCode="0.00">
                  <c:v>0</c:v>
                </c:pt>
                <c:pt idx="12908" formatCode="0.00">
                  <c:v>0</c:v>
                </c:pt>
                <c:pt idx="12909" formatCode="0.00">
                  <c:v>0</c:v>
                </c:pt>
                <c:pt idx="12910" formatCode="0.00">
                  <c:v>0</c:v>
                </c:pt>
                <c:pt idx="12911" formatCode="0.00">
                  <c:v>0</c:v>
                </c:pt>
                <c:pt idx="12912" formatCode="0.00">
                  <c:v>0</c:v>
                </c:pt>
                <c:pt idx="12913" formatCode="0.00">
                  <c:v>0</c:v>
                </c:pt>
                <c:pt idx="12914" formatCode="0.00">
                  <c:v>0</c:v>
                </c:pt>
                <c:pt idx="12915" formatCode="0.00">
                  <c:v>0</c:v>
                </c:pt>
                <c:pt idx="12916" formatCode="0.00">
                  <c:v>0</c:v>
                </c:pt>
                <c:pt idx="12917" formatCode="0.00">
                  <c:v>0</c:v>
                </c:pt>
                <c:pt idx="12918" formatCode="0.00">
                  <c:v>0</c:v>
                </c:pt>
                <c:pt idx="12919" formatCode="0.00">
                  <c:v>0</c:v>
                </c:pt>
                <c:pt idx="12920" formatCode="0.00">
                  <c:v>0</c:v>
                </c:pt>
                <c:pt idx="12921" formatCode="0.00">
                  <c:v>0</c:v>
                </c:pt>
                <c:pt idx="12922" formatCode="0.00">
                  <c:v>0</c:v>
                </c:pt>
                <c:pt idx="12923" formatCode="0.00">
                  <c:v>0</c:v>
                </c:pt>
                <c:pt idx="12924" formatCode="0.00">
                  <c:v>0</c:v>
                </c:pt>
                <c:pt idx="12925" formatCode="0.00">
                  <c:v>0</c:v>
                </c:pt>
                <c:pt idx="12926" formatCode="0.00">
                  <c:v>0</c:v>
                </c:pt>
                <c:pt idx="12927" formatCode="0.00">
                  <c:v>0</c:v>
                </c:pt>
                <c:pt idx="12928" formatCode="0.00">
                  <c:v>0</c:v>
                </c:pt>
                <c:pt idx="12929" formatCode="0.00">
                  <c:v>0</c:v>
                </c:pt>
                <c:pt idx="12930" formatCode="0.00">
                  <c:v>0</c:v>
                </c:pt>
                <c:pt idx="12931" formatCode="0.00">
                  <c:v>0</c:v>
                </c:pt>
                <c:pt idx="12932" formatCode="0.00">
                  <c:v>0</c:v>
                </c:pt>
                <c:pt idx="12933" formatCode="0.00">
                  <c:v>0</c:v>
                </c:pt>
                <c:pt idx="12934" formatCode="0.00">
                  <c:v>0</c:v>
                </c:pt>
                <c:pt idx="12935" formatCode="0.00">
                  <c:v>0</c:v>
                </c:pt>
                <c:pt idx="12936" formatCode="0.00">
                  <c:v>0</c:v>
                </c:pt>
                <c:pt idx="12937" formatCode="0.00">
                  <c:v>0</c:v>
                </c:pt>
                <c:pt idx="12938" formatCode="0.00">
                  <c:v>0</c:v>
                </c:pt>
                <c:pt idx="12939" formatCode="0.00">
                  <c:v>0</c:v>
                </c:pt>
                <c:pt idx="12940" formatCode="0.00">
                  <c:v>0</c:v>
                </c:pt>
                <c:pt idx="12941" formatCode="0.00">
                  <c:v>0</c:v>
                </c:pt>
                <c:pt idx="12942" formatCode="0.00">
                  <c:v>0</c:v>
                </c:pt>
                <c:pt idx="12943" formatCode="0.00">
                  <c:v>0</c:v>
                </c:pt>
                <c:pt idx="12944" formatCode="0.00">
                  <c:v>0</c:v>
                </c:pt>
                <c:pt idx="12945" formatCode="0.00">
                  <c:v>0</c:v>
                </c:pt>
                <c:pt idx="12946" formatCode="0.00">
                  <c:v>0</c:v>
                </c:pt>
                <c:pt idx="12947" formatCode="0.00">
                  <c:v>0</c:v>
                </c:pt>
                <c:pt idx="12948" formatCode="0.00">
                  <c:v>0</c:v>
                </c:pt>
                <c:pt idx="12949" formatCode="0.00">
                  <c:v>0</c:v>
                </c:pt>
                <c:pt idx="12950" formatCode="0.00">
                  <c:v>0</c:v>
                </c:pt>
                <c:pt idx="12951" formatCode="0.00">
                  <c:v>0</c:v>
                </c:pt>
                <c:pt idx="12952" formatCode="0.00">
                  <c:v>0</c:v>
                </c:pt>
                <c:pt idx="12953" formatCode="0.00">
                  <c:v>0</c:v>
                </c:pt>
                <c:pt idx="12954" formatCode="0.00">
                  <c:v>0</c:v>
                </c:pt>
                <c:pt idx="12955" formatCode="0.00">
                  <c:v>0</c:v>
                </c:pt>
                <c:pt idx="12956" formatCode="0.00">
                  <c:v>0</c:v>
                </c:pt>
                <c:pt idx="12957">
                  <c:v>0.25</c:v>
                </c:pt>
                <c:pt idx="12958">
                  <c:v>0.25</c:v>
                </c:pt>
                <c:pt idx="12959">
                  <c:v>0.5</c:v>
                </c:pt>
                <c:pt idx="12960">
                  <c:v>0.5</c:v>
                </c:pt>
                <c:pt idx="12961">
                  <c:v>0.63</c:v>
                </c:pt>
                <c:pt idx="12962">
                  <c:v>0.63</c:v>
                </c:pt>
                <c:pt idx="12963">
                  <c:v>0.95</c:v>
                </c:pt>
                <c:pt idx="12964">
                  <c:v>0.95</c:v>
                </c:pt>
                <c:pt idx="12965">
                  <c:v>0.95</c:v>
                </c:pt>
                <c:pt idx="12966">
                  <c:v>0.95</c:v>
                </c:pt>
                <c:pt idx="12967">
                  <c:v>0.95</c:v>
                </c:pt>
                <c:pt idx="12968">
                  <c:v>0.95</c:v>
                </c:pt>
                <c:pt idx="12969">
                  <c:v>0.95</c:v>
                </c:pt>
                <c:pt idx="12970">
                  <c:v>0.95</c:v>
                </c:pt>
                <c:pt idx="12971">
                  <c:v>0.95</c:v>
                </c:pt>
                <c:pt idx="12972">
                  <c:v>0.95</c:v>
                </c:pt>
                <c:pt idx="12973">
                  <c:v>0.95</c:v>
                </c:pt>
                <c:pt idx="12974">
                  <c:v>0.95</c:v>
                </c:pt>
                <c:pt idx="12975">
                  <c:v>0.95</c:v>
                </c:pt>
                <c:pt idx="12976">
                  <c:v>0.95</c:v>
                </c:pt>
                <c:pt idx="12977">
                  <c:v>0.95</c:v>
                </c:pt>
                <c:pt idx="12978">
                  <c:v>0.95</c:v>
                </c:pt>
                <c:pt idx="12979">
                  <c:v>0.63</c:v>
                </c:pt>
                <c:pt idx="12980">
                  <c:v>0.63</c:v>
                </c:pt>
                <c:pt idx="12981">
                  <c:v>0.38</c:v>
                </c:pt>
                <c:pt idx="12982">
                  <c:v>0.38</c:v>
                </c:pt>
                <c:pt idx="12983" formatCode="0.00">
                  <c:v>0</c:v>
                </c:pt>
                <c:pt idx="12984" formatCode="0.00">
                  <c:v>0</c:v>
                </c:pt>
                <c:pt idx="12985" formatCode="0.00">
                  <c:v>0</c:v>
                </c:pt>
                <c:pt idx="12986" formatCode="0.00">
                  <c:v>0</c:v>
                </c:pt>
                <c:pt idx="12987" formatCode="0.00">
                  <c:v>0</c:v>
                </c:pt>
                <c:pt idx="12988" formatCode="0.00">
                  <c:v>0</c:v>
                </c:pt>
                <c:pt idx="12989" formatCode="0.00">
                  <c:v>0</c:v>
                </c:pt>
                <c:pt idx="12990" formatCode="0.00">
                  <c:v>0</c:v>
                </c:pt>
                <c:pt idx="12991" formatCode="0.00">
                  <c:v>0</c:v>
                </c:pt>
                <c:pt idx="12992" formatCode="0.00">
                  <c:v>0</c:v>
                </c:pt>
                <c:pt idx="12993" formatCode="0.00">
                  <c:v>0</c:v>
                </c:pt>
                <c:pt idx="12994" formatCode="0.00">
                  <c:v>0</c:v>
                </c:pt>
                <c:pt idx="12995" formatCode="0.00">
                  <c:v>0</c:v>
                </c:pt>
                <c:pt idx="12996" formatCode="0.00">
                  <c:v>0</c:v>
                </c:pt>
                <c:pt idx="12997">
                  <c:v>0.25</c:v>
                </c:pt>
                <c:pt idx="12998">
                  <c:v>0.25</c:v>
                </c:pt>
                <c:pt idx="12999">
                  <c:v>0.5</c:v>
                </c:pt>
                <c:pt idx="13000">
                  <c:v>0.5</c:v>
                </c:pt>
                <c:pt idx="13001">
                  <c:v>0.63</c:v>
                </c:pt>
                <c:pt idx="13002">
                  <c:v>0.63</c:v>
                </c:pt>
                <c:pt idx="13003">
                  <c:v>0.95</c:v>
                </c:pt>
                <c:pt idx="13004">
                  <c:v>0.95</c:v>
                </c:pt>
                <c:pt idx="13005">
                  <c:v>0.95</c:v>
                </c:pt>
                <c:pt idx="13006">
                  <c:v>0.95</c:v>
                </c:pt>
                <c:pt idx="13007">
                  <c:v>0.95</c:v>
                </c:pt>
                <c:pt idx="13008">
                  <c:v>25.95</c:v>
                </c:pt>
                <c:pt idx="13009">
                  <c:v>0.95</c:v>
                </c:pt>
                <c:pt idx="13010">
                  <c:v>0.95</c:v>
                </c:pt>
                <c:pt idx="13011">
                  <c:v>125</c:v>
                </c:pt>
                <c:pt idx="13012">
                  <c:v>100.95</c:v>
                </c:pt>
                <c:pt idx="13013">
                  <c:v>75.95</c:v>
                </c:pt>
                <c:pt idx="13014">
                  <c:v>75.95</c:v>
                </c:pt>
                <c:pt idx="13015">
                  <c:v>125</c:v>
                </c:pt>
                <c:pt idx="13016">
                  <c:v>113.45</c:v>
                </c:pt>
                <c:pt idx="13017">
                  <c:v>25.95</c:v>
                </c:pt>
                <c:pt idx="13018">
                  <c:v>0.95</c:v>
                </c:pt>
                <c:pt idx="13019">
                  <c:v>0.63</c:v>
                </c:pt>
                <c:pt idx="13020">
                  <c:v>0.63</c:v>
                </c:pt>
                <c:pt idx="13021">
                  <c:v>0.38</c:v>
                </c:pt>
                <c:pt idx="13022">
                  <c:v>0.38</c:v>
                </c:pt>
                <c:pt idx="13023" formatCode="0.00">
                  <c:v>0</c:v>
                </c:pt>
                <c:pt idx="13024" formatCode="0.00">
                  <c:v>0</c:v>
                </c:pt>
                <c:pt idx="13025" formatCode="0.00">
                  <c:v>0</c:v>
                </c:pt>
                <c:pt idx="13026" formatCode="0.00">
                  <c:v>0</c:v>
                </c:pt>
                <c:pt idx="13027" formatCode="0.00">
                  <c:v>0</c:v>
                </c:pt>
                <c:pt idx="13028" formatCode="0.00">
                  <c:v>0</c:v>
                </c:pt>
                <c:pt idx="13029" formatCode="0.00">
                  <c:v>0</c:v>
                </c:pt>
                <c:pt idx="13030" formatCode="0.00">
                  <c:v>0</c:v>
                </c:pt>
                <c:pt idx="13031" formatCode="0.00">
                  <c:v>0</c:v>
                </c:pt>
                <c:pt idx="13032" formatCode="0.00">
                  <c:v>0</c:v>
                </c:pt>
                <c:pt idx="13033" formatCode="0.00">
                  <c:v>0</c:v>
                </c:pt>
                <c:pt idx="13034" formatCode="0.00">
                  <c:v>0</c:v>
                </c:pt>
                <c:pt idx="13035" formatCode="0.00">
                  <c:v>0</c:v>
                </c:pt>
                <c:pt idx="13036" formatCode="0.00">
                  <c:v>0</c:v>
                </c:pt>
                <c:pt idx="13037">
                  <c:v>0.25</c:v>
                </c:pt>
                <c:pt idx="13038">
                  <c:v>0.25</c:v>
                </c:pt>
                <c:pt idx="13039">
                  <c:v>0.5</c:v>
                </c:pt>
                <c:pt idx="13040">
                  <c:v>0.5</c:v>
                </c:pt>
                <c:pt idx="13041">
                  <c:v>0.63</c:v>
                </c:pt>
                <c:pt idx="13042">
                  <c:v>0.63</c:v>
                </c:pt>
                <c:pt idx="13043">
                  <c:v>0.95</c:v>
                </c:pt>
                <c:pt idx="13044">
                  <c:v>0.95</c:v>
                </c:pt>
                <c:pt idx="13045">
                  <c:v>0.95</c:v>
                </c:pt>
                <c:pt idx="13046">
                  <c:v>0.95</c:v>
                </c:pt>
                <c:pt idx="13047">
                  <c:v>0.95</c:v>
                </c:pt>
                <c:pt idx="13048">
                  <c:v>0.95</c:v>
                </c:pt>
                <c:pt idx="13049">
                  <c:v>0.95</c:v>
                </c:pt>
                <c:pt idx="13050">
                  <c:v>0.95</c:v>
                </c:pt>
                <c:pt idx="13051">
                  <c:v>0.95</c:v>
                </c:pt>
                <c:pt idx="13052">
                  <c:v>0.95</c:v>
                </c:pt>
                <c:pt idx="13053">
                  <c:v>0.95</c:v>
                </c:pt>
                <c:pt idx="13054">
                  <c:v>0.95</c:v>
                </c:pt>
                <c:pt idx="13055">
                  <c:v>0.95</c:v>
                </c:pt>
                <c:pt idx="13056">
                  <c:v>0.95</c:v>
                </c:pt>
                <c:pt idx="13057">
                  <c:v>0.95</c:v>
                </c:pt>
                <c:pt idx="13058">
                  <c:v>0.95</c:v>
                </c:pt>
                <c:pt idx="13059">
                  <c:v>0.63</c:v>
                </c:pt>
                <c:pt idx="13060">
                  <c:v>0.63</c:v>
                </c:pt>
                <c:pt idx="13061">
                  <c:v>0.38</c:v>
                </c:pt>
                <c:pt idx="13062">
                  <c:v>0.38</c:v>
                </c:pt>
                <c:pt idx="13063" formatCode="0.00">
                  <c:v>0</c:v>
                </c:pt>
                <c:pt idx="13064" formatCode="0.00">
                  <c:v>0</c:v>
                </c:pt>
                <c:pt idx="13065" formatCode="0.00">
                  <c:v>0</c:v>
                </c:pt>
                <c:pt idx="13066" formatCode="0.00">
                  <c:v>0</c:v>
                </c:pt>
                <c:pt idx="13067" formatCode="0.00">
                  <c:v>0</c:v>
                </c:pt>
                <c:pt idx="13068" formatCode="0.00">
                  <c:v>0</c:v>
                </c:pt>
                <c:pt idx="13069" formatCode="0.00">
                  <c:v>0</c:v>
                </c:pt>
                <c:pt idx="13070" formatCode="0.00">
                  <c:v>0</c:v>
                </c:pt>
                <c:pt idx="13071" formatCode="0.00">
                  <c:v>0</c:v>
                </c:pt>
                <c:pt idx="13072" formatCode="0.00">
                  <c:v>0</c:v>
                </c:pt>
                <c:pt idx="13073" formatCode="0.00">
                  <c:v>0</c:v>
                </c:pt>
                <c:pt idx="13074" formatCode="0.00">
                  <c:v>0</c:v>
                </c:pt>
                <c:pt idx="13075">
                  <c:v>125</c:v>
                </c:pt>
                <c:pt idx="13076">
                  <c:v>125</c:v>
                </c:pt>
                <c:pt idx="13077">
                  <c:v>125</c:v>
                </c:pt>
                <c:pt idx="13078">
                  <c:v>125</c:v>
                </c:pt>
                <c:pt idx="13079">
                  <c:v>125</c:v>
                </c:pt>
                <c:pt idx="13080">
                  <c:v>125</c:v>
                </c:pt>
                <c:pt idx="13081">
                  <c:v>125</c:v>
                </c:pt>
                <c:pt idx="13082">
                  <c:v>125</c:v>
                </c:pt>
                <c:pt idx="13083">
                  <c:v>125</c:v>
                </c:pt>
                <c:pt idx="13084">
                  <c:v>125</c:v>
                </c:pt>
                <c:pt idx="13085">
                  <c:v>125</c:v>
                </c:pt>
                <c:pt idx="13086">
                  <c:v>125</c:v>
                </c:pt>
                <c:pt idx="13087">
                  <c:v>125</c:v>
                </c:pt>
                <c:pt idx="13088">
                  <c:v>125</c:v>
                </c:pt>
                <c:pt idx="13089">
                  <c:v>125</c:v>
                </c:pt>
                <c:pt idx="13090">
                  <c:v>125</c:v>
                </c:pt>
                <c:pt idx="13091">
                  <c:v>125</c:v>
                </c:pt>
                <c:pt idx="13092">
                  <c:v>125</c:v>
                </c:pt>
                <c:pt idx="13093">
                  <c:v>125</c:v>
                </c:pt>
                <c:pt idx="13094">
                  <c:v>125</c:v>
                </c:pt>
                <c:pt idx="13095">
                  <c:v>125</c:v>
                </c:pt>
                <c:pt idx="13096">
                  <c:v>125</c:v>
                </c:pt>
                <c:pt idx="13097">
                  <c:v>125</c:v>
                </c:pt>
                <c:pt idx="13098">
                  <c:v>125</c:v>
                </c:pt>
                <c:pt idx="13099">
                  <c:v>125</c:v>
                </c:pt>
                <c:pt idx="13100">
                  <c:v>125</c:v>
                </c:pt>
                <c:pt idx="13101">
                  <c:v>125</c:v>
                </c:pt>
                <c:pt idx="13102">
                  <c:v>125</c:v>
                </c:pt>
                <c:pt idx="13103">
                  <c:v>125</c:v>
                </c:pt>
                <c:pt idx="13104">
                  <c:v>125</c:v>
                </c:pt>
                <c:pt idx="13105">
                  <c:v>125</c:v>
                </c:pt>
                <c:pt idx="13106">
                  <c:v>125</c:v>
                </c:pt>
                <c:pt idx="13107">
                  <c:v>125</c:v>
                </c:pt>
                <c:pt idx="13108" formatCode="0.00">
                  <c:v>0</c:v>
                </c:pt>
                <c:pt idx="13109" formatCode="0.00">
                  <c:v>0</c:v>
                </c:pt>
                <c:pt idx="13110" formatCode="0.00">
                  <c:v>0</c:v>
                </c:pt>
                <c:pt idx="13111" formatCode="0.00">
                  <c:v>0</c:v>
                </c:pt>
                <c:pt idx="13112" formatCode="0.00">
                  <c:v>0</c:v>
                </c:pt>
                <c:pt idx="13113" formatCode="0.00">
                  <c:v>0</c:v>
                </c:pt>
                <c:pt idx="13114" formatCode="0.00">
                  <c:v>0</c:v>
                </c:pt>
                <c:pt idx="13115">
                  <c:v>12.5</c:v>
                </c:pt>
                <c:pt idx="13116">
                  <c:v>125</c:v>
                </c:pt>
                <c:pt idx="13117">
                  <c:v>125</c:v>
                </c:pt>
                <c:pt idx="13118">
                  <c:v>125</c:v>
                </c:pt>
                <c:pt idx="13119">
                  <c:v>62.5</c:v>
                </c:pt>
                <c:pt idx="13120">
                  <c:v>125</c:v>
                </c:pt>
                <c:pt idx="13121">
                  <c:v>125</c:v>
                </c:pt>
                <c:pt idx="13122">
                  <c:v>125</c:v>
                </c:pt>
                <c:pt idx="13123">
                  <c:v>125</c:v>
                </c:pt>
                <c:pt idx="13124">
                  <c:v>125</c:v>
                </c:pt>
                <c:pt idx="13125">
                  <c:v>125</c:v>
                </c:pt>
                <c:pt idx="13126">
                  <c:v>125</c:v>
                </c:pt>
                <c:pt idx="13127">
                  <c:v>125</c:v>
                </c:pt>
                <c:pt idx="13128">
                  <c:v>125</c:v>
                </c:pt>
                <c:pt idx="13129">
                  <c:v>112.5</c:v>
                </c:pt>
                <c:pt idx="13130">
                  <c:v>75</c:v>
                </c:pt>
                <c:pt idx="13131">
                  <c:v>62.5</c:v>
                </c:pt>
                <c:pt idx="13132">
                  <c:v>125</c:v>
                </c:pt>
                <c:pt idx="13133">
                  <c:v>125</c:v>
                </c:pt>
                <c:pt idx="13134">
                  <c:v>125</c:v>
                </c:pt>
                <c:pt idx="13135">
                  <c:v>37.5</c:v>
                </c:pt>
                <c:pt idx="13136" formatCode="0.00">
                  <c:v>0</c:v>
                </c:pt>
                <c:pt idx="13137" formatCode="0.00">
                  <c:v>0</c:v>
                </c:pt>
                <c:pt idx="13138" formatCode="0.00">
                  <c:v>0</c:v>
                </c:pt>
                <c:pt idx="13139" formatCode="0.00">
                  <c:v>0</c:v>
                </c:pt>
                <c:pt idx="13140" formatCode="0.00">
                  <c:v>0</c:v>
                </c:pt>
                <c:pt idx="13141" formatCode="0.00">
                  <c:v>0</c:v>
                </c:pt>
                <c:pt idx="13142" formatCode="0.00">
                  <c:v>0</c:v>
                </c:pt>
                <c:pt idx="13143" formatCode="0.00">
                  <c:v>0</c:v>
                </c:pt>
                <c:pt idx="13144" formatCode="0.00">
                  <c:v>0</c:v>
                </c:pt>
                <c:pt idx="13145" formatCode="0.00">
                  <c:v>0</c:v>
                </c:pt>
                <c:pt idx="13146" formatCode="0.00">
                  <c:v>0</c:v>
                </c:pt>
                <c:pt idx="13147" formatCode="0.00">
                  <c:v>0</c:v>
                </c:pt>
                <c:pt idx="13148" formatCode="0.00">
                  <c:v>0</c:v>
                </c:pt>
                <c:pt idx="13149" formatCode="0.00">
                  <c:v>0</c:v>
                </c:pt>
                <c:pt idx="13150" formatCode="0.00">
                  <c:v>0</c:v>
                </c:pt>
                <c:pt idx="13151" formatCode="0.00">
                  <c:v>0</c:v>
                </c:pt>
                <c:pt idx="13152" formatCode="0.00">
                  <c:v>0</c:v>
                </c:pt>
                <c:pt idx="13153" formatCode="0.00">
                  <c:v>0</c:v>
                </c:pt>
                <c:pt idx="13154" formatCode="0.00">
                  <c:v>0</c:v>
                </c:pt>
                <c:pt idx="13155" formatCode="0.00">
                  <c:v>0</c:v>
                </c:pt>
                <c:pt idx="13156" formatCode="0.00">
                  <c:v>0</c:v>
                </c:pt>
                <c:pt idx="13157" formatCode="0.00">
                  <c:v>0</c:v>
                </c:pt>
                <c:pt idx="13158" formatCode="0.00">
                  <c:v>0</c:v>
                </c:pt>
                <c:pt idx="13159" formatCode="0.00">
                  <c:v>0</c:v>
                </c:pt>
                <c:pt idx="13160" formatCode="0.00">
                  <c:v>0</c:v>
                </c:pt>
                <c:pt idx="13161" formatCode="0.00">
                  <c:v>0</c:v>
                </c:pt>
                <c:pt idx="13162" formatCode="0.00">
                  <c:v>0</c:v>
                </c:pt>
                <c:pt idx="13163" formatCode="0.00">
                  <c:v>0</c:v>
                </c:pt>
                <c:pt idx="13164" formatCode="0.00">
                  <c:v>0</c:v>
                </c:pt>
                <c:pt idx="13165" formatCode="0.00">
                  <c:v>0</c:v>
                </c:pt>
                <c:pt idx="13166" formatCode="0.00">
                  <c:v>0</c:v>
                </c:pt>
                <c:pt idx="13167" formatCode="0.00">
                  <c:v>0</c:v>
                </c:pt>
                <c:pt idx="13168" formatCode="0.00">
                  <c:v>0</c:v>
                </c:pt>
                <c:pt idx="13169" formatCode="0.00">
                  <c:v>0</c:v>
                </c:pt>
                <c:pt idx="13170" formatCode="0.00">
                  <c:v>0</c:v>
                </c:pt>
                <c:pt idx="13171" formatCode="0.00">
                  <c:v>0</c:v>
                </c:pt>
                <c:pt idx="13172" formatCode="0.00">
                  <c:v>0</c:v>
                </c:pt>
                <c:pt idx="13173" formatCode="0.00">
                  <c:v>0</c:v>
                </c:pt>
                <c:pt idx="13174" formatCode="0.00">
                  <c:v>0</c:v>
                </c:pt>
                <c:pt idx="13175" formatCode="0.00">
                  <c:v>0</c:v>
                </c:pt>
                <c:pt idx="13176" formatCode="0.00">
                  <c:v>0</c:v>
                </c:pt>
                <c:pt idx="13177" formatCode="0.00">
                  <c:v>0</c:v>
                </c:pt>
                <c:pt idx="13178" formatCode="0.00">
                  <c:v>0</c:v>
                </c:pt>
                <c:pt idx="13179" formatCode="0.00">
                  <c:v>0</c:v>
                </c:pt>
                <c:pt idx="13180" formatCode="0.00">
                  <c:v>0</c:v>
                </c:pt>
                <c:pt idx="13181" formatCode="0.00">
                  <c:v>0</c:v>
                </c:pt>
                <c:pt idx="13182" formatCode="0.00">
                  <c:v>0</c:v>
                </c:pt>
                <c:pt idx="13183" formatCode="0.00">
                  <c:v>0</c:v>
                </c:pt>
                <c:pt idx="13184" formatCode="0.00">
                  <c:v>0</c:v>
                </c:pt>
                <c:pt idx="13185" formatCode="0.00">
                  <c:v>0</c:v>
                </c:pt>
                <c:pt idx="13186" formatCode="0.00">
                  <c:v>0</c:v>
                </c:pt>
                <c:pt idx="13187" formatCode="0.00">
                  <c:v>0</c:v>
                </c:pt>
                <c:pt idx="13188" formatCode="0.00">
                  <c:v>0</c:v>
                </c:pt>
                <c:pt idx="13189" formatCode="0.00">
                  <c:v>0</c:v>
                </c:pt>
                <c:pt idx="13190" formatCode="0.00">
                  <c:v>0</c:v>
                </c:pt>
                <c:pt idx="13191" formatCode="0.00">
                  <c:v>0</c:v>
                </c:pt>
                <c:pt idx="13192" formatCode="0.00">
                  <c:v>0</c:v>
                </c:pt>
                <c:pt idx="13193" formatCode="0.00">
                  <c:v>0</c:v>
                </c:pt>
                <c:pt idx="13194" formatCode="0.00">
                  <c:v>0</c:v>
                </c:pt>
                <c:pt idx="13195" formatCode="0.00">
                  <c:v>0</c:v>
                </c:pt>
                <c:pt idx="13196" formatCode="0.00">
                  <c:v>0</c:v>
                </c:pt>
                <c:pt idx="13197" formatCode="0.00">
                  <c:v>0</c:v>
                </c:pt>
                <c:pt idx="13198" formatCode="0.00">
                  <c:v>0</c:v>
                </c:pt>
                <c:pt idx="13199" formatCode="0.00">
                  <c:v>0</c:v>
                </c:pt>
                <c:pt idx="13200" formatCode="0.00">
                  <c:v>0</c:v>
                </c:pt>
                <c:pt idx="13201" formatCode="0.00">
                  <c:v>0</c:v>
                </c:pt>
                <c:pt idx="13202" formatCode="0.00">
                  <c:v>0</c:v>
                </c:pt>
                <c:pt idx="13203" formatCode="0.00">
                  <c:v>0</c:v>
                </c:pt>
                <c:pt idx="13204" formatCode="0.00">
                  <c:v>0</c:v>
                </c:pt>
                <c:pt idx="13205" formatCode="0.00">
                  <c:v>0</c:v>
                </c:pt>
                <c:pt idx="13206" formatCode="0.00">
                  <c:v>0</c:v>
                </c:pt>
                <c:pt idx="13207" formatCode="0.00">
                  <c:v>0</c:v>
                </c:pt>
                <c:pt idx="13208" formatCode="0.00">
                  <c:v>0</c:v>
                </c:pt>
                <c:pt idx="13209" formatCode="0.00">
                  <c:v>0</c:v>
                </c:pt>
                <c:pt idx="13210" formatCode="0.00">
                  <c:v>0</c:v>
                </c:pt>
                <c:pt idx="13211" formatCode="0.00">
                  <c:v>0</c:v>
                </c:pt>
                <c:pt idx="13212" formatCode="0.00">
                  <c:v>0</c:v>
                </c:pt>
                <c:pt idx="13213" formatCode="0.00">
                  <c:v>0</c:v>
                </c:pt>
                <c:pt idx="13214" formatCode="0.00">
                  <c:v>0</c:v>
                </c:pt>
                <c:pt idx="13215" formatCode="0.00">
                  <c:v>0</c:v>
                </c:pt>
                <c:pt idx="13216" formatCode="0.00">
                  <c:v>0</c:v>
                </c:pt>
                <c:pt idx="13217" formatCode="0.00">
                  <c:v>0</c:v>
                </c:pt>
                <c:pt idx="13218" formatCode="0.00">
                  <c:v>0</c:v>
                </c:pt>
                <c:pt idx="13219" formatCode="0.00">
                  <c:v>0</c:v>
                </c:pt>
                <c:pt idx="13220" formatCode="0.00">
                  <c:v>0</c:v>
                </c:pt>
                <c:pt idx="13221" formatCode="0.00">
                  <c:v>0</c:v>
                </c:pt>
                <c:pt idx="13222" formatCode="0.00">
                  <c:v>0</c:v>
                </c:pt>
                <c:pt idx="13223" formatCode="0.00">
                  <c:v>0</c:v>
                </c:pt>
                <c:pt idx="13224" formatCode="0.00">
                  <c:v>0</c:v>
                </c:pt>
                <c:pt idx="13225" formatCode="0.00">
                  <c:v>0</c:v>
                </c:pt>
                <c:pt idx="13226" formatCode="0.00">
                  <c:v>0</c:v>
                </c:pt>
                <c:pt idx="13227" formatCode="0.00">
                  <c:v>0</c:v>
                </c:pt>
                <c:pt idx="13228" formatCode="0.00">
                  <c:v>0</c:v>
                </c:pt>
                <c:pt idx="13229" formatCode="0.00">
                  <c:v>0</c:v>
                </c:pt>
                <c:pt idx="13230" formatCode="0.00">
                  <c:v>0</c:v>
                </c:pt>
                <c:pt idx="13231" formatCode="0.00">
                  <c:v>0</c:v>
                </c:pt>
                <c:pt idx="13232" formatCode="0.00">
                  <c:v>0</c:v>
                </c:pt>
                <c:pt idx="13233" formatCode="0.00">
                  <c:v>0</c:v>
                </c:pt>
                <c:pt idx="13234" formatCode="0.00">
                  <c:v>0</c:v>
                </c:pt>
                <c:pt idx="13235" formatCode="0.00">
                  <c:v>0</c:v>
                </c:pt>
                <c:pt idx="13236">
                  <c:v>50</c:v>
                </c:pt>
                <c:pt idx="13237">
                  <c:v>50</c:v>
                </c:pt>
                <c:pt idx="13238">
                  <c:v>50</c:v>
                </c:pt>
                <c:pt idx="13239">
                  <c:v>50</c:v>
                </c:pt>
                <c:pt idx="13240">
                  <c:v>50</c:v>
                </c:pt>
                <c:pt idx="13241">
                  <c:v>50</c:v>
                </c:pt>
                <c:pt idx="13242">
                  <c:v>50</c:v>
                </c:pt>
                <c:pt idx="13243">
                  <c:v>50</c:v>
                </c:pt>
                <c:pt idx="13244">
                  <c:v>50</c:v>
                </c:pt>
                <c:pt idx="13245">
                  <c:v>50</c:v>
                </c:pt>
                <c:pt idx="13246">
                  <c:v>50</c:v>
                </c:pt>
                <c:pt idx="13247">
                  <c:v>50</c:v>
                </c:pt>
                <c:pt idx="13248">
                  <c:v>50</c:v>
                </c:pt>
                <c:pt idx="13249" formatCode="0.00">
                  <c:v>0</c:v>
                </c:pt>
                <c:pt idx="13250" formatCode="0.00">
                  <c:v>0</c:v>
                </c:pt>
                <c:pt idx="13251" formatCode="0.00">
                  <c:v>0</c:v>
                </c:pt>
                <c:pt idx="13252" formatCode="0.00">
                  <c:v>0</c:v>
                </c:pt>
                <c:pt idx="13253" formatCode="0.00">
                  <c:v>0</c:v>
                </c:pt>
                <c:pt idx="13254" formatCode="0.00">
                  <c:v>0</c:v>
                </c:pt>
                <c:pt idx="13255" formatCode="0.00">
                  <c:v>0</c:v>
                </c:pt>
                <c:pt idx="13256" formatCode="0.00">
                  <c:v>0</c:v>
                </c:pt>
                <c:pt idx="13257" formatCode="0.00">
                  <c:v>0</c:v>
                </c:pt>
                <c:pt idx="13258" formatCode="0.00">
                  <c:v>0</c:v>
                </c:pt>
                <c:pt idx="13259" formatCode="0.00">
                  <c:v>0</c:v>
                </c:pt>
                <c:pt idx="13260" formatCode="0.00">
                  <c:v>0</c:v>
                </c:pt>
                <c:pt idx="13261" formatCode="0.00">
                  <c:v>0</c:v>
                </c:pt>
                <c:pt idx="13262" formatCode="0.00">
                  <c:v>0</c:v>
                </c:pt>
                <c:pt idx="13263" formatCode="0.00">
                  <c:v>0</c:v>
                </c:pt>
                <c:pt idx="13264" formatCode="0.00">
                  <c:v>0</c:v>
                </c:pt>
                <c:pt idx="13265" formatCode="0.00">
                  <c:v>0</c:v>
                </c:pt>
                <c:pt idx="13266" formatCode="0.00">
                  <c:v>0</c:v>
                </c:pt>
                <c:pt idx="13267" formatCode="0.00">
                  <c:v>0</c:v>
                </c:pt>
                <c:pt idx="13268" formatCode="0.00">
                  <c:v>0</c:v>
                </c:pt>
                <c:pt idx="13269" formatCode="0.00">
                  <c:v>0</c:v>
                </c:pt>
                <c:pt idx="13270" formatCode="0.00">
                  <c:v>0</c:v>
                </c:pt>
                <c:pt idx="13271" formatCode="0.00">
                  <c:v>0</c:v>
                </c:pt>
                <c:pt idx="13272" formatCode="0.00">
                  <c:v>0</c:v>
                </c:pt>
                <c:pt idx="13273" formatCode="0.00">
                  <c:v>0</c:v>
                </c:pt>
                <c:pt idx="13274" formatCode="0.00">
                  <c:v>0</c:v>
                </c:pt>
                <c:pt idx="13275" formatCode="0.00">
                  <c:v>0</c:v>
                </c:pt>
                <c:pt idx="13276">
                  <c:v>125</c:v>
                </c:pt>
                <c:pt idx="13277">
                  <c:v>125</c:v>
                </c:pt>
                <c:pt idx="13278">
                  <c:v>125</c:v>
                </c:pt>
                <c:pt idx="13279">
                  <c:v>125</c:v>
                </c:pt>
                <c:pt idx="13280">
                  <c:v>125</c:v>
                </c:pt>
                <c:pt idx="13281">
                  <c:v>125</c:v>
                </c:pt>
                <c:pt idx="13282">
                  <c:v>125</c:v>
                </c:pt>
                <c:pt idx="13283">
                  <c:v>125</c:v>
                </c:pt>
                <c:pt idx="13284">
                  <c:v>125</c:v>
                </c:pt>
                <c:pt idx="13285">
                  <c:v>125</c:v>
                </c:pt>
                <c:pt idx="13286">
                  <c:v>125</c:v>
                </c:pt>
                <c:pt idx="13287">
                  <c:v>125</c:v>
                </c:pt>
                <c:pt idx="13288">
                  <c:v>125</c:v>
                </c:pt>
                <c:pt idx="13289">
                  <c:v>125</c:v>
                </c:pt>
                <c:pt idx="13290">
                  <c:v>125</c:v>
                </c:pt>
                <c:pt idx="13291">
                  <c:v>125</c:v>
                </c:pt>
                <c:pt idx="13292">
                  <c:v>125</c:v>
                </c:pt>
                <c:pt idx="13293">
                  <c:v>125</c:v>
                </c:pt>
                <c:pt idx="13294">
                  <c:v>125</c:v>
                </c:pt>
                <c:pt idx="13295">
                  <c:v>125</c:v>
                </c:pt>
                <c:pt idx="13296">
                  <c:v>125</c:v>
                </c:pt>
                <c:pt idx="13297">
                  <c:v>125</c:v>
                </c:pt>
                <c:pt idx="13298">
                  <c:v>125</c:v>
                </c:pt>
                <c:pt idx="13299">
                  <c:v>125</c:v>
                </c:pt>
                <c:pt idx="13300">
                  <c:v>125</c:v>
                </c:pt>
                <c:pt idx="13301">
                  <c:v>125</c:v>
                </c:pt>
                <c:pt idx="13302" formatCode="0.00">
                  <c:v>0</c:v>
                </c:pt>
                <c:pt idx="13303" formatCode="0.00">
                  <c:v>0</c:v>
                </c:pt>
                <c:pt idx="13304" formatCode="0.00">
                  <c:v>0</c:v>
                </c:pt>
                <c:pt idx="13305" formatCode="0.00">
                  <c:v>0</c:v>
                </c:pt>
                <c:pt idx="13306" formatCode="0.00">
                  <c:v>0</c:v>
                </c:pt>
                <c:pt idx="13307" formatCode="0.00">
                  <c:v>0</c:v>
                </c:pt>
                <c:pt idx="13308" formatCode="0.00">
                  <c:v>0</c:v>
                </c:pt>
                <c:pt idx="13309" formatCode="0.00">
                  <c:v>0</c:v>
                </c:pt>
                <c:pt idx="13310" formatCode="0.00">
                  <c:v>0</c:v>
                </c:pt>
                <c:pt idx="13311" formatCode="0.00">
                  <c:v>0</c:v>
                </c:pt>
                <c:pt idx="13312" formatCode="0.00">
                  <c:v>0</c:v>
                </c:pt>
                <c:pt idx="13313" formatCode="0.00">
                  <c:v>0</c:v>
                </c:pt>
                <c:pt idx="13314" formatCode="0.00">
                  <c:v>0</c:v>
                </c:pt>
                <c:pt idx="13315" formatCode="0.00">
                  <c:v>0</c:v>
                </c:pt>
                <c:pt idx="13316" formatCode="0.00">
                  <c:v>0</c:v>
                </c:pt>
                <c:pt idx="13317" formatCode="0.00">
                  <c:v>0</c:v>
                </c:pt>
                <c:pt idx="13318" formatCode="0.00">
                  <c:v>0</c:v>
                </c:pt>
                <c:pt idx="13319" formatCode="0.00">
                  <c:v>0</c:v>
                </c:pt>
                <c:pt idx="13320" formatCode="0.00">
                  <c:v>0</c:v>
                </c:pt>
                <c:pt idx="13321" formatCode="0.00">
                  <c:v>0</c:v>
                </c:pt>
                <c:pt idx="13322" formatCode="0.00">
                  <c:v>0</c:v>
                </c:pt>
                <c:pt idx="13323" formatCode="0.00">
                  <c:v>0</c:v>
                </c:pt>
                <c:pt idx="13324" formatCode="0.00">
                  <c:v>0</c:v>
                </c:pt>
                <c:pt idx="13325" formatCode="0.00">
                  <c:v>0</c:v>
                </c:pt>
                <c:pt idx="13326" formatCode="0.00">
                  <c:v>0</c:v>
                </c:pt>
                <c:pt idx="13327" formatCode="0.00">
                  <c:v>0</c:v>
                </c:pt>
                <c:pt idx="13328" formatCode="0.00">
                  <c:v>0</c:v>
                </c:pt>
                <c:pt idx="13329" formatCode="0.00">
                  <c:v>0</c:v>
                </c:pt>
                <c:pt idx="13330" formatCode="0.00">
                  <c:v>0</c:v>
                </c:pt>
                <c:pt idx="13331" formatCode="0.00">
                  <c:v>0</c:v>
                </c:pt>
                <c:pt idx="13332" formatCode="0.00">
                  <c:v>0</c:v>
                </c:pt>
                <c:pt idx="13333" formatCode="0.00">
                  <c:v>0</c:v>
                </c:pt>
                <c:pt idx="13334" formatCode="0.00">
                  <c:v>0</c:v>
                </c:pt>
                <c:pt idx="13335" formatCode="0.00">
                  <c:v>0</c:v>
                </c:pt>
                <c:pt idx="13336" formatCode="0.00">
                  <c:v>0</c:v>
                </c:pt>
                <c:pt idx="13337" formatCode="0.00">
                  <c:v>0</c:v>
                </c:pt>
                <c:pt idx="13338" formatCode="0.00">
                  <c:v>0</c:v>
                </c:pt>
                <c:pt idx="13339" formatCode="0.00">
                  <c:v>0</c:v>
                </c:pt>
                <c:pt idx="13340" formatCode="0.00">
                  <c:v>0</c:v>
                </c:pt>
                <c:pt idx="13341" formatCode="0.00">
                  <c:v>0</c:v>
                </c:pt>
                <c:pt idx="13342" formatCode="0.00">
                  <c:v>0</c:v>
                </c:pt>
                <c:pt idx="13343" formatCode="0.00">
                  <c:v>0</c:v>
                </c:pt>
                <c:pt idx="13344" formatCode="0.00">
                  <c:v>0</c:v>
                </c:pt>
                <c:pt idx="13345" formatCode="0.00">
                  <c:v>0</c:v>
                </c:pt>
                <c:pt idx="13346" formatCode="0.00">
                  <c:v>0</c:v>
                </c:pt>
                <c:pt idx="13347" formatCode="0.00">
                  <c:v>0</c:v>
                </c:pt>
                <c:pt idx="13348" formatCode="0.00">
                  <c:v>0</c:v>
                </c:pt>
                <c:pt idx="13349" formatCode="0.00">
                  <c:v>0</c:v>
                </c:pt>
                <c:pt idx="13350" formatCode="0.00">
                  <c:v>0</c:v>
                </c:pt>
                <c:pt idx="13351" formatCode="0.00">
                  <c:v>0</c:v>
                </c:pt>
                <c:pt idx="13352" formatCode="0.00">
                  <c:v>0</c:v>
                </c:pt>
                <c:pt idx="13353" formatCode="0.00">
                  <c:v>0</c:v>
                </c:pt>
                <c:pt idx="13354" formatCode="0.00">
                  <c:v>0</c:v>
                </c:pt>
                <c:pt idx="13355" formatCode="0.00">
                  <c:v>0</c:v>
                </c:pt>
                <c:pt idx="13356" formatCode="0.00">
                  <c:v>0</c:v>
                </c:pt>
                <c:pt idx="13357" formatCode="0.00">
                  <c:v>0</c:v>
                </c:pt>
                <c:pt idx="13358" formatCode="0.00">
                  <c:v>0</c:v>
                </c:pt>
                <c:pt idx="13359" formatCode="0.00">
                  <c:v>0</c:v>
                </c:pt>
                <c:pt idx="13360" formatCode="0.00">
                  <c:v>0</c:v>
                </c:pt>
                <c:pt idx="13361" formatCode="0.00">
                  <c:v>0</c:v>
                </c:pt>
                <c:pt idx="13362" formatCode="0.00">
                  <c:v>0</c:v>
                </c:pt>
                <c:pt idx="13363" formatCode="0.00">
                  <c:v>0</c:v>
                </c:pt>
                <c:pt idx="13364" formatCode="0.00">
                  <c:v>0</c:v>
                </c:pt>
                <c:pt idx="13365" formatCode="0.00">
                  <c:v>0</c:v>
                </c:pt>
                <c:pt idx="13366" formatCode="0.00">
                  <c:v>0</c:v>
                </c:pt>
                <c:pt idx="13367" formatCode="0.00">
                  <c:v>0</c:v>
                </c:pt>
                <c:pt idx="13368" formatCode="0.00">
                  <c:v>0</c:v>
                </c:pt>
                <c:pt idx="13369" formatCode="0.00">
                  <c:v>0</c:v>
                </c:pt>
                <c:pt idx="13370" formatCode="0.00">
                  <c:v>0</c:v>
                </c:pt>
                <c:pt idx="13371" formatCode="0.00">
                  <c:v>0</c:v>
                </c:pt>
                <c:pt idx="13372" formatCode="0.00">
                  <c:v>0</c:v>
                </c:pt>
                <c:pt idx="13373" formatCode="0.00">
                  <c:v>0</c:v>
                </c:pt>
                <c:pt idx="13374" formatCode="0.00">
                  <c:v>0</c:v>
                </c:pt>
                <c:pt idx="13375" formatCode="0.00">
                  <c:v>0</c:v>
                </c:pt>
                <c:pt idx="13376" formatCode="0.00">
                  <c:v>0</c:v>
                </c:pt>
                <c:pt idx="13377" formatCode="0.00">
                  <c:v>0</c:v>
                </c:pt>
                <c:pt idx="13378" formatCode="0.00">
                  <c:v>0</c:v>
                </c:pt>
                <c:pt idx="13379" formatCode="0.00">
                  <c:v>0</c:v>
                </c:pt>
                <c:pt idx="13380" formatCode="0.00">
                  <c:v>0</c:v>
                </c:pt>
                <c:pt idx="13381" formatCode="0.00">
                  <c:v>0</c:v>
                </c:pt>
                <c:pt idx="13382" formatCode="0.00">
                  <c:v>0</c:v>
                </c:pt>
                <c:pt idx="13383" formatCode="0.00">
                  <c:v>0</c:v>
                </c:pt>
                <c:pt idx="13384" formatCode="0.00">
                  <c:v>0</c:v>
                </c:pt>
                <c:pt idx="13385" formatCode="0.00">
                  <c:v>0</c:v>
                </c:pt>
                <c:pt idx="13386" formatCode="0.00">
                  <c:v>0</c:v>
                </c:pt>
                <c:pt idx="13387" formatCode="0.00">
                  <c:v>0</c:v>
                </c:pt>
                <c:pt idx="13388" formatCode="0.00">
                  <c:v>0</c:v>
                </c:pt>
                <c:pt idx="13389" formatCode="0.00">
                  <c:v>0</c:v>
                </c:pt>
                <c:pt idx="13390" formatCode="0.00">
                  <c:v>0</c:v>
                </c:pt>
                <c:pt idx="13391" formatCode="0.00">
                  <c:v>0</c:v>
                </c:pt>
                <c:pt idx="13392" formatCode="0.00">
                  <c:v>0</c:v>
                </c:pt>
                <c:pt idx="13393" formatCode="0.00">
                  <c:v>0</c:v>
                </c:pt>
                <c:pt idx="13394" formatCode="0.00">
                  <c:v>0</c:v>
                </c:pt>
                <c:pt idx="13395" formatCode="0.00">
                  <c:v>0</c:v>
                </c:pt>
                <c:pt idx="13396" formatCode="0.00">
                  <c:v>0</c:v>
                </c:pt>
                <c:pt idx="13397" formatCode="0.00">
                  <c:v>0</c:v>
                </c:pt>
                <c:pt idx="13398" formatCode="0.00">
                  <c:v>0</c:v>
                </c:pt>
                <c:pt idx="13399" formatCode="0.00">
                  <c:v>0</c:v>
                </c:pt>
                <c:pt idx="13400" formatCode="0.00">
                  <c:v>0</c:v>
                </c:pt>
                <c:pt idx="13401" formatCode="0.00">
                  <c:v>0</c:v>
                </c:pt>
                <c:pt idx="13402" formatCode="0.00">
                  <c:v>0</c:v>
                </c:pt>
                <c:pt idx="13403" formatCode="0.00">
                  <c:v>0</c:v>
                </c:pt>
                <c:pt idx="13404" formatCode="0.00">
                  <c:v>0</c:v>
                </c:pt>
                <c:pt idx="13405" formatCode="0.00">
                  <c:v>0</c:v>
                </c:pt>
                <c:pt idx="13406" formatCode="0.00">
                  <c:v>0</c:v>
                </c:pt>
                <c:pt idx="13407" formatCode="0.00">
                  <c:v>0</c:v>
                </c:pt>
                <c:pt idx="13408" formatCode="0.00">
                  <c:v>0</c:v>
                </c:pt>
                <c:pt idx="13409" formatCode="0.00">
                  <c:v>0</c:v>
                </c:pt>
                <c:pt idx="13410" formatCode="0.00">
                  <c:v>0</c:v>
                </c:pt>
                <c:pt idx="13411" formatCode="0.00">
                  <c:v>0</c:v>
                </c:pt>
                <c:pt idx="13412" formatCode="0.00">
                  <c:v>0</c:v>
                </c:pt>
                <c:pt idx="13413" formatCode="0.00">
                  <c:v>0</c:v>
                </c:pt>
                <c:pt idx="13414" formatCode="0.00">
                  <c:v>0</c:v>
                </c:pt>
                <c:pt idx="13415" formatCode="0.00">
                  <c:v>0</c:v>
                </c:pt>
                <c:pt idx="13416" formatCode="0.00">
                  <c:v>0</c:v>
                </c:pt>
                <c:pt idx="13417" formatCode="0.00">
                  <c:v>0</c:v>
                </c:pt>
                <c:pt idx="13418" formatCode="0.00">
                  <c:v>0</c:v>
                </c:pt>
                <c:pt idx="13419" formatCode="0.00">
                  <c:v>0</c:v>
                </c:pt>
                <c:pt idx="13420" formatCode="0.00">
                  <c:v>0</c:v>
                </c:pt>
                <c:pt idx="13421" formatCode="0.00">
                  <c:v>0</c:v>
                </c:pt>
                <c:pt idx="13422" formatCode="0.00">
                  <c:v>0</c:v>
                </c:pt>
                <c:pt idx="13423" formatCode="0.00">
                  <c:v>0</c:v>
                </c:pt>
                <c:pt idx="13424" formatCode="0.00">
                  <c:v>0</c:v>
                </c:pt>
                <c:pt idx="13425" formatCode="0.00">
                  <c:v>0</c:v>
                </c:pt>
                <c:pt idx="13426" formatCode="0.00">
                  <c:v>0</c:v>
                </c:pt>
                <c:pt idx="13427" formatCode="0.00">
                  <c:v>0</c:v>
                </c:pt>
                <c:pt idx="13428" formatCode="0.00">
                  <c:v>0</c:v>
                </c:pt>
                <c:pt idx="13429" formatCode="0.00">
                  <c:v>0</c:v>
                </c:pt>
                <c:pt idx="13430" formatCode="0.00">
                  <c:v>0</c:v>
                </c:pt>
                <c:pt idx="13431" formatCode="0.00">
                  <c:v>0</c:v>
                </c:pt>
                <c:pt idx="13432" formatCode="0.00">
                  <c:v>0</c:v>
                </c:pt>
                <c:pt idx="13433" formatCode="0.00">
                  <c:v>0</c:v>
                </c:pt>
                <c:pt idx="13434" formatCode="0.00">
                  <c:v>0</c:v>
                </c:pt>
                <c:pt idx="13435" formatCode="0.00">
                  <c:v>0</c:v>
                </c:pt>
                <c:pt idx="13436" formatCode="0.00">
                  <c:v>0</c:v>
                </c:pt>
                <c:pt idx="13437" formatCode="0.00">
                  <c:v>0</c:v>
                </c:pt>
                <c:pt idx="13438" formatCode="0.00">
                  <c:v>0</c:v>
                </c:pt>
                <c:pt idx="13439" formatCode="0.00">
                  <c:v>0</c:v>
                </c:pt>
                <c:pt idx="13440" formatCode="0.00">
                  <c:v>0</c:v>
                </c:pt>
                <c:pt idx="13441" formatCode="0.00">
                  <c:v>0</c:v>
                </c:pt>
                <c:pt idx="13442" formatCode="0.00">
                  <c:v>0</c:v>
                </c:pt>
                <c:pt idx="13443" formatCode="0.00">
                  <c:v>0</c:v>
                </c:pt>
                <c:pt idx="13444" formatCode="0.00">
                  <c:v>0</c:v>
                </c:pt>
                <c:pt idx="13445" formatCode="0.00">
                  <c:v>0</c:v>
                </c:pt>
                <c:pt idx="13446" formatCode="0.00">
                  <c:v>0</c:v>
                </c:pt>
                <c:pt idx="13447" formatCode="0.00">
                  <c:v>0</c:v>
                </c:pt>
                <c:pt idx="13448" formatCode="0.00">
                  <c:v>0</c:v>
                </c:pt>
                <c:pt idx="13449" formatCode="0.00">
                  <c:v>0</c:v>
                </c:pt>
                <c:pt idx="13450" formatCode="0.00">
                  <c:v>0</c:v>
                </c:pt>
                <c:pt idx="13451" formatCode="0.00">
                  <c:v>0</c:v>
                </c:pt>
                <c:pt idx="13452" formatCode="0.00">
                  <c:v>0</c:v>
                </c:pt>
                <c:pt idx="13453" formatCode="0.00">
                  <c:v>0</c:v>
                </c:pt>
                <c:pt idx="13454" formatCode="0.00">
                  <c:v>0</c:v>
                </c:pt>
                <c:pt idx="13455" formatCode="0.00">
                  <c:v>0</c:v>
                </c:pt>
                <c:pt idx="13456" formatCode="0.00">
                  <c:v>0</c:v>
                </c:pt>
                <c:pt idx="13457" formatCode="0.00">
                  <c:v>0</c:v>
                </c:pt>
                <c:pt idx="13458" formatCode="0.00">
                  <c:v>0</c:v>
                </c:pt>
                <c:pt idx="13459" formatCode="0.00">
                  <c:v>0</c:v>
                </c:pt>
                <c:pt idx="13460" formatCode="0.00">
                  <c:v>0</c:v>
                </c:pt>
                <c:pt idx="13461" formatCode="0.00">
                  <c:v>0</c:v>
                </c:pt>
                <c:pt idx="13462" formatCode="0.00">
                  <c:v>0</c:v>
                </c:pt>
                <c:pt idx="13463" formatCode="0.00">
                  <c:v>0</c:v>
                </c:pt>
                <c:pt idx="13464" formatCode="0.00">
                  <c:v>0</c:v>
                </c:pt>
                <c:pt idx="13465" formatCode="0.00">
                  <c:v>0</c:v>
                </c:pt>
                <c:pt idx="13466" formatCode="0.00">
                  <c:v>0</c:v>
                </c:pt>
                <c:pt idx="13467" formatCode="0.00">
                  <c:v>0</c:v>
                </c:pt>
                <c:pt idx="13468" formatCode="0.00">
                  <c:v>0</c:v>
                </c:pt>
                <c:pt idx="13469" formatCode="0.00">
                  <c:v>0</c:v>
                </c:pt>
                <c:pt idx="13470" formatCode="0.00">
                  <c:v>0</c:v>
                </c:pt>
                <c:pt idx="13471" formatCode="0.00">
                  <c:v>0</c:v>
                </c:pt>
                <c:pt idx="13472" formatCode="0.00">
                  <c:v>0</c:v>
                </c:pt>
                <c:pt idx="13473" formatCode="0.00">
                  <c:v>0</c:v>
                </c:pt>
                <c:pt idx="13474" formatCode="0.00">
                  <c:v>0</c:v>
                </c:pt>
                <c:pt idx="13475" formatCode="0.00">
                  <c:v>0</c:v>
                </c:pt>
                <c:pt idx="13476" formatCode="0.00">
                  <c:v>0</c:v>
                </c:pt>
                <c:pt idx="13477" formatCode="0.00">
                  <c:v>0</c:v>
                </c:pt>
                <c:pt idx="13478" formatCode="0.00">
                  <c:v>0</c:v>
                </c:pt>
                <c:pt idx="13479" formatCode="0.00">
                  <c:v>0</c:v>
                </c:pt>
                <c:pt idx="13480" formatCode="0.00">
                  <c:v>0</c:v>
                </c:pt>
                <c:pt idx="13481" formatCode="0.00">
                  <c:v>0</c:v>
                </c:pt>
                <c:pt idx="13482" formatCode="0.00">
                  <c:v>0</c:v>
                </c:pt>
                <c:pt idx="13483" formatCode="0.00">
                  <c:v>0</c:v>
                </c:pt>
                <c:pt idx="13484" formatCode="0.00">
                  <c:v>0</c:v>
                </c:pt>
                <c:pt idx="13485" formatCode="0.00">
                  <c:v>0</c:v>
                </c:pt>
                <c:pt idx="13486" formatCode="0.00">
                  <c:v>0</c:v>
                </c:pt>
                <c:pt idx="13487" formatCode="0.00">
                  <c:v>0</c:v>
                </c:pt>
                <c:pt idx="13488" formatCode="0.00">
                  <c:v>0</c:v>
                </c:pt>
                <c:pt idx="13489" formatCode="0.00">
                  <c:v>0</c:v>
                </c:pt>
                <c:pt idx="13490" formatCode="0.00">
                  <c:v>0</c:v>
                </c:pt>
                <c:pt idx="13491" formatCode="0.00">
                  <c:v>0</c:v>
                </c:pt>
                <c:pt idx="13492" formatCode="0.00">
                  <c:v>0</c:v>
                </c:pt>
                <c:pt idx="13493" formatCode="0.00">
                  <c:v>0</c:v>
                </c:pt>
                <c:pt idx="13494" formatCode="0.00">
                  <c:v>0</c:v>
                </c:pt>
                <c:pt idx="13495" formatCode="0.00">
                  <c:v>0</c:v>
                </c:pt>
                <c:pt idx="13496" formatCode="0.00">
                  <c:v>0</c:v>
                </c:pt>
                <c:pt idx="13497" formatCode="0.00">
                  <c:v>0</c:v>
                </c:pt>
                <c:pt idx="13498" formatCode="0.00">
                  <c:v>0</c:v>
                </c:pt>
                <c:pt idx="13499" formatCode="0.00">
                  <c:v>0</c:v>
                </c:pt>
                <c:pt idx="13500" formatCode="0.00">
                  <c:v>0</c:v>
                </c:pt>
                <c:pt idx="13501" formatCode="0.00">
                  <c:v>0</c:v>
                </c:pt>
                <c:pt idx="13502" formatCode="0.00">
                  <c:v>0</c:v>
                </c:pt>
                <c:pt idx="13503" formatCode="0.00">
                  <c:v>0</c:v>
                </c:pt>
                <c:pt idx="13504" formatCode="0.00">
                  <c:v>0</c:v>
                </c:pt>
                <c:pt idx="13505" formatCode="0.00">
                  <c:v>0</c:v>
                </c:pt>
                <c:pt idx="13506" formatCode="0.00">
                  <c:v>0</c:v>
                </c:pt>
                <c:pt idx="13507" formatCode="0.00">
                  <c:v>0</c:v>
                </c:pt>
                <c:pt idx="13508" formatCode="0.00">
                  <c:v>0</c:v>
                </c:pt>
                <c:pt idx="13509" formatCode="0.00">
                  <c:v>0</c:v>
                </c:pt>
                <c:pt idx="13510" formatCode="0.00">
                  <c:v>0</c:v>
                </c:pt>
                <c:pt idx="13511" formatCode="0.00">
                  <c:v>0</c:v>
                </c:pt>
                <c:pt idx="13512" formatCode="0.00">
                  <c:v>0</c:v>
                </c:pt>
                <c:pt idx="13513" formatCode="0.00">
                  <c:v>0</c:v>
                </c:pt>
                <c:pt idx="13514" formatCode="0.00">
                  <c:v>0</c:v>
                </c:pt>
                <c:pt idx="13515" formatCode="0.00">
                  <c:v>0</c:v>
                </c:pt>
                <c:pt idx="13516" formatCode="0.00">
                  <c:v>0</c:v>
                </c:pt>
                <c:pt idx="13517" formatCode="0.00">
                  <c:v>0</c:v>
                </c:pt>
                <c:pt idx="13518" formatCode="0.00">
                  <c:v>0</c:v>
                </c:pt>
                <c:pt idx="13519" formatCode="0.00">
                  <c:v>0</c:v>
                </c:pt>
                <c:pt idx="13520" formatCode="0.00">
                  <c:v>0</c:v>
                </c:pt>
                <c:pt idx="13521" formatCode="0.00">
                  <c:v>0</c:v>
                </c:pt>
                <c:pt idx="13522" formatCode="0.00">
                  <c:v>0</c:v>
                </c:pt>
                <c:pt idx="13523" formatCode="0.00">
                  <c:v>0</c:v>
                </c:pt>
                <c:pt idx="13524" formatCode="0.00">
                  <c:v>0</c:v>
                </c:pt>
                <c:pt idx="13525" formatCode="0.00">
                  <c:v>0</c:v>
                </c:pt>
                <c:pt idx="13526" formatCode="0.00">
                  <c:v>0</c:v>
                </c:pt>
                <c:pt idx="13527" formatCode="0.00">
                  <c:v>0</c:v>
                </c:pt>
                <c:pt idx="13528" formatCode="0.00">
                  <c:v>0</c:v>
                </c:pt>
                <c:pt idx="13529" formatCode="0.00">
                  <c:v>0</c:v>
                </c:pt>
                <c:pt idx="13530" formatCode="0.00">
                  <c:v>0</c:v>
                </c:pt>
                <c:pt idx="13531" formatCode="0.00">
                  <c:v>0</c:v>
                </c:pt>
                <c:pt idx="13532" formatCode="0.00">
                  <c:v>0</c:v>
                </c:pt>
                <c:pt idx="13533" formatCode="0.00">
                  <c:v>0</c:v>
                </c:pt>
                <c:pt idx="13534" formatCode="0.00">
                  <c:v>0</c:v>
                </c:pt>
                <c:pt idx="13535" formatCode="0.00">
                  <c:v>0</c:v>
                </c:pt>
                <c:pt idx="13536" formatCode="0.00">
                  <c:v>0</c:v>
                </c:pt>
                <c:pt idx="13537" formatCode="0.00">
                  <c:v>0</c:v>
                </c:pt>
                <c:pt idx="13538" formatCode="0.00">
                  <c:v>0</c:v>
                </c:pt>
                <c:pt idx="13539" formatCode="0.00">
                  <c:v>0</c:v>
                </c:pt>
                <c:pt idx="13540" formatCode="0.00">
                  <c:v>0</c:v>
                </c:pt>
                <c:pt idx="13541" formatCode="0.00">
                  <c:v>0</c:v>
                </c:pt>
                <c:pt idx="13542" formatCode="0.00">
                  <c:v>0</c:v>
                </c:pt>
                <c:pt idx="13543" formatCode="0.00">
                  <c:v>0</c:v>
                </c:pt>
                <c:pt idx="13544" formatCode="0.00">
                  <c:v>0</c:v>
                </c:pt>
                <c:pt idx="13545" formatCode="0.00">
                  <c:v>0</c:v>
                </c:pt>
                <c:pt idx="13546" formatCode="0.00">
                  <c:v>0</c:v>
                </c:pt>
                <c:pt idx="13547" formatCode="0.00">
                  <c:v>0</c:v>
                </c:pt>
                <c:pt idx="13548" formatCode="0.00">
                  <c:v>0</c:v>
                </c:pt>
                <c:pt idx="13549" formatCode="0.00">
                  <c:v>0</c:v>
                </c:pt>
                <c:pt idx="13550" formatCode="0.00">
                  <c:v>0</c:v>
                </c:pt>
                <c:pt idx="13551" formatCode="0.00">
                  <c:v>0</c:v>
                </c:pt>
                <c:pt idx="13552" formatCode="0.00">
                  <c:v>0</c:v>
                </c:pt>
                <c:pt idx="13553" formatCode="0.00">
                  <c:v>0</c:v>
                </c:pt>
                <c:pt idx="13554" formatCode="0.00">
                  <c:v>0</c:v>
                </c:pt>
                <c:pt idx="13555" formatCode="0.00">
                  <c:v>0</c:v>
                </c:pt>
                <c:pt idx="13556">
                  <c:v>12.5</c:v>
                </c:pt>
                <c:pt idx="13557">
                  <c:v>75</c:v>
                </c:pt>
                <c:pt idx="13558">
                  <c:v>62.75</c:v>
                </c:pt>
                <c:pt idx="13559">
                  <c:v>62.75</c:v>
                </c:pt>
                <c:pt idx="13560">
                  <c:v>63</c:v>
                </c:pt>
                <c:pt idx="13561">
                  <c:v>63</c:v>
                </c:pt>
                <c:pt idx="13562">
                  <c:v>75.63</c:v>
                </c:pt>
                <c:pt idx="13563">
                  <c:v>100.63</c:v>
                </c:pt>
                <c:pt idx="13564">
                  <c:v>100.95</c:v>
                </c:pt>
                <c:pt idx="13565">
                  <c:v>100.95</c:v>
                </c:pt>
                <c:pt idx="13566">
                  <c:v>125</c:v>
                </c:pt>
                <c:pt idx="13567">
                  <c:v>125</c:v>
                </c:pt>
                <c:pt idx="13568">
                  <c:v>125</c:v>
                </c:pt>
                <c:pt idx="13569">
                  <c:v>125</c:v>
                </c:pt>
                <c:pt idx="13570">
                  <c:v>125</c:v>
                </c:pt>
                <c:pt idx="13571">
                  <c:v>125</c:v>
                </c:pt>
                <c:pt idx="13572">
                  <c:v>125</c:v>
                </c:pt>
                <c:pt idx="13573">
                  <c:v>125</c:v>
                </c:pt>
                <c:pt idx="13574">
                  <c:v>125</c:v>
                </c:pt>
                <c:pt idx="13575">
                  <c:v>125</c:v>
                </c:pt>
                <c:pt idx="13576">
                  <c:v>125</c:v>
                </c:pt>
                <c:pt idx="13577">
                  <c:v>125</c:v>
                </c:pt>
                <c:pt idx="13578">
                  <c:v>125</c:v>
                </c:pt>
                <c:pt idx="13579">
                  <c:v>0.95</c:v>
                </c:pt>
                <c:pt idx="13580">
                  <c:v>0.63</c:v>
                </c:pt>
                <c:pt idx="13581">
                  <c:v>0.63</c:v>
                </c:pt>
                <c:pt idx="13582">
                  <c:v>0.5</c:v>
                </c:pt>
                <c:pt idx="13583">
                  <c:v>0.5</c:v>
                </c:pt>
                <c:pt idx="13584">
                  <c:v>0.25</c:v>
                </c:pt>
                <c:pt idx="13585">
                  <c:v>0.25</c:v>
                </c:pt>
                <c:pt idx="13586" formatCode="0.00">
                  <c:v>0</c:v>
                </c:pt>
                <c:pt idx="13587" formatCode="0.00">
                  <c:v>0</c:v>
                </c:pt>
                <c:pt idx="13588" formatCode="0.00">
                  <c:v>0</c:v>
                </c:pt>
                <c:pt idx="13589" formatCode="0.00">
                  <c:v>0</c:v>
                </c:pt>
                <c:pt idx="13590" formatCode="0.00">
                  <c:v>0</c:v>
                </c:pt>
                <c:pt idx="13591" formatCode="0.00">
                  <c:v>0</c:v>
                </c:pt>
                <c:pt idx="13592" formatCode="0.00">
                  <c:v>0</c:v>
                </c:pt>
                <c:pt idx="13593" formatCode="0.00">
                  <c:v>0</c:v>
                </c:pt>
                <c:pt idx="13594" formatCode="0.00">
                  <c:v>0</c:v>
                </c:pt>
                <c:pt idx="13595" formatCode="0.00">
                  <c:v>0</c:v>
                </c:pt>
                <c:pt idx="13596" formatCode="0.00">
                  <c:v>0</c:v>
                </c:pt>
                <c:pt idx="13597" formatCode="0.00">
                  <c:v>0</c:v>
                </c:pt>
                <c:pt idx="13598">
                  <c:v>0.25</c:v>
                </c:pt>
                <c:pt idx="13599">
                  <c:v>0.25</c:v>
                </c:pt>
                <c:pt idx="13600">
                  <c:v>0.5</c:v>
                </c:pt>
                <c:pt idx="13601">
                  <c:v>0.5</c:v>
                </c:pt>
                <c:pt idx="13602">
                  <c:v>0.63</c:v>
                </c:pt>
                <c:pt idx="13603">
                  <c:v>0.63</c:v>
                </c:pt>
                <c:pt idx="13604">
                  <c:v>0.95</c:v>
                </c:pt>
                <c:pt idx="13605">
                  <c:v>0.95</c:v>
                </c:pt>
                <c:pt idx="13606">
                  <c:v>0.95</c:v>
                </c:pt>
                <c:pt idx="13607">
                  <c:v>0.95</c:v>
                </c:pt>
                <c:pt idx="13608">
                  <c:v>0.95</c:v>
                </c:pt>
                <c:pt idx="13609">
                  <c:v>0.95</c:v>
                </c:pt>
                <c:pt idx="13610">
                  <c:v>0.95</c:v>
                </c:pt>
                <c:pt idx="13611">
                  <c:v>0.95</c:v>
                </c:pt>
                <c:pt idx="13612">
                  <c:v>0.95</c:v>
                </c:pt>
                <c:pt idx="13613">
                  <c:v>0.95</c:v>
                </c:pt>
                <c:pt idx="13614">
                  <c:v>0.95</c:v>
                </c:pt>
                <c:pt idx="13615">
                  <c:v>0.95</c:v>
                </c:pt>
                <c:pt idx="13616">
                  <c:v>0.95</c:v>
                </c:pt>
                <c:pt idx="13617">
                  <c:v>0.95</c:v>
                </c:pt>
                <c:pt idx="13618">
                  <c:v>0.95</c:v>
                </c:pt>
                <c:pt idx="13619">
                  <c:v>0.95</c:v>
                </c:pt>
                <c:pt idx="13620">
                  <c:v>0.63</c:v>
                </c:pt>
                <c:pt idx="13621">
                  <c:v>0.63</c:v>
                </c:pt>
                <c:pt idx="13622">
                  <c:v>0.5</c:v>
                </c:pt>
                <c:pt idx="13623">
                  <c:v>0.5</c:v>
                </c:pt>
                <c:pt idx="13624">
                  <c:v>0.25</c:v>
                </c:pt>
                <c:pt idx="13625">
                  <c:v>0.25</c:v>
                </c:pt>
                <c:pt idx="13626" formatCode="0.00">
                  <c:v>0</c:v>
                </c:pt>
                <c:pt idx="13627" formatCode="0.00">
                  <c:v>0</c:v>
                </c:pt>
                <c:pt idx="13628" formatCode="0.00">
                  <c:v>0</c:v>
                </c:pt>
                <c:pt idx="13629" formatCode="0.00">
                  <c:v>0</c:v>
                </c:pt>
                <c:pt idx="13630" formatCode="0.00">
                  <c:v>0</c:v>
                </c:pt>
                <c:pt idx="13631" formatCode="0.00">
                  <c:v>0</c:v>
                </c:pt>
                <c:pt idx="13632" formatCode="0.00">
                  <c:v>0</c:v>
                </c:pt>
                <c:pt idx="13633" formatCode="0.00">
                  <c:v>0</c:v>
                </c:pt>
                <c:pt idx="13634" formatCode="0.00">
                  <c:v>0</c:v>
                </c:pt>
                <c:pt idx="13635" formatCode="0.00">
                  <c:v>0</c:v>
                </c:pt>
                <c:pt idx="13636" formatCode="0.00">
                  <c:v>0</c:v>
                </c:pt>
                <c:pt idx="13637" formatCode="0.00">
                  <c:v>0</c:v>
                </c:pt>
                <c:pt idx="13638" formatCode="0.00">
                  <c:v>0</c:v>
                </c:pt>
                <c:pt idx="13639">
                  <c:v>32</c:v>
                </c:pt>
                <c:pt idx="13640">
                  <c:v>57</c:v>
                </c:pt>
                <c:pt idx="13641">
                  <c:v>107</c:v>
                </c:pt>
                <c:pt idx="13642">
                  <c:v>125</c:v>
                </c:pt>
                <c:pt idx="13643">
                  <c:v>125</c:v>
                </c:pt>
                <c:pt idx="13644">
                  <c:v>125</c:v>
                </c:pt>
                <c:pt idx="13645">
                  <c:v>125</c:v>
                </c:pt>
                <c:pt idx="13646">
                  <c:v>125</c:v>
                </c:pt>
                <c:pt idx="13647">
                  <c:v>125</c:v>
                </c:pt>
                <c:pt idx="13648">
                  <c:v>125</c:v>
                </c:pt>
                <c:pt idx="13649">
                  <c:v>125</c:v>
                </c:pt>
                <c:pt idx="13650">
                  <c:v>125</c:v>
                </c:pt>
                <c:pt idx="13651">
                  <c:v>125</c:v>
                </c:pt>
                <c:pt idx="13652">
                  <c:v>125</c:v>
                </c:pt>
                <c:pt idx="13653">
                  <c:v>125</c:v>
                </c:pt>
                <c:pt idx="13654">
                  <c:v>125</c:v>
                </c:pt>
                <c:pt idx="13655">
                  <c:v>125</c:v>
                </c:pt>
                <c:pt idx="13656">
                  <c:v>119.5</c:v>
                </c:pt>
                <c:pt idx="13657">
                  <c:v>94.5</c:v>
                </c:pt>
                <c:pt idx="13658" formatCode="0.00">
                  <c:v>0</c:v>
                </c:pt>
                <c:pt idx="13659" formatCode="0.00">
                  <c:v>0</c:v>
                </c:pt>
                <c:pt idx="13660" formatCode="0.00">
                  <c:v>0</c:v>
                </c:pt>
                <c:pt idx="13661" formatCode="0.00">
                  <c:v>0</c:v>
                </c:pt>
                <c:pt idx="13662" formatCode="0.00">
                  <c:v>0</c:v>
                </c:pt>
                <c:pt idx="13663" formatCode="0.00">
                  <c:v>0</c:v>
                </c:pt>
                <c:pt idx="13664" formatCode="0.00">
                  <c:v>0</c:v>
                </c:pt>
                <c:pt idx="13665" formatCode="0.00">
                  <c:v>0</c:v>
                </c:pt>
                <c:pt idx="13666" formatCode="0.00">
                  <c:v>0</c:v>
                </c:pt>
                <c:pt idx="13667" formatCode="0.00">
                  <c:v>0</c:v>
                </c:pt>
                <c:pt idx="13668" formatCode="0.00">
                  <c:v>0</c:v>
                </c:pt>
                <c:pt idx="13669" formatCode="0.00">
                  <c:v>0</c:v>
                </c:pt>
                <c:pt idx="13670" formatCode="0.00">
                  <c:v>0</c:v>
                </c:pt>
                <c:pt idx="13671" formatCode="0.00">
                  <c:v>0</c:v>
                </c:pt>
                <c:pt idx="13672" formatCode="0.00">
                  <c:v>0</c:v>
                </c:pt>
                <c:pt idx="13673" formatCode="0.00">
                  <c:v>0</c:v>
                </c:pt>
                <c:pt idx="13674" formatCode="0.00">
                  <c:v>0</c:v>
                </c:pt>
                <c:pt idx="13675" formatCode="0.00">
                  <c:v>0</c:v>
                </c:pt>
                <c:pt idx="13676" formatCode="0.00">
                  <c:v>0</c:v>
                </c:pt>
                <c:pt idx="13677" formatCode="0.00">
                  <c:v>0</c:v>
                </c:pt>
                <c:pt idx="13678" formatCode="0.00">
                  <c:v>0</c:v>
                </c:pt>
                <c:pt idx="13679" formatCode="0.00">
                  <c:v>0</c:v>
                </c:pt>
                <c:pt idx="13680" formatCode="0.00">
                  <c:v>0</c:v>
                </c:pt>
                <c:pt idx="13681" formatCode="0.00">
                  <c:v>0</c:v>
                </c:pt>
                <c:pt idx="13682" formatCode="0.00">
                  <c:v>0</c:v>
                </c:pt>
                <c:pt idx="13683" formatCode="0.00">
                  <c:v>0</c:v>
                </c:pt>
                <c:pt idx="13684" formatCode="0.00">
                  <c:v>0</c:v>
                </c:pt>
                <c:pt idx="13685" formatCode="0.00">
                  <c:v>0</c:v>
                </c:pt>
                <c:pt idx="13686" formatCode="0.00">
                  <c:v>0</c:v>
                </c:pt>
                <c:pt idx="13687" formatCode="0.00">
                  <c:v>0</c:v>
                </c:pt>
                <c:pt idx="13688" formatCode="0.00">
                  <c:v>0</c:v>
                </c:pt>
                <c:pt idx="13689" formatCode="0.00">
                  <c:v>0</c:v>
                </c:pt>
                <c:pt idx="13690" formatCode="0.00">
                  <c:v>0</c:v>
                </c:pt>
                <c:pt idx="13691" formatCode="0.00">
                  <c:v>0</c:v>
                </c:pt>
                <c:pt idx="13692" formatCode="0.00">
                  <c:v>0</c:v>
                </c:pt>
                <c:pt idx="13693" formatCode="0.00">
                  <c:v>0</c:v>
                </c:pt>
                <c:pt idx="13694" formatCode="0.00">
                  <c:v>0</c:v>
                </c:pt>
                <c:pt idx="13695" formatCode="0.00">
                  <c:v>0</c:v>
                </c:pt>
                <c:pt idx="13696" formatCode="0.00">
                  <c:v>0</c:v>
                </c:pt>
                <c:pt idx="13697" formatCode="0.00">
                  <c:v>0</c:v>
                </c:pt>
                <c:pt idx="13698" formatCode="0.00">
                  <c:v>0</c:v>
                </c:pt>
                <c:pt idx="13699" formatCode="0.00">
                  <c:v>0</c:v>
                </c:pt>
                <c:pt idx="13700" formatCode="0.00">
                  <c:v>0</c:v>
                </c:pt>
                <c:pt idx="13701" formatCode="0.00">
                  <c:v>0</c:v>
                </c:pt>
                <c:pt idx="13702" formatCode="0.00">
                  <c:v>0</c:v>
                </c:pt>
                <c:pt idx="13703" formatCode="0.00">
                  <c:v>0</c:v>
                </c:pt>
                <c:pt idx="13704" formatCode="0.00">
                  <c:v>0</c:v>
                </c:pt>
                <c:pt idx="13705" formatCode="0.00">
                  <c:v>0</c:v>
                </c:pt>
                <c:pt idx="13706" formatCode="0.00">
                  <c:v>0</c:v>
                </c:pt>
                <c:pt idx="13707" formatCode="0.00">
                  <c:v>0</c:v>
                </c:pt>
                <c:pt idx="13708" formatCode="0.00">
                  <c:v>0</c:v>
                </c:pt>
                <c:pt idx="13709" formatCode="0.00">
                  <c:v>0</c:v>
                </c:pt>
                <c:pt idx="13710" formatCode="0.00">
                  <c:v>0</c:v>
                </c:pt>
                <c:pt idx="13711" formatCode="0.00">
                  <c:v>0</c:v>
                </c:pt>
                <c:pt idx="13712" formatCode="0.00">
                  <c:v>0</c:v>
                </c:pt>
                <c:pt idx="13713" formatCode="0.00">
                  <c:v>0</c:v>
                </c:pt>
                <c:pt idx="13714" formatCode="0.00">
                  <c:v>0</c:v>
                </c:pt>
                <c:pt idx="13715" formatCode="0.00">
                  <c:v>0</c:v>
                </c:pt>
                <c:pt idx="13716" formatCode="0.00">
                  <c:v>0</c:v>
                </c:pt>
                <c:pt idx="13717" formatCode="0.00">
                  <c:v>0</c:v>
                </c:pt>
                <c:pt idx="13718" formatCode="0.00">
                  <c:v>0</c:v>
                </c:pt>
                <c:pt idx="13719" formatCode="0.00">
                  <c:v>0</c:v>
                </c:pt>
                <c:pt idx="13720">
                  <c:v>25.38</c:v>
                </c:pt>
                <c:pt idx="13721">
                  <c:v>22.4</c:v>
                </c:pt>
                <c:pt idx="13722">
                  <c:v>22.25</c:v>
                </c:pt>
                <c:pt idx="13723">
                  <c:v>22.2</c:v>
                </c:pt>
                <c:pt idx="13724">
                  <c:v>28.15</c:v>
                </c:pt>
                <c:pt idx="13725">
                  <c:v>28.08</c:v>
                </c:pt>
                <c:pt idx="13726">
                  <c:v>27.25</c:v>
                </c:pt>
                <c:pt idx="13727">
                  <c:v>27.25</c:v>
                </c:pt>
                <c:pt idx="13728">
                  <c:v>27.13</c:v>
                </c:pt>
                <c:pt idx="13729">
                  <c:v>26.6</c:v>
                </c:pt>
                <c:pt idx="13730">
                  <c:v>26.6</c:v>
                </c:pt>
                <c:pt idx="13731">
                  <c:v>26.55</c:v>
                </c:pt>
                <c:pt idx="13732">
                  <c:v>24.18</c:v>
                </c:pt>
                <c:pt idx="13733">
                  <c:v>20.55</c:v>
                </c:pt>
                <c:pt idx="13734">
                  <c:v>19.600000000000001</c:v>
                </c:pt>
                <c:pt idx="13735">
                  <c:v>19.28</c:v>
                </c:pt>
                <c:pt idx="13736">
                  <c:v>18.95</c:v>
                </c:pt>
                <c:pt idx="13737">
                  <c:v>19.03</c:v>
                </c:pt>
                <c:pt idx="13738">
                  <c:v>18.579999999999998</c:v>
                </c:pt>
                <c:pt idx="13739">
                  <c:v>18.55</c:v>
                </c:pt>
                <c:pt idx="13740">
                  <c:v>12.25</c:v>
                </c:pt>
                <c:pt idx="13741">
                  <c:v>12.45</c:v>
                </c:pt>
                <c:pt idx="13742" formatCode="0.00">
                  <c:v>0</c:v>
                </c:pt>
                <c:pt idx="13743" formatCode="0.00">
                  <c:v>0</c:v>
                </c:pt>
                <c:pt idx="13744" formatCode="0.00">
                  <c:v>0</c:v>
                </c:pt>
                <c:pt idx="13745" formatCode="0.00">
                  <c:v>0</c:v>
                </c:pt>
                <c:pt idx="13746" formatCode="0.00">
                  <c:v>0</c:v>
                </c:pt>
                <c:pt idx="13747" formatCode="0.00">
                  <c:v>0</c:v>
                </c:pt>
                <c:pt idx="13748" formatCode="0.00">
                  <c:v>0</c:v>
                </c:pt>
                <c:pt idx="13749" formatCode="0.00">
                  <c:v>0</c:v>
                </c:pt>
                <c:pt idx="13750" formatCode="0.00">
                  <c:v>0</c:v>
                </c:pt>
                <c:pt idx="13751" formatCode="0.00">
                  <c:v>0</c:v>
                </c:pt>
                <c:pt idx="13752" formatCode="0.00">
                  <c:v>0</c:v>
                </c:pt>
                <c:pt idx="13753" formatCode="0.00">
                  <c:v>0</c:v>
                </c:pt>
                <c:pt idx="13754" formatCode="0.00">
                  <c:v>0</c:v>
                </c:pt>
                <c:pt idx="13755" formatCode="0.00">
                  <c:v>0</c:v>
                </c:pt>
                <c:pt idx="13756">
                  <c:v>37.799999999999997</c:v>
                </c:pt>
                <c:pt idx="13757">
                  <c:v>38.049999999999997</c:v>
                </c:pt>
                <c:pt idx="13758">
                  <c:v>38.65</c:v>
                </c:pt>
                <c:pt idx="13759">
                  <c:v>38.28</c:v>
                </c:pt>
                <c:pt idx="13760">
                  <c:v>38.85</c:v>
                </c:pt>
                <c:pt idx="13761">
                  <c:v>38.299999999999997</c:v>
                </c:pt>
                <c:pt idx="13762">
                  <c:v>38.68</c:v>
                </c:pt>
                <c:pt idx="13763">
                  <c:v>38.93</c:v>
                </c:pt>
                <c:pt idx="13764">
                  <c:v>46.58</c:v>
                </c:pt>
                <c:pt idx="13765">
                  <c:v>43.33</c:v>
                </c:pt>
                <c:pt idx="13766">
                  <c:v>43.33</c:v>
                </c:pt>
                <c:pt idx="13767">
                  <c:v>43.33</c:v>
                </c:pt>
                <c:pt idx="13768">
                  <c:v>42.33</c:v>
                </c:pt>
                <c:pt idx="13769">
                  <c:v>41.9</c:v>
                </c:pt>
                <c:pt idx="13770">
                  <c:v>41.9</c:v>
                </c:pt>
                <c:pt idx="13771">
                  <c:v>41.83</c:v>
                </c:pt>
                <c:pt idx="13772">
                  <c:v>36.950000000000003</c:v>
                </c:pt>
                <c:pt idx="13773">
                  <c:v>36.58</c:v>
                </c:pt>
                <c:pt idx="13774">
                  <c:v>35.68</c:v>
                </c:pt>
                <c:pt idx="13775">
                  <c:v>35.380000000000003</c:v>
                </c:pt>
                <c:pt idx="13776">
                  <c:v>35.049999999999997</c:v>
                </c:pt>
                <c:pt idx="13777">
                  <c:v>35.130000000000003</c:v>
                </c:pt>
                <c:pt idx="13778">
                  <c:v>34.68</c:v>
                </c:pt>
                <c:pt idx="13779">
                  <c:v>33.65</c:v>
                </c:pt>
                <c:pt idx="13780">
                  <c:v>33.28</c:v>
                </c:pt>
                <c:pt idx="13781">
                  <c:v>33.479999999999997</c:v>
                </c:pt>
                <c:pt idx="13782">
                  <c:v>0.5</c:v>
                </c:pt>
                <c:pt idx="13783">
                  <c:v>0.5</c:v>
                </c:pt>
                <c:pt idx="13784">
                  <c:v>0.25</c:v>
                </c:pt>
                <c:pt idx="13785">
                  <c:v>0.25</c:v>
                </c:pt>
                <c:pt idx="13786" formatCode="0.00">
                  <c:v>0</c:v>
                </c:pt>
                <c:pt idx="13787" formatCode="0.00">
                  <c:v>0</c:v>
                </c:pt>
                <c:pt idx="13788" formatCode="0.00">
                  <c:v>0</c:v>
                </c:pt>
                <c:pt idx="13789" formatCode="0.00">
                  <c:v>0</c:v>
                </c:pt>
                <c:pt idx="13790" formatCode="0.00">
                  <c:v>0</c:v>
                </c:pt>
                <c:pt idx="13791" formatCode="0.00">
                  <c:v>0</c:v>
                </c:pt>
                <c:pt idx="13792" formatCode="0.00">
                  <c:v>0</c:v>
                </c:pt>
                <c:pt idx="13793" formatCode="0.00">
                  <c:v>0</c:v>
                </c:pt>
                <c:pt idx="13794" formatCode="0.00">
                  <c:v>0</c:v>
                </c:pt>
                <c:pt idx="13795" formatCode="0.00">
                  <c:v>0</c:v>
                </c:pt>
                <c:pt idx="13796" formatCode="0.00">
                  <c:v>0</c:v>
                </c:pt>
                <c:pt idx="13797" formatCode="0.00">
                  <c:v>0</c:v>
                </c:pt>
                <c:pt idx="13798">
                  <c:v>0.25</c:v>
                </c:pt>
                <c:pt idx="13799">
                  <c:v>0.25</c:v>
                </c:pt>
                <c:pt idx="13800">
                  <c:v>0.5</c:v>
                </c:pt>
                <c:pt idx="13801">
                  <c:v>0.5</c:v>
                </c:pt>
                <c:pt idx="13802">
                  <c:v>0.63</c:v>
                </c:pt>
                <c:pt idx="13803">
                  <c:v>0.63</c:v>
                </c:pt>
                <c:pt idx="13804">
                  <c:v>0.95</c:v>
                </c:pt>
                <c:pt idx="13805">
                  <c:v>0.95</c:v>
                </c:pt>
                <c:pt idx="13806">
                  <c:v>0.95</c:v>
                </c:pt>
                <c:pt idx="13807">
                  <c:v>0.95</c:v>
                </c:pt>
                <c:pt idx="13808">
                  <c:v>0.95</c:v>
                </c:pt>
                <c:pt idx="13809">
                  <c:v>0.95</c:v>
                </c:pt>
                <c:pt idx="13810">
                  <c:v>0.95</c:v>
                </c:pt>
                <c:pt idx="13811">
                  <c:v>0.95</c:v>
                </c:pt>
                <c:pt idx="13812">
                  <c:v>0.95</c:v>
                </c:pt>
                <c:pt idx="13813">
                  <c:v>0.95</c:v>
                </c:pt>
                <c:pt idx="13814">
                  <c:v>0.95</c:v>
                </c:pt>
                <c:pt idx="13815">
                  <c:v>0.95</c:v>
                </c:pt>
                <c:pt idx="13816">
                  <c:v>0.95</c:v>
                </c:pt>
                <c:pt idx="13817">
                  <c:v>0.95</c:v>
                </c:pt>
                <c:pt idx="13818">
                  <c:v>0.95</c:v>
                </c:pt>
                <c:pt idx="13819">
                  <c:v>0.95</c:v>
                </c:pt>
                <c:pt idx="13820">
                  <c:v>0.63</c:v>
                </c:pt>
                <c:pt idx="13821">
                  <c:v>0.63</c:v>
                </c:pt>
                <c:pt idx="13822">
                  <c:v>0.38</c:v>
                </c:pt>
                <c:pt idx="13823">
                  <c:v>0.38</c:v>
                </c:pt>
                <c:pt idx="13824" formatCode="0.00">
                  <c:v>0</c:v>
                </c:pt>
                <c:pt idx="13825" formatCode="0.00">
                  <c:v>0</c:v>
                </c:pt>
                <c:pt idx="13826" formatCode="0.00">
                  <c:v>0</c:v>
                </c:pt>
                <c:pt idx="13827" formatCode="0.00">
                  <c:v>0</c:v>
                </c:pt>
                <c:pt idx="13828" formatCode="0.00">
                  <c:v>0</c:v>
                </c:pt>
                <c:pt idx="13829" formatCode="0.00">
                  <c:v>0</c:v>
                </c:pt>
                <c:pt idx="13830" formatCode="0.00">
                  <c:v>0</c:v>
                </c:pt>
                <c:pt idx="13831" formatCode="0.00">
                  <c:v>0</c:v>
                </c:pt>
                <c:pt idx="13832" formatCode="0.00">
                  <c:v>0</c:v>
                </c:pt>
                <c:pt idx="13833" formatCode="0.00">
                  <c:v>0</c:v>
                </c:pt>
                <c:pt idx="13834" formatCode="0.00">
                  <c:v>0</c:v>
                </c:pt>
                <c:pt idx="13835" formatCode="0.00">
                  <c:v>0</c:v>
                </c:pt>
                <c:pt idx="13836" formatCode="0.00">
                  <c:v>0</c:v>
                </c:pt>
                <c:pt idx="13837" formatCode="0.00">
                  <c:v>0</c:v>
                </c:pt>
                <c:pt idx="13838">
                  <c:v>0.25</c:v>
                </c:pt>
                <c:pt idx="13839">
                  <c:v>0.25</c:v>
                </c:pt>
                <c:pt idx="13840">
                  <c:v>0.5</c:v>
                </c:pt>
                <c:pt idx="13841">
                  <c:v>0.5</c:v>
                </c:pt>
                <c:pt idx="13842">
                  <c:v>125</c:v>
                </c:pt>
                <c:pt idx="13843">
                  <c:v>125</c:v>
                </c:pt>
                <c:pt idx="13844">
                  <c:v>125</c:v>
                </c:pt>
                <c:pt idx="13845">
                  <c:v>125</c:v>
                </c:pt>
                <c:pt idx="13846">
                  <c:v>125</c:v>
                </c:pt>
                <c:pt idx="13847">
                  <c:v>125</c:v>
                </c:pt>
                <c:pt idx="13848">
                  <c:v>125</c:v>
                </c:pt>
                <c:pt idx="13849">
                  <c:v>125</c:v>
                </c:pt>
                <c:pt idx="13850">
                  <c:v>0.95</c:v>
                </c:pt>
                <c:pt idx="13851">
                  <c:v>0.95</c:v>
                </c:pt>
                <c:pt idx="13852">
                  <c:v>0.95</c:v>
                </c:pt>
                <c:pt idx="13853">
                  <c:v>0.95</c:v>
                </c:pt>
                <c:pt idx="13854">
                  <c:v>0.95</c:v>
                </c:pt>
                <c:pt idx="13855">
                  <c:v>0.95</c:v>
                </c:pt>
                <c:pt idx="13856">
                  <c:v>0.95</c:v>
                </c:pt>
                <c:pt idx="13857">
                  <c:v>0.95</c:v>
                </c:pt>
                <c:pt idx="13858">
                  <c:v>0.95</c:v>
                </c:pt>
                <c:pt idx="13859">
                  <c:v>0.95</c:v>
                </c:pt>
                <c:pt idx="13860">
                  <c:v>0.63</c:v>
                </c:pt>
                <c:pt idx="13861">
                  <c:v>0.63</c:v>
                </c:pt>
                <c:pt idx="13862">
                  <c:v>0.38</c:v>
                </c:pt>
                <c:pt idx="13863">
                  <c:v>0.38</c:v>
                </c:pt>
                <c:pt idx="13864" formatCode="0.00">
                  <c:v>0</c:v>
                </c:pt>
                <c:pt idx="13865" formatCode="0.00">
                  <c:v>0</c:v>
                </c:pt>
                <c:pt idx="13866" formatCode="0.00">
                  <c:v>0</c:v>
                </c:pt>
                <c:pt idx="13867" formatCode="0.00">
                  <c:v>0</c:v>
                </c:pt>
                <c:pt idx="13868" formatCode="0.00">
                  <c:v>0</c:v>
                </c:pt>
                <c:pt idx="13869" formatCode="0.00">
                  <c:v>0</c:v>
                </c:pt>
                <c:pt idx="13870" formatCode="0.00">
                  <c:v>0</c:v>
                </c:pt>
                <c:pt idx="13871" formatCode="0.00">
                  <c:v>0</c:v>
                </c:pt>
                <c:pt idx="13872" formatCode="0.00">
                  <c:v>0</c:v>
                </c:pt>
                <c:pt idx="13873" formatCode="0.00">
                  <c:v>0</c:v>
                </c:pt>
                <c:pt idx="13874" formatCode="0.00">
                  <c:v>0</c:v>
                </c:pt>
                <c:pt idx="13875" formatCode="0.00">
                  <c:v>0</c:v>
                </c:pt>
                <c:pt idx="13876" formatCode="0.00">
                  <c:v>0</c:v>
                </c:pt>
                <c:pt idx="13877" formatCode="0.00">
                  <c:v>0</c:v>
                </c:pt>
                <c:pt idx="13878" formatCode="0.00">
                  <c:v>0</c:v>
                </c:pt>
                <c:pt idx="13879" formatCode="0.00">
                  <c:v>0</c:v>
                </c:pt>
                <c:pt idx="13880" formatCode="0.00">
                  <c:v>0</c:v>
                </c:pt>
                <c:pt idx="13881" formatCode="0.00">
                  <c:v>0</c:v>
                </c:pt>
                <c:pt idx="13882" formatCode="0.00">
                  <c:v>0</c:v>
                </c:pt>
                <c:pt idx="13883" formatCode="0.00">
                  <c:v>0</c:v>
                </c:pt>
                <c:pt idx="13884" formatCode="0.00">
                  <c:v>0</c:v>
                </c:pt>
                <c:pt idx="13885" formatCode="0.00">
                  <c:v>0</c:v>
                </c:pt>
                <c:pt idx="13886" formatCode="0.00">
                  <c:v>0</c:v>
                </c:pt>
                <c:pt idx="13887" formatCode="0.00">
                  <c:v>0</c:v>
                </c:pt>
                <c:pt idx="13888" formatCode="0.00">
                  <c:v>0</c:v>
                </c:pt>
                <c:pt idx="13889" formatCode="0.00">
                  <c:v>0</c:v>
                </c:pt>
                <c:pt idx="13890" formatCode="0.00">
                  <c:v>0</c:v>
                </c:pt>
                <c:pt idx="13891" formatCode="0.00">
                  <c:v>0</c:v>
                </c:pt>
                <c:pt idx="13892" formatCode="0.00">
                  <c:v>0</c:v>
                </c:pt>
                <c:pt idx="13893" formatCode="0.00">
                  <c:v>0</c:v>
                </c:pt>
                <c:pt idx="13894" formatCode="0.00">
                  <c:v>0</c:v>
                </c:pt>
                <c:pt idx="13895" formatCode="0.00">
                  <c:v>0</c:v>
                </c:pt>
                <c:pt idx="13896" formatCode="0.00">
                  <c:v>0</c:v>
                </c:pt>
                <c:pt idx="13897" formatCode="0.00">
                  <c:v>0</c:v>
                </c:pt>
                <c:pt idx="13898" formatCode="0.00">
                  <c:v>0</c:v>
                </c:pt>
                <c:pt idx="13899" formatCode="0.00">
                  <c:v>0</c:v>
                </c:pt>
                <c:pt idx="13900" formatCode="0.00">
                  <c:v>0</c:v>
                </c:pt>
                <c:pt idx="13901" formatCode="0.00">
                  <c:v>0</c:v>
                </c:pt>
                <c:pt idx="13902" formatCode="0.00">
                  <c:v>0</c:v>
                </c:pt>
                <c:pt idx="13903" formatCode="0.00">
                  <c:v>0</c:v>
                </c:pt>
                <c:pt idx="13904" formatCode="0.00">
                  <c:v>0</c:v>
                </c:pt>
                <c:pt idx="13905" formatCode="0.00">
                  <c:v>0</c:v>
                </c:pt>
                <c:pt idx="13906" formatCode="0.00">
                  <c:v>0</c:v>
                </c:pt>
                <c:pt idx="13907" formatCode="0.00">
                  <c:v>0</c:v>
                </c:pt>
                <c:pt idx="13908" formatCode="0.00">
                  <c:v>0</c:v>
                </c:pt>
                <c:pt idx="13909" formatCode="0.00">
                  <c:v>0</c:v>
                </c:pt>
                <c:pt idx="13910" formatCode="0.00">
                  <c:v>0</c:v>
                </c:pt>
                <c:pt idx="13911" formatCode="0.00">
                  <c:v>0</c:v>
                </c:pt>
                <c:pt idx="13912" formatCode="0.00">
                  <c:v>0</c:v>
                </c:pt>
                <c:pt idx="13913" formatCode="0.00">
                  <c:v>0</c:v>
                </c:pt>
                <c:pt idx="13914" formatCode="0.00">
                  <c:v>0</c:v>
                </c:pt>
                <c:pt idx="13915" formatCode="0.00">
                  <c:v>0</c:v>
                </c:pt>
                <c:pt idx="13916" formatCode="0.00">
                  <c:v>0</c:v>
                </c:pt>
                <c:pt idx="13917" formatCode="0.00">
                  <c:v>0</c:v>
                </c:pt>
                <c:pt idx="13918" formatCode="0.00">
                  <c:v>0</c:v>
                </c:pt>
                <c:pt idx="13919" formatCode="0.00">
                  <c:v>0</c:v>
                </c:pt>
                <c:pt idx="13920" formatCode="0.00">
                  <c:v>0</c:v>
                </c:pt>
                <c:pt idx="13921" formatCode="0.00">
                  <c:v>0</c:v>
                </c:pt>
                <c:pt idx="13922" formatCode="0.00">
                  <c:v>0</c:v>
                </c:pt>
                <c:pt idx="13923" formatCode="0.00">
                  <c:v>0</c:v>
                </c:pt>
                <c:pt idx="13924" formatCode="0.00">
                  <c:v>0</c:v>
                </c:pt>
                <c:pt idx="13925" formatCode="0.00">
                  <c:v>0</c:v>
                </c:pt>
                <c:pt idx="13926" formatCode="0.00">
                  <c:v>0</c:v>
                </c:pt>
                <c:pt idx="13927" formatCode="0.00">
                  <c:v>0</c:v>
                </c:pt>
                <c:pt idx="13928" formatCode="0.00">
                  <c:v>0</c:v>
                </c:pt>
                <c:pt idx="13929" formatCode="0.00">
                  <c:v>0</c:v>
                </c:pt>
                <c:pt idx="13930" formatCode="0.00">
                  <c:v>0</c:v>
                </c:pt>
                <c:pt idx="13931" formatCode="0.00">
                  <c:v>0</c:v>
                </c:pt>
                <c:pt idx="13932" formatCode="0.00">
                  <c:v>0</c:v>
                </c:pt>
                <c:pt idx="13933" formatCode="0.00">
                  <c:v>0</c:v>
                </c:pt>
                <c:pt idx="13934" formatCode="0.00">
                  <c:v>0</c:v>
                </c:pt>
                <c:pt idx="13935" formatCode="0.00">
                  <c:v>0</c:v>
                </c:pt>
                <c:pt idx="13936" formatCode="0.00">
                  <c:v>0</c:v>
                </c:pt>
                <c:pt idx="13937" formatCode="0.00">
                  <c:v>0</c:v>
                </c:pt>
                <c:pt idx="13938" formatCode="0.00">
                  <c:v>0</c:v>
                </c:pt>
                <c:pt idx="13939" formatCode="0.00">
                  <c:v>0</c:v>
                </c:pt>
                <c:pt idx="13940" formatCode="0.00">
                  <c:v>0</c:v>
                </c:pt>
                <c:pt idx="13941" formatCode="0.00">
                  <c:v>0</c:v>
                </c:pt>
                <c:pt idx="13942" formatCode="0.00">
                  <c:v>0</c:v>
                </c:pt>
                <c:pt idx="13943" formatCode="0.00">
                  <c:v>0</c:v>
                </c:pt>
                <c:pt idx="13944" formatCode="0.00">
                  <c:v>0</c:v>
                </c:pt>
                <c:pt idx="13945" formatCode="0.00">
                  <c:v>0</c:v>
                </c:pt>
                <c:pt idx="13946" formatCode="0.00">
                  <c:v>0</c:v>
                </c:pt>
                <c:pt idx="13947" formatCode="0.00">
                  <c:v>0</c:v>
                </c:pt>
                <c:pt idx="13948" formatCode="0.00">
                  <c:v>0</c:v>
                </c:pt>
                <c:pt idx="13949" formatCode="0.00">
                  <c:v>0</c:v>
                </c:pt>
                <c:pt idx="13950" formatCode="0.00">
                  <c:v>0</c:v>
                </c:pt>
                <c:pt idx="13951" formatCode="0.00">
                  <c:v>0</c:v>
                </c:pt>
                <c:pt idx="13952" formatCode="0.00">
                  <c:v>0</c:v>
                </c:pt>
                <c:pt idx="13953" formatCode="0.00">
                  <c:v>0</c:v>
                </c:pt>
                <c:pt idx="13954" formatCode="0.00">
                  <c:v>0</c:v>
                </c:pt>
                <c:pt idx="13955" formatCode="0.00">
                  <c:v>0</c:v>
                </c:pt>
                <c:pt idx="13956" formatCode="0.00">
                  <c:v>0</c:v>
                </c:pt>
                <c:pt idx="13957" formatCode="0.00">
                  <c:v>0</c:v>
                </c:pt>
                <c:pt idx="13958" formatCode="0.00">
                  <c:v>0</c:v>
                </c:pt>
                <c:pt idx="13959" formatCode="0.00">
                  <c:v>0</c:v>
                </c:pt>
                <c:pt idx="13960" formatCode="0.00">
                  <c:v>0</c:v>
                </c:pt>
                <c:pt idx="13961" formatCode="0.00">
                  <c:v>0</c:v>
                </c:pt>
                <c:pt idx="13962" formatCode="0.00">
                  <c:v>0</c:v>
                </c:pt>
                <c:pt idx="13963" formatCode="0.00">
                  <c:v>0</c:v>
                </c:pt>
                <c:pt idx="13964" formatCode="0.00">
                  <c:v>0</c:v>
                </c:pt>
                <c:pt idx="13965" formatCode="0.00">
                  <c:v>0</c:v>
                </c:pt>
                <c:pt idx="13966" formatCode="0.00">
                  <c:v>0</c:v>
                </c:pt>
                <c:pt idx="13967" formatCode="0.00">
                  <c:v>0</c:v>
                </c:pt>
                <c:pt idx="13968" formatCode="0.00">
                  <c:v>0</c:v>
                </c:pt>
                <c:pt idx="13969" formatCode="0.00">
                  <c:v>0</c:v>
                </c:pt>
                <c:pt idx="13970" formatCode="0.00">
                  <c:v>0</c:v>
                </c:pt>
                <c:pt idx="13971" formatCode="0.00">
                  <c:v>0</c:v>
                </c:pt>
                <c:pt idx="13972" formatCode="0.00">
                  <c:v>0</c:v>
                </c:pt>
                <c:pt idx="13973" formatCode="0.00">
                  <c:v>0</c:v>
                </c:pt>
                <c:pt idx="13974" formatCode="0.00">
                  <c:v>0</c:v>
                </c:pt>
                <c:pt idx="13975" formatCode="0.00">
                  <c:v>0</c:v>
                </c:pt>
                <c:pt idx="13976" formatCode="0.00">
                  <c:v>0</c:v>
                </c:pt>
                <c:pt idx="13977" formatCode="0.00">
                  <c:v>0</c:v>
                </c:pt>
                <c:pt idx="13978" formatCode="0.00">
                  <c:v>0</c:v>
                </c:pt>
                <c:pt idx="13979" formatCode="0.00">
                  <c:v>0</c:v>
                </c:pt>
                <c:pt idx="13980" formatCode="0.00">
                  <c:v>0</c:v>
                </c:pt>
                <c:pt idx="13981" formatCode="0.00">
                  <c:v>0</c:v>
                </c:pt>
                <c:pt idx="13982" formatCode="0.00">
                  <c:v>0</c:v>
                </c:pt>
                <c:pt idx="13983" formatCode="0.00">
                  <c:v>0</c:v>
                </c:pt>
                <c:pt idx="13984" formatCode="0.00">
                  <c:v>0</c:v>
                </c:pt>
                <c:pt idx="13985" formatCode="0.00">
                  <c:v>0</c:v>
                </c:pt>
                <c:pt idx="13986" formatCode="0.00">
                  <c:v>0</c:v>
                </c:pt>
                <c:pt idx="13987" formatCode="0.00">
                  <c:v>0</c:v>
                </c:pt>
                <c:pt idx="13988" formatCode="0.00">
                  <c:v>0</c:v>
                </c:pt>
                <c:pt idx="13989" formatCode="0.00">
                  <c:v>0</c:v>
                </c:pt>
                <c:pt idx="13990" formatCode="0.00">
                  <c:v>0</c:v>
                </c:pt>
                <c:pt idx="13991" formatCode="0.00">
                  <c:v>0</c:v>
                </c:pt>
                <c:pt idx="13992" formatCode="0.00">
                  <c:v>0</c:v>
                </c:pt>
                <c:pt idx="13993" formatCode="0.00">
                  <c:v>0</c:v>
                </c:pt>
                <c:pt idx="13994" formatCode="0.00">
                  <c:v>0</c:v>
                </c:pt>
                <c:pt idx="13995" formatCode="0.00">
                  <c:v>0</c:v>
                </c:pt>
                <c:pt idx="13996" formatCode="0.00">
                  <c:v>0</c:v>
                </c:pt>
                <c:pt idx="13997" formatCode="0.00">
                  <c:v>0</c:v>
                </c:pt>
                <c:pt idx="13998" formatCode="0.00">
                  <c:v>0</c:v>
                </c:pt>
                <c:pt idx="13999" formatCode="0.00">
                  <c:v>0</c:v>
                </c:pt>
                <c:pt idx="14000" formatCode="0.00">
                  <c:v>0</c:v>
                </c:pt>
                <c:pt idx="14001" formatCode="0.00">
                  <c:v>0</c:v>
                </c:pt>
                <c:pt idx="14002" formatCode="0.00">
                  <c:v>0</c:v>
                </c:pt>
                <c:pt idx="14003" formatCode="0.00">
                  <c:v>0</c:v>
                </c:pt>
                <c:pt idx="14004" formatCode="0.00">
                  <c:v>0</c:v>
                </c:pt>
                <c:pt idx="14005" formatCode="0.00">
                  <c:v>0</c:v>
                </c:pt>
                <c:pt idx="14006" formatCode="0.00">
                  <c:v>0</c:v>
                </c:pt>
                <c:pt idx="14007" formatCode="0.00">
                  <c:v>0</c:v>
                </c:pt>
                <c:pt idx="14008" formatCode="0.00">
                  <c:v>0</c:v>
                </c:pt>
                <c:pt idx="14009" formatCode="0.00">
                  <c:v>0</c:v>
                </c:pt>
                <c:pt idx="14010" formatCode="0.00">
                  <c:v>0</c:v>
                </c:pt>
                <c:pt idx="14011" formatCode="0.00">
                  <c:v>0</c:v>
                </c:pt>
                <c:pt idx="14012" formatCode="0.00">
                  <c:v>0</c:v>
                </c:pt>
                <c:pt idx="14013" formatCode="0.00">
                  <c:v>0</c:v>
                </c:pt>
                <c:pt idx="14014" formatCode="0.00">
                  <c:v>0</c:v>
                </c:pt>
                <c:pt idx="14015" formatCode="0.00">
                  <c:v>0</c:v>
                </c:pt>
                <c:pt idx="14016" formatCode="0.00">
                  <c:v>0</c:v>
                </c:pt>
                <c:pt idx="14017" formatCode="0.00">
                  <c:v>0</c:v>
                </c:pt>
                <c:pt idx="14018" formatCode="0.00">
                  <c:v>0</c:v>
                </c:pt>
                <c:pt idx="14019" formatCode="0.00">
                  <c:v>0</c:v>
                </c:pt>
                <c:pt idx="14020" formatCode="0.00">
                  <c:v>0</c:v>
                </c:pt>
                <c:pt idx="14021" formatCode="0.00">
                  <c:v>0</c:v>
                </c:pt>
                <c:pt idx="14022" formatCode="0.00">
                  <c:v>0</c:v>
                </c:pt>
                <c:pt idx="14023" formatCode="0.00">
                  <c:v>0</c:v>
                </c:pt>
                <c:pt idx="14024" formatCode="0.00">
                  <c:v>0</c:v>
                </c:pt>
                <c:pt idx="14025" formatCode="0.00">
                  <c:v>0</c:v>
                </c:pt>
                <c:pt idx="14026" formatCode="0.00">
                  <c:v>0</c:v>
                </c:pt>
                <c:pt idx="14027" formatCode="0.00">
                  <c:v>0</c:v>
                </c:pt>
                <c:pt idx="14028" formatCode="0.00">
                  <c:v>0</c:v>
                </c:pt>
                <c:pt idx="14029" formatCode="0.00">
                  <c:v>0</c:v>
                </c:pt>
                <c:pt idx="14030" formatCode="0.00">
                  <c:v>0</c:v>
                </c:pt>
                <c:pt idx="14031" formatCode="0.00">
                  <c:v>0</c:v>
                </c:pt>
                <c:pt idx="14032" formatCode="0.00">
                  <c:v>0</c:v>
                </c:pt>
                <c:pt idx="14033" formatCode="0.00">
                  <c:v>0</c:v>
                </c:pt>
                <c:pt idx="14034" formatCode="0.00">
                  <c:v>0</c:v>
                </c:pt>
                <c:pt idx="14035" formatCode="0.00">
                  <c:v>0</c:v>
                </c:pt>
                <c:pt idx="14036" formatCode="0.00">
                  <c:v>0</c:v>
                </c:pt>
                <c:pt idx="14037" formatCode="0.00">
                  <c:v>0</c:v>
                </c:pt>
                <c:pt idx="14038" formatCode="0.00">
                  <c:v>0</c:v>
                </c:pt>
                <c:pt idx="14039" formatCode="0.00">
                  <c:v>0</c:v>
                </c:pt>
                <c:pt idx="14040" formatCode="0.00">
                  <c:v>0</c:v>
                </c:pt>
                <c:pt idx="14041" formatCode="0.00">
                  <c:v>0</c:v>
                </c:pt>
                <c:pt idx="14042" formatCode="0.00">
                  <c:v>0</c:v>
                </c:pt>
                <c:pt idx="14043" formatCode="0.00">
                  <c:v>0</c:v>
                </c:pt>
                <c:pt idx="14044" formatCode="0.00">
                  <c:v>0</c:v>
                </c:pt>
                <c:pt idx="14045" formatCode="0.00">
                  <c:v>0</c:v>
                </c:pt>
                <c:pt idx="14046" formatCode="0.00">
                  <c:v>0</c:v>
                </c:pt>
                <c:pt idx="14047" formatCode="0.00">
                  <c:v>0</c:v>
                </c:pt>
                <c:pt idx="14048" formatCode="0.00">
                  <c:v>0</c:v>
                </c:pt>
                <c:pt idx="14049" formatCode="0.00">
                  <c:v>0</c:v>
                </c:pt>
                <c:pt idx="14050" formatCode="0.00">
                  <c:v>0</c:v>
                </c:pt>
                <c:pt idx="14051" formatCode="0.00">
                  <c:v>0</c:v>
                </c:pt>
                <c:pt idx="14052" formatCode="0.00">
                  <c:v>0</c:v>
                </c:pt>
                <c:pt idx="14053" formatCode="0.00">
                  <c:v>0</c:v>
                </c:pt>
                <c:pt idx="14054" formatCode="0.00">
                  <c:v>0</c:v>
                </c:pt>
                <c:pt idx="14055" formatCode="0.00">
                  <c:v>0</c:v>
                </c:pt>
                <c:pt idx="14056" formatCode="0.00">
                  <c:v>0</c:v>
                </c:pt>
                <c:pt idx="14057" formatCode="0.00">
                  <c:v>0</c:v>
                </c:pt>
                <c:pt idx="14058" formatCode="0.00">
                  <c:v>0</c:v>
                </c:pt>
                <c:pt idx="14059" formatCode="0.00">
                  <c:v>0</c:v>
                </c:pt>
                <c:pt idx="14060" formatCode="0.00">
                  <c:v>0</c:v>
                </c:pt>
                <c:pt idx="14061" formatCode="0.00">
                  <c:v>0</c:v>
                </c:pt>
                <c:pt idx="14062" formatCode="0.00">
                  <c:v>0</c:v>
                </c:pt>
                <c:pt idx="14063" formatCode="0.00">
                  <c:v>0</c:v>
                </c:pt>
                <c:pt idx="14064" formatCode="0.00">
                  <c:v>0</c:v>
                </c:pt>
                <c:pt idx="14065" formatCode="0.00">
                  <c:v>0</c:v>
                </c:pt>
                <c:pt idx="14066" formatCode="0.00">
                  <c:v>0</c:v>
                </c:pt>
                <c:pt idx="14067" formatCode="0.00">
                  <c:v>0</c:v>
                </c:pt>
                <c:pt idx="14068" formatCode="0.00">
                  <c:v>0</c:v>
                </c:pt>
                <c:pt idx="14069" formatCode="0.00">
                  <c:v>0</c:v>
                </c:pt>
                <c:pt idx="14070" formatCode="0.00">
                  <c:v>0</c:v>
                </c:pt>
                <c:pt idx="14071" formatCode="0.00">
                  <c:v>0</c:v>
                </c:pt>
                <c:pt idx="14072" formatCode="0.00">
                  <c:v>0</c:v>
                </c:pt>
                <c:pt idx="14073" formatCode="0.00">
                  <c:v>0</c:v>
                </c:pt>
                <c:pt idx="14074" formatCode="0.00">
                  <c:v>0</c:v>
                </c:pt>
                <c:pt idx="14075" formatCode="0.00">
                  <c:v>0</c:v>
                </c:pt>
                <c:pt idx="14076" formatCode="0.00">
                  <c:v>0</c:v>
                </c:pt>
                <c:pt idx="14077" formatCode="0.00">
                  <c:v>0</c:v>
                </c:pt>
                <c:pt idx="14078" formatCode="0.00">
                  <c:v>0</c:v>
                </c:pt>
                <c:pt idx="14079" formatCode="0.00">
                  <c:v>0</c:v>
                </c:pt>
                <c:pt idx="14080" formatCode="0.00">
                  <c:v>0</c:v>
                </c:pt>
                <c:pt idx="14081" formatCode="0.00">
                  <c:v>0</c:v>
                </c:pt>
                <c:pt idx="14082" formatCode="0.00">
                  <c:v>0</c:v>
                </c:pt>
                <c:pt idx="14083" formatCode="0.00">
                  <c:v>0</c:v>
                </c:pt>
                <c:pt idx="14084" formatCode="0.00">
                  <c:v>0</c:v>
                </c:pt>
                <c:pt idx="14085" formatCode="0.00">
                  <c:v>0</c:v>
                </c:pt>
                <c:pt idx="14086" formatCode="0.00">
                  <c:v>0</c:v>
                </c:pt>
                <c:pt idx="14087" formatCode="0.00">
                  <c:v>0</c:v>
                </c:pt>
                <c:pt idx="14088" formatCode="0.00">
                  <c:v>0</c:v>
                </c:pt>
                <c:pt idx="14089" formatCode="0.00">
                  <c:v>0</c:v>
                </c:pt>
                <c:pt idx="14090" formatCode="0.00">
                  <c:v>0</c:v>
                </c:pt>
                <c:pt idx="14091" formatCode="0.00">
                  <c:v>0</c:v>
                </c:pt>
                <c:pt idx="14092" formatCode="0.00">
                  <c:v>0</c:v>
                </c:pt>
                <c:pt idx="14093" formatCode="0.00">
                  <c:v>0</c:v>
                </c:pt>
                <c:pt idx="14094" formatCode="0.00">
                  <c:v>0</c:v>
                </c:pt>
                <c:pt idx="14095" formatCode="0.00">
                  <c:v>0</c:v>
                </c:pt>
                <c:pt idx="14096" formatCode="0.00">
                  <c:v>0</c:v>
                </c:pt>
                <c:pt idx="14097" formatCode="0.00">
                  <c:v>0</c:v>
                </c:pt>
                <c:pt idx="14098" formatCode="0.00">
                  <c:v>0</c:v>
                </c:pt>
                <c:pt idx="14099" formatCode="0.00">
                  <c:v>0</c:v>
                </c:pt>
                <c:pt idx="14100" formatCode="0.00">
                  <c:v>0</c:v>
                </c:pt>
                <c:pt idx="14101" formatCode="0.00">
                  <c:v>0</c:v>
                </c:pt>
                <c:pt idx="14102" formatCode="0.00">
                  <c:v>0</c:v>
                </c:pt>
                <c:pt idx="14103" formatCode="0.00">
                  <c:v>0</c:v>
                </c:pt>
                <c:pt idx="14104" formatCode="0.00">
                  <c:v>0</c:v>
                </c:pt>
                <c:pt idx="14105" formatCode="0.00">
                  <c:v>0</c:v>
                </c:pt>
                <c:pt idx="14106" formatCode="0.00">
                  <c:v>0</c:v>
                </c:pt>
                <c:pt idx="14107" formatCode="0.00">
                  <c:v>0</c:v>
                </c:pt>
                <c:pt idx="14108" formatCode="0.00">
                  <c:v>0</c:v>
                </c:pt>
                <c:pt idx="14109" formatCode="0.00">
                  <c:v>0</c:v>
                </c:pt>
                <c:pt idx="14110" formatCode="0.00">
                  <c:v>0</c:v>
                </c:pt>
                <c:pt idx="14111" formatCode="0.00">
                  <c:v>0</c:v>
                </c:pt>
                <c:pt idx="14112" formatCode="0.00">
                  <c:v>0</c:v>
                </c:pt>
                <c:pt idx="14113" formatCode="0.00">
                  <c:v>0</c:v>
                </c:pt>
                <c:pt idx="14114" formatCode="0.00">
                  <c:v>0</c:v>
                </c:pt>
                <c:pt idx="14115" formatCode="0.00">
                  <c:v>0</c:v>
                </c:pt>
                <c:pt idx="14116" formatCode="0.00">
                  <c:v>0</c:v>
                </c:pt>
                <c:pt idx="14117" formatCode="0.00">
                  <c:v>0</c:v>
                </c:pt>
                <c:pt idx="14118">
                  <c:v>0.25</c:v>
                </c:pt>
                <c:pt idx="14119">
                  <c:v>0.25</c:v>
                </c:pt>
                <c:pt idx="14120">
                  <c:v>0.5</c:v>
                </c:pt>
                <c:pt idx="14121">
                  <c:v>0.5</c:v>
                </c:pt>
                <c:pt idx="14122">
                  <c:v>0.63</c:v>
                </c:pt>
                <c:pt idx="14123">
                  <c:v>0.63</c:v>
                </c:pt>
                <c:pt idx="14124">
                  <c:v>0.95</c:v>
                </c:pt>
                <c:pt idx="14125">
                  <c:v>0.95</c:v>
                </c:pt>
                <c:pt idx="14126">
                  <c:v>0.95</c:v>
                </c:pt>
                <c:pt idx="14127">
                  <c:v>0.95</c:v>
                </c:pt>
                <c:pt idx="14128">
                  <c:v>0.95</c:v>
                </c:pt>
                <c:pt idx="14129">
                  <c:v>0.95</c:v>
                </c:pt>
                <c:pt idx="14130">
                  <c:v>0.95</c:v>
                </c:pt>
                <c:pt idx="14131">
                  <c:v>0.95</c:v>
                </c:pt>
                <c:pt idx="14132">
                  <c:v>0.95</c:v>
                </c:pt>
                <c:pt idx="14133">
                  <c:v>0.95</c:v>
                </c:pt>
                <c:pt idx="14134">
                  <c:v>0.95</c:v>
                </c:pt>
                <c:pt idx="14135">
                  <c:v>0.95</c:v>
                </c:pt>
                <c:pt idx="14136">
                  <c:v>0.95</c:v>
                </c:pt>
                <c:pt idx="14137">
                  <c:v>0.95</c:v>
                </c:pt>
                <c:pt idx="14138">
                  <c:v>0.95</c:v>
                </c:pt>
                <c:pt idx="14139">
                  <c:v>0.95</c:v>
                </c:pt>
                <c:pt idx="14140">
                  <c:v>0.63</c:v>
                </c:pt>
                <c:pt idx="14141">
                  <c:v>0.63</c:v>
                </c:pt>
                <c:pt idx="14142">
                  <c:v>0.38</c:v>
                </c:pt>
                <c:pt idx="14143">
                  <c:v>0.38</c:v>
                </c:pt>
                <c:pt idx="14144" formatCode="0.00">
                  <c:v>0</c:v>
                </c:pt>
                <c:pt idx="14145" formatCode="0.00">
                  <c:v>0</c:v>
                </c:pt>
                <c:pt idx="14146" formatCode="0.00">
                  <c:v>0</c:v>
                </c:pt>
                <c:pt idx="14147" formatCode="0.00">
                  <c:v>0</c:v>
                </c:pt>
                <c:pt idx="14148" formatCode="0.00">
                  <c:v>0</c:v>
                </c:pt>
                <c:pt idx="14149" formatCode="0.00">
                  <c:v>0</c:v>
                </c:pt>
                <c:pt idx="14150" formatCode="0.00">
                  <c:v>0</c:v>
                </c:pt>
                <c:pt idx="14151" formatCode="0.00">
                  <c:v>0</c:v>
                </c:pt>
                <c:pt idx="14152" formatCode="0.00">
                  <c:v>0</c:v>
                </c:pt>
                <c:pt idx="14153" formatCode="0.00">
                  <c:v>0</c:v>
                </c:pt>
                <c:pt idx="14154" formatCode="0.00">
                  <c:v>0</c:v>
                </c:pt>
                <c:pt idx="14155" formatCode="0.00">
                  <c:v>0</c:v>
                </c:pt>
                <c:pt idx="14156" formatCode="0.00">
                  <c:v>0</c:v>
                </c:pt>
                <c:pt idx="14157" formatCode="0.00">
                  <c:v>0</c:v>
                </c:pt>
                <c:pt idx="14158">
                  <c:v>0.25</c:v>
                </c:pt>
                <c:pt idx="14159">
                  <c:v>0.25</c:v>
                </c:pt>
                <c:pt idx="14160">
                  <c:v>0.5</c:v>
                </c:pt>
                <c:pt idx="14161">
                  <c:v>0.5</c:v>
                </c:pt>
                <c:pt idx="14162">
                  <c:v>0.63</c:v>
                </c:pt>
                <c:pt idx="14163">
                  <c:v>0.63</c:v>
                </c:pt>
                <c:pt idx="14164">
                  <c:v>0.95</c:v>
                </c:pt>
                <c:pt idx="14165">
                  <c:v>0.95</c:v>
                </c:pt>
                <c:pt idx="14166">
                  <c:v>0.95</c:v>
                </c:pt>
                <c:pt idx="14167">
                  <c:v>0.95</c:v>
                </c:pt>
                <c:pt idx="14168">
                  <c:v>0.95</c:v>
                </c:pt>
                <c:pt idx="14169">
                  <c:v>25.95</c:v>
                </c:pt>
                <c:pt idx="14170">
                  <c:v>0.95</c:v>
                </c:pt>
                <c:pt idx="14171">
                  <c:v>0.95</c:v>
                </c:pt>
                <c:pt idx="14172">
                  <c:v>125</c:v>
                </c:pt>
                <c:pt idx="14173">
                  <c:v>100.95</c:v>
                </c:pt>
                <c:pt idx="14174">
                  <c:v>75.95</c:v>
                </c:pt>
                <c:pt idx="14175">
                  <c:v>75.95</c:v>
                </c:pt>
                <c:pt idx="14176">
                  <c:v>125</c:v>
                </c:pt>
                <c:pt idx="14177">
                  <c:v>113.45</c:v>
                </c:pt>
                <c:pt idx="14178">
                  <c:v>25.95</c:v>
                </c:pt>
                <c:pt idx="14179">
                  <c:v>0.95</c:v>
                </c:pt>
                <c:pt idx="14180">
                  <c:v>0.63</c:v>
                </c:pt>
                <c:pt idx="14181">
                  <c:v>0.63</c:v>
                </c:pt>
                <c:pt idx="14182">
                  <c:v>0.38</c:v>
                </c:pt>
                <c:pt idx="14183">
                  <c:v>0.38</c:v>
                </c:pt>
                <c:pt idx="14184" formatCode="0.00">
                  <c:v>0</c:v>
                </c:pt>
                <c:pt idx="14185" formatCode="0.00">
                  <c:v>0</c:v>
                </c:pt>
                <c:pt idx="14186" formatCode="0.00">
                  <c:v>0</c:v>
                </c:pt>
                <c:pt idx="14187" formatCode="0.00">
                  <c:v>0</c:v>
                </c:pt>
                <c:pt idx="14188" formatCode="0.00">
                  <c:v>0</c:v>
                </c:pt>
                <c:pt idx="14189" formatCode="0.00">
                  <c:v>0</c:v>
                </c:pt>
                <c:pt idx="14190" formatCode="0.00">
                  <c:v>0</c:v>
                </c:pt>
                <c:pt idx="14191" formatCode="0.00">
                  <c:v>0</c:v>
                </c:pt>
                <c:pt idx="14192" formatCode="0.00">
                  <c:v>0</c:v>
                </c:pt>
                <c:pt idx="14193" formatCode="0.00">
                  <c:v>0</c:v>
                </c:pt>
                <c:pt idx="14194" formatCode="0.00">
                  <c:v>0</c:v>
                </c:pt>
                <c:pt idx="14195" formatCode="0.00">
                  <c:v>0</c:v>
                </c:pt>
              </c:numCache>
            </c:numRef>
          </c:val>
          <c:smooth val="0"/>
          <c:extLst>
            <c:ext xmlns:c16="http://schemas.microsoft.com/office/drawing/2014/chart" uri="{C3380CC4-5D6E-409C-BE32-E72D297353CC}">
              <c16:uniqueId val="{00000000-A86D-4A5B-B4FB-E3C30E5CA181}"/>
            </c:ext>
          </c:extLst>
        </c:ser>
        <c:dLbls>
          <c:showLegendKey val="0"/>
          <c:showVal val="0"/>
          <c:showCatName val="0"/>
          <c:showSerName val="0"/>
          <c:showPercent val="0"/>
          <c:showBubbleSize val="0"/>
        </c:dLbls>
        <c:smooth val="0"/>
        <c:axId val="1148010192"/>
        <c:axId val="1148010608"/>
      </c:lineChart>
      <c:valAx>
        <c:axId val="114801060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8010192"/>
        <c:crosses val="max"/>
        <c:crossBetween val="between"/>
      </c:valAx>
      <c:catAx>
        <c:axId val="11480101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8010608"/>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lgn="ctr" rtl="0">
            <a:defRPr lang="en-US" sz="1200" b="1" i="1" u="none" strike="noStrike" kern="1200" spc="0" baseline="0">
              <a:solidFill>
                <a:prstClr val="black">
                  <a:lumMod val="65000"/>
                  <a:lumOff val="35000"/>
                </a:prstClr>
              </a:solidFill>
              <a:latin typeface="+mn-lt"/>
              <a:ea typeface="+mn-ea"/>
              <a:cs typeface="+mn-cs"/>
            </a:defRPr>
          </a:pPr>
          <a:endParaRPr lang="en-US"/>
        </a:p>
      </c:txPr>
    </c:title>
    <c:autoTitleDeleted val="0"/>
    <c:plotArea>
      <c:layout/>
      <c:lineChart>
        <c:grouping val="standard"/>
        <c:varyColors val="0"/>
        <c:ser>
          <c:idx val="0"/>
          <c:order val="0"/>
          <c:tx>
            <c:strRef>
              <c:f>ContractWiseTrade!$H$4</c:f>
              <c:strCache>
                <c:ptCount val="1"/>
                <c:pt idx="0">
                  <c:v>Weighted Average Price (Rs/kWh)</c:v>
                </c:pt>
              </c:strCache>
            </c:strRef>
          </c:tx>
          <c:spPr>
            <a:ln w="28575" cap="rnd">
              <a:solidFill>
                <a:schemeClr val="accent1"/>
              </a:solidFill>
              <a:round/>
            </a:ln>
            <a:effectLst/>
          </c:spPr>
          <c:marker>
            <c:symbol val="none"/>
          </c:marker>
          <c:cat>
            <c:strRef>
              <c:f>ContractWiseTrade!$B$5:$G$14200</c:f>
              <c:strCache>
                <c:ptCount val="14196"/>
                <c:pt idx="0">
                  <c:v>1/7/2021</c:v>
                </c:pt>
                <c:pt idx="1">
                  <c:v>1/7/2021</c:v>
                </c:pt>
                <c:pt idx="2">
                  <c:v>1/7/2021</c:v>
                </c:pt>
                <c:pt idx="3">
                  <c:v>1/7/2021</c:v>
                </c:pt>
                <c:pt idx="4">
                  <c:v>1/7/2021</c:v>
                </c:pt>
                <c:pt idx="5">
                  <c:v>1/7/2021</c:v>
                </c:pt>
                <c:pt idx="6">
                  <c:v>1/7/2021</c:v>
                </c:pt>
                <c:pt idx="7">
                  <c:v>1/7/2021</c:v>
                </c:pt>
                <c:pt idx="8">
                  <c:v>1/7/2021</c:v>
                </c:pt>
                <c:pt idx="9">
                  <c:v>1/7/2021</c:v>
                </c:pt>
                <c:pt idx="10">
                  <c:v>1/7/2021</c:v>
                </c:pt>
                <c:pt idx="11">
                  <c:v>1/7/2021</c:v>
                </c:pt>
                <c:pt idx="12">
                  <c:v>1/7/2021</c:v>
                </c:pt>
                <c:pt idx="13">
                  <c:v>1/7/2021</c:v>
                </c:pt>
                <c:pt idx="14">
                  <c:v>1/7/2021</c:v>
                </c:pt>
                <c:pt idx="15">
                  <c:v>1/7/2021</c:v>
                </c:pt>
                <c:pt idx="16">
                  <c:v>1/7/2021</c:v>
                </c:pt>
                <c:pt idx="17">
                  <c:v>1/7/2021</c:v>
                </c:pt>
                <c:pt idx="18">
                  <c:v>1/7/2021</c:v>
                </c:pt>
                <c:pt idx="19">
                  <c:v>1/7/2021</c:v>
                </c:pt>
                <c:pt idx="20">
                  <c:v>1/7/2021</c:v>
                </c:pt>
                <c:pt idx="21">
                  <c:v>1/7/2021</c:v>
                </c:pt>
                <c:pt idx="22">
                  <c:v>1/7/2021</c:v>
                </c:pt>
                <c:pt idx="23">
                  <c:v>1/7/2021</c:v>
                </c:pt>
                <c:pt idx="24">
                  <c:v>1/7/2021</c:v>
                </c:pt>
                <c:pt idx="25">
                  <c:v>1/7/2021</c:v>
                </c:pt>
                <c:pt idx="26">
                  <c:v>1/7/2021</c:v>
                </c:pt>
                <c:pt idx="27">
                  <c:v>1/7/2021</c:v>
                </c:pt>
                <c:pt idx="28">
                  <c:v>1/7/2021</c:v>
                </c:pt>
                <c:pt idx="29">
                  <c:v>1/7/2021</c:v>
                </c:pt>
                <c:pt idx="30">
                  <c:v>1/7/2021</c:v>
                </c:pt>
                <c:pt idx="31">
                  <c:v>1/7/2021</c:v>
                </c:pt>
                <c:pt idx="32">
                  <c:v>1/7/2021</c:v>
                </c:pt>
                <c:pt idx="33">
                  <c:v>1/7/2021</c:v>
                </c:pt>
                <c:pt idx="34">
                  <c:v>1/7/2021</c:v>
                </c:pt>
                <c:pt idx="35">
                  <c:v>1/7/2021</c:v>
                </c:pt>
                <c:pt idx="36">
                  <c:v>1/7/2021</c:v>
                </c:pt>
                <c:pt idx="37">
                  <c:v>1/7/2021</c:v>
                </c:pt>
                <c:pt idx="38">
                  <c:v>1/7/2021</c:v>
                </c:pt>
                <c:pt idx="39">
                  <c:v>1/7/2021</c:v>
                </c:pt>
                <c:pt idx="40">
                  <c:v>02-07-2021</c:v>
                </c:pt>
                <c:pt idx="41">
                  <c:v>02-07-2021</c:v>
                </c:pt>
                <c:pt idx="42">
                  <c:v>02-07-2021</c:v>
                </c:pt>
                <c:pt idx="43">
                  <c:v>02-07-2021</c:v>
                </c:pt>
                <c:pt idx="44">
                  <c:v>02-07-2021</c:v>
                </c:pt>
                <c:pt idx="45">
                  <c:v>02-07-2021</c:v>
                </c:pt>
                <c:pt idx="46">
                  <c:v>02-07-2021</c:v>
                </c:pt>
                <c:pt idx="47">
                  <c:v>02-07-2021</c:v>
                </c:pt>
                <c:pt idx="48">
                  <c:v>02-07-2021</c:v>
                </c:pt>
                <c:pt idx="49">
                  <c:v>02-07-2021</c:v>
                </c:pt>
                <c:pt idx="50">
                  <c:v>02-07-2021</c:v>
                </c:pt>
                <c:pt idx="51">
                  <c:v>02-07-2021</c:v>
                </c:pt>
                <c:pt idx="52">
                  <c:v>02-07-2021</c:v>
                </c:pt>
                <c:pt idx="53">
                  <c:v>02-07-2021</c:v>
                </c:pt>
                <c:pt idx="54">
                  <c:v>02-07-2021</c:v>
                </c:pt>
                <c:pt idx="55">
                  <c:v>02-07-2021</c:v>
                </c:pt>
                <c:pt idx="56">
                  <c:v>02-07-2021</c:v>
                </c:pt>
                <c:pt idx="57">
                  <c:v>02-07-2021</c:v>
                </c:pt>
                <c:pt idx="58">
                  <c:v>02-07-2021</c:v>
                </c:pt>
                <c:pt idx="59">
                  <c:v>02-07-2021</c:v>
                </c:pt>
                <c:pt idx="60">
                  <c:v>02-07-2021</c:v>
                </c:pt>
                <c:pt idx="61">
                  <c:v>02-07-2021</c:v>
                </c:pt>
                <c:pt idx="62">
                  <c:v>02-07-2021</c:v>
                </c:pt>
                <c:pt idx="63">
                  <c:v>02-07-2021</c:v>
                </c:pt>
                <c:pt idx="64">
                  <c:v>02-07-2021</c:v>
                </c:pt>
                <c:pt idx="65">
                  <c:v>02-07-2021</c:v>
                </c:pt>
                <c:pt idx="66">
                  <c:v>02-07-2021</c:v>
                </c:pt>
                <c:pt idx="67">
                  <c:v>02-07-2021</c:v>
                </c:pt>
                <c:pt idx="68">
                  <c:v>02-07-2021</c:v>
                </c:pt>
                <c:pt idx="69">
                  <c:v>02-07-2021</c:v>
                </c:pt>
                <c:pt idx="70">
                  <c:v>02-07-2021</c:v>
                </c:pt>
                <c:pt idx="71">
                  <c:v>02-07-2021</c:v>
                </c:pt>
                <c:pt idx="72">
                  <c:v>02-07-2021</c:v>
                </c:pt>
                <c:pt idx="73">
                  <c:v>02-07-2021</c:v>
                </c:pt>
                <c:pt idx="74">
                  <c:v>02-07-2021</c:v>
                </c:pt>
                <c:pt idx="75">
                  <c:v>02-07-2021</c:v>
                </c:pt>
                <c:pt idx="76">
                  <c:v>02-07-2021</c:v>
                </c:pt>
                <c:pt idx="77">
                  <c:v>02-07-2021</c:v>
                </c:pt>
                <c:pt idx="78">
                  <c:v>02-07-2021</c:v>
                </c:pt>
                <c:pt idx="79">
                  <c:v>02-07-2021</c:v>
                </c:pt>
                <c:pt idx="80">
                  <c:v>02-07-2021</c:v>
                </c:pt>
                <c:pt idx="81">
                  <c:v>02-07-2021</c:v>
                </c:pt>
                <c:pt idx="82">
                  <c:v>02-07-2021</c:v>
                </c:pt>
                <c:pt idx="83">
                  <c:v>03-07-2021</c:v>
                </c:pt>
                <c:pt idx="84">
                  <c:v>03-07-2021</c:v>
                </c:pt>
                <c:pt idx="85">
                  <c:v>03-07-2021</c:v>
                </c:pt>
                <c:pt idx="86">
                  <c:v>03-07-2021</c:v>
                </c:pt>
                <c:pt idx="87">
                  <c:v>03-07-2021</c:v>
                </c:pt>
                <c:pt idx="88">
                  <c:v>03-07-2021</c:v>
                </c:pt>
                <c:pt idx="89">
                  <c:v>03-07-2021</c:v>
                </c:pt>
                <c:pt idx="90">
                  <c:v>03-07-2021</c:v>
                </c:pt>
                <c:pt idx="91">
                  <c:v>03-07-2021</c:v>
                </c:pt>
                <c:pt idx="92">
                  <c:v>03-07-2021</c:v>
                </c:pt>
                <c:pt idx="93">
                  <c:v>03-07-2021</c:v>
                </c:pt>
                <c:pt idx="94">
                  <c:v>03-07-2021</c:v>
                </c:pt>
                <c:pt idx="95">
                  <c:v>03-07-2021</c:v>
                </c:pt>
                <c:pt idx="96">
                  <c:v>03-07-2021</c:v>
                </c:pt>
                <c:pt idx="97">
                  <c:v>03-07-2021</c:v>
                </c:pt>
                <c:pt idx="98">
                  <c:v>03-07-2021</c:v>
                </c:pt>
                <c:pt idx="99">
                  <c:v>03-07-2021</c:v>
                </c:pt>
                <c:pt idx="100">
                  <c:v>03-07-2021</c:v>
                </c:pt>
                <c:pt idx="101">
                  <c:v>03-07-2021</c:v>
                </c:pt>
                <c:pt idx="102">
                  <c:v>03-07-2021</c:v>
                </c:pt>
                <c:pt idx="103">
                  <c:v>03-07-2021</c:v>
                </c:pt>
                <c:pt idx="104">
                  <c:v>03-07-2021</c:v>
                </c:pt>
                <c:pt idx="105">
                  <c:v>03-07-2021</c:v>
                </c:pt>
                <c:pt idx="106">
                  <c:v>03-07-2021</c:v>
                </c:pt>
                <c:pt idx="107">
                  <c:v>03-07-2021</c:v>
                </c:pt>
                <c:pt idx="108">
                  <c:v>03-07-2021</c:v>
                </c:pt>
                <c:pt idx="109">
                  <c:v>03-07-2021</c:v>
                </c:pt>
                <c:pt idx="110">
                  <c:v>03-07-2021</c:v>
                </c:pt>
                <c:pt idx="111">
                  <c:v>03-07-2021</c:v>
                </c:pt>
                <c:pt idx="112">
                  <c:v>03-07-2021</c:v>
                </c:pt>
                <c:pt idx="113">
                  <c:v>03-07-2021</c:v>
                </c:pt>
                <c:pt idx="114">
                  <c:v>03-07-2021</c:v>
                </c:pt>
                <c:pt idx="115">
                  <c:v>03-07-2021</c:v>
                </c:pt>
                <c:pt idx="116">
                  <c:v>03-07-2021</c:v>
                </c:pt>
                <c:pt idx="117">
                  <c:v>03-07-2021</c:v>
                </c:pt>
                <c:pt idx="118">
                  <c:v>03-07-2021</c:v>
                </c:pt>
                <c:pt idx="119">
                  <c:v>03-07-2021</c:v>
                </c:pt>
                <c:pt idx="120">
                  <c:v>03-07-2021</c:v>
                </c:pt>
                <c:pt idx="121">
                  <c:v>03-07-2021</c:v>
                </c:pt>
                <c:pt idx="122">
                  <c:v>03-07-2021</c:v>
                </c:pt>
                <c:pt idx="123">
                  <c:v>03-07-2021</c:v>
                </c:pt>
                <c:pt idx="124">
                  <c:v>03-07-2021</c:v>
                </c:pt>
                <c:pt idx="125">
                  <c:v>03-07-2021</c:v>
                </c:pt>
                <c:pt idx="126">
                  <c:v>03-07-2021</c:v>
                </c:pt>
                <c:pt idx="127">
                  <c:v>03-07-2021</c:v>
                </c:pt>
                <c:pt idx="128">
                  <c:v>03-07-2021</c:v>
                </c:pt>
                <c:pt idx="129">
                  <c:v>03-07-2021</c:v>
                </c:pt>
                <c:pt idx="130">
                  <c:v>03-07-2021</c:v>
                </c:pt>
                <c:pt idx="131">
                  <c:v>03-07-2021</c:v>
                </c:pt>
                <c:pt idx="132">
                  <c:v>03-07-2021</c:v>
                </c:pt>
                <c:pt idx="133">
                  <c:v>03-07-2021</c:v>
                </c:pt>
                <c:pt idx="134">
                  <c:v>03-07-2021</c:v>
                </c:pt>
                <c:pt idx="135">
                  <c:v>04-07-2021</c:v>
                </c:pt>
                <c:pt idx="136">
                  <c:v>04-07-2021</c:v>
                </c:pt>
                <c:pt idx="137">
                  <c:v>04-07-2021</c:v>
                </c:pt>
                <c:pt idx="138">
                  <c:v>04-07-2021</c:v>
                </c:pt>
                <c:pt idx="139">
                  <c:v>04-07-2021</c:v>
                </c:pt>
                <c:pt idx="140">
                  <c:v>04-07-2021</c:v>
                </c:pt>
                <c:pt idx="141">
                  <c:v>04-07-2021</c:v>
                </c:pt>
                <c:pt idx="142">
                  <c:v>04-07-2021</c:v>
                </c:pt>
                <c:pt idx="143">
                  <c:v>04-07-2021</c:v>
                </c:pt>
                <c:pt idx="144">
                  <c:v>04-07-2021</c:v>
                </c:pt>
                <c:pt idx="145">
                  <c:v>04-07-2021</c:v>
                </c:pt>
                <c:pt idx="146">
                  <c:v>04-07-2021</c:v>
                </c:pt>
                <c:pt idx="147">
                  <c:v>04-07-2021</c:v>
                </c:pt>
                <c:pt idx="148">
                  <c:v>04-07-2021</c:v>
                </c:pt>
                <c:pt idx="149">
                  <c:v>04-07-2021</c:v>
                </c:pt>
                <c:pt idx="150">
                  <c:v>04-07-2021</c:v>
                </c:pt>
                <c:pt idx="151">
                  <c:v>04-07-2021</c:v>
                </c:pt>
                <c:pt idx="152">
                  <c:v>04-07-2021</c:v>
                </c:pt>
                <c:pt idx="153">
                  <c:v>04-07-2021</c:v>
                </c:pt>
                <c:pt idx="154">
                  <c:v>04-07-2021</c:v>
                </c:pt>
                <c:pt idx="155">
                  <c:v>04-07-2021</c:v>
                </c:pt>
                <c:pt idx="156">
                  <c:v>04-07-2021</c:v>
                </c:pt>
                <c:pt idx="157">
                  <c:v>04-07-2021</c:v>
                </c:pt>
                <c:pt idx="158">
                  <c:v>04-07-2021</c:v>
                </c:pt>
                <c:pt idx="159">
                  <c:v>04-07-2021</c:v>
                </c:pt>
                <c:pt idx="160">
                  <c:v>04-07-2021</c:v>
                </c:pt>
                <c:pt idx="161">
                  <c:v>04-07-2021</c:v>
                </c:pt>
                <c:pt idx="162">
                  <c:v>04-07-2021</c:v>
                </c:pt>
                <c:pt idx="163">
                  <c:v>04-07-2021</c:v>
                </c:pt>
                <c:pt idx="164">
                  <c:v>04-07-2021</c:v>
                </c:pt>
                <c:pt idx="165">
                  <c:v>04-07-2021</c:v>
                </c:pt>
                <c:pt idx="166">
                  <c:v>04-07-2021</c:v>
                </c:pt>
                <c:pt idx="167">
                  <c:v>04-07-2021</c:v>
                </c:pt>
                <c:pt idx="168">
                  <c:v>04-07-2021</c:v>
                </c:pt>
                <c:pt idx="169">
                  <c:v>04-07-2021</c:v>
                </c:pt>
                <c:pt idx="170">
                  <c:v>04-07-2021</c:v>
                </c:pt>
                <c:pt idx="171">
                  <c:v>04-07-2021</c:v>
                </c:pt>
                <c:pt idx="172">
                  <c:v>04-07-2021</c:v>
                </c:pt>
                <c:pt idx="173">
                  <c:v>04-07-2021</c:v>
                </c:pt>
                <c:pt idx="174">
                  <c:v>04-07-2021</c:v>
                </c:pt>
                <c:pt idx="175">
                  <c:v>04-07-2021</c:v>
                </c:pt>
                <c:pt idx="176">
                  <c:v>04-07-2021</c:v>
                </c:pt>
                <c:pt idx="177">
                  <c:v>04-07-2021</c:v>
                </c:pt>
                <c:pt idx="178">
                  <c:v>04-07-2021</c:v>
                </c:pt>
                <c:pt idx="179">
                  <c:v>04-07-2021</c:v>
                </c:pt>
                <c:pt idx="180">
                  <c:v>04-07-2021</c:v>
                </c:pt>
                <c:pt idx="181">
                  <c:v>04-07-2021</c:v>
                </c:pt>
                <c:pt idx="182">
                  <c:v>04-07-2021</c:v>
                </c:pt>
                <c:pt idx="183">
                  <c:v>04-07-2021</c:v>
                </c:pt>
                <c:pt idx="184">
                  <c:v>04-07-2021</c:v>
                </c:pt>
                <c:pt idx="185">
                  <c:v>04-07-2021</c:v>
                </c:pt>
                <c:pt idx="186">
                  <c:v>04-07-2021</c:v>
                </c:pt>
                <c:pt idx="187">
                  <c:v>04-07-2021</c:v>
                </c:pt>
                <c:pt idx="188">
                  <c:v>05-07-2021</c:v>
                </c:pt>
                <c:pt idx="189">
                  <c:v>05-07-2021</c:v>
                </c:pt>
                <c:pt idx="190">
                  <c:v>05-07-2021</c:v>
                </c:pt>
                <c:pt idx="191">
                  <c:v>05-07-2021</c:v>
                </c:pt>
                <c:pt idx="192">
                  <c:v>05-07-2021</c:v>
                </c:pt>
                <c:pt idx="193">
                  <c:v>05-07-2021</c:v>
                </c:pt>
                <c:pt idx="194">
                  <c:v>05-07-2021</c:v>
                </c:pt>
                <c:pt idx="195">
                  <c:v>05-07-2021</c:v>
                </c:pt>
                <c:pt idx="196">
                  <c:v>05-07-2021</c:v>
                </c:pt>
                <c:pt idx="197">
                  <c:v>05-07-2021</c:v>
                </c:pt>
                <c:pt idx="198">
                  <c:v>05-07-2021</c:v>
                </c:pt>
                <c:pt idx="199">
                  <c:v>05-07-2021</c:v>
                </c:pt>
                <c:pt idx="200">
                  <c:v>05-07-2021</c:v>
                </c:pt>
                <c:pt idx="201">
                  <c:v>05-07-2021</c:v>
                </c:pt>
                <c:pt idx="202">
                  <c:v>05-07-2021</c:v>
                </c:pt>
                <c:pt idx="203">
                  <c:v>05-07-2021</c:v>
                </c:pt>
                <c:pt idx="204">
                  <c:v>05-07-2021</c:v>
                </c:pt>
                <c:pt idx="205">
                  <c:v>05-07-2021</c:v>
                </c:pt>
                <c:pt idx="206">
                  <c:v>05-07-2021</c:v>
                </c:pt>
                <c:pt idx="207">
                  <c:v>05-07-2021</c:v>
                </c:pt>
                <c:pt idx="208">
                  <c:v>05-07-2021</c:v>
                </c:pt>
                <c:pt idx="209">
                  <c:v>05-07-2021</c:v>
                </c:pt>
                <c:pt idx="210">
                  <c:v>05-07-2021</c:v>
                </c:pt>
                <c:pt idx="211">
                  <c:v>05-07-2021</c:v>
                </c:pt>
                <c:pt idx="212">
                  <c:v>05-07-2021</c:v>
                </c:pt>
                <c:pt idx="213">
                  <c:v>05-07-2021</c:v>
                </c:pt>
                <c:pt idx="214">
                  <c:v>05-07-2021</c:v>
                </c:pt>
                <c:pt idx="215">
                  <c:v>05-07-2021</c:v>
                </c:pt>
                <c:pt idx="216">
                  <c:v>05-07-2021</c:v>
                </c:pt>
                <c:pt idx="217">
                  <c:v>05-07-2021</c:v>
                </c:pt>
                <c:pt idx="218">
                  <c:v>05-07-2021</c:v>
                </c:pt>
                <c:pt idx="219">
                  <c:v>05-07-2021</c:v>
                </c:pt>
                <c:pt idx="220">
                  <c:v>05-07-2021</c:v>
                </c:pt>
                <c:pt idx="221">
                  <c:v>05-07-2021</c:v>
                </c:pt>
                <c:pt idx="222">
                  <c:v>05-07-2021</c:v>
                </c:pt>
                <c:pt idx="223">
                  <c:v>05-07-2021</c:v>
                </c:pt>
                <c:pt idx="224">
                  <c:v>05-07-2021</c:v>
                </c:pt>
                <c:pt idx="225">
                  <c:v>05-07-2021</c:v>
                </c:pt>
                <c:pt idx="226">
                  <c:v>05-07-2021</c:v>
                </c:pt>
                <c:pt idx="227">
                  <c:v>05-07-2021</c:v>
                </c:pt>
                <c:pt idx="228">
                  <c:v>05-07-2021</c:v>
                </c:pt>
                <c:pt idx="229">
                  <c:v>05-07-2021</c:v>
                </c:pt>
                <c:pt idx="230">
                  <c:v>05-07-2021</c:v>
                </c:pt>
                <c:pt idx="231">
                  <c:v>05-07-2021</c:v>
                </c:pt>
                <c:pt idx="232">
                  <c:v>05-07-2021</c:v>
                </c:pt>
                <c:pt idx="233">
                  <c:v>05-07-2021</c:v>
                </c:pt>
                <c:pt idx="234">
                  <c:v>05-07-2021</c:v>
                </c:pt>
                <c:pt idx="235">
                  <c:v>05-07-2021</c:v>
                </c:pt>
                <c:pt idx="236">
                  <c:v>05-07-2021</c:v>
                </c:pt>
                <c:pt idx="237">
                  <c:v>05-07-2021</c:v>
                </c:pt>
                <c:pt idx="238">
                  <c:v>05-07-2021</c:v>
                </c:pt>
                <c:pt idx="239">
                  <c:v>05-07-2021</c:v>
                </c:pt>
                <c:pt idx="240">
                  <c:v>06-07-2021</c:v>
                </c:pt>
                <c:pt idx="241">
                  <c:v>06-07-2021</c:v>
                </c:pt>
                <c:pt idx="242">
                  <c:v>06-07-2021</c:v>
                </c:pt>
                <c:pt idx="243">
                  <c:v>06-07-2021</c:v>
                </c:pt>
                <c:pt idx="244">
                  <c:v>06-07-2021</c:v>
                </c:pt>
                <c:pt idx="245">
                  <c:v>06-07-2021</c:v>
                </c:pt>
                <c:pt idx="246">
                  <c:v>06-07-2021</c:v>
                </c:pt>
                <c:pt idx="247">
                  <c:v>06-07-2021</c:v>
                </c:pt>
                <c:pt idx="248">
                  <c:v>06-07-2021</c:v>
                </c:pt>
                <c:pt idx="249">
                  <c:v>06-07-2021</c:v>
                </c:pt>
                <c:pt idx="250">
                  <c:v>06-07-2021</c:v>
                </c:pt>
                <c:pt idx="251">
                  <c:v>06-07-2021</c:v>
                </c:pt>
                <c:pt idx="252">
                  <c:v>06-07-2021</c:v>
                </c:pt>
                <c:pt idx="253">
                  <c:v>06-07-2021</c:v>
                </c:pt>
                <c:pt idx="254">
                  <c:v>06-07-2021</c:v>
                </c:pt>
                <c:pt idx="255">
                  <c:v>06-07-2021</c:v>
                </c:pt>
                <c:pt idx="256">
                  <c:v>06-07-2021</c:v>
                </c:pt>
                <c:pt idx="257">
                  <c:v>06-07-2021</c:v>
                </c:pt>
                <c:pt idx="258">
                  <c:v>06-07-2021</c:v>
                </c:pt>
                <c:pt idx="259">
                  <c:v>06-07-2021</c:v>
                </c:pt>
                <c:pt idx="260">
                  <c:v>06-07-2021</c:v>
                </c:pt>
                <c:pt idx="261">
                  <c:v>06-07-2021</c:v>
                </c:pt>
                <c:pt idx="262">
                  <c:v>06-07-2021</c:v>
                </c:pt>
                <c:pt idx="263">
                  <c:v>06-07-2021</c:v>
                </c:pt>
                <c:pt idx="264">
                  <c:v>06-07-2021</c:v>
                </c:pt>
                <c:pt idx="265">
                  <c:v>06-07-2021</c:v>
                </c:pt>
                <c:pt idx="266">
                  <c:v>06-07-2021</c:v>
                </c:pt>
                <c:pt idx="267">
                  <c:v>06-07-2021</c:v>
                </c:pt>
                <c:pt idx="268">
                  <c:v>06-07-2021</c:v>
                </c:pt>
                <c:pt idx="269">
                  <c:v>06-07-2021</c:v>
                </c:pt>
                <c:pt idx="270">
                  <c:v>06-07-2021</c:v>
                </c:pt>
                <c:pt idx="271">
                  <c:v>06-07-2021</c:v>
                </c:pt>
                <c:pt idx="272">
                  <c:v>06-07-2021</c:v>
                </c:pt>
                <c:pt idx="273">
                  <c:v>06-07-2021</c:v>
                </c:pt>
                <c:pt idx="274">
                  <c:v>06-07-2021</c:v>
                </c:pt>
                <c:pt idx="275">
                  <c:v>06-07-2021</c:v>
                </c:pt>
                <c:pt idx="276">
                  <c:v>06-07-2021</c:v>
                </c:pt>
                <c:pt idx="277">
                  <c:v>06-07-2021</c:v>
                </c:pt>
                <c:pt idx="278">
                  <c:v>06-07-2021</c:v>
                </c:pt>
                <c:pt idx="279">
                  <c:v>06-07-2021</c:v>
                </c:pt>
                <c:pt idx="280">
                  <c:v>06-07-2021</c:v>
                </c:pt>
                <c:pt idx="281">
                  <c:v>06-07-2021</c:v>
                </c:pt>
                <c:pt idx="282">
                  <c:v>06-07-2021</c:v>
                </c:pt>
                <c:pt idx="283">
                  <c:v>06-07-2021</c:v>
                </c:pt>
                <c:pt idx="284">
                  <c:v>06-07-2021</c:v>
                </c:pt>
                <c:pt idx="285">
                  <c:v>06-07-2021</c:v>
                </c:pt>
                <c:pt idx="286">
                  <c:v>06-07-2021</c:v>
                </c:pt>
                <c:pt idx="287">
                  <c:v>06-07-2021</c:v>
                </c:pt>
                <c:pt idx="288">
                  <c:v>06-07-2021</c:v>
                </c:pt>
                <c:pt idx="289">
                  <c:v>06-07-2021</c:v>
                </c:pt>
                <c:pt idx="290">
                  <c:v>06-07-2021</c:v>
                </c:pt>
                <c:pt idx="291">
                  <c:v>06-07-2021</c:v>
                </c:pt>
                <c:pt idx="292">
                  <c:v>07-07-2021</c:v>
                </c:pt>
                <c:pt idx="293">
                  <c:v>07-07-2021</c:v>
                </c:pt>
                <c:pt idx="294">
                  <c:v>07-07-2021</c:v>
                </c:pt>
                <c:pt idx="295">
                  <c:v>07-07-2021</c:v>
                </c:pt>
                <c:pt idx="296">
                  <c:v>07-07-2021</c:v>
                </c:pt>
                <c:pt idx="297">
                  <c:v>07-07-2021</c:v>
                </c:pt>
                <c:pt idx="298">
                  <c:v>07-07-2021</c:v>
                </c:pt>
                <c:pt idx="299">
                  <c:v>07-07-2021</c:v>
                </c:pt>
                <c:pt idx="300">
                  <c:v>07-07-2021</c:v>
                </c:pt>
                <c:pt idx="301">
                  <c:v>07-07-2021</c:v>
                </c:pt>
                <c:pt idx="302">
                  <c:v>07-07-2021</c:v>
                </c:pt>
                <c:pt idx="303">
                  <c:v>07-07-2021</c:v>
                </c:pt>
                <c:pt idx="304">
                  <c:v>07-07-2021</c:v>
                </c:pt>
                <c:pt idx="305">
                  <c:v>07-07-2021</c:v>
                </c:pt>
                <c:pt idx="306">
                  <c:v>07-07-2021</c:v>
                </c:pt>
                <c:pt idx="307">
                  <c:v>07-07-2021</c:v>
                </c:pt>
                <c:pt idx="308">
                  <c:v>07-07-2021</c:v>
                </c:pt>
                <c:pt idx="309">
                  <c:v>07-07-2021</c:v>
                </c:pt>
                <c:pt idx="310">
                  <c:v>07-07-2021</c:v>
                </c:pt>
                <c:pt idx="311">
                  <c:v>07-07-2021</c:v>
                </c:pt>
                <c:pt idx="312">
                  <c:v>07-07-2021</c:v>
                </c:pt>
                <c:pt idx="313">
                  <c:v>07-07-2021</c:v>
                </c:pt>
                <c:pt idx="314">
                  <c:v>07-07-2021</c:v>
                </c:pt>
                <c:pt idx="315">
                  <c:v>07-07-2021</c:v>
                </c:pt>
                <c:pt idx="316">
                  <c:v>07-07-2021</c:v>
                </c:pt>
                <c:pt idx="317">
                  <c:v>07-07-2021</c:v>
                </c:pt>
                <c:pt idx="318">
                  <c:v>07-07-2021</c:v>
                </c:pt>
                <c:pt idx="319">
                  <c:v>07-07-2021</c:v>
                </c:pt>
                <c:pt idx="320">
                  <c:v>07-07-2021</c:v>
                </c:pt>
                <c:pt idx="321">
                  <c:v>07-07-2021</c:v>
                </c:pt>
                <c:pt idx="322">
                  <c:v>07-07-2021</c:v>
                </c:pt>
                <c:pt idx="323">
                  <c:v>07-07-2021</c:v>
                </c:pt>
                <c:pt idx="324">
                  <c:v>07-07-2021</c:v>
                </c:pt>
                <c:pt idx="325">
                  <c:v>07-07-2021</c:v>
                </c:pt>
                <c:pt idx="326">
                  <c:v>07-07-2021</c:v>
                </c:pt>
                <c:pt idx="327">
                  <c:v>07-07-2021</c:v>
                </c:pt>
                <c:pt idx="328">
                  <c:v>07-07-2021</c:v>
                </c:pt>
                <c:pt idx="329">
                  <c:v>07-07-2021</c:v>
                </c:pt>
                <c:pt idx="330">
                  <c:v>07-07-2021</c:v>
                </c:pt>
                <c:pt idx="331">
                  <c:v>07-07-2021</c:v>
                </c:pt>
                <c:pt idx="332">
                  <c:v>07-07-2021</c:v>
                </c:pt>
                <c:pt idx="333">
                  <c:v>07-07-2021</c:v>
                </c:pt>
                <c:pt idx="334">
                  <c:v>07-07-2021</c:v>
                </c:pt>
                <c:pt idx="335">
                  <c:v>07-07-2021</c:v>
                </c:pt>
                <c:pt idx="336">
                  <c:v>07-07-2021</c:v>
                </c:pt>
                <c:pt idx="337">
                  <c:v>07-07-2021</c:v>
                </c:pt>
                <c:pt idx="338">
                  <c:v>07-07-2021</c:v>
                </c:pt>
                <c:pt idx="339">
                  <c:v>07-07-2021</c:v>
                </c:pt>
                <c:pt idx="340">
                  <c:v>07-07-2021</c:v>
                </c:pt>
                <c:pt idx="341">
                  <c:v>07-07-2021</c:v>
                </c:pt>
                <c:pt idx="342">
                  <c:v>07-07-2021</c:v>
                </c:pt>
                <c:pt idx="343">
                  <c:v>07-07-2021</c:v>
                </c:pt>
                <c:pt idx="344">
                  <c:v>08-07-2021</c:v>
                </c:pt>
                <c:pt idx="345">
                  <c:v>08-07-2021</c:v>
                </c:pt>
                <c:pt idx="346">
                  <c:v>08-07-2021</c:v>
                </c:pt>
                <c:pt idx="347">
                  <c:v>08-07-2021</c:v>
                </c:pt>
                <c:pt idx="348">
                  <c:v>08-07-2021</c:v>
                </c:pt>
                <c:pt idx="349">
                  <c:v>08-07-2021</c:v>
                </c:pt>
                <c:pt idx="350">
                  <c:v>08-07-2021</c:v>
                </c:pt>
                <c:pt idx="351">
                  <c:v>08-07-2021</c:v>
                </c:pt>
                <c:pt idx="352">
                  <c:v>08-07-2021</c:v>
                </c:pt>
                <c:pt idx="353">
                  <c:v>08-07-2021</c:v>
                </c:pt>
                <c:pt idx="354">
                  <c:v>08-07-2021</c:v>
                </c:pt>
                <c:pt idx="355">
                  <c:v>08-07-2021</c:v>
                </c:pt>
                <c:pt idx="356">
                  <c:v>08-07-2021</c:v>
                </c:pt>
                <c:pt idx="357">
                  <c:v>08-07-2021</c:v>
                </c:pt>
                <c:pt idx="358">
                  <c:v>08-07-2021</c:v>
                </c:pt>
                <c:pt idx="359">
                  <c:v>08-07-2021</c:v>
                </c:pt>
                <c:pt idx="360">
                  <c:v>08-07-2021</c:v>
                </c:pt>
                <c:pt idx="361">
                  <c:v>08-07-2021</c:v>
                </c:pt>
                <c:pt idx="362">
                  <c:v>08-07-2021</c:v>
                </c:pt>
                <c:pt idx="363">
                  <c:v>08-07-2021</c:v>
                </c:pt>
                <c:pt idx="364">
                  <c:v>08-07-2021</c:v>
                </c:pt>
                <c:pt idx="365">
                  <c:v>08-07-2021</c:v>
                </c:pt>
                <c:pt idx="366">
                  <c:v>08-07-2021</c:v>
                </c:pt>
                <c:pt idx="367">
                  <c:v>08-07-2021</c:v>
                </c:pt>
                <c:pt idx="368">
                  <c:v>08-07-2021</c:v>
                </c:pt>
                <c:pt idx="369">
                  <c:v>08-07-2021</c:v>
                </c:pt>
                <c:pt idx="370">
                  <c:v>08-07-2021</c:v>
                </c:pt>
                <c:pt idx="371">
                  <c:v>08-07-2021</c:v>
                </c:pt>
                <c:pt idx="372">
                  <c:v>08-07-2021</c:v>
                </c:pt>
                <c:pt idx="373">
                  <c:v>08-07-2021</c:v>
                </c:pt>
                <c:pt idx="374">
                  <c:v>08-07-2021</c:v>
                </c:pt>
                <c:pt idx="375">
                  <c:v>08-07-2021</c:v>
                </c:pt>
                <c:pt idx="376">
                  <c:v>08-07-2021</c:v>
                </c:pt>
                <c:pt idx="377">
                  <c:v>08-07-2021</c:v>
                </c:pt>
                <c:pt idx="378">
                  <c:v>08-07-2021</c:v>
                </c:pt>
                <c:pt idx="379">
                  <c:v>08-07-2021</c:v>
                </c:pt>
                <c:pt idx="380">
                  <c:v>08-07-2021</c:v>
                </c:pt>
                <c:pt idx="381">
                  <c:v>08-07-2021</c:v>
                </c:pt>
                <c:pt idx="382">
                  <c:v>08-07-2021</c:v>
                </c:pt>
                <c:pt idx="383">
                  <c:v>08-07-2021</c:v>
                </c:pt>
                <c:pt idx="384">
                  <c:v>08-07-2021</c:v>
                </c:pt>
                <c:pt idx="385">
                  <c:v>08-07-2021</c:v>
                </c:pt>
                <c:pt idx="386">
                  <c:v>08-07-2021</c:v>
                </c:pt>
                <c:pt idx="387">
                  <c:v>08-07-2021</c:v>
                </c:pt>
                <c:pt idx="388">
                  <c:v>08-07-2021</c:v>
                </c:pt>
                <c:pt idx="389">
                  <c:v>08-07-2021</c:v>
                </c:pt>
                <c:pt idx="390">
                  <c:v>08-07-2021</c:v>
                </c:pt>
                <c:pt idx="391">
                  <c:v>08-07-2021</c:v>
                </c:pt>
                <c:pt idx="392">
                  <c:v>08-07-2021</c:v>
                </c:pt>
                <c:pt idx="393">
                  <c:v>08-07-2021</c:v>
                </c:pt>
                <c:pt idx="394">
                  <c:v>08-07-2021</c:v>
                </c:pt>
                <c:pt idx="395">
                  <c:v>08-07-2021</c:v>
                </c:pt>
                <c:pt idx="396">
                  <c:v>09-07-2021</c:v>
                </c:pt>
                <c:pt idx="397">
                  <c:v>09-07-2021</c:v>
                </c:pt>
                <c:pt idx="398">
                  <c:v>09-07-2021</c:v>
                </c:pt>
                <c:pt idx="399">
                  <c:v>09-07-2021</c:v>
                </c:pt>
                <c:pt idx="400">
                  <c:v>09-07-2021</c:v>
                </c:pt>
                <c:pt idx="401">
                  <c:v>09-07-2021</c:v>
                </c:pt>
                <c:pt idx="402">
                  <c:v>09-07-2021</c:v>
                </c:pt>
                <c:pt idx="403">
                  <c:v>09-07-2021</c:v>
                </c:pt>
                <c:pt idx="404">
                  <c:v>09-07-2021</c:v>
                </c:pt>
                <c:pt idx="405">
                  <c:v>09-07-2021</c:v>
                </c:pt>
                <c:pt idx="406">
                  <c:v>09-07-2021</c:v>
                </c:pt>
                <c:pt idx="407">
                  <c:v>09-07-2021</c:v>
                </c:pt>
                <c:pt idx="408">
                  <c:v>09-07-2021</c:v>
                </c:pt>
                <c:pt idx="409">
                  <c:v>09-07-2021</c:v>
                </c:pt>
                <c:pt idx="410">
                  <c:v>09-07-2021</c:v>
                </c:pt>
                <c:pt idx="411">
                  <c:v>09-07-2021</c:v>
                </c:pt>
                <c:pt idx="412">
                  <c:v>09-07-2021</c:v>
                </c:pt>
                <c:pt idx="413">
                  <c:v>09-07-2021</c:v>
                </c:pt>
                <c:pt idx="414">
                  <c:v>09-07-2021</c:v>
                </c:pt>
                <c:pt idx="415">
                  <c:v>09-07-2021</c:v>
                </c:pt>
                <c:pt idx="416">
                  <c:v>09-07-2021</c:v>
                </c:pt>
                <c:pt idx="417">
                  <c:v>09-07-2021</c:v>
                </c:pt>
                <c:pt idx="418">
                  <c:v>09-07-2021</c:v>
                </c:pt>
                <c:pt idx="419">
                  <c:v>09-07-2021</c:v>
                </c:pt>
                <c:pt idx="420">
                  <c:v>09-07-2021</c:v>
                </c:pt>
                <c:pt idx="421">
                  <c:v>09-07-2021</c:v>
                </c:pt>
                <c:pt idx="422">
                  <c:v>09-07-2021</c:v>
                </c:pt>
                <c:pt idx="423">
                  <c:v>09-07-2021</c:v>
                </c:pt>
                <c:pt idx="424">
                  <c:v>09-07-2021</c:v>
                </c:pt>
                <c:pt idx="425">
                  <c:v>09-07-2021</c:v>
                </c:pt>
                <c:pt idx="426">
                  <c:v>09-07-2021</c:v>
                </c:pt>
                <c:pt idx="427">
                  <c:v>09-07-2021</c:v>
                </c:pt>
                <c:pt idx="428">
                  <c:v>09-07-2021</c:v>
                </c:pt>
                <c:pt idx="429">
                  <c:v>09-07-2021</c:v>
                </c:pt>
                <c:pt idx="430">
                  <c:v>09-07-2021</c:v>
                </c:pt>
                <c:pt idx="431">
                  <c:v>09-07-2021</c:v>
                </c:pt>
                <c:pt idx="432">
                  <c:v>09-07-2021</c:v>
                </c:pt>
                <c:pt idx="433">
                  <c:v>09-07-2021</c:v>
                </c:pt>
                <c:pt idx="434">
                  <c:v>09-07-2021</c:v>
                </c:pt>
                <c:pt idx="435">
                  <c:v>09-07-2021</c:v>
                </c:pt>
                <c:pt idx="436">
                  <c:v>09-07-2021</c:v>
                </c:pt>
                <c:pt idx="437">
                  <c:v>09-07-2021</c:v>
                </c:pt>
                <c:pt idx="438">
                  <c:v>09-07-2021</c:v>
                </c:pt>
                <c:pt idx="439">
                  <c:v>09-07-2021</c:v>
                </c:pt>
                <c:pt idx="440">
                  <c:v>09-07-2021</c:v>
                </c:pt>
                <c:pt idx="441">
                  <c:v>09-07-2021</c:v>
                </c:pt>
                <c:pt idx="442">
                  <c:v>09-07-2021</c:v>
                </c:pt>
                <c:pt idx="443">
                  <c:v>09-07-2021</c:v>
                </c:pt>
                <c:pt idx="444">
                  <c:v>09-07-2021</c:v>
                </c:pt>
                <c:pt idx="445">
                  <c:v>09-07-2021</c:v>
                </c:pt>
                <c:pt idx="446">
                  <c:v>09-07-2021</c:v>
                </c:pt>
                <c:pt idx="447">
                  <c:v>09-07-2021</c:v>
                </c:pt>
                <c:pt idx="448">
                  <c:v>10-07-2021</c:v>
                </c:pt>
                <c:pt idx="449">
                  <c:v>10-07-2021</c:v>
                </c:pt>
                <c:pt idx="450">
                  <c:v>10-07-2021</c:v>
                </c:pt>
                <c:pt idx="451">
                  <c:v>10-07-2021</c:v>
                </c:pt>
                <c:pt idx="452">
                  <c:v>10-07-2021</c:v>
                </c:pt>
                <c:pt idx="453">
                  <c:v>10-07-2021</c:v>
                </c:pt>
                <c:pt idx="454">
                  <c:v>10-07-2021</c:v>
                </c:pt>
                <c:pt idx="455">
                  <c:v>10-07-2021</c:v>
                </c:pt>
                <c:pt idx="456">
                  <c:v>10-07-2021</c:v>
                </c:pt>
                <c:pt idx="457">
                  <c:v>10-07-2021</c:v>
                </c:pt>
                <c:pt idx="458">
                  <c:v>10-07-2021</c:v>
                </c:pt>
                <c:pt idx="459">
                  <c:v>10-07-2021</c:v>
                </c:pt>
                <c:pt idx="460">
                  <c:v>10-07-2021</c:v>
                </c:pt>
                <c:pt idx="461">
                  <c:v>10-07-2021</c:v>
                </c:pt>
                <c:pt idx="462">
                  <c:v>10-07-2021</c:v>
                </c:pt>
                <c:pt idx="463">
                  <c:v>10-07-2021</c:v>
                </c:pt>
                <c:pt idx="464">
                  <c:v>10-07-2021</c:v>
                </c:pt>
                <c:pt idx="465">
                  <c:v>10-07-2021</c:v>
                </c:pt>
                <c:pt idx="466">
                  <c:v>10-07-2021</c:v>
                </c:pt>
                <c:pt idx="467">
                  <c:v>10-07-2021</c:v>
                </c:pt>
                <c:pt idx="468">
                  <c:v>10-07-2021</c:v>
                </c:pt>
                <c:pt idx="469">
                  <c:v>10-07-2021</c:v>
                </c:pt>
                <c:pt idx="470">
                  <c:v>10-07-2021</c:v>
                </c:pt>
                <c:pt idx="471">
                  <c:v>10-07-2021</c:v>
                </c:pt>
                <c:pt idx="472">
                  <c:v>10-07-2021</c:v>
                </c:pt>
                <c:pt idx="473">
                  <c:v>10-07-2021</c:v>
                </c:pt>
                <c:pt idx="474">
                  <c:v>10-07-2021</c:v>
                </c:pt>
                <c:pt idx="475">
                  <c:v>10-07-2021</c:v>
                </c:pt>
                <c:pt idx="476">
                  <c:v>10-07-2021</c:v>
                </c:pt>
                <c:pt idx="477">
                  <c:v>10-07-2021</c:v>
                </c:pt>
                <c:pt idx="478">
                  <c:v>10-07-2021</c:v>
                </c:pt>
                <c:pt idx="479">
                  <c:v>10-07-2021</c:v>
                </c:pt>
                <c:pt idx="480">
                  <c:v>10-07-2021</c:v>
                </c:pt>
                <c:pt idx="481">
                  <c:v>10-07-2021</c:v>
                </c:pt>
                <c:pt idx="482">
                  <c:v>10-07-2021</c:v>
                </c:pt>
                <c:pt idx="483">
                  <c:v>10-07-2021</c:v>
                </c:pt>
                <c:pt idx="484">
                  <c:v>10-07-2021</c:v>
                </c:pt>
                <c:pt idx="485">
                  <c:v>10-07-2021</c:v>
                </c:pt>
                <c:pt idx="486">
                  <c:v>10-07-2021</c:v>
                </c:pt>
                <c:pt idx="487">
                  <c:v>10-07-2021</c:v>
                </c:pt>
                <c:pt idx="488">
                  <c:v>10-07-2021</c:v>
                </c:pt>
                <c:pt idx="489">
                  <c:v>10-07-2021</c:v>
                </c:pt>
                <c:pt idx="490">
                  <c:v>10-07-2021</c:v>
                </c:pt>
                <c:pt idx="491">
                  <c:v>10-07-2021</c:v>
                </c:pt>
                <c:pt idx="492">
                  <c:v>10-07-2021</c:v>
                </c:pt>
                <c:pt idx="493">
                  <c:v>10-07-2021</c:v>
                </c:pt>
                <c:pt idx="494">
                  <c:v>10-07-2021</c:v>
                </c:pt>
                <c:pt idx="495">
                  <c:v>10-07-2021</c:v>
                </c:pt>
                <c:pt idx="496">
                  <c:v>10-07-2021</c:v>
                </c:pt>
                <c:pt idx="497">
                  <c:v>10-07-2021</c:v>
                </c:pt>
                <c:pt idx="498">
                  <c:v>10-07-2021</c:v>
                </c:pt>
                <c:pt idx="499">
                  <c:v>10-07-2021</c:v>
                </c:pt>
                <c:pt idx="500">
                  <c:v>11-07-2021</c:v>
                </c:pt>
                <c:pt idx="501">
                  <c:v>11-07-2021</c:v>
                </c:pt>
                <c:pt idx="502">
                  <c:v>11-07-2021</c:v>
                </c:pt>
                <c:pt idx="503">
                  <c:v>11-07-2021</c:v>
                </c:pt>
                <c:pt idx="504">
                  <c:v>11-07-2021</c:v>
                </c:pt>
                <c:pt idx="505">
                  <c:v>11-07-2021</c:v>
                </c:pt>
                <c:pt idx="506">
                  <c:v>11-07-2021</c:v>
                </c:pt>
                <c:pt idx="507">
                  <c:v>11-07-2021</c:v>
                </c:pt>
                <c:pt idx="508">
                  <c:v>11-07-2021</c:v>
                </c:pt>
                <c:pt idx="509">
                  <c:v>11-07-2021</c:v>
                </c:pt>
                <c:pt idx="510">
                  <c:v>11-07-2021</c:v>
                </c:pt>
                <c:pt idx="511">
                  <c:v>11-07-2021</c:v>
                </c:pt>
                <c:pt idx="512">
                  <c:v>11-07-2021</c:v>
                </c:pt>
                <c:pt idx="513">
                  <c:v>11-07-2021</c:v>
                </c:pt>
                <c:pt idx="514">
                  <c:v>11-07-2021</c:v>
                </c:pt>
                <c:pt idx="515">
                  <c:v>11-07-2021</c:v>
                </c:pt>
                <c:pt idx="516">
                  <c:v>11-07-2021</c:v>
                </c:pt>
                <c:pt idx="517">
                  <c:v>11-07-2021</c:v>
                </c:pt>
                <c:pt idx="518">
                  <c:v>11-07-2021</c:v>
                </c:pt>
                <c:pt idx="519">
                  <c:v>11-07-2021</c:v>
                </c:pt>
                <c:pt idx="520">
                  <c:v>11-07-2021</c:v>
                </c:pt>
                <c:pt idx="521">
                  <c:v>11-07-2021</c:v>
                </c:pt>
                <c:pt idx="522">
                  <c:v>11-07-2021</c:v>
                </c:pt>
                <c:pt idx="523">
                  <c:v>11-07-2021</c:v>
                </c:pt>
                <c:pt idx="524">
                  <c:v>11-07-2021</c:v>
                </c:pt>
                <c:pt idx="525">
                  <c:v>11-07-2021</c:v>
                </c:pt>
                <c:pt idx="526">
                  <c:v>11-07-2021</c:v>
                </c:pt>
                <c:pt idx="527">
                  <c:v>11-07-2021</c:v>
                </c:pt>
                <c:pt idx="528">
                  <c:v>11-07-2021</c:v>
                </c:pt>
                <c:pt idx="529">
                  <c:v>11-07-2021</c:v>
                </c:pt>
                <c:pt idx="530">
                  <c:v>11-07-2021</c:v>
                </c:pt>
                <c:pt idx="531">
                  <c:v>11-07-2021</c:v>
                </c:pt>
                <c:pt idx="532">
                  <c:v>11-07-2021</c:v>
                </c:pt>
                <c:pt idx="533">
                  <c:v>11-07-2021</c:v>
                </c:pt>
                <c:pt idx="534">
                  <c:v>11-07-2021</c:v>
                </c:pt>
                <c:pt idx="535">
                  <c:v>11-07-2021</c:v>
                </c:pt>
                <c:pt idx="536">
                  <c:v>11-07-2021</c:v>
                </c:pt>
                <c:pt idx="537">
                  <c:v>11-07-2021</c:v>
                </c:pt>
                <c:pt idx="538">
                  <c:v>11-07-2021</c:v>
                </c:pt>
                <c:pt idx="539">
                  <c:v>11-07-2021</c:v>
                </c:pt>
                <c:pt idx="540">
                  <c:v>11-07-2021</c:v>
                </c:pt>
                <c:pt idx="541">
                  <c:v>11-07-2021</c:v>
                </c:pt>
                <c:pt idx="542">
                  <c:v>11-07-2021</c:v>
                </c:pt>
                <c:pt idx="543">
                  <c:v>11-07-2021</c:v>
                </c:pt>
                <c:pt idx="544">
                  <c:v>11-07-2021</c:v>
                </c:pt>
                <c:pt idx="545">
                  <c:v>11-07-2021</c:v>
                </c:pt>
                <c:pt idx="546">
                  <c:v>11-07-2021</c:v>
                </c:pt>
                <c:pt idx="547">
                  <c:v>11-07-2021</c:v>
                </c:pt>
                <c:pt idx="548">
                  <c:v>11-07-2021</c:v>
                </c:pt>
                <c:pt idx="549">
                  <c:v>11-07-2021</c:v>
                </c:pt>
                <c:pt idx="550">
                  <c:v>11-07-2021</c:v>
                </c:pt>
                <c:pt idx="551">
                  <c:v>11-07-2021</c:v>
                </c:pt>
                <c:pt idx="552">
                  <c:v>12-07-2021</c:v>
                </c:pt>
                <c:pt idx="553">
                  <c:v>12-07-2021</c:v>
                </c:pt>
                <c:pt idx="554">
                  <c:v>12-07-2021</c:v>
                </c:pt>
                <c:pt idx="555">
                  <c:v>12-07-2021</c:v>
                </c:pt>
                <c:pt idx="556">
                  <c:v>12-07-2021</c:v>
                </c:pt>
                <c:pt idx="557">
                  <c:v>12-07-2021</c:v>
                </c:pt>
                <c:pt idx="558">
                  <c:v>12-07-2021</c:v>
                </c:pt>
                <c:pt idx="559">
                  <c:v>12-07-2021</c:v>
                </c:pt>
                <c:pt idx="560">
                  <c:v>12-07-2021</c:v>
                </c:pt>
                <c:pt idx="561">
                  <c:v>12-07-2021</c:v>
                </c:pt>
                <c:pt idx="562">
                  <c:v>12-07-2021</c:v>
                </c:pt>
                <c:pt idx="563">
                  <c:v>12-07-2021</c:v>
                </c:pt>
                <c:pt idx="564">
                  <c:v>12-07-2021</c:v>
                </c:pt>
                <c:pt idx="565">
                  <c:v>12-07-2021</c:v>
                </c:pt>
                <c:pt idx="566">
                  <c:v>12-07-2021</c:v>
                </c:pt>
                <c:pt idx="567">
                  <c:v>12-07-2021</c:v>
                </c:pt>
                <c:pt idx="568">
                  <c:v>12-07-2021</c:v>
                </c:pt>
                <c:pt idx="569">
                  <c:v>12-07-2021</c:v>
                </c:pt>
                <c:pt idx="570">
                  <c:v>12-07-2021</c:v>
                </c:pt>
                <c:pt idx="571">
                  <c:v>12-07-2021</c:v>
                </c:pt>
                <c:pt idx="572">
                  <c:v>12-07-2021</c:v>
                </c:pt>
                <c:pt idx="573">
                  <c:v>12-07-2021</c:v>
                </c:pt>
                <c:pt idx="574">
                  <c:v>12-07-2021</c:v>
                </c:pt>
                <c:pt idx="575">
                  <c:v>12-07-2021</c:v>
                </c:pt>
                <c:pt idx="576">
                  <c:v>12-07-2021</c:v>
                </c:pt>
                <c:pt idx="577">
                  <c:v>12-07-2021</c:v>
                </c:pt>
                <c:pt idx="578">
                  <c:v>12-07-2021</c:v>
                </c:pt>
                <c:pt idx="579">
                  <c:v>12-07-2021</c:v>
                </c:pt>
                <c:pt idx="580">
                  <c:v>12-07-2021</c:v>
                </c:pt>
                <c:pt idx="581">
                  <c:v>12-07-2021</c:v>
                </c:pt>
                <c:pt idx="582">
                  <c:v>12-07-2021</c:v>
                </c:pt>
                <c:pt idx="583">
                  <c:v>12-07-2021</c:v>
                </c:pt>
                <c:pt idx="584">
                  <c:v>12-07-2021</c:v>
                </c:pt>
                <c:pt idx="585">
                  <c:v>12-07-2021</c:v>
                </c:pt>
                <c:pt idx="586">
                  <c:v>12-07-2021</c:v>
                </c:pt>
                <c:pt idx="587">
                  <c:v>12-07-2021</c:v>
                </c:pt>
                <c:pt idx="588">
                  <c:v>12-07-2021</c:v>
                </c:pt>
                <c:pt idx="589">
                  <c:v>12-07-2021</c:v>
                </c:pt>
                <c:pt idx="590">
                  <c:v>12-07-2021</c:v>
                </c:pt>
                <c:pt idx="591">
                  <c:v>12-07-2021</c:v>
                </c:pt>
                <c:pt idx="592">
                  <c:v>12-07-2021</c:v>
                </c:pt>
                <c:pt idx="593">
                  <c:v>12-07-2021</c:v>
                </c:pt>
                <c:pt idx="594">
                  <c:v>12-07-2021</c:v>
                </c:pt>
                <c:pt idx="595">
                  <c:v>12-07-2021</c:v>
                </c:pt>
                <c:pt idx="596">
                  <c:v>12-07-2021</c:v>
                </c:pt>
                <c:pt idx="597">
                  <c:v>12-07-2021</c:v>
                </c:pt>
                <c:pt idx="598">
                  <c:v>12-07-2021</c:v>
                </c:pt>
                <c:pt idx="599">
                  <c:v>12-07-2021</c:v>
                </c:pt>
                <c:pt idx="600">
                  <c:v>12-07-2021</c:v>
                </c:pt>
                <c:pt idx="601">
                  <c:v>12-07-2021</c:v>
                </c:pt>
                <c:pt idx="602">
                  <c:v>12-07-2021</c:v>
                </c:pt>
                <c:pt idx="603">
                  <c:v>12-07-2021</c:v>
                </c:pt>
                <c:pt idx="604">
                  <c:v>12-07-2021</c:v>
                </c:pt>
                <c:pt idx="605">
                  <c:v>12-07-2021</c:v>
                </c:pt>
                <c:pt idx="606">
                  <c:v>12-07-2021</c:v>
                </c:pt>
                <c:pt idx="607">
                  <c:v>12-07-2021</c:v>
                </c:pt>
                <c:pt idx="608">
                  <c:v>13-07-2021</c:v>
                </c:pt>
                <c:pt idx="609">
                  <c:v>13-07-2021</c:v>
                </c:pt>
                <c:pt idx="610">
                  <c:v>13-07-2021</c:v>
                </c:pt>
                <c:pt idx="611">
                  <c:v>13-07-2021</c:v>
                </c:pt>
                <c:pt idx="612">
                  <c:v>13-07-2021</c:v>
                </c:pt>
                <c:pt idx="613">
                  <c:v>13-07-2021</c:v>
                </c:pt>
                <c:pt idx="614">
                  <c:v>13-07-2021</c:v>
                </c:pt>
                <c:pt idx="615">
                  <c:v>13-07-2021</c:v>
                </c:pt>
                <c:pt idx="616">
                  <c:v>13-07-2021</c:v>
                </c:pt>
                <c:pt idx="617">
                  <c:v>13-07-2021</c:v>
                </c:pt>
                <c:pt idx="618">
                  <c:v>13-07-2021</c:v>
                </c:pt>
                <c:pt idx="619">
                  <c:v>13-07-2021</c:v>
                </c:pt>
                <c:pt idx="620">
                  <c:v>13-07-2021</c:v>
                </c:pt>
                <c:pt idx="621">
                  <c:v>13-07-2021</c:v>
                </c:pt>
                <c:pt idx="622">
                  <c:v>13-07-2021</c:v>
                </c:pt>
                <c:pt idx="623">
                  <c:v>13-07-2021</c:v>
                </c:pt>
                <c:pt idx="624">
                  <c:v>13-07-2021</c:v>
                </c:pt>
                <c:pt idx="625">
                  <c:v>13-07-2021</c:v>
                </c:pt>
                <c:pt idx="626">
                  <c:v>13-07-2021</c:v>
                </c:pt>
                <c:pt idx="627">
                  <c:v>13-07-2021</c:v>
                </c:pt>
                <c:pt idx="628">
                  <c:v>13-07-2021</c:v>
                </c:pt>
                <c:pt idx="629">
                  <c:v>13-07-2021</c:v>
                </c:pt>
                <c:pt idx="630">
                  <c:v>13-07-2021</c:v>
                </c:pt>
                <c:pt idx="631">
                  <c:v>13-07-2021</c:v>
                </c:pt>
                <c:pt idx="632">
                  <c:v>13-07-2021</c:v>
                </c:pt>
                <c:pt idx="633">
                  <c:v>13-07-2021</c:v>
                </c:pt>
                <c:pt idx="634">
                  <c:v>13-07-2021</c:v>
                </c:pt>
                <c:pt idx="635">
                  <c:v>13-07-2021</c:v>
                </c:pt>
                <c:pt idx="636">
                  <c:v>13-07-2021</c:v>
                </c:pt>
                <c:pt idx="637">
                  <c:v>13-07-2021</c:v>
                </c:pt>
                <c:pt idx="638">
                  <c:v>13-07-2021</c:v>
                </c:pt>
                <c:pt idx="639">
                  <c:v>13-07-2021</c:v>
                </c:pt>
                <c:pt idx="640">
                  <c:v>13-07-2021</c:v>
                </c:pt>
                <c:pt idx="641">
                  <c:v>13-07-2021</c:v>
                </c:pt>
                <c:pt idx="642">
                  <c:v>13-07-2021</c:v>
                </c:pt>
                <c:pt idx="643">
                  <c:v>13-07-2021</c:v>
                </c:pt>
                <c:pt idx="644">
                  <c:v>13-07-2021</c:v>
                </c:pt>
                <c:pt idx="645">
                  <c:v>13-07-2021</c:v>
                </c:pt>
                <c:pt idx="646">
                  <c:v>13-07-2021</c:v>
                </c:pt>
                <c:pt idx="647">
                  <c:v>13-07-2021</c:v>
                </c:pt>
                <c:pt idx="648">
                  <c:v>13-07-2021</c:v>
                </c:pt>
                <c:pt idx="649">
                  <c:v>13-07-2021</c:v>
                </c:pt>
                <c:pt idx="650">
                  <c:v>13-07-2021</c:v>
                </c:pt>
                <c:pt idx="651">
                  <c:v>13-07-2021</c:v>
                </c:pt>
                <c:pt idx="652">
                  <c:v>13-07-2021</c:v>
                </c:pt>
                <c:pt idx="653">
                  <c:v>13-07-2021</c:v>
                </c:pt>
                <c:pt idx="654">
                  <c:v>13-07-2021</c:v>
                </c:pt>
                <c:pt idx="655">
                  <c:v>13-07-2021</c:v>
                </c:pt>
                <c:pt idx="656">
                  <c:v>13-07-2021</c:v>
                </c:pt>
                <c:pt idx="657">
                  <c:v>13-07-2021</c:v>
                </c:pt>
                <c:pt idx="658">
                  <c:v>13-07-2021</c:v>
                </c:pt>
                <c:pt idx="659">
                  <c:v>13-07-2021</c:v>
                </c:pt>
                <c:pt idx="660">
                  <c:v>13-07-2021</c:v>
                </c:pt>
                <c:pt idx="661">
                  <c:v>14-07-2021</c:v>
                </c:pt>
                <c:pt idx="662">
                  <c:v>14-07-2021</c:v>
                </c:pt>
                <c:pt idx="663">
                  <c:v>14-07-2021</c:v>
                </c:pt>
                <c:pt idx="664">
                  <c:v>14-07-2021</c:v>
                </c:pt>
                <c:pt idx="665">
                  <c:v>14-07-2021</c:v>
                </c:pt>
                <c:pt idx="666">
                  <c:v>14-07-2021</c:v>
                </c:pt>
                <c:pt idx="667">
                  <c:v>14-07-2021</c:v>
                </c:pt>
                <c:pt idx="668">
                  <c:v>14-07-2021</c:v>
                </c:pt>
                <c:pt idx="669">
                  <c:v>14-07-2021</c:v>
                </c:pt>
                <c:pt idx="670">
                  <c:v>14-07-2021</c:v>
                </c:pt>
                <c:pt idx="671">
                  <c:v>14-07-2021</c:v>
                </c:pt>
                <c:pt idx="672">
                  <c:v>14-07-2021</c:v>
                </c:pt>
                <c:pt idx="673">
                  <c:v>14-07-2021</c:v>
                </c:pt>
                <c:pt idx="674">
                  <c:v>14-07-2021</c:v>
                </c:pt>
                <c:pt idx="675">
                  <c:v>14-07-2021</c:v>
                </c:pt>
                <c:pt idx="676">
                  <c:v>14-07-2021</c:v>
                </c:pt>
                <c:pt idx="677">
                  <c:v>14-07-2021</c:v>
                </c:pt>
                <c:pt idx="678">
                  <c:v>14-07-2021</c:v>
                </c:pt>
                <c:pt idx="679">
                  <c:v>14-07-2021</c:v>
                </c:pt>
                <c:pt idx="680">
                  <c:v>14-07-2021</c:v>
                </c:pt>
                <c:pt idx="681">
                  <c:v>14-07-2021</c:v>
                </c:pt>
                <c:pt idx="682">
                  <c:v>14-07-2021</c:v>
                </c:pt>
                <c:pt idx="683">
                  <c:v>14-07-2021</c:v>
                </c:pt>
                <c:pt idx="684">
                  <c:v>14-07-2021</c:v>
                </c:pt>
                <c:pt idx="685">
                  <c:v>14-07-2021</c:v>
                </c:pt>
                <c:pt idx="686">
                  <c:v>14-07-2021</c:v>
                </c:pt>
                <c:pt idx="687">
                  <c:v>14-07-2021</c:v>
                </c:pt>
                <c:pt idx="688">
                  <c:v>14-07-2021</c:v>
                </c:pt>
                <c:pt idx="689">
                  <c:v>14-07-2021</c:v>
                </c:pt>
                <c:pt idx="690">
                  <c:v>14-07-2021</c:v>
                </c:pt>
                <c:pt idx="691">
                  <c:v>14-07-2021</c:v>
                </c:pt>
                <c:pt idx="692">
                  <c:v>14-07-2021</c:v>
                </c:pt>
                <c:pt idx="693">
                  <c:v>14-07-2021</c:v>
                </c:pt>
                <c:pt idx="694">
                  <c:v>14-07-2021</c:v>
                </c:pt>
                <c:pt idx="695">
                  <c:v>14-07-2021</c:v>
                </c:pt>
                <c:pt idx="696">
                  <c:v>14-07-2021</c:v>
                </c:pt>
                <c:pt idx="697">
                  <c:v>14-07-2021</c:v>
                </c:pt>
                <c:pt idx="698">
                  <c:v>14-07-2021</c:v>
                </c:pt>
                <c:pt idx="699">
                  <c:v>14-07-2021</c:v>
                </c:pt>
                <c:pt idx="700">
                  <c:v>14-07-2021</c:v>
                </c:pt>
                <c:pt idx="701">
                  <c:v>14-07-2021</c:v>
                </c:pt>
                <c:pt idx="702">
                  <c:v>14-07-2021</c:v>
                </c:pt>
                <c:pt idx="703">
                  <c:v>14-07-2021</c:v>
                </c:pt>
                <c:pt idx="704">
                  <c:v>14-07-2021</c:v>
                </c:pt>
                <c:pt idx="705">
                  <c:v>14-07-2021</c:v>
                </c:pt>
                <c:pt idx="706">
                  <c:v>14-07-2021</c:v>
                </c:pt>
                <c:pt idx="707">
                  <c:v>14-07-2021</c:v>
                </c:pt>
                <c:pt idx="708">
                  <c:v>14-07-2021</c:v>
                </c:pt>
                <c:pt idx="709">
                  <c:v>14-07-2021</c:v>
                </c:pt>
                <c:pt idx="710">
                  <c:v>14-07-2021</c:v>
                </c:pt>
                <c:pt idx="711">
                  <c:v>14-07-2021</c:v>
                </c:pt>
                <c:pt idx="712">
                  <c:v>14-07-2021</c:v>
                </c:pt>
                <c:pt idx="713">
                  <c:v>15-07-2021</c:v>
                </c:pt>
                <c:pt idx="714">
                  <c:v>15-07-2021</c:v>
                </c:pt>
                <c:pt idx="715">
                  <c:v>15-07-2021</c:v>
                </c:pt>
                <c:pt idx="716">
                  <c:v>15-07-2021</c:v>
                </c:pt>
                <c:pt idx="717">
                  <c:v>15-07-2021</c:v>
                </c:pt>
                <c:pt idx="718">
                  <c:v>15-07-2021</c:v>
                </c:pt>
                <c:pt idx="719">
                  <c:v>15-07-2021</c:v>
                </c:pt>
                <c:pt idx="720">
                  <c:v>15-07-2021</c:v>
                </c:pt>
                <c:pt idx="721">
                  <c:v>15-07-2021</c:v>
                </c:pt>
                <c:pt idx="722">
                  <c:v>15-07-2021</c:v>
                </c:pt>
                <c:pt idx="723">
                  <c:v>15-07-2021</c:v>
                </c:pt>
                <c:pt idx="724">
                  <c:v>15-07-2021</c:v>
                </c:pt>
                <c:pt idx="725">
                  <c:v>15-07-2021</c:v>
                </c:pt>
                <c:pt idx="726">
                  <c:v>15-07-2021</c:v>
                </c:pt>
                <c:pt idx="727">
                  <c:v>15-07-2021</c:v>
                </c:pt>
                <c:pt idx="728">
                  <c:v>15-07-2021</c:v>
                </c:pt>
                <c:pt idx="729">
                  <c:v>15-07-2021</c:v>
                </c:pt>
                <c:pt idx="730">
                  <c:v>15-07-2021</c:v>
                </c:pt>
                <c:pt idx="731">
                  <c:v>15-07-2021</c:v>
                </c:pt>
                <c:pt idx="732">
                  <c:v>15-07-2021</c:v>
                </c:pt>
                <c:pt idx="733">
                  <c:v>15-07-2021</c:v>
                </c:pt>
                <c:pt idx="734">
                  <c:v>15-07-2021</c:v>
                </c:pt>
                <c:pt idx="735">
                  <c:v>15-07-2021</c:v>
                </c:pt>
                <c:pt idx="736">
                  <c:v>15-07-2021</c:v>
                </c:pt>
                <c:pt idx="737">
                  <c:v>15-07-2021</c:v>
                </c:pt>
                <c:pt idx="738">
                  <c:v>15-07-2021</c:v>
                </c:pt>
                <c:pt idx="739">
                  <c:v>15-07-2021</c:v>
                </c:pt>
                <c:pt idx="740">
                  <c:v>15-07-2021</c:v>
                </c:pt>
                <c:pt idx="741">
                  <c:v>15-07-2021</c:v>
                </c:pt>
                <c:pt idx="742">
                  <c:v>15-07-2021</c:v>
                </c:pt>
                <c:pt idx="743">
                  <c:v>15-07-2021</c:v>
                </c:pt>
                <c:pt idx="744">
                  <c:v>15-07-2021</c:v>
                </c:pt>
                <c:pt idx="745">
                  <c:v>15-07-2021</c:v>
                </c:pt>
                <c:pt idx="746">
                  <c:v>15-07-2021</c:v>
                </c:pt>
                <c:pt idx="747">
                  <c:v>15-07-2021</c:v>
                </c:pt>
                <c:pt idx="748">
                  <c:v>15-07-2021</c:v>
                </c:pt>
                <c:pt idx="749">
                  <c:v>15-07-2021</c:v>
                </c:pt>
                <c:pt idx="750">
                  <c:v>15-07-2021</c:v>
                </c:pt>
                <c:pt idx="751">
                  <c:v>15-07-2021</c:v>
                </c:pt>
                <c:pt idx="752">
                  <c:v>15-07-2021</c:v>
                </c:pt>
                <c:pt idx="753">
                  <c:v>15-07-2021</c:v>
                </c:pt>
                <c:pt idx="754">
                  <c:v>15-07-2021</c:v>
                </c:pt>
                <c:pt idx="755">
                  <c:v>15-07-2021</c:v>
                </c:pt>
                <c:pt idx="756">
                  <c:v>15-07-2021</c:v>
                </c:pt>
                <c:pt idx="757">
                  <c:v>15-07-2021</c:v>
                </c:pt>
                <c:pt idx="758">
                  <c:v>15-07-2021</c:v>
                </c:pt>
                <c:pt idx="759">
                  <c:v>15-07-2021</c:v>
                </c:pt>
                <c:pt idx="760">
                  <c:v>15-07-2021</c:v>
                </c:pt>
                <c:pt idx="761">
                  <c:v>15-07-2021</c:v>
                </c:pt>
                <c:pt idx="762">
                  <c:v>15-07-2021</c:v>
                </c:pt>
                <c:pt idx="763">
                  <c:v>15-07-2021</c:v>
                </c:pt>
                <c:pt idx="764">
                  <c:v>15-07-2021</c:v>
                </c:pt>
                <c:pt idx="765">
                  <c:v>16-07-2021</c:v>
                </c:pt>
                <c:pt idx="766">
                  <c:v>16-07-2021</c:v>
                </c:pt>
                <c:pt idx="767">
                  <c:v>16-07-2021</c:v>
                </c:pt>
                <c:pt idx="768">
                  <c:v>16-07-2021</c:v>
                </c:pt>
                <c:pt idx="769">
                  <c:v>16-07-2021</c:v>
                </c:pt>
                <c:pt idx="770">
                  <c:v>16-07-2021</c:v>
                </c:pt>
                <c:pt idx="771">
                  <c:v>16-07-2021</c:v>
                </c:pt>
                <c:pt idx="772">
                  <c:v>16-07-2021</c:v>
                </c:pt>
                <c:pt idx="773">
                  <c:v>16-07-2021</c:v>
                </c:pt>
                <c:pt idx="774">
                  <c:v>16-07-2021</c:v>
                </c:pt>
                <c:pt idx="775">
                  <c:v>16-07-2021</c:v>
                </c:pt>
                <c:pt idx="776">
                  <c:v>16-07-2021</c:v>
                </c:pt>
                <c:pt idx="777">
                  <c:v>16-07-2021</c:v>
                </c:pt>
                <c:pt idx="778">
                  <c:v>16-07-2021</c:v>
                </c:pt>
                <c:pt idx="779">
                  <c:v>16-07-2021</c:v>
                </c:pt>
                <c:pt idx="780">
                  <c:v>16-07-2021</c:v>
                </c:pt>
                <c:pt idx="781">
                  <c:v>16-07-2021</c:v>
                </c:pt>
                <c:pt idx="782">
                  <c:v>16-07-2021</c:v>
                </c:pt>
                <c:pt idx="783">
                  <c:v>16-07-2021</c:v>
                </c:pt>
                <c:pt idx="784">
                  <c:v>16-07-2021</c:v>
                </c:pt>
                <c:pt idx="785">
                  <c:v>16-07-2021</c:v>
                </c:pt>
                <c:pt idx="786">
                  <c:v>16-07-2021</c:v>
                </c:pt>
                <c:pt idx="787">
                  <c:v>16-07-2021</c:v>
                </c:pt>
                <c:pt idx="788">
                  <c:v>16-07-2021</c:v>
                </c:pt>
                <c:pt idx="789">
                  <c:v>16-07-2021</c:v>
                </c:pt>
                <c:pt idx="790">
                  <c:v>16-07-2021</c:v>
                </c:pt>
                <c:pt idx="791">
                  <c:v>16-07-2021</c:v>
                </c:pt>
                <c:pt idx="792">
                  <c:v>16-07-2021</c:v>
                </c:pt>
                <c:pt idx="793">
                  <c:v>16-07-2021</c:v>
                </c:pt>
                <c:pt idx="794">
                  <c:v>16-07-2021</c:v>
                </c:pt>
                <c:pt idx="795">
                  <c:v>16-07-2021</c:v>
                </c:pt>
                <c:pt idx="796">
                  <c:v>16-07-2021</c:v>
                </c:pt>
                <c:pt idx="797">
                  <c:v>16-07-2021</c:v>
                </c:pt>
                <c:pt idx="798">
                  <c:v>16-07-2021</c:v>
                </c:pt>
                <c:pt idx="799">
                  <c:v>16-07-2021</c:v>
                </c:pt>
                <c:pt idx="800">
                  <c:v>16-07-2021</c:v>
                </c:pt>
                <c:pt idx="801">
                  <c:v>16-07-2021</c:v>
                </c:pt>
                <c:pt idx="802">
                  <c:v>16-07-2021</c:v>
                </c:pt>
                <c:pt idx="803">
                  <c:v>16-07-2021</c:v>
                </c:pt>
                <c:pt idx="804">
                  <c:v>16-07-2021</c:v>
                </c:pt>
                <c:pt idx="805">
                  <c:v>16-07-2021</c:v>
                </c:pt>
                <c:pt idx="806">
                  <c:v>16-07-2021</c:v>
                </c:pt>
                <c:pt idx="807">
                  <c:v>16-07-2021</c:v>
                </c:pt>
                <c:pt idx="808">
                  <c:v>16-07-2021</c:v>
                </c:pt>
                <c:pt idx="809">
                  <c:v>16-07-2021</c:v>
                </c:pt>
                <c:pt idx="810">
                  <c:v>16-07-2021</c:v>
                </c:pt>
                <c:pt idx="811">
                  <c:v>16-07-2021</c:v>
                </c:pt>
                <c:pt idx="812">
                  <c:v>16-07-2021</c:v>
                </c:pt>
                <c:pt idx="813">
                  <c:v>16-07-2021</c:v>
                </c:pt>
                <c:pt idx="814">
                  <c:v>16-07-2021</c:v>
                </c:pt>
                <c:pt idx="815">
                  <c:v>16-07-2021</c:v>
                </c:pt>
                <c:pt idx="816">
                  <c:v>16-07-2021</c:v>
                </c:pt>
                <c:pt idx="817">
                  <c:v>17-07-2021</c:v>
                </c:pt>
                <c:pt idx="818">
                  <c:v>17-07-2021</c:v>
                </c:pt>
                <c:pt idx="819">
                  <c:v>17-07-2021</c:v>
                </c:pt>
                <c:pt idx="820">
                  <c:v>17-07-2021</c:v>
                </c:pt>
                <c:pt idx="821">
                  <c:v>17-07-2021</c:v>
                </c:pt>
                <c:pt idx="822">
                  <c:v>17-07-2021</c:v>
                </c:pt>
                <c:pt idx="823">
                  <c:v>17-07-2021</c:v>
                </c:pt>
                <c:pt idx="824">
                  <c:v>17-07-2021</c:v>
                </c:pt>
                <c:pt idx="825">
                  <c:v>17-07-2021</c:v>
                </c:pt>
                <c:pt idx="826">
                  <c:v>17-07-2021</c:v>
                </c:pt>
                <c:pt idx="827">
                  <c:v>17-07-2021</c:v>
                </c:pt>
                <c:pt idx="828">
                  <c:v>17-07-2021</c:v>
                </c:pt>
                <c:pt idx="829">
                  <c:v>17-07-2021</c:v>
                </c:pt>
                <c:pt idx="830">
                  <c:v>17-07-2021</c:v>
                </c:pt>
                <c:pt idx="831">
                  <c:v>17-07-2021</c:v>
                </c:pt>
                <c:pt idx="832">
                  <c:v>17-07-2021</c:v>
                </c:pt>
                <c:pt idx="833">
                  <c:v>17-07-2021</c:v>
                </c:pt>
                <c:pt idx="834">
                  <c:v>17-07-2021</c:v>
                </c:pt>
                <c:pt idx="835">
                  <c:v>17-07-2021</c:v>
                </c:pt>
                <c:pt idx="836">
                  <c:v>17-07-2021</c:v>
                </c:pt>
                <c:pt idx="837">
                  <c:v>17-07-2021</c:v>
                </c:pt>
                <c:pt idx="838">
                  <c:v>17-07-2021</c:v>
                </c:pt>
                <c:pt idx="839">
                  <c:v>17-07-2021</c:v>
                </c:pt>
                <c:pt idx="840">
                  <c:v>17-07-2021</c:v>
                </c:pt>
                <c:pt idx="841">
                  <c:v>17-07-2021</c:v>
                </c:pt>
                <c:pt idx="842">
                  <c:v>17-07-2021</c:v>
                </c:pt>
                <c:pt idx="843">
                  <c:v>17-07-2021</c:v>
                </c:pt>
                <c:pt idx="844">
                  <c:v>17-07-2021</c:v>
                </c:pt>
                <c:pt idx="845">
                  <c:v>17-07-2021</c:v>
                </c:pt>
                <c:pt idx="846">
                  <c:v>17-07-2021</c:v>
                </c:pt>
                <c:pt idx="847">
                  <c:v>17-07-2021</c:v>
                </c:pt>
                <c:pt idx="848">
                  <c:v>17-07-2021</c:v>
                </c:pt>
                <c:pt idx="849">
                  <c:v>17-07-2021</c:v>
                </c:pt>
                <c:pt idx="850">
                  <c:v>17-07-2021</c:v>
                </c:pt>
                <c:pt idx="851">
                  <c:v>17-07-2021</c:v>
                </c:pt>
                <c:pt idx="852">
                  <c:v>17-07-2021</c:v>
                </c:pt>
                <c:pt idx="853">
                  <c:v>17-07-2021</c:v>
                </c:pt>
                <c:pt idx="854">
                  <c:v>17-07-2021</c:v>
                </c:pt>
                <c:pt idx="855">
                  <c:v>17-07-2021</c:v>
                </c:pt>
                <c:pt idx="856">
                  <c:v>17-07-2021</c:v>
                </c:pt>
                <c:pt idx="857">
                  <c:v>17-07-2021</c:v>
                </c:pt>
                <c:pt idx="858">
                  <c:v>17-07-2021</c:v>
                </c:pt>
                <c:pt idx="859">
                  <c:v>17-07-2021</c:v>
                </c:pt>
                <c:pt idx="860">
                  <c:v>17-07-2021</c:v>
                </c:pt>
                <c:pt idx="861">
                  <c:v>17-07-2021</c:v>
                </c:pt>
                <c:pt idx="862">
                  <c:v>17-07-2021</c:v>
                </c:pt>
                <c:pt idx="863">
                  <c:v>17-07-2021</c:v>
                </c:pt>
                <c:pt idx="864">
                  <c:v>17-07-2021</c:v>
                </c:pt>
                <c:pt idx="865">
                  <c:v>17-07-2021</c:v>
                </c:pt>
                <c:pt idx="866">
                  <c:v>17-07-2021</c:v>
                </c:pt>
                <c:pt idx="867">
                  <c:v>17-07-2021</c:v>
                </c:pt>
                <c:pt idx="868">
                  <c:v>17-07-2021</c:v>
                </c:pt>
                <c:pt idx="869">
                  <c:v>18-07-2021</c:v>
                </c:pt>
                <c:pt idx="870">
                  <c:v>18-07-2021</c:v>
                </c:pt>
                <c:pt idx="871">
                  <c:v>18-07-2021</c:v>
                </c:pt>
                <c:pt idx="872">
                  <c:v>18-07-2021</c:v>
                </c:pt>
                <c:pt idx="873">
                  <c:v>18-07-2021</c:v>
                </c:pt>
                <c:pt idx="874">
                  <c:v>18-07-2021</c:v>
                </c:pt>
                <c:pt idx="875">
                  <c:v>18-07-2021</c:v>
                </c:pt>
                <c:pt idx="876">
                  <c:v>18-07-2021</c:v>
                </c:pt>
                <c:pt idx="877">
                  <c:v>18-07-2021</c:v>
                </c:pt>
                <c:pt idx="878">
                  <c:v>18-07-2021</c:v>
                </c:pt>
                <c:pt idx="879">
                  <c:v>18-07-2021</c:v>
                </c:pt>
                <c:pt idx="880">
                  <c:v>18-07-2021</c:v>
                </c:pt>
                <c:pt idx="881">
                  <c:v>18-07-2021</c:v>
                </c:pt>
                <c:pt idx="882">
                  <c:v>18-07-2021</c:v>
                </c:pt>
                <c:pt idx="883">
                  <c:v>18-07-2021</c:v>
                </c:pt>
                <c:pt idx="884">
                  <c:v>18-07-2021</c:v>
                </c:pt>
                <c:pt idx="885">
                  <c:v>18-07-2021</c:v>
                </c:pt>
                <c:pt idx="886">
                  <c:v>18-07-2021</c:v>
                </c:pt>
                <c:pt idx="887">
                  <c:v>18-07-2021</c:v>
                </c:pt>
                <c:pt idx="888">
                  <c:v>18-07-2021</c:v>
                </c:pt>
                <c:pt idx="889">
                  <c:v>18-07-2021</c:v>
                </c:pt>
                <c:pt idx="890">
                  <c:v>18-07-2021</c:v>
                </c:pt>
                <c:pt idx="891">
                  <c:v>18-07-2021</c:v>
                </c:pt>
                <c:pt idx="892">
                  <c:v>18-07-2021</c:v>
                </c:pt>
                <c:pt idx="893">
                  <c:v>18-07-2021</c:v>
                </c:pt>
                <c:pt idx="894">
                  <c:v>18-07-2021</c:v>
                </c:pt>
                <c:pt idx="895">
                  <c:v>18-07-2021</c:v>
                </c:pt>
                <c:pt idx="896">
                  <c:v>18-07-2021</c:v>
                </c:pt>
                <c:pt idx="897">
                  <c:v>18-07-2021</c:v>
                </c:pt>
                <c:pt idx="898">
                  <c:v>18-07-2021</c:v>
                </c:pt>
                <c:pt idx="899">
                  <c:v>18-07-2021</c:v>
                </c:pt>
                <c:pt idx="900">
                  <c:v>18-07-2021</c:v>
                </c:pt>
                <c:pt idx="901">
                  <c:v>18-07-2021</c:v>
                </c:pt>
                <c:pt idx="902">
                  <c:v>18-07-2021</c:v>
                </c:pt>
                <c:pt idx="903">
                  <c:v>18-07-2021</c:v>
                </c:pt>
                <c:pt idx="904">
                  <c:v>18-07-2021</c:v>
                </c:pt>
                <c:pt idx="905">
                  <c:v>18-07-2021</c:v>
                </c:pt>
                <c:pt idx="906">
                  <c:v>18-07-2021</c:v>
                </c:pt>
                <c:pt idx="907">
                  <c:v>18-07-2021</c:v>
                </c:pt>
                <c:pt idx="908">
                  <c:v>18-07-2021</c:v>
                </c:pt>
                <c:pt idx="909">
                  <c:v>19-07-2021</c:v>
                </c:pt>
                <c:pt idx="910">
                  <c:v>19-07-2021</c:v>
                </c:pt>
                <c:pt idx="911">
                  <c:v>19-07-2021</c:v>
                </c:pt>
                <c:pt idx="912">
                  <c:v>19-07-2021</c:v>
                </c:pt>
                <c:pt idx="913">
                  <c:v>19-07-2021</c:v>
                </c:pt>
                <c:pt idx="914">
                  <c:v>19-07-2021</c:v>
                </c:pt>
                <c:pt idx="915">
                  <c:v>19-07-2021</c:v>
                </c:pt>
                <c:pt idx="916">
                  <c:v>19-07-2021</c:v>
                </c:pt>
                <c:pt idx="917">
                  <c:v>19-07-2021</c:v>
                </c:pt>
                <c:pt idx="918">
                  <c:v>19-07-2021</c:v>
                </c:pt>
                <c:pt idx="919">
                  <c:v>19-07-2021</c:v>
                </c:pt>
                <c:pt idx="920">
                  <c:v>19-07-2021</c:v>
                </c:pt>
                <c:pt idx="921">
                  <c:v>19-07-2021</c:v>
                </c:pt>
                <c:pt idx="922">
                  <c:v>19-07-2021</c:v>
                </c:pt>
                <c:pt idx="923">
                  <c:v>19-07-2021</c:v>
                </c:pt>
                <c:pt idx="924">
                  <c:v>19-07-2021</c:v>
                </c:pt>
                <c:pt idx="925">
                  <c:v>19-07-2021</c:v>
                </c:pt>
                <c:pt idx="926">
                  <c:v>19-07-2021</c:v>
                </c:pt>
                <c:pt idx="927">
                  <c:v>19-07-2021</c:v>
                </c:pt>
                <c:pt idx="928">
                  <c:v>19-07-2021</c:v>
                </c:pt>
                <c:pt idx="929">
                  <c:v>19-07-2021</c:v>
                </c:pt>
                <c:pt idx="930">
                  <c:v>19-07-2021</c:v>
                </c:pt>
                <c:pt idx="931">
                  <c:v>19-07-2021</c:v>
                </c:pt>
                <c:pt idx="932">
                  <c:v>19-07-2021</c:v>
                </c:pt>
                <c:pt idx="933">
                  <c:v>19-07-2021</c:v>
                </c:pt>
                <c:pt idx="934">
                  <c:v>19-07-2021</c:v>
                </c:pt>
                <c:pt idx="935">
                  <c:v>19-07-2021</c:v>
                </c:pt>
                <c:pt idx="936">
                  <c:v>19-07-2021</c:v>
                </c:pt>
                <c:pt idx="937">
                  <c:v>19-07-2021</c:v>
                </c:pt>
                <c:pt idx="938">
                  <c:v>19-07-2021</c:v>
                </c:pt>
                <c:pt idx="939">
                  <c:v>19-07-2021</c:v>
                </c:pt>
                <c:pt idx="940">
                  <c:v>19-07-2021</c:v>
                </c:pt>
                <c:pt idx="941">
                  <c:v>19-07-2021</c:v>
                </c:pt>
                <c:pt idx="942">
                  <c:v>19-07-2021</c:v>
                </c:pt>
                <c:pt idx="943">
                  <c:v>19-07-2021</c:v>
                </c:pt>
                <c:pt idx="944">
                  <c:v>19-07-2021</c:v>
                </c:pt>
                <c:pt idx="945">
                  <c:v>19-07-2021</c:v>
                </c:pt>
                <c:pt idx="946">
                  <c:v>19-07-2021</c:v>
                </c:pt>
                <c:pt idx="947">
                  <c:v>19-07-2021</c:v>
                </c:pt>
                <c:pt idx="948">
                  <c:v>19-07-2021</c:v>
                </c:pt>
                <c:pt idx="949">
                  <c:v>19-07-2021</c:v>
                </c:pt>
                <c:pt idx="950">
                  <c:v>19-07-2021</c:v>
                </c:pt>
                <c:pt idx="951">
                  <c:v>19-07-2021</c:v>
                </c:pt>
                <c:pt idx="952">
                  <c:v>19-07-2021</c:v>
                </c:pt>
                <c:pt idx="953">
                  <c:v>19-07-2021</c:v>
                </c:pt>
                <c:pt idx="954">
                  <c:v>19-07-2021</c:v>
                </c:pt>
                <c:pt idx="955">
                  <c:v>19-07-2021</c:v>
                </c:pt>
                <c:pt idx="956">
                  <c:v>19-07-2021</c:v>
                </c:pt>
                <c:pt idx="957">
                  <c:v>19-07-2021</c:v>
                </c:pt>
                <c:pt idx="958">
                  <c:v>19-07-2021</c:v>
                </c:pt>
                <c:pt idx="959">
                  <c:v>19-07-2021</c:v>
                </c:pt>
                <c:pt idx="960">
                  <c:v>19-07-2021</c:v>
                </c:pt>
                <c:pt idx="961">
                  <c:v>20-07-2021</c:v>
                </c:pt>
                <c:pt idx="962">
                  <c:v>20-07-2021</c:v>
                </c:pt>
                <c:pt idx="963">
                  <c:v>20-07-2021</c:v>
                </c:pt>
                <c:pt idx="964">
                  <c:v>20-07-2021</c:v>
                </c:pt>
                <c:pt idx="965">
                  <c:v>20-07-2021</c:v>
                </c:pt>
                <c:pt idx="966">
                  <c:v>20-07-2021</c:v>
                </c:pt>
                <c:pt idx="967">
                  <c:v>20-07-2021</c:v>
                </c:pt>
                <c:pt idx="968">
                  <c:v>20-07-2021</c:v>
                </c:pt>
                <c:pt idx="969">
                  <c:v>20-07-2021</c:v>
                </c:pt>
                <c:pt idx="970">
                  <c:v>20-07-2021</c:v>
                </c:pt>
                <c:pt idx="971">
                  <c:v>20-07-2021</c:v>
                </c:pt>
                <c:pt idx="972">
                  <c:v>20-07-2021</c:v>
                </c:pt>
                <c:pt idx="973">
                  <c:v>20-07-2021</c:v>
                </c:pt>
                <c:pt idx="974">
                  <c:v>20-07-2021</c:v>
                </c:pt>
                <c:pt idx="975">
                  <c:v>20-07-2021</c:v>
                </c:pt>
                <c:pt idx="976">
                  <c:v>20-07-2021</c:v>
                </c:pt>
                <c:pt idx="977">
                  <c:v>20-07-2021</c:v>
                </c:pt>
                <c:pt idx="978">
                  <c:v>20-07-2021</c:v>
                </c:pt>
                <c:pt idx="979">
                  <c:v>20-07-2021</c:v>
                </c:pt>
                <c:pt idx="980">
                  <c:v>20-07-2021</c:v>
                </c:pt>
                <c:pt idx="981">
                  <c:v>20-07-2021</c:v>
                </c:pt>
                <c:pt idx="982">
                  <c:v>20-07-2021</c:v>
                </c:pt>
                <c:pt idx="983">
                  <c:v>20-07-2021</c:v>
                </c:pt>
                <c:pt idx="984">
                  <c:v>20-07-2021</c:v>
                </c:pt>
                <c:pt idx="985">
                  <c:v>20-07-2021</c:v>
                </c:pt>
                <c:pt idx="986">
                  <c:v>20-07-2021</c:v>
                </c:pt>
                <c:pt idx="987">
                  <c:v>20-07-2021</c:v>
                </c:pt>
                <c:pt idx="988">
                  <c:v>20-07-2021</c:v>
                </c:pt>
                <c:pt idx="989">
                  <c:v>20-07-2021</c:v>
                </c:pt>
                <c:pt idx="990">
                  <c:v>20-07-2021</c:v>
                </c:pt>
                <c:pt idx="991">
                  <c:v>20-07-2021</c:v>
                </c:pt>
                <c:pt idx="992">
                  <c:v>20-07-2021</c:v>
                </c:pt>
                <c:pt idx="993">
                  <c:v>20-07-2021</c:v>
                </c:pt>
                <c:pt idx="994">
                  <c:v>20-07-2021</c:v>
                </c:pt>
                <c:pt idx="995">
                  <c:v>20-07-2021</c:v>
                </c:pt>
                <c:pt idx="996">
                  <c:v>20-07-2021</c:v>
                </c:pt>
                <c:pt idx="997">
                  <c:v>20-07-2021</c:v>
                </c:pt>
                <c:pt idx="998">
                  <c:v>20-07-2021</c:v>
                </c:pt>
                <c:pt idx="999">
                  <c:v>20-07-2021</c:v>
                </c:pt>
                <c:pt idx="1000">
                  <c:v>20-07-2021</c:v>
                </c:pt>
                <c:pt idx="1001">
                  <c:v>20-07-2021</c:v>
                </c:pt>
                <c:pt idx="1002">
                  <c:v>20-07-2021</c:v>
                </c:pt>
                <c:pt idx="1003">
                  <c:v>20-07-2021</c:v>
                </c:pt>
                <c:pt idx="1004">
                  <c:v>20-07-2021</c:v>
                </c:pt>
                <c:pt idx="1005">
                  <c:v>20-07-2021</c:v>
                </c:pt>
                <c:pt idx="1006">
                  <c:v>20-07-2021</c:v>
                </c:pt>
                <c:pt idx="1007">
                  <c:v>20-07-2021</c:v>
                </c:pt>
                <c:pt idx="1008">
                  <c:v>20-07-2021</c:v>
                </c:pt>
                <c:pt idx="1009">
                  <c:v>20-07-2021</c:v>
                </c:pt>
                <c:pt idx="1010">
                  <c:v>21-07-2021</c:v>
                </c:pt>
                <c:pt idx="1011">
                  <c:v>21-07-2021</c:v>
                </c:pt>
                <c:pt idx="1012">
                  <c:v>21-07-2021</c:v>
                </c:pt>
                <c:pt idx="1013">
                  <c:v>21-07-2021</c:v>
                </c:pt>
                <c:pt idx="1014">
                  <c:v>21-07-2021</c:v>
                </c:pt>
                <c:pt idx="1015">
                  <c:v>21-07-2021</c:v>
                </c:pt>
                <c:pt idx="1016">
                  <c:v>21-07-2021</c:v>
                </c:pt>
                <c:pt idx="1017">
                  <c:v>21-07-2021</c:v>
                </c:pt>
                <c:pt idx="1018">
                  <c:v>21-07-2021</c:v>
                </c:pt>
                <c:pt idx="1019">
                  <c:v>21-07-2021</c:v>
                </c:pt>
                <c:pt idx="1020">
                  <c:v>21-07-2021</c:v>
                </c:pt>
                <c:pt idx="1021">
                  <c:v>21-07-2021</c:v>
                </c:pt>
                <c:pt idx="1022">
                  <c:v>21-07-2021</c:v>
                </c:pt>
                <c:pt idx="1023">
                  <c:v>21-07-2021</c:v>
                </c:pt>
                <c:pt idx="1024">
                  <c:v>21-07-2021</c:v>
                </c:pt>
                <c:pt idx="1025">
                  <c:v>21-07-2021</c:v>
                </c:pt>
                <c:pt idx="1026">
                  <c:v>21-07-2021</c:v>
                </c:pt>
                <c:pt idx="1027">
                  <c:v>21-07-2021</c:v>
                </c:pt>
                <c:pt idx="1028">
                  <c:v>21-07-2021</c:v>
                </c:pt>
                <c:pt idx="1029">
                  <c:v>21-07-2021</c:v>
                </c:pt>
                <c:pt idx="1030">
                  <c:v>21-07-2021</c:v>
                </c:pt>
                <c:pt idx="1031">
                  <c:v>21-07-2021</c:v>
                </c:pt>
                <c:pt idx="1032">
                  <c:v>21-07-2021</c:v>
                </c:pt>
                <c:pt idx="1033">
                  <c:v>21-07-2021</c:v>
                </c:pt>
                <c:pt idx="1034">
                  <c:v>21-07-2021</c:v>
                </c:pt>
                <c:pt idx="1035">
                  <c:v>21-07-2021</c:v>
                </c:pt>
                <c:pt idx="1036">
                  <c:v>21-07-2021</c:v>
                </c:pt>
                <c:pt idx="1037">
                  <c:v>21-07-2021</c:v>
                </c:pt>
                <c:pt idx="1038">
                  <c:v>21-07-2021</c:v>
                </c:pt>
                <c:pt idx="1039">
                  <c:v>21-07-2021</c:v>
                </c:pt>
                <c:pt idx="1040">
                  <c:v>21-07-2021</c:v>
                </c:pt>
                <c:pt idx="1041">
                  <c:v>21-07-2021</c:v>
                </c:pt>
                <c:pt idx="1042">
                  <c:v>21-07-2021</c:v>
                </c:pt>
                <c:pt idx="1043">
                  <c:v>21-07-2021</c:v>
                </c:pt>
                <c:pt idx="1044">
                  <c:v>21-07-2021</c:v>
                </c:pt>
                <c:pt idx="1045">
                  <c:v>21-07-2021</c:v>
                </c:pt>
                <c:pt idx="1046">
                  <c:v>21-07-2021</c:v>
                </c:pt>
                <c:pt idx="1047">
                  <c:v>21-07-2021</c:v>
                </c:pt>
                <c:pt idx="1048">
                  <c:v>21-07-2021</c:v>
                </c:pt>
                <c:pt idx="1049">
                  <c:v>21-07-2021</c:v>
                </c:pt>
                <c:pt idx="1050">
                  <c:v>21-07-2021</c:v>
                </c:pt>
                <c:pt idx="1051">
                  <c:v>21-07-2021</c:v>
                </c:pt>
                <c:pt idx="1052">
                  <c:v>21-07-2021</c:v>
                </c:pt>
                <c:pt idx="1053">
                  <c:v>21-07-2021</c:v>
                </c:pt>
                <c:pt idx="1054">
                  <c:v>21-07-2021</c:v>
                </c:pt>
                <c:pt idx="1055">
                  <c:v>21-07-2021</c:v>
                </c:pt>
                <c:pt idx="1056">
                  <c:v>21-07-2021</c:v>
                </c:pt>
                <c:pt idx="1057">
                  <c:v>21-07-2021</c:v>
                </c:pt>
                <c:pt idx="1058">
                  <c:v>21-07-2021</c:v>
                </c:pt>
                <c:pt idx="1059">
                  <c:v>21-07-2021</c:v>
                </c:pt>
                <c:pt idx="1060">
                  <c:v>21-07-2021</c:v>
                </c:pt>
                <c:pt idx="1061">
                  <c:v>21-07-2021</c:v>
                </c:pt>
                <c:pt idx="1062">
                  <c:v>21-07-2021</c:v>
                </c:pt>
                <c:pt idx="1063">
                  <c:v>21-07-2021</c:v>
                </c:pt>
                <c:pt idx="1064">
                  <c:v>21-07-2021</c:v>
                </c:pt>
                <c:pt idx="1065">
                  <c:v>22-07-2021</c:v>
                </c:pt>
                <c:pt idx="1066">
                  <c:v>22-07-2021</c:v>
                </c:pt>
                <c:pt idx="1067">
                  <c:v>22-07-2021</c:v>
                </c:pt>
                <c:pt idx="1068">
                  <c:v>22-07-2021</c:v>
                </c:pt>
                <c:pt idx="1069">
                  <c:v>22-07-2021</c:v>
                </c:pt>
                <c:pt idx="1070">
                  <c:v>22-07-2021</c:v>
                </c:pt>
                <c:pt idx="1071">
                  <c:v>22-07-2021</c:v>
                </c:pt>
                <c:pt idx="1072">
                  <c:v>22-07-2021</c:v>
                </c:pt>
                <c:pt idx="1073">
                  <c:v>22-07-2021</c:v>
                </c:pt>
                <c:pt idx="1074">
                  <c:v>22-07-2021</c:v>
                </c:pt>
                <c:pt idx="1075">
                  <c:v>22-07-2021</c:v>
                </c:pt>
                <c:pt idx="1076">
                  <c:v>22-07-2021</c:v>
                </c:pt>
                <c:pt idx="1077">
                  <c:v>22-07-2021</c:v>
                </c:pt>
                <c:pt idx="1078">
                  <c:v>22-07-2021</c:v>
                </c:pt>
                <c:pt idx="1079">
                  <c:v>22-07-2021</c:v>
                </c:pt>
                <c:pt idx="1080">
                  <c:v>22-07-2021</c:v>
                </c:pt>
                <c:pt idx="1081">
                  <c:v>22-07-2021</c:v>
                </c:pt>
                <c:pt idx="1082">
                  <c:v>22-07-2021</c:v>
                </c:pt>
                <c:pt idx="1083">
                  <c:v>22-07-2021</c:v>
                </c:pt>
                <c:pt idx="1084">
                  <c:v>22-07-2021</c:v>
                </c:pt>
                <c:pt idx="1085">
                  <c:v>22-07-2021</c:v>
                </c:pt>
                <c:pt idx="1086">
                  <c:v>22-07-2021</c:v>
                </c:pt>
                <c:pt idx="1087">
                  <c:v>22-07-2021</c:v>
                </c:pt>
                <c:pt idx="1088">
                  <c:v>22-07-2021</c:v>
                </c:pt>
                <c:pt idx="1089">
                  <c:v>22-07-2021</c:v>
                </c:pt>
                <c:pt idx="1090">
                  <c:v>22-07-2021</c:v>
                </c:pt>
                <c:pt idx="1091">
                  <c:v>22-07-2021</c:v>
                </c:pt>
                <c:pt idx="1092">
                  <c:v>22-07-2021</c:v>
                </c:pt>
                <c:pt idx="1093">
                  <c:v>22-07-2021</c:v>
                </c:pt>
                <c:pt idx="1094">
                  <c:v>22-07-2021</c:v>
                </c:pt>
                <c:pt idx="1095">
                  <c:v>22-07-2021</c:v>
                </c:pt>
                <c:pt idx="1096">
                  <c:v>22-07-2021</c:v>
                </c:pt>
                <c:pt idx="1097">
                  <c:v>22-07-2021</c:v>
                </c:pt>
                <c:pt idx="1098">
                  <c:v>22-07-2021</c:v>
                </c:pt>
                <c:pt idx="1099">
                  <c:v>22-07-2021</c:v>
                </c:pt>
                <c:pt idx="1100">
                  <c:v>22-07-2021</c:v>
                </c:pt>
                <c:pt idx="1101">
                  <c:v>22-07-2021</c:v>
                </c:pt>
                <c:pt idx="1102">
                  <c:v>22-07-2021</c:v>
                </c:pt>
                <c:pt idx="1103">
                  <c:v>22-07-2021</c:v>
                </c:pt>
                <c:pt idx="1104">
                  <c:v>22-07-2021</c:v>
                </c:pt>
                <c:pt idx="1105">
                  <c:v>22-07-2021</c:v>
                </c:pt>
                <c:pt idx="1106">
                  <c:v>22-07-2021</c:v>
                </c:pt>
                <c:pt idx="1107">
                  <c:v>22-07-2021</c:v>
                </c:pt>
                <c:pt idx="1108">
                  <c:v>22-07-2021</c:v>
                </c:pt>
                <c:pt idx="1109">
                  <c:v>22-07-2021</c:v>
                </c:pt>
                <c:pt idx="1110">
                  <c:v>22-07-2021</c:v>
                </c:pt>
                <c:pt idx="1111">
                  <c:v>22-07-2021</c:v>
                </c:pt>
                <c:pt idx="1112">
                  <c:v>22-07-2021</c:v>
                </c:pt>
                <c:pt idx="1113">
                  <c:v>22-07-2021</c:v>
                </c:pt>
                <c:pt idx="1114">
                  <c:v>22-07-2021</c:v>
                </c:pt>
                <c:pt idx="1115">
                  <c:v>22-07-2021</c:v>
                </c:pt>
                <c:pt idx="1116">
                  <c:v>22-07-2021</c:v>
                </c:pt>
                <c:pt idx="1117">
                  <c:v>23-07-2021</c:v>
                </c:pt>
                <c:pt idx="1118">
                  <c:v>23-07-2021</c:v>
                </c:pt>
                <c:pt idx="1119">
                  <c:v>23-07-2021</c:v>
                </c:pt>
                <c:pt idx="1120">
                  <c:v>23-07-2021</c:v>
                </c:pt>
                <c:pt idx="1121">
                  <c:v>23-07-2021</c:v>
                </c:pt>
                <c:pt idx="1122">
                  <c:v>23-07-2021</c:v>
                </c:pt>
                <c:pt idx="1123">
                  <c:v>23-07-2021</c:v>
                </c:pt>
                <c:pt idx="1124">
                  <c:v>23-07-2021</c:v>
                </c:pt>
                <c:pt idx="1125">
                  <c:v>23-07-2021</c:v>
                </c:pt>
                <c:pt idx="1126">
                  <c:v>23-07-2021</c:v>
                </c:pt>
                <c:pt idx="1127">
                  <c:v>23-07-2021</c:v>
                </c:pt>
                <c:pt idx="1128">
                  <c:v>23-07-2021</c:v>
                </c:pt>
                <c:pt idx="1129">
                  <c:v>23-07-2021</c:v>
                </c:pt>
                <c:pt idx="1130">
                  <c:v>23-07-2021</c:v>
                </c:pt>
                <c:pt idx="1131">
                  <c:v>23-07-2021</c:v>
                </c:pt>
                <c:pt idx="1132">
                  <c:v>23-07-2021</c:v>
                </c:pt>
                <c:pt idx="1133">
                  <c:v>23-07-2021</c:v>
                </c:pt>
                <c:pt idx="1134">
                  <c:v>23-07-2021</c:v>
                </c:pt>
                <c:pt idx="1135">
                  <c:v>23-07-2021</c:v>
                </c:pt>
                <c:pt idx="1136">
                  <c:v>23-07-2021</c:v>
                </c:pt>
                <c:pt idx="1137">
                  <c:v>23-07-2021</c:v>
                </c:pt>
                <c:pt idx="1138">
                  <c:v>23-07-2021</c:v>
                </c:pt>
                <c:pt idx="1139">
                  <c:v>23-07-2021</c:v>
                </c:pt>
                <c:pt idx="1140">
                  <c:v>23-07-2021</c:v>
                </c:pt>
                <c:pt idx="1141">
                  <c:v>23-07-2021</c:v>
                </c:pt>
                <c:pt idx="1142">
                  <c:v>23-07-2021</c:v>
                </c:pt>
                <c:pt idx="1143">
                  <c:v>23-07-2021</c:v>
                </c:pt>
                <c:pt idx="1144">
                  <c:v>23-07-2021</c:v>
                </c:pt>
                <c:pt idx="1145">
                  <c:v>23-07-2021</c:v>
                </c:pt>
                <c:pt idx="1146">
                  <c:v>23-07-2021</c:v>
                </c:pt>
                <c:pt idx="1147">
                  <c:v>23-07-2021</c:v>
                </c:pt>
                <c:pt idx="1148">
                  <c:v>23-07-2021</c:v>
                </c:pt>
                <c:pt idx="1149">
                  <c:v>23-07-2021</c:v>
                </c:pt>
                <c:pt idx="1150">
                  <c:v>23-07-2021</c:v>
                </c:pt>
                <c:pt idx="1151">
                  <c:v>23-07-2021</c:v>
                </c:pt>
                <c:pt idx="1152">
                  <c:v>23-07-2021</c:v>
                </c:pt>
                <c:pt idx="1153">
                  <c:v>23-07-2021</c:v>
                </c:pt>
                <c:pt idx="1154">
                  <c:v>23-07-2021</c:v>
                </c:pt>
                <c:pt idx="1155">
                  <c:v>23-07-2021</c:v>
                </c:pt>
                <c:pt idx="1156">
                  <c:v>23-07-2021</c:v>
                </c:pt>
                <c:pt idx="1157">
                  <c:v>23-07-2021</c:v>
                </c:pt>
                <c:pt idx="1158">
                  <c:v>23-07-2021</c:v>
                </c:pt>
                <c:pt idx="1159">
                  <c:v>23-07-2021</c:v>
                </c:pt>
                <c:pt idx="1160">
                  <c:v>23-07-2021</c:v>
                </c:pt>
                <c:pt idx="1161">
                  <c:v>23-07-2021</c:v>
                </c:pt>
                <c:pt idx="1162">
                  <c:v>23-07-2021</c:v>
                </c:pt>
                <c:pt idx="1163">
                  <c:v>23-07-2021</c:v>
                </c:pt>
                <c:pt idx="1164">
                  <c:v>23-07-2021</c:v>
                </c:pt>
                <c:pt idx="1165">
                  <c:v>23-07-2021</c:v>
                </c:pt>
                <c:pt idx="1166">
                  <c:v>23-07-2021</c:v>
                </c:pt>
                <c:pt idx="1167">
                  <c:v>23-07-2021</c:v>
                </c:pt>
                <c:pt idx="1168">
                  <c:v>23-07-2021</c:v>
                </c:pt>
                <c:pt idx="1169">
                  <c:v>24-07-2021</c:v>
                </c:pt>
                <c:pt idx="1170">
                  <c:v>24-07-2021</c:v>
                </c:pt>
                <c:pt idx="1171">
                  <c:v>24-07-2021</c:v>
                </c:pt>
                <c:pt idx="1172">
                  <c:v>24-07-2021</c:v>
                </c:pt>
                <c:pt idx="1173">
                  <c:v>24-07-2021</c:v>
                </c:pt>
                <c:pt idx="1174">
                  <c:v>24-07-2021</c:v>
                </c:pt>
                <c:pt idx="1175">
                  <c:v>24-07-2021</c:v>
                </c:pt>
                <c:pt idx="1176">
                  <c:v>24-07-2021</c:v>
                </c:pt>
                <c:pt idx="1177">
                  <c:v>24-07-2021</c:v>
                </c:pt>
                <c:pt idx="1178">
                  <c:v>24-07-2021</c:v>
                </c:pt>
                <c:pt idx="1179">
                  <c:v>24-07-2021</c:v>
                </c:pt>
                <c:pt idx="1180">
                  <c:v>24-07-2021</c:v>
                </c:pt>
                <c:pt idx="1181">
                  <c:v>24-07-2021</c:v>
                </c:pt>
                <c:pt idx="1182">
                  <c:v>24-07-2021</c:v>
                </c:pt>
                <c:pt idx="1183">
                  <c:v>24-07-2021</c:v>
                </c:pt>
                <c:pt idx="1184">
                  <c:v>24-07-2021</c:v>
                </c:pt>
                <c:pt idx="1185">
                  <c:v>24-07-2021</c:v>
                </c:pt>
                <c:pt idx="1186">
                  <c:v>24-07-2021</c:v>
                </c:pt>
                <c:pt idx="1187">
                  <c:v>24-07-2021</c:v>
                </c:pt>
                <c:pt idx="1188">
                  <c:v>24-07-2021</c:v>
                </c:pt>
                <c:pt idx="1189">
                  <c:v>24-07-2021</c:v>
                </c:pt>
                <c:pt idx="1190">
                  <c:v>24-07-2021</c:v>
                </c:pt>
                <c:pt idx="1191">
                  <c:v>24-07-2021</c:v>
                </c:pt>
                <c:pt idx="1192">
                  <c:v>24-07-2021</c:v>
                </c:pt>
                <c:pt idx="1193">
                  <c:v>24-07-2021</c:v>
                </c:pt>
                <c:pt idx="1194">
                  <c:v>24-07-2021</c:v>
                </c:pt>
                <c:pt idx="1195">
                  <c:v>24-07-2021</c:v>
                </c:pt>
                <c:pt idx="1196">
                  <c:v>24-07-2021</c:v>
                </c:pt>
                <c:pt idx="1197">
                  <c:v>24-07-2021</c:v>
                </c:pt>
                <c:pt idx="1198">
                  <c:v>24-07-2021</c:v>
                </c:pt>
                <c:pt idx="1199">
                  <c:v>24-07-2021</c:v>
                </c:pt>
                <c:pt idx="1200">
                  <c:v>24-07-2021</c:v>
                </c:pt>
                <c:pt idx="1201">
                  <c:v>24-07-2021</c:v>
                </c:pt>
                <c:pt idx="1202">
                  <c:v>24-07-2021</c:v>
                </c:pt>
                <c:pt idx="1203">
                  <c:v>24-07-2021</c:v>
                </c:pt>
                <c:pt idx="1204">
                  <c:v>24-07-2021</c:v>
                </c:pt>
                <c:pt idx="1205">
                  <c:v>24-07-2021</c:v>
                </c:pt>
                <c:pt idx="1206">
                  <c:v>24-07-2021</c:v>
                </c:pt>
                <c:pt idx="1207">
                  <c:v>24-07-2021</c:v>
                </c:pt>
                <c:pt idx="1208">
                  <c:v>24-07-2021</c:v>
                </c:pt>
                <c:pt idx="1209">
                  <c:v>24-07-2021</c:v>
                </c:pt>
                <c:pt idx="1210">
                  <c:v>24-07-2021</c:v>
                </c:pt>
                <c:pt idx="1211">
                  <c:v>24-07-2021</c:v>
                </c:pt>
                <c:pt idx="1212">
                  <c:v>24-07-2021</c:v>
                </c:pt>
                <c:pt idx="1213">
                  <c:v>24-07-2021</c:v>
                </c:pt>
                <c:pt idx="1214">
                  <c:v>24-07-2021</c:v>
                </c:pt>
                <c:pt idx="1215">
                  <c:v>24-07-2021</c:v>
                </c:pt>
                <c:pt idx="1216">
                  <c:v>24-07-2021</c:v>
                </c:pt>
                <c:pt idx="1217">
                  <c:v>24-07-2021</c:v>
                </c:pt>
                <c:pt idx="1218">
                  <c:v>24-07-2021</c:v>
                </c:pt>
                <c:pt idx="1219">
                  <c:v>24-07-2021</c:v>
                </c:pt>
                <c:pt idx="1220">
                  <c:v>24-07-2021</c:v>
                </c:pt>
                <c:pt idx="1221">
                  <c:v>25-07-2021</c:v>
                </c:pt>
                <c:pt idx="1222">
                  <c:v>25-07-2021</c:v>
                </c:pt>
                <c:pt idx="1223">
                  <c:v>25-07-2021</c:v>
                </c:pt>
                <c:pt idx="1224">
                  <c:v>25-07-2021</c:v>
                </c:pt>
                <c:pt idx="1225">
                  <c:v>25-07-2021</c:v>
                </c:pt>
                <c:pt idx="1226">
                  <c:v>25-07-2021</c:v>
                </c:pt>
                <c:pt idx="1227">
                  <c:v>25-07-2021</c:v>
                </c:pt>
                <c:pt idx="1228">
                  <c:v>25-07-2021</c:v>
                </c:pt>
                <c:pt idx="1229">
                  <c:v>25-07-2021</c:v>
                </c:pt>
                <c:pt idx="1230">
                  <c:v>25-07-2021</c:v>
                </c:pt>
                <c:pt idx="1231">
                  <c:v>25-07-2021</c:v>
                </c:pt>
                <c:pt idx="1232">
                  <c:v>25-07-2021</c:v>
                </c:pt>
                <c:pt idx="1233">
                  <c:v>25-07-2021</c:v>
                </c:pt>
                <c:pt idx="1234">
                  <c:v>25-07-2021</c:v>
                </c:pt>
                <c:pt idx="1235">
                  <c:v>25-07-2021</c:v>
                </c:pt>
                <c:pt idx="1236">
                  <c:v>25-07-2021</c:v>
                </c:pt>
                <c:pt idx="1237">
                  <c:v>25-07-2021</c:v>
                </c:pt>
                <c:pt idx="1238">
                  <c:v>25-07-2021</c:v>
                </c:pt>
                <c:pt idx="1239">
                  <c:v>25-07-2021</c:v>
                </c:pt>
                <c:pt idx="1240">
                  <c:v>25-07-2021</c:v>
                </c:pt>
                <c:pt idx="1241">
                  <c:v>25-07-2021</c:v>
                </c:pt>
                <c:pt idx="1242">
                  <c:v>25-07-2021</c:v>
                </c:pt>
                <c:pt idx="1243">
                  <c:v>25-07-2021</c:v>
                </c:pt>
                <c:pt idx="1244">
                  <c:v>25-07-2021</c:v>
                </c:pt>
                <c:pt idx="1245">
                  <c:v>25-07-2021</c:v>
                </c:pt>
                <c:pt idx="1246">
                  <c:v>25-07-2021</c:v>
                </c:pt>
                <c:pt idx="1247">
                  <c:v>25-07-2021</c:v>
                </c:pt>
                <c:pt idx="1248">
                  <c:v>25-07-2021</c:v>
                </c:pt>
                <c:pt idx="1249">
                  <c:v>25-07-2021</c:v>
                </c:pt>
                <c:pt idx="1250">
                  <c:v>25-07-2021</c:v>
                </c:pt>
                <c:pt idx="1251">
                  <c:v>25-07-2021</c:v>
                </c:pt>
                <c:pt idx="1252">
                  <c:v>25-07-2021</c:v>
                </c:pt>
                <c:pt idx="1253">
                  <c:v>25-07-2021</c:v>
                </c:pt>
                <c:pt idx="1254">
                  <c:v>25-07-2021</c:v>
                </c:pt>
                <c:pt idx="1255">
                  <c:v>25-07-2021</c:v>
                </c:pt>
                <c:pt idx="1256">
                  <c:v>25-07-2021</c:v>
                </c:pt>
                <c:pt idx="1257">
                  <c:v>25-07-2021</c:v>
                </c:pt>
                <c:pt idx="1258">
                  <c:v>25-07-2021</c:v>
                </c:pt>
                <c:pt idx="1259">
                  <c:v>25-07-2021</c:v>
                </c:pt>
                <c:pt idx="1260">
                  <c:v>25-07-2021</c:v>
                </c:pt>
                <c:pt idx="1261">
                  <c:v>25-07-2021</c:v>
                </c:pt>
                <c:pt idx="1262">
                  <c:v>25-07-2021</c:v>
                </c:pt>
                <c:pt idx="1263">
                  <c:v>25-07-2021</c:v>
                </c:pt>
                <c:pt idx="1264">
                  <c:v>25-07-2021</c:v>
                </c:pt>
                <c:pt idx="1265">
                  <c:v>25-07-2021</c:v>
                </c:pt>
                <c:pt idx="1266">
                  <c:v>25-07-2021</c:v>
                </c:pt>
                <c:pt idx="1267">
                  <c:v>25-07-2021</c:v>
                </c:pt>
                <c:pt idx="1268">
                  <c:v>25-07-2021</c:v>
                </c:pt>
                <c:pt idx="1269">
                  <c:v>25-07-2021</c:v>
                </c:pt>
                <c:pt idx="1270">
                  <c:v>25-07-2021</c:v>
                </c:pt>
                <c:pt idx="1271">
                  <c:v>25-07-2021</c:v>
                </c:pt>
                <c:pt idx="1272">
                  <c:v>25-07-2021</c:v>
                </c:pt>
                <c:pt idx="1273">
                  <c:v>26-07-2021</c:v>
                </c:pt>
                <c:pt idx="1274">
                  <c:v>26-07-2021</c:v>
                </c:pt>
                <c:pt idx="1275">
                  <c:v>26-07-2021</c:v>
                </c:pt>
                <c:pt idx="1276">
                  <c:v>26-07-2021</c:v>
                </c:pt>
                <c:pt idx="1277">
                  <c:v>26-07-2021</c:v>
                </c:pt>
                <c:pt idx="1278">
                  <c:v>26-07-2021</c:v>
                </c:pt>
                <c:pt idx="1279">
                  <c:v>26-07-2021</c:v>
                </c:pt>
                <c:pt idx="1280">
                  <c:v>26-07-2021</c:v>
                </c:pt>
                <c:pt idx="1281">
                  <c:v>26-07-2021</c:v>
                </c:pt>
                <c:pt idx="1282">
                  <c:v>26-07-2021</c:v>
                </c:pt>
                <c:pt idx="1283">
                  <c:v>26-07-2021</c:v>
                </c:pt>
                <c:pt idx="1284">
                  <c:v>26-07-2021</c:v>
                </c:pt>
                <c:pt idx="1285">
                  <c:v>26-07-2021</c:v>
                </c:pt>
                <c:pt idx="1286">
                  <c:v>26-07-2021</c:v>
                </c:pt>
                <c:pt idx="1287">
                  <c:v>26-07-2021</c:v>
                </c:pt>
                <c:pt idx="1288">
                  <c:v>26-07-2021</c:v>
                </c:pt>
                <c:pt idx="1289">
                  <c:v>26-07-2021</c:v>
                </c:pt>
                <c:pt idx="1290">
                  <c:v>26-07-2021</c:v>
                </c:pt>
                <c:pt idx="1291">
                  <c:v>26-07-2021</c:v>
                </c:pt>
                <c:pt idx="1292">
                  <c:v>26-07-2021</c:v>
                </c:pt>
                <c:pt idx="1293">
                  <c:v>26-07-2021</c:v>
                </c:pt>
                <c:pt idx="1294">
                  <c:v>26-07-2021</c:v>
                </c:pt>
                <c:pt idx="1295">
                  <c:v>26-07-2021</c:v>
                </c:pt>
                <c:pt idx="1296">
                  <c:v>26-07-2021</c:v>
                </c:pt>
                <c:pt idx="1297">
                  <c:v>26-07-2021</c:v>
                </c:pt>
                <c:pt idx="1298">
                  <c:v>26-07-2021</c:v>
                </c:pt>
                <c:pt idx="1299">
                  <c:v>26-07-2021</c:v>
                </c:pt>
                <c:pt idx="1300">
                  <c:v>26-07-2021</c:v>
                </c:pt>
                <c:pt idx="1301">
                  <c:v>26-07-2021</c:v>
                </c:pt>
                <c:pt idx="1302">
                  <c:v>26-07-2021</c:v>
                </c:pt>
                <c:pt idx="1303">
                  <c:v>26-07-2021</c:v>
                </c:pt>
                <c:pt idx="1304">
                  <c:v>26-07-2021</c:v>
                </c:pt>
                <c:pt idx="1305">
                  <c:v>26-07-2021</c:v>
                </c:pt>
                <c:pt idx="1306">
                  <c:v>26-07-2021</c:v>
                </c:pt>
                <c:pt idx="1307">
                  <c:v>26-07-2021</c:v>
                </c:pt>
                <c:pt idx="1308">
                  <c:v>26-07-2021</c:v>
                </c:pt>
                <c:pt idx="1309">
                  <c:v>26-07-2021</c:v>
                </c:pt>
                <c:pt idx="1310">
                  <c:v>26-07-2021</c:v>
                </c:pt>
                <c:pt idx="1311">
                  <c:v>26-07-2021</c:v>
                </c:pt>
                <c:pt idx="1312">
                  <c:v>26-07-2021</c:v>
                </c:pt>
                <c:pt idx="1313">
                  <c:v>26-07-2021</c:v>
                </c:pt>
                <c:pt idx="1314">
                  <c:v>26-07-2021</c:v>
                </c:pt>
                <c:pt idx="1315">
                  <c:v>26-07-2021</c:v>
                </c:pt>
                <c:pt idx="1316">
                  <c:v>26-07-2021</c:v>
                </c:pt>
                <c:pt idx="1317">
                  <c:v>26-07-2021</c:v>
                </c:pt>
                <c:pt idx="1318">
                  <c:v>26-07-2021</c:v>
                </c:pt>
                <c:pt idx="1319">
                  <c:v>26-07-2021</c:v>
                </c:pt>
                <c:pt idx="1320">
                  <c:v>26-07-2021</c:v>
                </c:pt>
                <c:pt idx="1321">
                  <c:v>26-07-2021</c:v>
                </c:pt>
                <c:pt idx="1322">
                  <c:v>26-07-2021</c:v>
                </c:pt>
                <c:pt idx="1323">
                  <c:v>26-07-2021</c:v>
                </c:pt>
                <c:pt idx="1324">
                  <c:v>26-07-2021</c:v>
                </c:pt>
                <c:pt idx="1325">
                  <c:v>26-07-2021</c:v>
                </c:pt>
                <c:pt idx="1326">
                  <c:v>26-07-2021</c:v>
                </c:pt>
                <c:pt idx="1327">
                  <c:v>26-07-2021</c:v>
                </c:pt>
                <c:pt idx="1328">
                  <c:v>26-07-2021</c:v>
                </c:pt>
                <c:pt idx="1329">
                  <c:v>27-07-2021</c:v>
                </c:pt>
                <c:pt idx="1330">
                  <c:v>27-07-2021</c:v>
                </c:pt>
                <c:pt idx="1331">
                  <c:v>27-07-2021</c:v>
                </c:pt>
                <c:pt idx="1332">
                  <c:v>27-07-2021</c:v>
                </c:pt>
                <c:pt idx="1333">
                  <c:v>27-07-2021</c:v>
                </c:pt>
                <c:pt idx="1334">
                  <c:v>27-07-2021</c:v>
                </c:pt>
                <c:pt idx="1335">
                  <c:v>27-07-2021</c:v>
                </c:pt>
                <c:pt idx="1336">
                  <c:v>27-07-2021</c:v>
                </c:pt>
                <c:pt idx="1337">
                  <c:v>27-07-2021</c:v>
                </c:pt>
                <c:pt idx="1338">
                  <c:v>27-07-2021</c:v>
                </c:pt>
                <c:pt idx="1339">
                  <c:v>27-07-2021</c:v>
                </c:pt>
                <c:pt idx="1340">
                  <c:v>27-07-2021</c:v>
                </c:pt>
                <c:pt idx="1341">
                  <c:v>27-07-2021</c:v>
                </c:pt>
                <c:pt idx="1342">
                  <c:v>27-07-2021</c:v>
                </c:pt>
                <c:pt idx="1343">
                  <c:v>27-07-2021</c:v>
                </c:pt>
                <c:pt idx="1344">
                  <c:v>27-07-2021</c:v>
                </c:pt>
                <c:pt idx="1345">
                  <c:v>27-07-2021</c:v>
                </c:pt>
                <c:pt idx="1346">
                  <c:v>27-07-2021</c:v>
                </c:pt>
                <c:pt idx="1347">
                  <c:v>27-07-2021</c:v>
                </c:pt>
                <c:pt idx="1348">
                  <c:v>27-07-2021</c:v>
                </c:pt>
                <c:pt idx="1349">
                  <c:v>27-07-2021</c:v>
                </c:pt>
                <c:pt idx="1350">
                  <c:v>27-07-2021</c:v>
                </c:pt>
                <c:pt idx="1351">
                  <c:v>27-07-2021</c:v>
                </c:pt>
                <c:pt idx="1352">
                  <c:v>27-07-2021</c:v>
                </c:pt>
                <c:pt idx="1353">
                  <c:v>27-07-2021</c:v>
                </c:pt>
                <c:pt idx="1354">
                  <c:v>27-07-2021</c:v>
                </c:pt>
                <c:pt idx="1355">
                  <c:v>27-07-2021</c:v>
                </c:pt>
                <c:pt idx="1356">
                  <c:v>27-07-2021</c:v>
                </c:pt>
                <c:pt idx="1357">
                  <c:v>27-07-2021</c:v>
                </c:pt>
                <c:pt idx="1358">
                  <c:v>27-07-2021</c:v>
                </c:pt>
                <c:pt idx="1359">
                  <c:v>27-07-2021</c:v>
                </c:pt>
                <c:pt idx="1360">
                  <c:v>27-07-2021</c:v>
                </c:pt>
                <c:pt idx="1361">
                  <c:v>27-07-2021</c:v>
                </c:pt>
                <c:pt idx="1362">
                  <c:v>27-07-2021</c:v>
                </c:pt>
                <c:pt idx="1363">
                  <c:v>27-07-2021</c:v>
                </c:pt>
                <c:pt idx="1364">
                  <c:v>27-07-2021</c:v>
                </c:pt>
                <c:pt idx="1365">
                  <c:v>27-07-2021</c:v>
                </c:pt>
                <c:pt idx="1366">
                  <c:v>27-07-2021</c:v>
                </c:pt>
                <c:pt idx="1367">
                  <c:v>27-07-2021</c:v>
                </c:pt>
                <c:pt idx="1368">
                  <c:v>27-07-2021</c:v>
                </c:pt>
                <c:pt idx="1369">
                  <c:v>27-07-2021</c:v>
                </c:pt>
                <c:pt idx="1370">
                  <c:v>27-07-2021</c:v>
                </c:pt>
                <c:pt idx="1371">
                  <c:v>27-07-2021</c:v>
                </c:pt>
                <c:pt idx="1372">
                  <c:v>27-07-2021</c:v>
                </c:pt>
                <c:pt idx="1373">
                  <c:v>27-07-2021</c:v>
                </c:pt>
                <c:pt idx="1374">
                  <c:v>27-07-2021</c:v>
                </c:pt>
                <c:pt idx="1375">
                  <c:v>27-07-2021</c:v>
                </c:pt>
                <c:pt idx="1376">
                  <c:v>27-07-2021</c:v>
                </c:pt>
                <c:pt idx="1377">
                  <c:v>27-07-2021</c:v>
                </c:pt>
                <c:pt idx="1378">
                  <c:v>27-07-2021</c:v>
                </c:pt>
                <c:pt idx="1379">
                  <c:v>27-07-2021</c:v>
                </c:pt>
                <c:pt idx="1380">
                  <c:v>27-07-2021</c:v>
                </c:pt>
                <c:pt idx="1381">
                  <c:v>28-07-2021</c:v>
                </c:pt>
                <c:pt idx="1382">
                  <c:v>28-07-2021</c:v>
                </c:pt>
                <c:pt idx="1383">
                  <c:v>28-07-2021</c:v>
                </c:pt>
                <c:pt idx="1384">
                  <c:v>28-07-2021</c:v>
                </c:pt>
                <c:pt idx="1385">
                  <c:v>28-07-2021</c:v>
                </c:pt>
                <c:pt idx="1386">
                  <c:v>28-07-2021</c:v>
                </c:pt>
                <c:pt idx="1387">
                  <c:v>28-07-2021</c:v>
                </c:pt>
                <c:pt idx="1388">
                  <c:v>28-07-2021</c:v>
                </c:pt>
                <c:pt idx="1389">
                  <c:v>28-07-2021</c:v>
                </c:pt>
                <c:pt idx="1390">
                  <c:v>28-07-2021</c:v>
                </c:pt>
                <c:pt idx="1391">
                  <c:v>28-07-2021</c:v>
                </c:pt>
                <c:pt idx="1392">
                  <c:v>28-07-2021</c:v>
                </c:pt>
                <c:pt idx="1393">
                  <c:v>28-07-2021</c:v>
                </c:pt>
                <c:pt idx="1394">
                  <c:v>28-07-2021</c:v>
                </c:pt>
                <c:pt idx="1395">
                  <c:v>28-07-2021</c:v>
                </c:pt>
                <c:pt idx="1396">
                  <c:v>28-07-2021</c:v>
                </c:pt>
                <c:pt idx="1397">
                  <c:v>28-07-2021</c:v>
                </c:pt>
                <c:pt idx="1398">
                  <c:v>28-07-2021</c:v>
                </c:pt>
                <c:pt idx="1399">
                  <c:v>28-07-2021</c:v>
                </c:pt>
                <c:pt idx="1400">
                  <c:v>28-07-2021</c:v>
                </c:pt>
                <c:pt idx="1401">
                  <c:v>28-07-2021</c:v>
                </c:pt>
                <c:pt idx="1402">
                  <c:v>28-07-2021</c:v>
                </c:pt>
                <c:pt idx="1403">
                  <c:v>28-07-2021</c:v>
                </c:pt>
                <c:pt idx="1404">
                  <c:v>28-07-2021</c:v>
                </c:pt>
                <c:pt idx="1405">
                  <c:v>28-07-2021</c:v>
                </c:pt>
                <c:pt idx="1406">
                  <c:v>28-07-2021</c:v>
                </c:pt>
                <c:pt idx="1407">
                  <c:v>28-07-2021</c:v>
                </c:pt>
                <c:pt idx="1408">
                  <c:v>28-07-2021</c:v>
                </c:pt>
                <c:pt idx="1409">
                  <c:v>28-07-2021</c:v>
                </c:pt>
                <c:pt idx="1410">
                  <c:v>28-07-2021</c:v>
                </c:pt>
                <c:pt idx="1411">
                  <c:v>28-07-2021</c:v>
                </c:pt>
                <c:pt idx="1412">
                  <c:v>28-07-2021</c:v>
                </c:pt>
                <c:pt idx="1413">
                  <c:v>28-07-2021</c:v>
                </c:pt>
                <c:pt idx="1414">
                  <c:v>28-07-2021</c:v>
                </c:pt>
                <c:pt idx="1415">
                  <c:v>28-07-2021</c:v>
                </c:pt>
                <c:pt idx="1416">
                  <c:v>28-07-2021</c:v>
                </c:pt>
                <c:pt idx="1417">
                  <c:v>28-07-2021</c:v>
                </c:pt>
                <c:pt idx="1418">
                  <c:v>28-07-2021</c:v>
                </c:pt>
                <c:pt idx="1419">
                  <c:v>28-07-2021</c:v>
                </c:pt>
                <c:pt idx="1420">
                  <c:v>28-07-2021</c:v>
                </c:pt>
                <c:pt idx="1421">
                  <c:v>28-07-2021</c:v>
                </c:pt>
                <c:pt idx="1422">
                  <c:v>28-07-2021</c:v>
                </c:pt>
                <c:pt idx="1423">
                  <c:v>28-07-2021</c:v>
                </c:pt>
                <c:pt idx="1424">
                  <c:v>28-07-2021</c:v>
                </c:pt>
                <c:pt idx="1425">
                  <c:v>28-07-2021</c:v>
                </c:pt>
                <c:pt idx="1426">
                  <c:v>28-07-2021</c:v>
                </c:pt>
                <c:pt idx="1427">
                  <c:v>28-07-2021</c:v>
                </c:pt>
                <c:pt idx="1428">
                  <c:v>28-07-2021</c:v>
                </c:pt>
                <c:pt idx="1429">
                  <c:v>28-07-2021</c:v>
                </c:pt>
                <c:pt idx="1430">
                  <c:v>28-07-2021</c:v>
                </c:pt>
                <c:pt idx="1431">
                  <c:v>28-07-2021</c:v>
                </c:pt>
                <c:pt idx="1432">
                  <c:v>28-07-2021</c:v>
                </c:pt>
                <c:pt idx="1433">
                  <c:v>28-07-2021</c:v>
                </c:pt>
                <c:pt idx="1434">
                  <c:v>28-07-2021</c:v>
                </c:pt>
                <c:pt idx="1435">
                  <c:v>28-07-2021</c:v>
                </c:pt>
                <c:pt idx="1436">
                  <c:v>28-07-2021</c:v>
                </c:pt>
                <c:pt idx="1437">
                  <c:v>29-07-2021</c:v>
                </c:pt>
                <c:pt idx="1438">
                  <c:v>29-07-2021</c:v>
                </c:pt>
                <c:pt idx="1439">
                  <c:v>29-07-2021</c:v>
                </c:pt>
                <c:pt idx="1440">
                  <c:v>29-07-2021</c:v>
                </c:pt>
                <c:pt idx="1441">
                  <c:v>29-07-2021</c:v>
                </c:pt>
                <c:pt idx="1442">
                  <c:v>29-07-2021</c:v>
                </c:pt>
                <c:pt idx="1443">
                  <c:v>29-07-2021</c:v>
                </c:pt>
                <c:pt idx="1444">
                  <c:v>29-07-2021</c:v>
                </c:pt>
                <c:pt idx="1445">
                  <c:v>29-07-2021</c:v>
                </c:pt>
                <c:pt idx="1446">
                  <c:v>29-07-2021</c:v>
                </c:pt>
                <c:pt idx="1447">
                  <c:v>29-07-2021</c:v>
                </c:pt>
                <c:pt idx="1448">
                  <c:v>29-07-2021</c:v>
                </c:pt>
                <c:pt idx="1449">
                  <c:v>29-07-2021</c:v>
                </c:pt>
                <c:pt idx="1450">
                  <c:v>29-07-2021</c:v>
                </c:pt>
                <c:pt idx="1451">
                  <c:v>29-07-2021</c:v>
                </c:pt>
                <c:pt idx="1452">
                  <c:v>29-07-2021</c:v>
                </c:pt>
                <c:pt idx="1453">
                  <c:v>29-07-2021</c:v>
                </c:pt>
                <c:pt idx="1454">
                  <c:v>29-07-2021</c:v>
                </c:pt>
                <c:pt idx="1455">
                  <c:v>29-07-2021</c:v>
                </c:pt>
                <c:pt idx="1456">
                  <c:v>29-07-2021</c:v>
                </c:pt>
                <c:pt idx="1457">
                  <c:v>29-07-2021</c:v>
                </c:pt>
                <c:pt idx="1458">
                  <c:v>29-07-2021</c:v>
                </c:pt>
                <c:pt idx="1459">
                  <c:v>29-07-2021</c:v>
                </c:pt>
                <c:pt idx="1460">
                  <c:v>29-07-2021</c:v>
                </c:pt>
                <c:pt idx="1461">
                  <c:v>29-07-2021</c:v>
                </c:pt>
                <c:pt idx="1462">
                  <c:v>29-07-2021</c:v>
                </c:pt>
                <c:pt idx="1463">
                  <c:v>29-07-2021</c:v>
                </c:pt>
                <c:pt idx="1464">
                  <c:v>29-07-2021</c:v>
                </c:pt>
                <c:pt idx="1465">
                  <c:v>29-07-2021</c:v>
                </c:pt>
                <c:pt idx="1466">
                  <c:v>29-07-2021</c:v>
                </c:pt>
                <c:pt idx="1467">
                  <c:v>29-07-2021</c:v>
                </c:pt>
                <c:pt idx="1468">
                  <c:v>29-07-2021</c:v>
                </c:pt>
                <c:pt idx="1469">
                  <c:v>29-07-2021</c:v>
                </c:pt>
                <c:pt idx="1470">
                  <c:v>29-07-2021</c:v>
                </c:pt>
                <c:pt idx="1471">
                  <c:v>29-07-2021</c:v>
                </c:pt>
                <c:pt idx="1472">
                  <c:v>29-07-2021</c:v>
                </c:pt>
                <c:pt idx="1473">
                  <c:v>29-07-2021</c:v>
                </c:pt>
                <c:pt idx="1474">
                  <c:v>29-07-2021</c:v>
                </c:pt>
                <c:pt idx="1475">
                  <c:v>29-07-2021</c:v>
                </c:pt>
                <c:pt idx="1476">
                  <c:v>29-07-2021</c:v>
                </c:pt>
                <c:pt idx="1477">
                  <c:v>29-07-2021</c:v>
                </c:pt>
                <c:pt idx="1478">
                  <c:v>29-07-2021</c:v>
                </c:pt>
                <c:pt idx="1479">
                  <c:v>29-07-2021</c:v>
                </c:pt>
                <c:pt idx="1480">
                  <c:v>29-07-2021</c:v>
                </c:pt>
                <c:pt idx="1481">
                  <c:v>29-07-2021</c:v>
                </c:pt>
                <c:pt idx="1482">
                  <c:v>29-07-2021</c:v>
                </c:pt>
                <c:pt idx="1483">
                  <c:v>29-07-2021</c:v>
                </c:pt>
                <c:pt idx="1484">
                  <c:v>29-07-2021</c:v>
                </c:pt>
                <c:pt idx="1485">
                  <c:v>29-07-2021</c:v>
                </c:pt>
                <c:pt idx="1486">
                  <c:v>29-07-2021</c:v>
                </c:pt>
                <c:pt idx="1487">
                  <c:v>29-07-2021</c:v>
                </c:pt>
                <c:pt idx="1488">
                  <c:v>29-07-2021</c:v>
                </c:pt>
                <c:pt idx="1489">
                  <c:v>29-07-2021</c:v>
                </c:pt>
                <c:pt idx="1490">
                  <c:v>30-07-2021</c:v>
                </c:pt>
                <c:pt idx="1491">
                  <c:v>30-07-2021</c:v>
                </c:pt>
                <c:pt idx="1492">
                  <c:v>30-07-2021</c:v>
                </c:pt>
                <c:pt idx="1493">
                  <c:v>30-07-2021</c:v>
                </c:pt>
                <c:pt idx="1494">
                  <c:v>30-07-2021</c:v>
                </c:pt>
                <c:pt idx="1495">
                  <c:v>30-07-2021</c:v>
                </c:pt>
                <c:pt idx="1496">
                  <c:v>30-07-2021</c:v>
                </c:pt>
                <c:pt idx="1497">
                  <c:v>30-07-2021</c:v>
                </c:pt>
                <c:pt idx="1498">
                  <c:v>30-07-2021</c:v>
                </c:pt>
                <c:pt idx="1499">
                  <c:v>30-07-2021</c:v>
                </c:pt>
                <c:pt idx="1500">
                  <c:v>30-07-2021</c:v>
                </c:pt>
                <c:pt idx="1501">
                  <c:v>30-07-2021</c:v>
                </c:pt>
                <c:pt idx="1502">
                  <c:v>30-07-2021</c:v>
                </c:pt>
                <c:pt idx="1503">
                  <c:v>30-07-2021</c:v>
                </c:pt>
                <c:pt idx="1504">
                  <c:v>30-07-2021</c:v>
                </c:pt>
                <c:pt idx="1505">
                  <c:v>30-07-2021</c:v>
                </c:pt>
                <c:pt idx="1506">
                  <c:v>30-07-2021</c:v>
                </c:pt>
                <c:pt idx="1507">
                  <c:v>30-07-2021</c:v>
                </c:pt>
                <c:pt idx="1508">
                  <c:v>30-07-2021</c:v>
                </c:pt>
                <c:pt idx="1509">
                  <c:v>30-07-2021</c:v>
                </c:pt>
                <c:pt idx="1510">
                  <c:v>30-07-2021</c:v>
                </c:pt>
                <c:pt idx="1511">
                  <c:v>30-07-2021</c:v>
                </c:pt>
                <c:pt idx="1512">
                  <c:v>30-07-2021</c:v>
                </c:pt>
                <c:pt idx="1513">
                  <c:v>30-07-2021</c:v>
                </c:pt>
                <c:pt idx="1514">
                  <c:v>30-07-2021</c:v>
                </c:pt>
                <c:pt idx="1515">
                  <c:v>30-07-2021</c:v>
                </c:pt>
                <c:pt idx="1516">
                  <c:v>30-07-2021</c:v>
                </c:pt>
                <c:pt idx="1517">
                  <c:v>30-07-2021</c:v>
                </c:pt>
                <c:pt idx="1518">
                  <c:v>30-07-2021</c:v>
                </c:pt>
                <c:pt idx="1519">
                  <c:v>30-07-2021</c:v>
                </c:pt>
                <c:pt idx="1520">
                  <c:v>30-07-2021</c:v>
                </c:pt>
                <c:pt idx="1521">
                  <c:v>30-07-2021</c:v>
                </c:pt>
                <c:pt idx="1522">
                  <c:v>30-07-2021</c:v>
                </c:pt>
                <c:pt idx="1523">
                  <c:v>30-07-2021</c:v>
                </c:pt>
                <c:pt idx="1524">
                  <c:v>30-07-2021</c:v>
                </c:pt>
                <c:pt idx="1525">
                  <c:v>30-07-2021</c:v>
                </c:pt>
                <c:pt idx="1526">
                  <c:v>30-07-2021</c:v>
                </c:pt>
                <c:pt idx="1527">
                  <c:v>30-07-2021</c:v>
                </c:pt>
                <c:pt idx="1528">
                  <c:v>30-07-2021</c:v>
                </c:pt>
                <c:pt idx="1529">
                  <c:v>30-07-2021</c:v>
                </c:pt>
                <c:pt idx="1530">
                  <c:v>30-07-2021</c:v>
                </c:pt>
                <c:pt idx="1531">
                  <c:v>30-07-2021</c:v>
                </c:pt>
                <c:pt idx="1532">
                  <c:v>30-07-2021</c:v>
                </c:pt>
                <c:pt idx="1533">
                  <c:v>30-07-2021</c:v>
                </c:pt>
                <c:pt idx="1534">
                  <c:v>30-07-2021</c:v>
                </c:pt>
                <c:pt idx="1535">
                  <c:v>30-07-2021</c:v>
                </c:pt>
                <c:pt idx="1536">
                  <c:v>30-07-2021</c:v>
                </c:pt>
                <c:pt idx="1537">
                  <c:v>30-07-2021</c:v>
                </c:pt>
                <c:pt idx="1538">
                  <c:v>30-07-2021</c:v>
                </c:pt>
                <c:pt idx="1539">
                  <c:v>30-07-2021</c:v>
                </c:pt>
                <c:pt idx="1540">
                  <c:v>30-07-2021</c:v>
                </c:pt>
                <c:pt idx="1541">
                  <c:v>30-07-2021</c:v>
                </c:pt>
                <c:pt idx="1542">
                  <c:v>30-07-2021</c:v>
                </c:pt>
                <c:pt idx="1543">
                  <c:v>30-07-2021</c:v>
                </c:pt>
                <c:pt idx="1544">
                  <c:v>30-07-2021</c:v>
                </c:pt>
                <c:pt idx="1545">
                  <c:v>30-07-2021</c:v>
                </c:pt>
                <c:pt idx="1546">
                  <c:v>30-07-2021</c:v>
                </c:pt>
                <c:pt idx="1547">
                  <c:v>30-07-2021</c:v>
                </c:pt>
                <c:pt idx="1548">
                  <c:v>30-07-2021</c:v>
                </c:pt>
                <c:pt idx="1549">
                  <c:v>30-07-2021</c:v>
                </c:pt>
                <c:pt idx="1550">
                  <c:v>30-07-2021</c:v>
                </c:pt>
                <c:pt idx="1551">
                  <c:v>30-07-2021</c:v>
                </c:pt>
                <c:pt idx="1552">
                  <c:v>30-07-2021</c:v>
                </c:pt>
                <c:pt idx="1553">
                  <c:v>30-07-2021</c:v>
                </c:pt>
                <c:pt idx="1554">
                  <c:v>30-07-2021</c:v>
                </c:pt>
                <c:pt idx="1555">
                  <c:v>30-07-2021</c:v>
                </c:pt>
                <c:pt idx="1556">
                  <c:v>30-07-2021</c:v>
                </c:pt>
                <c:pt idx="1557">
                  <c:v>30-07-2021</c:v>
                </c:pt>
                <c:pt idx="1558">
                  <c:v>30-07-2021</c:v>
                </c:pt>
                <c:pt idx="1559">
                  <c:v>30-07-2021</c:v>
                </c:pt>
                <c:pt idx="1560">
                  <c:v>30-07-2021</c:v>
                </c:pt>
                <c:pt idx="1561">
                  <c:v>30-07-2021</c:v>
                </c:pt>
                <c:pt idx="1562">
                  <c:v>30-07-2021</c:v>
                </c:pt>
                <c:pt idx="1563">
                  <c:v>30-07-2021</c:v>
                </c:pt>
                <c:pt idx="1564">
                  <c:v>30-07-2021</c:v>
                </c:pt>
                <c:pt idx="1565">
                  <c:v>30-07-2021</c:v>
                </c:pt>
                <c:pt idx="1566">
                  <c:v>30-07-2021</c:v>
                </c:pt>
                <c:pt idx="1567">
                  <c:v>30-07-2021</c:v>
                </c:pt>
                <c:pt idx="1568">
                  <c:v>30-07-2021</c:v>
                </c:pt>
                <c:pt idx="1569">
                  <c:v>30-07-2021</c:v>
                </c:pt>
                <c:pt idx="1570">
                  <c:v>30-07-2021</c:v>
                </c:pt>
                <c:pt idx="1571">
                  <c:v>30-07-2021</c:v>
                </c:pt>
                <c:pt idx="1572">
                  <c:v>30-07-2021</c:v>
                </c:pt>
                <c:pt idx="1573">
                  <c:v>30-07-2021</c:v>
                </c:pt>
                <c:pt idx="1574">
                  <c:v>03-09-2021</c:v>
                </c:pt>
                <c:pt idx="1575">
                  <c:v>03-09-2021</c:v>
                </c:pt>
                <c:pt idx="1576">
                  <c:v>03-09-2021</c:v>
                </c:pt>
                <c:pt idx="1577">
                  <c:v>03-09-2021</c:v>
                </c:pt>
                <c:pt idx="1578">
                  <c:v>03-09-2021</c:v>
                </c:pt>
                <c:pt idx="1579">
                  <c:v>03-09-2021</c:v>
                </c:pt>
                <c:pt idx="1580">
                  <c:v>03-09-2021</c:v>
                </c:pt>
                <c:pt idx="1581">
                  <c:v>03-09-2021</c:v>
                </c:pt>
                <c:pt idx="1582">
                  <c:v>03-09-2021</c:v>
                </c:pt>
                <c:pt idx="1583">
                  <c:v>03-09-2021</c:v>
                </c:pt>
                <c:pt idx="1584">
                  <c:v>03-09-2021</c:v>
                </c:pt>
                <c:pt idx="1585">
                  <c:v>03-09-2021</c:v>
                </c:pt>
                <c:pt idx="1586">
                  <c:v>03-09-2021</c:v>
                </c:pt>
                <c:pt idx="1587">
                  <c:v>03-09-2021</c:v>
                </c:pt>
                <c:pt idx="1588">
                  <c:v>03-09-2021</c:v>
                </c:pt>
                <c:pt idx="1589">
                  <c:v>03-09-2021</c:v>
                </c:pt>
                <c:pt idx="1590">
                  <c:v>03-09-2021</c:v>
                </c:pt>
                <c:pt idx="1591">
                  <c:v>03-09-2021</c:v>
                </c:pt>
                <c:pt idx="1592">
                  <c:v>03-09-2021</c:v>
                </c:pt>
                <c:pt idx="1593">
                  <c:v>03-09-2021</c:v>
                </c:pt>
                <c:pt idx="1594">
                  <c:v>03-09-2021</c:v>
                </c:pt>
                <c:pt idx="1595">
                  <c:v>03-09-2021</c:v>
                </c:pt>
                <c:pt idx="1596">
                  <c:v>03-09-2021</c:v>
                </c:pt>
                <c:pt idx="1597">
                  <c:v>03-09-2021</c:v>
                </c:pt>
                <c:pt idx="1598">
                  <c:v>03-09-2021</c:v>
                </c:pt>
                <c:pt idx="1599">
                  <c:v>03-09-2021</c:v>
                </c:pt>
                <c:pt idx="1600">
                  <c:v>03-09-2021</c:v>
                </c:pt>
                <c:pt idx="1601">
                  <c:v>03-09-2021</c:v>
                </c:pt>
                <c:pt idx="1602">
                  <c:v>03-09-2021</c:v>
                </c:pt>
                <c:pt idx="1603">
                  <c:v>03-09-2021</c:v>
                </c:pt>
                <c:pt idx="1604">
                  <c:v>03-09-2021</c:v>
                </c:pt>
                <c:pt idx="1605">
                  <c:v>03-09-2021</c:v>
                </c:pt>
                <c:pt idx="1606">
                  <c:v>03-09-2021</c:v>
                </c:pt>
                <c:pt idx="1607">
                  <c:v>03-09-2021</c:v>
                </c:pt>
                <c:pt idx="1608">
                  <c:v>03-09-2021</c:v>
                </c:pt>
                <c:pt idx="1609">
                  <c:v>03-09-2021</c:v>
                </c:pt>
                <c:pt idx="1610">
                  <c:v>03-09-2021</c:v>
                </c:pt>
                <c:pt idx="1611">
                  <c:v>03-09-2021</c:v>
                </c:pt>
                <c:pt idx="1612">
                  <c:v>03-09-2021</c:v>
                </c:pt>
                <c:pt idx="1613">
                  <c:v>03-09-2021</c:v>
                </c:pt>
                <c:pt idx="1614">
                  <c:v>03-09-2021</c:v>
                </c:pt>
                <c:pt idx="1615">
                  <c:v>03-09-2021</c:v>
                </c:pt>
                <c:pt idx="1616">
                  <c:v>03-09-2021</c:v>
                </c:pt>
                <c:pt idx="1617">
                  <c:v>03-09-2021</c:v>
                </c:pt>
                <c:pt idx="1618">
                  <c:v>03-09-2021</c:v>
                </c:pt>
                <c:pt idx="1619">
                  <c:v>03-09-2021</c:v>
                </c:pt>
                <c:pt idx="1620">
                  <c:v>03-09-2021</c:v>
                </c:pt>
                <c:pt idx="1621">
                  <c:v>03-09-2021</c:v>
                </c:pt>
                <c:pt idx="1622">
                  <c:v>03-09-2021</c:v>
                </c:pt>
                <c:pt idx="1623">
                  <c:v>03-09-2021</c:v>
                </c:pt>
                <c:pt idx="1624">
                  <c:v>03-09-2021</c:v>
                </c:pt>
                <c:pt idx="1625">
                  <c:v>03-09-2021</c:v>
                </c:pt>
                <c:pt idx="1626">
                  <c:v>04-09-2021</c:v>
                </c:pt>
                <c:pt idx="1627">
                  <c:v>04-09-2021</c:v>
                </c:pt>
                <c:pt idx="1628">
                  <c:v>04-09-2021</c:v>
                </c:pt>
                <c:pt idx="1629">
                  <c:v>04-09-2021</c:v>
                </c:pt>
                <c:pt idx="1630">
                  <c:v>04-09-2021</c:v>
                </c:pt>
                <c:pt idx="1631">
                  <c:v>04-09-2021</c:v>
                </c:pt>
                <c:pt idx="1632">
                  <c:v>04-09-2021</c:v>
                </c:pt>
                <c:pt idx="1633">
                  <c:v>04-09-2021</c:v>
                </c:pt>
                <c:pt idx="1634">
                  <c:v>04-09-2021</c:v>
                </c:pt>
                <c:pt idx="1635">
                  <c:v>04-09-2021</c:v>
                </c:pt>
                <c:pt idx="1636">
                  <c:v>04-09-2021</c:v>
                </c:pt>
                <c:pt idx="1637">
                  <c:v>04-09-2021</c:v>
                </c:pt>
                <c:pt idx="1638">
                  <c:v>04-09-2021</c:v>
                </c:pt>
                <c:pt idx="1639">
                  <c:v>04-09-2021</c:v>
                </c:pt>
                <c:pt idx="1640">
                  <c:v>04-09-2021</c:v>
                </c:pt>
                <c:pt idx="1641">
                  <c:v>04-09-2021</c:v>
                </c:pt>
                <c:pt idx="1642">
                  <c:v>04-09-2021</c:v>
                </c:pt>
                <c:pt idx="1643">
                  <c:v>04-09-2021</c:v>
                </c:pt>
                <c:pt idx="1644">
                  <c:v>04-09-2021</c:v>
                </c:pt>
                <c:pt idx="1645">
                  <c:v>04-09-2021</c:v>
                </c:pt>
                <c:pt idx="1646">
                  <c:v>04-09-2021</c:v>
                </c:pt>
                <c:pt idx="1647">
                  <c:v>04-09-2021</c:v>
                </c:pt>
                <c:pt idx="1648">
                  <c:v>04-09-2021</c:v>
                </c:pt>
                <c:pt idx="1649">
                  <c:v>04-09-2021</c:v>
                </c:pt>
                <c:pt idx="1650">
                  <c:v>04-09-2021</c:v>
                </c:pt>
                <c:pt idx="1651">
                  <c:v>04-09-2021</c:v>
                </c:pt>
                <c:pt idx="1652">
                  <c:v>04-09-2021</c:v>
                </c:pt>
                <c:pt idx="1653">
                  <c:v>04-09-2021</c:v>
                </c:pt>
                <c:pt idx="1654">
                  <c:v>04-09-2021</c:v>
                </c:pt>
                <c:pt idx="1655">
                  <c:v>04-09-2021</c:v>
                </c:pt>
                <c:pt idx="1656">
                  <c:v>04-09-2021</c:v>
                </c:pt>
                <c:pt idx="1657">
                  <c:v>04-09-2021</c:v>
                </c:pt>
                <c:pt idx="1658">
                  <c:v>04-09-2021</c:v>
                </c:pt>
                <c:pt idx="1659">
                  <c:v>04-09-2021</c:v>
                </c:pt>
                <c:pt idx="1660">
                  <c:v>04-09-2021</c:v>
                </c:pt>
                <c:pt idx="1661">
                  <c:v>04-09-2021</c:v>
                </c:pt>
                <c:pt idx="1662">
                  <c:v>04-09-2021</c:v>
                </c:pt>
                <c:pt idx="1663">
                  <c:v>04-09-2021</c:v>
                </c:pt>
                <c:pt idx="1664">
                  <c:v>04-09-2021</c:v>
                </c:pt>
                <c:pt idx="1665">
                  <c:v>04-09-2021</c:v>
                </c:pt>
                <c:pt idx="1666">
                  <c:v>04-09-2021</c:v>
                </c:pt>
                <c:pt idx="1667">
                  <c:v>04-09-2021</c:v>
                </c:pt>
                <c:pt idx="1668">
                  <c:v>04-09-2021</c:v>
                </c:pt>
                <c:pt idx="1669">
                  <c:v>04-09-2021</c:v>
                </c:pt>
                <c:pt idx="1670">
                  <c:v>04-09-2021</c:v>
                </c:pt>
                <c:pt idx="1671">
                  <c:v>05-09-2021</c:v>
                </c:pt>
                <c:pt idx="1672">
                  <c:v>05-09-2021</c:v>
                </c:pt>
                <c:pt idx="1673">
                  <c:v>05-09-2021</c:v>
                </c:pt>
                <c:pt idx="1674">
                  <c:v>05-09-2021</c:v>
                </c:pt>
                <c:pt idx="1675">
                  <c:v>05-09-2021</c:v>
                </c:pt>
                <c:pt idx="1676">
                  <c:v>05-09-2021</c:v>
                </c:pt>
                <c:pt idx="1677">
                  <c:v>05-09-2021</c:v>
                </c:pt>
                <c:pt idx="1678">
                  <c:v>05-09-2021</c:v>
                </c:pt>
                <c:pt idx="1679">
                  <c:v>05-09-2021</c:v>
                </c:pt>
                <c:pt idx="1680">
                  <c:v>05-09-2021</c:v>
                </c:pt>
                <c:pt idx="1681">
                  <c:v>05-09-2021</c:v>
                </c:pt>
                <c:pt idx="1682">
                  <c:v>05-09-2021</c:v>
                </c:pt>
                <c:pt idx="1683">
                  <c:v>05-09-2021</c:v>
                </c:pt>
                <c:pt idx="1684">
                  <c:v>05-09-2021</c:v>
                </c:pt>
                <c:pt idx="1685">
                  <c:v>05-09-2021</c:v>
                </c:pt>
                <c:pt idx="1686">
                  <c:v>05-09-2021</c:v>
                </c:pt>
                <c:pt idx="1687">
                  <c:v>05-09-2021</c:v>
                </c:pt>
                <c:pt idx="1688">
                  <c:v>05-09-2021</c:v>
                </c:pt>
                <c:pt idx="1689">
                  <c:v>05-09-2021</c:v>
                </c:pt>
                <c:pt idx="1690">
                  <c:v>05-09-2021</c:v>
                </c:pt>
                <c:pt idx="1691">
                  <c:v>05-09-2021</c:v>
                </c:pt>
                <c:pt idx="1692">
                  <c:v>05-09-2021</c:v>
                </c:pt>
                <c:pt idx="1693">
                  <c:v>05-09-2021</c:v>
                </c:pt>
                <c:pt idx="1694">
                  <c:v>05-09-2021</c:v>
                </c:pt>
                <c:pt idx="1695">
                  <c:v>05-09-2021</c:v>
                </c:pt>
                <c:pt idx="1696">
                  <c:v>05-09-2021</c:v>
                </c:pt>
                <c:pt idx="1697">
                  <c:v>05-09-2021</c:v>
                </c:pt>
                <c:pt idx="1698">
                  <c:v>05-09-2021</c:v>
                </c:pt>
                <c:pt idx="1699">
                  <c:v>05-09-2021</c:v>
                </c:pt>
                <c:pt idx="1700">
                  <c:v>05-09-2021</c:v>
                </c:pt>
                <c:pt idx="1701">
                  <c:v>05-09-2021</c:v>
                </c:pt>
                <c:pt idx="1702">
                  <c:v>05-09-2021</c:v>
                </c:pt>
                <c:pt idx="1703">
                  <c:v>05-09-2021</c:v>
                </c:pt>
                <c:pt idx="1704">
                  <c:v>05-09-2021</c:v>
                </c:pt>
                <c:pt idx="1705">
                  <c:v>05-09-2021</c:v>
                </c:pt>
                <c:pt idx="1706">
                  <c:v>05-09-2021</c:v>
                </c:pt>
                <c:pt idx="1707">
                  <c:v>05-09-2021</c:v>
                </c:pt>
                <c:pt idx="1708">
                  <c:v>05-09-2021</c:v>
                </c:pt>
                <c:pt idx="1709">
                  <c:v>05-09-2021</c:v>
                </c:pt>
                <c:pt idx="1710">
                  <c:v>05-09-2021</c:v>
                </c:pt>
                <c:pt idx="1711">
                  <c:v>05-09-2021</c:v>
                </c:pt>
                <c:pt idx="1712">
                  <c:v>05-09-2021</c:v>
                </c:pt>
                <c:pt idx="1713">
                  <c:v>05-09-2021</c:v>
                </c:pt>
                <c:pt idx="1714">
                  <c:v>05-09-2021</c:v>
                </c:pt>
                <c:pt idx="1715">
                  <c:v>05-09-2021</c:v>
                </c:pt>
                <c:pt idx="1716">
                  <c:v>05-09-2021</c:v>
                </c:pt>
                <c:pt idx="1717">
                  <c:v>05-09-2021</c:v>
                </c:pt>
                <c:pt idx="1718">
                  <c:v>05-09-2021</c:v>
                </c:pt>
                <c:pt idx="1719">
                  <c:v>05-09-2021</c:v>
                </c:pt>
                <c:pt idx="1720">
                  <c:v>05-09-2021</c:v>
                </c:pt>
                <c:pt idx="1721">
                  <c:v>05-09-2021</c:v>
                </c:pt>
                <c:pt idx="1722">
                  <c:v>05-09-2021</c:v>
                </c:pt>
                <c:pt idx="1723">
                  <c:v>06-09-2021</c:v>
                </c:pt>
                <c:pt idx="1724">
                  <c:v>06-09-2021</c:v>
                </c:pt>
                <c:pt idx="1725">
                  <c:v>06-09-2021</c:v>
                </c:pt>
                <c:pt idx="1726">
                  <c:v>06-09-2021</c:v>
                </c:pt>
                <c:pt idx="1727">
                  <c:v>06-09-2021</c:v>
                </c:pt>
                <c:pt idx="1728">
                  <c:v>06-09-2021</c:v>
                </c:pt>
                <c:pt idx="1729">
                  <c:v>06-09-2021</c:v>
                </c:pt>
                <c:pt idx="1730">
                  <c:v>06-09-2021</c:v>
                </c:pt>
                <c:pt idx="1731">
                  <c:v>06-09-2021</c:v>
                </c:pt>
                <c:pt idx="1732">
                  <c:v>06-09-2021</c:v>
                </c:pt>
                <c:pt idx="1733">
                  <c:v>06-09-2021</c:v>
                </c:pt>
                <c:pt idx="1734">
                  <c:v>06-09-2021</c:v>
                </c:pt>
                <c:pt idx="1735">
                  <c:v>06-09-2021</c:v>
                </c:pt>
                <c:pt idx="1736">
                  <c:v>06-09-2021</c:v>
                </c:pt>
                <c:pt idx="1737">
                  <c:v>06-09-2021</c:v>
                </c:pt>
                <c:pt idx="1738">
                  <c:v>06-09-2021</c:v>
                </c:pt>
                <c:pt idx="1739">
                  <c:v>06-09-2021</c:v>
                </c:pt>
                <c:pt idx="1740">
                  <c:v>06-09-2021</c:v>
                </c:pt>
                <c:pt idx="1741">
                  <c:v>06-09-2021</c:v>
                </c:pt>
                <c:pt idx="1742">
                  <c:v>06-09-2021</c:v>
                </c:pt>
                <c:pt idx="1743">
                  <c:v>06-09-2021</c:v>
                </c:pt>
                <c:pt idx="1744">
                  <c:v>06-09-2021</c:v>
                </c:pt>
                <c:pt idx="1745">
                  <c:v>06-09-2021</c:v>
                </c:pt>
                <c:pt idx="1746">
                  <c:v>06-09-2021</c:v>
                </c:pt>
                <c:pt idx="1747">
                  <c:v>06-09-2021</c:v>
                </c:pt>
                <c:pt idx="1748">
                  <c:v>06-09-2021</c:v>
                </c:pt>
                <c:pt idx="1749">
                  <c:v>06-09-2021</c:v>
                </c:pt>
                <c:pt idx="1750">
                  <c:v>06-09-2021</c:v>
                </c:pt>
                <c:pt idx="1751">
                  <c:v>06-09-2021</c:v>
                </c:pt>
                <c:pt idx="1752">
                  <c:v>06-09-2021</c:v>
                </c:pt>
                <c:pt idx="1753">
                  <c:v>06-09-2021</c:v>
                </c:pt>
                <c:pt idx="1754">
                  <c:v>06-09-2021</c:v>
                </c:pt>
                <c:pt idx="1755">
                  <c:v>06-09-2021</c:v>
                </c:pt>
                <c:pt idx="1756">
                  <c:v>06-09-2021</c:v>
                </c:pt>
                <c:pt idx="1757">
                  <c:v>06-09-2021</c:v>
                </c:pt>
                <c:pt idx="1758">
                  <c:v>06-09-2021</c:v>
                </c:pt>
                <c:pt idx="1759">
                  <c:v>06-09-2021</c:v>
                </c:pt>
                <c:pt idx="1760">
                  <c:v>06-09-2021</c:v>
                </c:pt>
                <c:pt idx="1761">
                  <c:v>06-09-2021</c:v>
                </c:pt>
                <c:pt idx="1762">
                  <c:v>06-09-2021</c:v>
                </c:pt>
                <c:pt idx="1763">
                  <c:v>06-09-2021</c:v>
                </c:pt>
                <c:pt idx="1764">
                  <c:v>06-09-2021</c:v>
                </c:pt>
                <c:pt idx="1765">
                  <c:v>06-09-2021</c:v>
                </c:pt>
                <c:pt idx="1766">
                  <c:v>06-09-2021</c:v>
                </c:pt>
                <c:pt idx="1767">
                  <c:v>07-09-2021</c:v>
                </c:pt>
                <c:pt idx="1768">
                  <c:v>07-09-2021</c:v>
                </c:pt>
                <c:pt idx="1769">
                  <c:v>07-09-2021</c:v>
                </c:pt>
                <c:pt idx="1770">
                  <c:v>07-09-2021</c:v>
                </c:pt>
                <c:pt idx="1771">
                  <c:v>07-09-2021</c:v>
                </c:pt>
                <c:pt idx="1772">
                  <c:v>07-09-2021</c:v>
                </c:pt>
                <c:pt idx="1773">
                  <c:v>07-09-2021</c:v>
                </c:pt>
                <c:pt idx="1774">
                  <c:v>07-09-2021</c:v>
                </c:pt>
                <c:pt idx="1775">
                  <c:v>07-09-2021</c:v>
                </c:pt>
                <c:pt idx="1776">
                  <c:v>07-09-2021</c:v>
                </c:pt>
                <c:pt idx="1777">
                  <c:v>07-09-2021</c:v>
                </c:pt>
                <c:pt idx="1778">
                  <c:v>07-09-2021</c:v>
                </c:pt>
                <c:pt idx="1779">
                  <c:v>07-09-2021</c:v>
                </c:pt>
                <c:pt idx="1780">
                  <c:v>07-09-2021</c:v>
                </c:pt>
                <c:pt idx="1781">
                  <c:v>07-09-2021</c:v>
                </c:pt>
                <c:pt idx="1782">
                  <c:v>07-09-2021</c:v>
                </c:pt>
                <c:pt idx="1783">
                  <c:v>07-09-2021</c:v>
                </c:pt>
                <c:pt idx="1784">
                  <c:v>07-09-2021</c:v>
                </c:pt>
                <c:pt idx="1785">
                  <c:v>07-09-2021</c:v>
                </c:pt>
                <c:pt idx="1786">
                  <c:v>07-09-2021</c:v>
                </c:pt>
                <c:pt idx="1787">
                  <c:v>07-09-2021</c:v>
                </c:pt>
                <c:pt idx="1788">
                  <c:v>07-09-2021</c:v>
                </c:pt>
                <c:pt idx="1789">
                  <c:v>07-09-2021</c:v>
                </c:pt>
                <c:pt idx="1790">
                  <c:v>07-09-2021</c:v>
                </c:pt>
                <c:pt idx="1791">
                  <c:v>07-09-2021</c:v>
                </c:pt>
                <c:pt idx="1792">
                  <c:v>07-09-2021</c:v>
                </c:pt>
                <c:pt idx="1793">
                  <c:v>07-09-2021</c:v>
                </c:pt>
                <c:pt idx="1794">
                  <c:v>07-09-2021</c:v>
                </c:pt>
                <c:pt idx="1795">
                  <c:v>07-09-2021</c:v>
                </c:pt>
                <c:pt idx="1796">
                  <c:v>07-09-2021</c:v>
                </c:pt>
                <c:pt idx="1797">
                  <c:v>07-09-2021</c:v>
                </c:pt>
                <c:pt idx="1798">
                  <c:v>07-09-2021</c:v>
                </c:pt>
                <c:pt idx="1799">
                  <c:v>07-09-2021</c:v>
                </c:pt>
                <c:pt idx="1800">
                  <c:v>07-09-2021</c:v>
                </c:pt>
                <c:pt idx="1801">
                  <c:v>07-09-2021</c:v>
                </c:pt>
                <c:pt idx="1802">
                  <c:v>07-09-2021</c:v>
                </c:pt>
                <c:pt idx="1803">
                  <c:v>07-09-2021</c:v>
                </c:pt>
                <c:pt idx="1804">
                  <c:v>07-09-2021</c:v>
                </c:pt>
                <c:pt idx="1805">
                  <c:v>07-09-2021</c:v>
                </c:pt>
                <c:pt idx="1806">
                  <c:v>07-09-2021</c:v>
                </c:pt>
                <c:pt idx="1807">
                  <c:v>07-09-2021</c:v>
                </c:pt>
                <c:pt idx="1808">
                  <c:v>07-09-2021</c:v>
                </c:pt>
                <c:pt idx="1809">
                  <c:v>07-09-2021</c:v>
                </c:pt>
                <c:pt idx="1810">
                  <c:v>07-09-2021</c:v>
                </c:pt>
                <c:pt idx="1811">
                  <c:v>07-09-2021</c:v>
                </c:pt>
                <c:pt idx="1812">
                  <c:v>07-09-2021</c:v>
                </c:pt>
                <c:pt idx="1813">
                  <c:v>07-09-2021</c:v>
                </c:pt>
                <c:pt idx="1814">
                  <c:v>07-09-2021</c:v>
                </c:pt>
                <c:pt idx="1815">
                  <c:v>07-09-2021</c:v>
                </c:pt>
                <c:pt idx="1816">
                  <c:v>07-09-2021</c:v>
                </c:pt>
                <c:pt idx="1817">
                  <c:v>08-09-2021</c:v>
                </c:pt>
                <c:pt idx="1818">
                  <c:v>08-09-2021</c:v>
                </c:pt>
                <c:pt idx="1819">
                  <c:v>08-09-2021</c:v>
                </c:pt>
                <c:pt idx="1820">
                  <c:v>08-09-2021</c:v>
                </c:pt>
                <c:pt idx="1821">
                  <c:v>08-09-2021</c:v>
                </c:pt>
                <c:pt idx="1822">
                  <c:v>08-09-2021</c:v>
                </c:pt>
                <c:pt idx="1823">
                  <c:v>08-09-2021</c:v>
                </c:pt>
                <c:pt idx="1824">
                  <c:v>08-09-2021</c:v>
                </c:pt>
                <c:pt idx="1825">
                  <c:v>08-09-2021</c:v>
                </c:pt>
                <c:pt idx="1826">
                  <c:v>08-09-2021</c:v>
                </c:pt>
                <c:pt idx="1827">
                  <c:v>08-09-2021</c:v>
                </c:pt>
                <c:pt idx="1828">
                  <c:v>08-09-2021</c:v>
                </c:pt>
                <c:pt idx="1829">
                  <c:v>08-09-2021</c:v>
                </c:pt>
                <c:pt idx="1830">
                  <c:v>08-09-2021</c:v>
                </c:pt>
                <c:pt idx="1831">
                  <c:v>08-09-2021</c:v>
                </c:pt>
                <c:pt idx="1832">
                  <c:v>08-09-2021</c:v>
                </c:pt>
                <c:pt idx="1833">
                  <c:v>08-09-2021</c:v>
                </c:pt>
                <c:pt idx="1834">
                  <c:v>08-09-2021</c:v>
                </c:pt>
                <c:pt idx="1835">
                  <c:v>08-09-2021</c:v>
                </c:pt>
                <c:pt idx="1836">
                  <c:v>08-09-2021</c:v>
                </c:pt>
                <c:pt idx="1837">
                  <c:v>08-09-2021</c:v>
                </c:pt>
                <c:pt idx="1838">
                  <c:v>08-09-2021</c:v>
                </c:pt>
                <c:pt idx="1839">
                  <c:v>08-09-2021</c:v>
                </c:pt>
                <c:pt idx="1840">
                  <c:v>08-09-2021</c:v>
                </c:pt>
                <c:pt idx="1841">
                  <c:v>08-09-2021</c:v>
                </c:pt>
                <c:pt idx="1842">
                  <c:v>08-09-2021</c:v>
                </c:pt>
                <c:pt idx="1843">
                  <c:v>08-09-2021</c:v>
                </c:pt>
                <c:pt idx="1844">
                  <c:v>08-09-2021</c:v>
                </c:pt>
                <c:pt idx="1845">
                  <c:v>08-09-2021</c:v>
                </c:pt>
                <c:pt idx="1846">
                  <c:v>08-09-2021</c:v>
                </c:pt>
                <c:pt idx="1847">
                  <c:v>08-09-2021</c:v>
                </c:pt>
                <c:pt idx="1848">
                  <c:v>08-09-2021</c:v>
                </c:pt>
                <c:pt idx="1849">
                  <c:v>08-09-2021</c:v>
                </c:pt>
                <c:pt idx="1850">
                  <c:v>08-09-2021</c:v>
                </c:pt>
                <c:pt idx="1851">
                  <c:v>08-09-2021</c:v>
                </c:pt>
                <c:pt idx="1852">
                  <c:v>08-09-2021</c:v>
                </c:pt>
                <c:pt idx="1853">
                  <c:v>08-09-2021</c:v>
                </c:pt>
                <c:pt idx="1854">
                  <c:v>08-09-2021</c:v>
                </c:pt>
                <c:pt idx="1855">
                  <c:v>08-09-2021</c:v>
                </c:pt>
                <c:pt idx="1856">
                  <c:v>08-09-2021</c:v>
                </c:pt>
                <c:pt idx="1857">
                  <c:v>08-09-2021</c:v>
                </c:pt>
                <c:pt idx="1858">
                  <c:v>08-09-2021</c:v>
                </c:pt>
                <c:pt idx="1859">
                  <c:v>08-09-2021</c:v>
                </c:pt>
                <c:pt idx="1860">
                  <c:v>08-09-2021</c:v>
                </c:pt>
                <c:pt idx="1861">
                  <c:v>08-09-2021</c:v>
                </c:pt>
                <c:pt idx="1862">
                  <c:v>08-09-2021</c:v>
                </c:pt>
                <c:pt idx="1863">
                  <c:v>08-09-2021</c:v>
                </c:pt>
                <c:pt idx="1864">
                  <c:v>08-09-2021</c:v>
                </c:pt>
                <c:pt idx="1865">
                  <c:v>08-09-2021</c:v>
                </c:pt>
                <c:pt idx="1866">
                  <c:v>08-09-2021</c:v>
                </c:pt>
                <c:pt idx="1867">
                  <c:v>08-09-2021</c:v>
                </c:pt>
                <c:pt idx="1868">
                  <c:v>08-09-2021</c:v>
                </c:pt>
                <c:pt idx="1869">
                  <c:v>08-09-2021</c:v>
                </c:pt>
                <c:pt idx="1870">
                  <c:v>08-09-2021</c:v>
                </c:pt>
                <c:pt idx="1871">
                  <c:v>08-09-2021</c:v>
                </c:pt>
                <c:pt idx="1872">
                  <c:v>08-09-2021</c:v>
                </c:pt>
                <c:pt idx="1873">
                  <c:v>09-09-2021</c:v>
                </c:pt>
                <c:pt idx="1874">
                  <c:v>09-09-2021</c:v>
                </c:pt>
                <c:pt idx="1875">
                  <c:v>09-09-2021</c:v>
                </c:pt>
                <c:pt idx="1876">
                  <c:v>09-09-2021</c:v>
                </c:pt>
                <c:pt idx="1877">
                  <c:v>09-09-2021</c:v>
                </c:pt>
                <c:pt idx="1878">
                  <c:v>09-09-2021</c:v>
                </c:pt>
                <c:pt idx="1879">
                  <c:v>09-09-2021</c:v>
                </c:pt>
                <c:pt idx="1880">
                  <c:v>09-09-2021</c:v>
                </c:pt>
                <c:pt idx="1881">
                  <c:v>09-09-2021</c:v>
                </c:pt>
                <c:pt idx="1882">
                  <c:v>09-09-2021</c:v>
                </c:pt>
                <c:pt idx="1883">
                  <c:v>09-09-2021</c:v>
                </c:pt>
                <c:pt idx="1884">
                  <c:v>09-09-2021</c:v>
                </c:pt>
                <c:pt idx="1885">
                  <c:v>09-09-2021</c:v>
                </c:pt>
                <c:pt idx="1886">
                  <c:v>09-09-2021</c:v>
                </c:pt>
                <c:pt idx="1887">
                  <c:v>09-09-2021</c:v>
                </c:pt>
                <c:pt idx="1888">
                  <c:v>09-09-2021</c:v>
                </c:pt>
                <c:pt idx="1889">
                  <c:v>09-09-2021</c:v>
                </c:pt>
                <c:pt idx="1890">
                  <c:v>09-09-2021</c:v>
                </c:pt>
                <c:pt idx="1891">
                  <c:v>09-09-2021</c:v>
                </c:pt>
                <c:pt idx="1892">
                  <c:v>09-09-2021</c:v>
                </c:pt>
                <c:pt idx="1893">
                  <c:v>09-09-2021</c:v>
                </c:pt>
                <c:pt idx="1894">
                  <c:v>09-09-2021</c:v>
                </c:pt>
                <c:pt idx="1895">
                  <c:v>09-09-2021</c:v>
                </c:pt>
                <c:pt idx="1896">
                  <c:v>09-09-2021</c:v>
                </c:pt>
                <c:pt idx="1897">
                  <c:v>09-09-2021</c:v>
                </c:pt>
                <c:pt idx="1898">
                  <c:v>09-09-2021</c:v>
                </c:pt>
                <c:pt idx="1899">
                  <c:v>09-09-2021</c:v>
                </c:pt>
                <c:pt idx="1900">
                  <c:v>09-09-2021</c:v>
                </c:pt>
                <c:pt idx="1901">
                  <c:v>09-09-2021</c:v>
                </c:pt>
                <c:pt idx="1902">
                  <c:v>09-09-2021</c:v>
                </c:pt>
                <c:pt idx="1903">
                  <c:v>09-09-2021</c:v>
                </c:pt>
                <c:pt idx="1904">
                  <c:v>09-09-2021</c:v>
                </c:pt>
                <c:pt idx="1905">
                  <c:v>09-09-2021</c:v>
                </c:pt>
                <c:pt idx="1906">
                  <c:v>09-09-2021</c:v>
                </c:pt>
                <c:pt idx="1907">
                  <c:v>09-09-2021</c:v>
                </c:pt>
                <c:pt idx="1908">
                  <c:v>09-09-2021</c:v>
                </c:pt>
                <c:pt idx="1909">
                  <c:v>09-09-2021</c:v>
                </c:pt>
                <c:pt idx="1910">
                  <c:v>09-09-2021</c:v>
                </c:pt>
                <c:pt idx="1911">
                  <c:v>09-09-2021</c:v>
                </c:pt>
                <c:pt idx="1912">
                  <c:v>09-09-2021</c:v>
                </c:pt>
                <c:pt idx="1913">
                  <c:v>09-09-2021</c:v>
                </c:pt>
                <c:pt idx="1914">
                  <c:v>09-09-2021</c:v>
                </c:pt>
                <c:pt idx="1915">
                  <c:v>09-09-2021</c:v>
                </c:pt>
                <c:pt idx="1916">
                  <c:v>09-09-2021</c:v>
                </c:pt>
                <c:pt idx="1917">
                  <c:v>09-09-2021</c:v>
                </c:pt>
                <c:pt idx="1918">
                  <c:v>09-09-2021</c:v>
                </c:pt>
                <c:pt idx="1919">
                  <c:v>09-09-2021</c:v>
                </c:pt>
                <c:pt idx="1920">
                  <c:v>09-09-2021</c:v>
                </c:pt>
                <c:pt idx="1921">
                  <c:v>09-09-2021</c:v>
                </c:pt>
                <c:pt idx="1922">
                  <c:v>09-09-2021</c:v>
                </c:pt>
                <c:pt idx="1923">
                  <c:v>09-09-2021</c:v>
                </c:pt>
                <c:pt idx="1924">
                  <c:v>09-09-2021</c:v>
                </c:pt>
                <c:pt idx="1925">
                  <c:v>09-09-2021</c:v>
                </c:pt>
                <c:pt idx="1926">
                  <c:v>09-09-2021</c:v>
                </c:pt>
                <c:pt idx="1927">
                  <c:v>09-09-2021</c:v>
                </c:pt>
                <c:pt idx="1928">
                  <c:v>09-09-2021</c:v>
                </c:pt>
                <c:pt idx="1929">
                  <c:v>09-09-2021</c:v>
                </c:pt>
                <c:pt idx="1930">
                  <c:v>09-09-2021</c:v>
                </c:pt>
                <c:pt idx="1931">
                  <c:v>10-09-2021</c:v>
                </c:pt>
                <c:pt idx="1932">
                  <c:v>10-09-2021</c:v>
                </c:pt>
                <c:pt idx="1933">
                  <c:v>10-09-2021</c:v>
                </c:pt>
                <c:pt idx="1934">
                  <c:v>10-09-2021</c:v>
                </c:pt>
                <c:pt idx="1935">
                  <c:v>10-09-2021</c:v>
                </c:pt>
                <c:pt idx="1936">
                  <c:v>10-09-2021</c:v>
                </c:pt>
                <c:pt idx="1937">
                  <c:v>10-09-2021</c:v>
                </c:pt>
                <c:pt idx="1938">
                  <c:v>10-09-2021</c:v>
                </c:pt>
                <c:pt idx="1939">
                  <c:v>10-09-2021</c:v>
                </c:pt>
                <c:pt idx="1940">
                  <c:v>10-09-2021</c:v>
                </c:pt>
                <c:pt idx="1941">
                  <c:v>10-09-2021</c:v>
                </c:pt>
                <c:pt idx="1942">
                  <c:v>10-09-2021</c:v>
                </c:pt>
                <c:pt idx="1943">
                  <c:v>10-09-2021</c:v>
                </c:pt>
                <c:pt idx="1944">
                  <c:v>10-09-2021</c:v>
                </c:pt>
                <c:pt idx="1945">
                  <c:v>10-09-2021</c:v>
                </c:pt>
                <c:pt idx="1946">
                  <c:v>10-09-2021</c:v>
                </c:pt>
                <c:pt idx="1947">
                  <c:v>10-09-2021</c:v>
                </c:pt>
                <c:pt idx="1948">
                  <c:v>10-09-2021</c:v>
                </c:pt>
                <c:pt idx="1949">
                  <c:v>10-09-2021</c:v>
                </c:pt>
                <c:pt idx="1950">
                  <c:v>10-09-2021</c:v>
                </c:pt>
                <c:pt idx="1951">
                  <c:v>10-09-2021</c:v>
                </c:pt>
                <c:pt idx="1952">
                  <c:v>10-09-2021</c:v>
                </c:pt>
                <c:pt idx="1953">
                  <c:v>10-09-2021</c:v>
                </c:pt>
                <c:pt idx="1954">
                  <c:v>10-09-2021</c:v>
                </c:pt>
                <c:pt idx="1955">
                  <c:v>10-09-2021</c:v>
                </c:pt>
                <c:pt idx="1956">
                  <c:v>10-09-2021</c:v>
                </c:pt>
                <c:pt idx="1957">
                  <c:v>10-09-2021</c:v>
                </c:pt>
                <c:pt idx="1958">
                  <c:v>10-09-2021</c:v>
                </c:pt>
                <c:pt idx="1959">
                  <c:v>10-09-2021</c:v>
                </c:pt>
                <c:pt idx="1960">
                  <c:v>10-09-2021</c:v>
                </c:pt>
                <c:pt idx="1961">
                  <c:v>10-09-2021</c:v>
                </c:pt>
                <c:pt idx="1962">
                  <c:v>10-09-2021</c:v>
                </c:pt>
                <c:pt idx="1963">
                  <c:v>10-09-2021</c:v>
                </c:pt>
                <c:pt idx="1964">
                  <c:v>10-09-2021</c:v>
                </c:pt>
                <c:pt idx="1965">
                  <c:v>10-09-2021</c:v>
                </c:pt>
                <c:pt idx="1966">
                  <c:v>10-09-2021</c:v>
                </c:pt>
                <c:pt idx="1967">
                  <c:v>10-09-2021</c:v>
                </c:pt>
                <c:pt idx="1968">
                  <c:v>10-09-2021</c:v>
                </c:pt>
                <c:pt idx="1969">
                  <c:v>10-09-2021</c:v>
                </c:pt>
                <c:pt idx="1970">
                  <c:v>10-09-2021</c:v>
                </c:pt>
                <c:pt idx="1971">
                  <c:v>10-09-2021</c:v>
                </c:pt>
                <c:pt idx="1972">
                  <c:v>10-09-2021</c:v>
                </c:pt>
                <c:pt idx="1973">
                  <c:v>10-09-2021</c:v>
                </c:pt>
                <c:pt idx="1974">
                  <c:v>10-09-2021</c:v>
                </c:pt>
                <c:pt idx="1975">
                  <c:v>10-09-2021</c:v>
                </c:pt>
                <c:pt idx="1976">
                  <c:v>10-09-2021</c:v>
                </c:pt>
                <c:pt idx="1977">
                  <c:v>10-09-2021</c:v>
                </c:pt>
                <c:pt idx="1978">
                  <c:v>10-09-2021</c:v>
                </c:pt>
                <c:pt idx="1979">
                  <c:v>10-09-2021</c:v>
                </c:pt>
                <c:pt idx="1980">
                  <c:v>10-09-2021</c:v>
                </c:pt>
                <c:pt idx="1981">
                  <c:v>10-09-2021</c:v>
                </c:pt>
                <c:pt idx="1982">
                  <c:v>10-09-2021</c:v>
                </c:pt>
                <c:pt idx="1983">
                  <c:v>10-09-2021</c:v>
                </c:pt>
                <c:pt idx="1984">
                  <c:v>10-09-2021</c:v>
                </c:pt>
                <c:pt idx="1985">
                  <c:v>10-09-2021</c:v>
                </c:pt>
                <c:pt idx="1986">
                  <c:v>10-09-2021</c:v>
                </c:pt>
                <c:pt idx="1987">
                  <c:v>10-09-2021</c:v>
                </c:pt>
                <c:pt idx="1988">
                  <c:v>10-09-2021</c:v>
                </c:pt>
                <c:pt idx="1989">
                  <c:v>11-09-2021</c:v>
                </c:pt>
                <c:pt idx="1990">
                  <c:v>11-09-2021</c:v>
                </c:pt>
                <c:pt idx="1991">
                  <c:v>11-09-2021</c:v>
                </c:pt>
                <c:pt idx="1992">
                  <c:v>11-09-2021</c:v>
                </c:pt>
                <c:pt idx="1993">
                  <c:v>11-09-2021</c:v>
                </c:pt>
                <c:pt idx="1994">
                  <c:v>11-09-2021</c:v>
                </c:pt>
                <c:pt idx="1995">
                  <c:v>11-09-2021</c:v>
                </c:pt>
                <c:pt idx="1996">
                  <c:v>11-09-2021</c:v>
                </c:pt>
                <c:pt idx="1997">
                  <c:v>11-09-2021</c:v>
                </c:pt>
                <c:pt idx="1998">
                  <c:v>11-09-2021</c:v>
                </c:pt>
                <c:pt idx="1999">
                  <c:v>11-09-2021</c:v>
                </c:pt>
                <c:pt idx="2000">
                  <c:v>11-09-2021</c:v>
                </c:pt>
                <c:pt idx="2001">
                  <c:v>11-09-2021</c:v>
                </c:pt>
                <c:pt idx="2002">
                  <c:v>11-09-2021</c:v>
                </c:pt>
                <c:pt idx="2003">
                  <c:v>11-09-2021</c:v>
                </c:pt>
                <c:pt idx="2004">
                  <c:v>11-09-2021</c:v>
                </c:pt>
                <c:pt idx="2005">
                  <c:v>11-09-2021</c:v>
                </c:pt>
                <c:pt idx="2006">
                  <c:v>11-09-2021</c:v>
                </c:pt>
                <c:pt idx="2007">
                  <c:v>11-09-2021</c:v>
                </c:pt>
                <c:pt idx="2008">
                  <c:v>11-09-2021</c:v>
                </c:pt>
                <c:pt idx="2009">
                  <c:v>11-09-2021</c:v>
                </c:pt>
                <c:pt idx="2010">
                  <c:v>11-09-2021</c:v>
                </c:pt>
                <c:pt idx="2011">
                  <c:v>11-09-2021</c:v>
                </c:pt>
                <c:pt idx="2012">
                  <c:v>11-09-2021</c:v>
                </c:pt>
                <c:pt idx="2013">
                  <c:v>11-09-2021</c:v>
                </c:pt>
                <c:pt idx="2014">
                  <c:v>11-09-2021</c:v>
                </c:pt>
                <c:pt idx="2015">
                  <c:v>11-09-2021</c:v>
                </c:pt>
                <c:pt idx="2016">
                  <c:v>11-09-2021</c:v>
                </c:pt>
                <c:pt idx="2017">
                  <c:v>11-09-2021</c:v>
                </c:pt>
                <c:pt idx="2018">
                  <c:v>11-09-2021</c:v>
                </c:pt>
                <c:pt idx="2019">
                  <c:v>11-09-2021</c:v>
                </c:pt>
                <c:pt idx="2020">
                  <c:v>11-09-2021</c:v>
                </c:pt>
                <c:pt idx="2021">
                  <c:v>11-09-2021</c:v>
                </c:pt>
                <c:pt idx="2022">
                  <c:v>11-09-2021</c:v>
                </c:pt>
                <c:pt idx="2023">
                  <c:v>11-09-2021</c:v>
                </c:pt>
                <c:pt idx="2024">
                  <c:v>11-09-2021</c:v>
                </c:pt>
                <c:pt idx="2025">
                  <c:v>11-09-2021</c:v>
                </c:pt>
                <c:pt idx="2026">
                  <c:v>11-09-2021</c:v>
                </c:pt>
                <c:pt idx="2027">
                  <c:v>11-09-2021</c:v>
                </c:pt>
                <c:pt idx="2028">
                  <c:v>11-09-2021</c:v>
                </c:pt>
                <c:pt idx="2029">
                  <c:v>11-09-2021</c:v>
                </c:pt>
                <c:pt idx="2030">
                  <c:v>11-09-2021</c:v>
                </c:pt>
                <c:pt idx="2031">
                  <c:v>11-09-2021</c:v>
                </c:pt>
                <c:pt idx="2032">
                  <c:v>11-09-2021</c:v>
                </c:pt>
                <c:pt idx="2033">
                  <c:v>11-09-2021</c:v>
                </c:pt>
                <c:pt idx="2034">
                  <c:v>11-09-2021</c:v>
                </c:pt>
                <c:pt idx="2035">
                  <c:v>11-09-2021</c:v>
                </c:pt>
                <c:pt idx="2036">
                  <c:v>11-09-2021</c:v>
                </c:pt>
                <c:pt idx="2037">
                  <c:v>11-09-2021</c:v>
                </c:pt>
                <c:pt idx="2038">
                  <c:v>11-09-2021</c:v>
                </c:pt>
                <c:pt idx="2039">
                  <c:v>11-09-2021</c:v>
                </c:pt>
                <c:pt idx="2040">
                  <c:v>11-09-2021</c:v>
                </c:pt>
                <c:pt idx="2041">
                  <c:v>11-09-2021</c:v>
                </c:pt>
                <c:pt idx="2042">
                  <c:v>11-09-2021</c:v>
                </c:pt>
                <c:pt idx="2043">
                  <c:v>11-09-2021</c:v>
                </c:pt>
                <c:pt idx="2044">
                  <c:v>12-09-2021</c:v>
                </c:pt>
                <c:pt idx="2045">
                  <c:v>12-09-2021</c:v>
                </c:pt>
                <c:pt idx="2046">
                  <c:v>12-09-2021</c:v>
                </c:pt>
                <c:pt idx="2047">
                  <c:v>12-09-2021</c:v>
                </c:pt>
                <c:pt idx="2048">
                  <c:v>12-09-2021</c:v>
                </c:pt>
                <c:pt idx="2049">
                  <c:v>12-09-2021</c:v>
                </c:pt>
                <c:pt idx="2050">
                  <c:v>12-09-2021</c:v>
                </c:pt>
                <c:pt idx="2051">
                  <c:v>12-09-2021</c:v>
                </c:pt>
                <c:pt idx="2052">
                  <c:v>12-09-2021</c:v>
                </c:pt>
                <c:pt idx="2053">
                  <c:v>12-09-2021</c:v>
                </c:pt>
                <c:pt idx="2054">
                  <c:v>12-09-2021</c:v>
                </c:pt>
                <c:pt idx="2055">
                  <c:v>12-09-2021</c:v>
                </c:pt>
                <c:pt idx="2056">
                  <c:v>12-09-2021</c:v>
                </c:pt>
                <c:pt idx="2057">
                  <c:v>12-09-2021</c:v>
                </c:pt>
                <c:pt idx="2058">
                  <c:v>12-09-2021</c:v>
                </c:pt>
                <c:pt idx="2059">
                  <c:v>12-09-2021</c:v>
                </c:pt>
                <c:pt idx="2060">
                  <c:v>12-09-2021</c:v>
                </c:pt>
                <c:pt idx="2061">
                  <c:v>12-09-2021</c:v>
                </c:pt>
                <c:pt idx="2062">
                  <c:v>12-09-2021</c:v>
                </c:pt>
                <c:pt idx="2063">
                  <c:v>12-09-2021</c:v>
                </c:pt>
                <c:pt idx="2064">
                  <c:v>12-09-2021</c:v>
                </c:pt>
                <c:pt idx="2065">
                  <c:v>12-09-2021</c:v>
                </c:pt>
                <c:pt idx="2066">
                  <c:v>12-09-2021</c:v>
                </c:pt>
                <c:pt idx="2067">
                  <c:v>12-09-2021</c:v>
                </c:pt>
                <c:pt idx="2068">
                  <c:v>12-09-2021</c:v>
                </c:pt>
                <c:pt idx="2069">
                  <c:v>12-09-2021</c:v>
                </c:pt>
                <c:pt idx="2070">
                  <c:v>12-09-2021</c:v>
                </c:pt>
                <c:pt idx="2071">
                  <c:v>12-09-2021</c:v>
                </c:pt>
                <c:pt idx="2072">
                  <c:v>12-09-2021</c:v>
                </c:pt>
                <c:pt idx="2073">
                  <c:v>12-09-2021</c:v>
                </c:pt>
                <c:pt idx="2074">
                  <c:v>12-09-2021</c:v>
                </c:pt>
                <c:pt idx="2075">
                  <c:v>12-09-2021</c:v>
                </c:pt>
                <c:pt idx="2076">
                  <c:v>12-09-2021</c:v>
                </c:pt>
                <c:pt idx="2077">
                  <c:v>12-09-2021</c:v>
                </c:pt>
                <c:pt idx="2078">
                  <c:v>12-09-2021</c:v>
                </c:pt>
                <c:pt idx="2079">
                  <c:v>12-09-2021</c:v>
                </c:pt>
                <c:pt idx="2080">
                  <c:v>12-09-2021</c:v>
                </c:pt>
                <c:pt idx="2081">
                  <c:v>12-09-2021</c:v>
                </c:pt>
                <c:pt idx="2082">
                  <c:v>12-09-2021</c:v>
                </c:pt>
                <c:pt idx="2083">
                  <c:v>12-09-2021</c:v>
                </c:pt>
                <c:pt idx="2084">
                  <c:v>12-09-2021</c:v>
                </c:pt>
                <c:pt idx="2085">
                  <c:v>12-09-2021</c:v>
                </c:pt>
                <c:pt idx="2086">
                  <c:v>12-09-2021</c:v>
                </c:pt>
                <c:pt idx="2087">
                  <c:v>12-09-2021</c:v>
                </c:pt>
                <c:pt idx="2088">
                  <c:v>13-09-2021</c:v>
                </c:pt>
                <c:pt idx="2089">
                  <c:v>13-09-2021</c:v>
                </c:pt>
                <c:pt idx="2090">
                  <c:v>13-09-2021</c:v>
                </c:pt>
                <c:pt idx="2091">
                  <c:v>13-09-2021</c:v>
                </c:pt>
                <c:pt idx="2092">
                  <c:v>13-09-2021</c:v>
                </c:pt>
                <c:pt idx="2093">
                  <c:v>13-09-2021</c:v>
                </c:pt>
                <c:pt idx="2094">
                  <c:v>13-09-2021</c:v>
                </c:pt>
                <c:pt idx="2095">
                  <c:v>13-09-2021</c:v>
                </c:pt>
                <c:pt idx="2096">
                  <c:v>13-09-2021</c:v>
                </c:pt>
                <c:pt idx="2097">
                  <c:v>13-09-2021</c:v>
                </c:pt>
                <c:pt idx="2098">
                  <c:v>13-09-2021</c:v>
                </c:pt>
                <c:pt idx="2099">
                  <c:v>13-09-2021</c:v>
                </c:pt>
                <c:pt idx="2100">
                  <c:v>13-09-2021</c:v>
                </c:pt>
                <c:pt idx="2101">
                  <c:v>13-09-2021</c:v>
                </c:pt>
                <c:pt idx="2102">
                  <c:v>13-09-2021</c:v>
                </c:pt>
                <c:pt idx="2103">
                  <c:v>13-09-2021</c:v>
                </c:pt>
                <c:pt idx="2104">
                  <c:v>13-09-2021</c:v>
                </c:pt>
                <c:pt idx="2105">
                  <c:v>13-09-2021</c:v>
                </c:pt>
                <c:pt idx="2106">
                  <c:v>13-09-2021</c:v>
                </c:pt>
                <c:pt idx="2107">
                  <c:v>13-09-2021</c:v>
                </c:pt>
                <c:pt idx="2108">
                  <c:v>13-09-2021</c:v>
                </c:pt>
                <c:pt idx="2109">
                  <c:v>13-09-2021</c:v>
                </c:pt>
                <c:pt idx="2110">
                  <c:v>13-09-2021</c:v>
                </c:pt>
                <c:pt idx="2111">
                  <c:v>13-09-2021</c:v>
                </c:pt>
                <c:pt idx="2112">
                  <c:v>13-09-2021</c:v>
                </c:pt>
                <c:pt idx="2113">
                  <c:v>13-09-2021</c:v>
                </c:pt>
                <c:pt idx="2114">
                  <c:v>13-09-2021</c:v>
                </c:pt>
                <c:pt idx="2115">
                  <c:v>13-09-2021</c:v>
                </c:pt>
                <c:pt idx="2116">
                  <c:v>13-09-2021</c:v>
                </c:pt>
                <c:pt idx="2117">
                  <c:v>13-09-2021</c:v>
                </c:pt>
                <c:pt idx="2118">
                  <c:v>13-09-2021</c:v>
                </c:pt>
                <c:pt idx="2119">
                  <c:v>13-09-2021</c:v>
                </c:pt>
                <c:pt idx="2120">
                  <c:v>13-09-2021</c:v>
                </c:pt>
                <c:pt idx="2121">
                  <c:v>13-09-2021</c:v>
                </c:pt>
                <c:pt idx="2122">
                  <c:v>13-09-2021</c:v>
                </c:pt>
                <c:pt idx="2123">
                  <c:v>13-09-2021</c:v>
                </c:pt>
                <c:pt idx="2124">
                  <c:v>13-09-2021</c:v>
                </c:pt>
                <c:pt idx="2125">
                  <c:v>13-09-2021</c:v>
                </c:pt>
                <c:pt idx="2126">
                  <c:v>13-09-2021</c:v>
                </c:pt>
                <c:pt idx="2127">
                  <c:v>13-09-2021</c:v>
                </c:pt>
                <c:pt idx="2128">
                  <c:v>13-09-2021</c:v>
                </c:pt>
                <c:pt idx="2129">
                  <c:v>14-09-2021</c:v>
                </c:pt>
                <c:pt idx="2130">
                  <c:v>14-09-2021</c:v>
                </c:pt>
                <c:pt idx="2131">
                  <c:v>14-09-2021</c:v>
                </c:pt>
                <c:pt idx="2132">
                  <c:v>14-09-2021</c:v>
                </c:pt>
                <c:pt idx="2133">
                  <c:v>14-09-2021</c:v>
                </c:pt>
                <c:pt idx="2134">
                  <c:v>14-09-2021</c:v>
                </c:pt>
                <c:pt idx="2135">
                  <c:v>14-09-2021</c:v>
                </c:pt>
                <c:pt idx="2136">
                  <c:v>14-09-2021</c:v>
                </c:pt>
                <c:pt idx="2137">
                  <c:v>14-09-2021</c:v>
                </c:pt>
                <c:pt idx="2138">
                  <c:v>14-09-2021</c:v>
                </c:pt>
                <c:pt idx="2139">
                  <c:v>14-09-2021</c:v>
                </c:pt>
                <c:pt idx="2140">
                  <c:v>14-09-2021</c:v>
                </c:pt>
                <c:pt idx="2141">
                  <c:v>14-09-2021</c:v>
                </c:pt>
                <c:pt idx="2142">
                  <c:v>14-09-2021</c:v>
                </c:pt>
                <c:pt idx="2143">
                  <c:v>14-09-2021</c:v>
                </c:pt>
                <c:pt idx="2144">
                  <c:v>14-09-2021</c:v>
                </c:pt>
                <c:pt idx="2145">
                  <c:v>14-09-2021</c:v>
                </c:pt>
                <c:pt idx="2146">
                  <c:v>14-09-2021</c:v>
                </c:pt>
                <c:pt idx="2147">
                  <c:v>14-09-2021</c:v>
                </c:pt>
                <c:pt idx="2148">
                  <c:v>14-09-2021</c:v>
                </c:pt>
                <c:pt idx="2149">
                  <c:v>14-09-2021</c:v>
                </c:pt>
                <c:pt idx="2150">
                  <c:v>14-09-2021</c:v>
                </c:pt>
                <c:pt idx="2151">
                  <c:v>14-09-2021</c:v>
                </c:pt>
                <c:pt idx="2152">
                  <c:v>14-09-2021</c:v>
                </c:pt>
                <c:pt idx="2153">
                  <c:v>14-09-2021</c:v>
                </c:pt>
                <c:pt idx="2154">
                  <c:v>14-09-2021</c:v>
                </c:pt>
                <c:pt idx="2155">
                  <c:v>14-09-2021</c:v>
                </c:pt>
                <c:pt idx="2156">
                  <c:v>14-09-2021</c:v>
                </c:pt>
                <c:pt idx="2157">
                  <c:v>14-09-2021</c:v>
                </c:pt>
                <c:pt idx="2158">
                  <c:v>14-09-2021</c:v>
                </c:pt>
                <c:pt idx="2159">
                  <c:v>14-09-2021</c:v>
                </c:pt>
                <c:pt idx="2160">
                  <c:v>14-09-2021</c:v>
                </c:pt>
                <c:pt idx="2161">
                  <c:v>14-09-2021</c:v>
                </c:pt>
                <c:pt idx="2162">
                  <c:v>14-09-2021</c:v>
                </c:pt>
                <c:pt idx="2163">
                  <c:v>14-09-2021</c:v>
                </c:pt>
                <c:pt idx="2164">
                  <c:v>14-09-2021</c:v>
                </c:pt>
                <c:pt idx="2165">
                  <c:v>14-09-2021</c:v>
                </c:pt>
                <c:pt idx="2166">
                  <c:v>14-09-2021</c:v>
                </c:pt>
                <c:pt idx="2167">
                  <c:v>14-09-2021</c:v>
                </c:pt>
                <c:pt idx="2168">
                  <c:v>14-09-2021</c:v>
                </c:pt>
                <c:pt idx="2169">
                  <c:v>14-09-2021</c:v>
                </c:pt>
                <c:pt idx="2170">
                  <c:v>14-09-2021</c:v>
                </c:pt>
                <c:pt idx="2171">
                  <c:v>14-09-2021</c:v>
                </c:pt>
                <c:pt idx="2172">
                  <c:v>14-09-2021</c:v>
                </c:pt>
                <c:pt idx="2173">
                  <c:v>14-09-2021</c:v>
                </c:pt>
                <c:pt idx="2174">
                  <c:v>14-09-2021</c:v>
                </c:pt>
                <c:pt idx="2175">
                  <c:v>14-09-2021</c:v>
                </c:pt>
                <c:pt idx="2176">
                  <c:v>14-09-2021</c:v>
                </c:pt>
                <c:pt idx="2177">
                  <c:v>14-09-2021</c:v>
                </c:pt>
                <c:pt idx="2178">
                  <c:v>14-09-2021</c:v>
                </c:pt>
                <c:pt idx="2179">
                  <c:v>14-09-2021</c:v>
                </c:pt>
                <c:pt idx="2180">
                  <c:v>14-09-2021</c:v>
                </c:pt>
                <c:pt idx="2181">
                  <c:v>14-09-2021</c:v>
                </c:pt>
                <c:pt idx="2182">
                  <c:v>14-09-2021</c:v>
                </c:pt>
                <c:pt idx="2183">
                  <c:v>14-09-2021</c:v>
                </c:pt>
                <c:pt idx="2184">
                  <c:v>15-09-2021</c:v>
                </c:pt>
                <c:pt idx="2185">
                  <c:v>15-09-2021</c:v>
                </c:pt>
                <c:pt idx="2186">
                  <c:v>15-09-2021</c:v>
                </c:pt>
                <c:pt idx="2187">
                  <c:v>15-09-2021</c:v>
                </c:pt>
                <c:pt idx="2188">
                  <c:v>15-09-2021</c:v>
                </c:pt>
                <c:pt idx="2189">
                  <c:v>15-09-2021</c:v>
                </c:pt>
                <c:pt idx="2190">
                  <c:v>15-09-2021</c:v>
                </c:pt>
                <c:pt idx="2191">
                  <c:v>15-09-2021</c:v>
                </c:pt>
                <c:pt idx="2192">
                  <c:v>15-09-2021</c:v>
                </c:pt>
                <c:pt idx="2193">
                  <c:v>15-09-2021</c:v>
                </c:pt>
                <c:pt idx="2194">
                  <c:v>15-09-2021</c:v>
                </c:pt>
                <c:pt idx="2195">
                  <c:v>15-09-2021</c:v>
                </c:pt>
                <c:pt idx="2196">
                  <c:v>15-09-2021</c:v>
                </c:pt>
                <c:pt idx="2197">
                  <c:v>15-09-2021</c:v>
                </c:pt>
                <c:pt idx="2198">
                  <c:v>15-09-2021</c:v>
                </c:pt>
                <c:pt idx="2199">
                  <c:v>15-09-2021</c:v>
                </c:pt>
                <c:pt idx="2200">
                  <c:v>15-09-2021</c:v>
                </c:pt>
                <c:pt idx="2201">
                  <c:v>15-09-2021</c:v>
                </c:pt>
                <c:pt idx="2202">
                  <c:v>15-09-2021</c:v>
                </c:pt>
                <c:pt idx="2203">
                  <c:v>15-09-2021</c:v>
                </c:pt>
                <c:pt idx="2204">
                  <c:v>15-09-2021</c:v>
                </c:pt>
                <c:pt idx="2205">
                  <c:v>15-09-2021</c:v>
                </c:pt>
                <c:pt idx="2206">
                  <c:v>15-09-2021</c:v>
                </c:pt>
                <c:pt idx="2207">
                  <c:v>15-09-2021</c:v>
                </c:pt>
                <c:pt idx="2208">
                  <c:v>15-09-2021</c:v>
                </c:pt>
                <c:pt idx="2209">
                  <c:v>15-09-2021</c:v>
                </c:pt>
                <c:pt idx="2210">
                  <c:v>15-09-2021</c:v>
                </c:pt>
                <c:pt idx="2211">
                  <c:v>15-09-2021</c:v>
                </c:pt>
                <c:pt idx="2212">
                  <c:v>15-09-2021</c:v>
                </c:pt>
                <c:pt idx="2213">
                  <c:v>15-09-2021</c:v>
                </c:pt>
                <c:pt idx="2214">
                  <c:v>15-09-2021</c:v>
                </c:pt>
                <c:pt idx="2215">
                  <c:v>15-09-2021</c:v>
                </c:pt>
                <c:pt idx="2216">
                  <c:v>15-09-2021</c:v>
                </c:pt>
                <c:pt idx="2217">
                  <c:v>15-09-2021</c:v>
                </c:pt>
                <c:pt idx="2218">
                  <c:v>15-09-2021</c:v>
                </c:pt>
                <c:pt idx="2219">
                  <c:v>15-09-2021</c:v>
                </c:pt>
                <c:pt idx="2220">
                  <c:v>15-09-2021</c:v>
                </c:pt>
                <c:pt idx="2221">
                  <c:v>15-09-2021</c:v>
                </c:pt>
                <c:pt idx="2222">
                  <c:v>15-09-2021</c:v>
                </c:pt>
                <c:pt idx="2223">
                  <c:v>15-09-2021</c:v>
                </c:pt>
                <c:pt idx="2224">
                  <c:v>15-09-2021</c:v>
                </c:pt>
                <c:pt idx="2225">
                  <c:v>15-09-2021</c:v>
                </c:pt>
                <c:pt idx="2226">
                  <c:v>15-09-2021</c:v>
                </c:pt>
                <c:pt idx="2227">
                  <c:v>15-09-2021</c:v>
                </c:pt>
                <c:pt idx="2228">
                  <c:v>15-09-2021</c:v>
                </c:pt>
                <c:pt idx="2229">
                  <c:v>15-09-2021</c:v>
                </c:pt>
                <c:pt idx="2230">
                  <c:v>15-09-2021</c:v>
                </c:pt>
                <c:pt idx="2231">
                  <c:v>15-09-2021</c:v>
                </c:pt>
                <c:pt idx="2232">
                  <c:v>15-09-2021</c:v>
                </c:pt>
                <c:pt idx="2233">
                  <c:v>15-09-2021</c:v>
                </c:pt>
                <c:pt idx="2234">
                  <c:v>15-09-2021</c:v>
                </c:pt>
                <c:pt idx="2235">
                  <c:v>15-09-2021</c:v>
                </c:pt>
                <c:pt idx="2236">
                  <c:v>15-09-2021</c:v>
                </c:pt>
                <c:pt idx="2237">
                  <c:v>15-09-2021</c:v>
                </c:pt>
                <c:pt idx="2238">
                  <c:v>15-09-2021</c:v>
                </c:pt>
                <c:pt idx="2239">
                  <c:v>15-09-2021</c:v>
                </c:pt>
                <c:pt idx="2240">
                  <c:v>15-09-2021</c:v>
                </c:pt>
                <c:pt idx="2241">
                  <c:v>15-09-2021</c:v>
                </c:pt>
                <c:pt idx="2242">
                  <c:v>16-09-2021</c:v>
                </c:pt>
                <c:pt idx="2243">
                  <c:v>16-09-2021</c:v>
                </c:pt>
                <c:pt idx="2244">
                  <c:v>16-09-2021</c:v>
                </c:pt>
                <c:pt idx="2245">
                  <c:v>16-09-2021</c:v>
                </c:pt>
                <c:pt idx="2246">
                  <c:v>16-09-2021</c:v>
                </c:pt>
                <c:pt idx="2247">
                  <c:v>16-09-2021</c:v>
                </c:pt>
                <c:pt idx="2248">
                  <c:v>16-09-2021</c:v>
                </c:pt>
                <c:pt idx="2249">
                  <c:v>16-09-2021</c:v>
                </c:pt>
                <c:pt idx="2250">
                  <c:v>16-09-2021</c:v>
                </c:pt>
                <c:pt idx="2251">
                  <c:v>16-09-2021</c:v>
                </c:pt>
                <c:pt idx="2252">
                  <c:v>16-09-2021</c:v>
                </c:pt>
                <c:pt idx="2253">
                  <c:v>16-09-2021</c:v>
                </c:pt>
                <c:pt idx="2254">
                  <c:v>16-09-2021</c:v>
                </c:pt>
                <c:pt idx="2255">
                  <c:v>16-09-2021</c:v>
                </c:pt>
                <c:pt idx="2256">
                  <c:v>16-09-2021</c:v>
                </c:pt>
                <c:pt idx="2257">
                  <c:v>16-09-2021</c:v>
                </c:pt>
                <c:pt idx="2258">
                  <c:v>16-09-2021</c:v>
                </c:pt>
                <c:pt idx="2259">
                  <c:v>16-09-2021</c:v>
                </c:pt>
                <c:pt idx="2260">
                  <c:v>16-09-2021</c:v>
                </c:pt>
                <c:pt idx="2261">
                  <c:v>16-09-2021</c:v>
                </c:pt>
                <c:pt idx="2262">
                  <c:v>16-09-2021</c:v>
                </c:pt>
                <c:pt idx="2263">
                  <c:v>16-09-2021</c:v>
                </c:pt>
                <c:pt idx="2264">
                  <c:v>16-09-2021</c:v>
                </c:pt>
                <c:pt idx="2265">
                  <c:v>16-09-2021</c:v>
                </c:pt>
                <c:pt idx="2266">
                  <c:v>16-09-2021</c:v>
                </c:pt>
                <c:pt idx="2267">
                  <c:v>16-09-2021</c:v>
                </c:pt>
                <c:pt idx="2268">
                  <c:v>16-09-2021</c:v>
                </c:pt>
                <c:pt idx="2269">
                  <c:v>16-09-2021</c:v>
                </c:pt>
                <c:pt idx="2270">
                  <c:v>16-09-2021</c:v>
                </c:pt>
                <c:pt idx="2271">
                  <c:v>16-09-2021</c:v>
                </c:pt>
                <c:pt idx="2272">
                  <c:v>16-09-2021</c:v>
                </c:pt>
                <c:pt idx="2273">
                  <c:v>16-09-2021</c:v>
                </c:pt>
                <c:pt idx="2274">
                  <c:v>16-09-2021</c:v>
                </c:pt>
                <c:pt idx="2275">
                  <c:v>16-09-2021</c:v>
                </c:pt>
                <c:pt idx="2276">
                  <c:v>16-09-2021</c:v>
                </c:pt>
                <c:pt idx="2277">
                  <c:v>16-09-2021</c:v>
                </c:pt>
                <c:pt idx="2278">
                  <c:v>16-09-2021</c:v>
                </c:pt>
                <c:pt idx="2279">
                  <c:v>16-09-2021</c:v>
                </c:pt>
                <c:pt idx="2280">
                  <c:v>16-09-2021</c:v>
                </c:pt>
                <c:pt idx="2281">
                  <c:v>16-09-2021</c:v>
                </c:pt>
                <c:pt idx="2282">
                  <c:v>16-09-2021</c:v>
                </c:pt>
                <c:pt idx="2283">
                  <c:v>16-09-2021</c:v>
                </c:pt>
                <c:pt idx="2284">
                  <c:v>16-09-2021</c:v>
                </c:pt>
                <c:pt idx="2285">
                  <c:v>16-09-2021</c:v>
                </c:pt>
                <c:pt idx="2286">
                  <c:v>16-09-2021</c:v>
                </c:pt>
                <c:pt idx="2287">
                  <c:v>16-09-2021</c:v>
                </c:pt>
                <c:pt idx="2288">
                  <c:v>16-09-2021</c:v>
                </c:pt>
                <c:pt idx="2289">
                  <c:v>16-09-2021</c:v>
                </c:pt>
                <c:pt idx="2290">
                  <c:v>16-09-2021</c:v>
                </c:pt>
                <c:pt idx="2291">
                  <c:v>16-09-2021</c:v>
                </c:pt>
                <c:pt idx="2292">
                  <c:v>16-09-2021</c:v>
                </c:pt>
                <c:pt idx="2293">
                  <c:v>16-09-2021</c:v>
                </c:pt>
                <c:pt idx="2294">
                  <c:v>16-09-2021</c:v>
                </c:pt>
                <c:pt idx="2295">
                  <c:v>16-09-2021</c:v>
                </c:pt>
                <c:pt idx="2296">
                  <c:v>16-09-2021</c:v>
                </c:pt>
                <c:pt idx="2297">
                  <c:v>16-09-2021</c:v>
                </c:pt>
                <c:pt idx="2298">
                  <c:v>16-09-2021</c:v>
                </c:pt>
                <c:pt idx="2299">
                  <c:v>16-09-2021</c:v>
                </c:pt>
                <c:pt idx="2300">
                  <c:v>17-09-2021</c:v>
                </c:pt>
                <c:pt idx="2301">
                  <c:v>17-09-2021</c:v>
                </c:pt>
                <c:pt idx="2302">
                  <c:v>17-09-2021</c:v>
                </c:pt>
                <c:pt idx="2303">
                  <c:v>17-09-2021</c:v>
                </c:pt>
                <c:pt idx="2304">
                  <c:v>17-09-2021</c:v>
                </c:pt>
                <c:pt idx="2305">
                  <c:v>17-09-2021</c:v>
                </c:pt>
                <c:pt idx="2306">
                  <c:v>17-09-2021</c:v>
                </c:pt>
                <c:pt idx="2307">
                  <c:v>17-09-2021</c:v>
                </c:pt>
                <c:pt idx="2308">
                  <c:v>17-09-2021</c:v>
                </c:pt>
                <c:pt idx="2309">
                  <c:v>17-09-2021</c:v>
                </c:pt>
                <c:pt idx="2310">
                  <c:v>17-09-2021</c:v>
                </c:pt>
                <c:pt idx="2311">
                  <c:v>17-09-2021</c:v>
                </c:pt>
                <c:pt idx="2312">
                  <c:v>17-09-2021</c:v>
                </c:pt>
                <c:pt idx="2313">
                  <c:v>17-09-2021</c:v>
                </c:pt>
                <c:pt idx="2314">
                  <c:v>17-09-2021</c:v>
                </c:pt>
                <c:pt idx="2315">
                  <c:v>17-09-2021</c:v>
                </c:pt>
                <c:pt idx="2316">
                  <c:v>17-09-2021</c:v>
                </c:pt>
                <c:pt idx="2317">
                  <c:v>17-09-2021</c:v>
                </c:pt>
                <c:pt idx="2318">
                  <c:v>17-09-2021</c:v>
                </c:pt>
                <c:pt idx="2319">
                  <c:v>17-09-2021</c:v>
                </c:pt>
                <c:pt idx="2320">
                  <c:v>17-09-2021</c:v>
                </c:pt>
                <c:pt idx="2321">
                  <c:v>17-09-2021</c:v>
                </c:pt>
                <c:pt idx="2322">
                  <c:v>17-09-2021</c:v>
                </c:pt>
                <c:pt idx="2323">
                  <c:v>17-09-2021</c:v>
                </c:pt>
                <c:pt idx="2324">
                  <c:v>17-09-2021</c:v>
                </c:pt>
                <c:pt idx="2325">
                  <c:v>17-09-2021</c:v>
                </c:pt>
                <c:pt idx="2326">
                  <c:v>17-09-2021</c:v>
                </c:pt>
                <c:pt idx="2327">
                  <c:v>17-09-2021</c:v>
                </c:pt>
                <c:pt idx="2328">
                  <c:v>17-09-2021</c:v>
                </c:pt>
                <c:pt idx="2329">
                  <c:v>17-09-2021</c:v>
                </c:pt>
                <c:pt idx="2330">
                  <c:v>17-09-2021</c:v>
                </c:pt>
                <c:pt idx="2331">
                  <c:v>17-09-2021</c:v>
                </c:pt>
                <c:pt idx="2332">
                  <c:v>17-09-2021</c:v>
                </c:pt>
                <c:pt idx="2333">
                  <c:v>17-09-2021</c:v>
                </c:pt>
                <c:pt idx="2334">
                  <c:v>17-09-2021</c:v>
                </c:pt>
                <c:pt idx="2335">
                  <c:v>17-09-2021</c:v>
                </c:pt>
                <c:pt idx="2336">
                  <c:v>17-09-2021</c:v>
                </c:pt>
                <c:pt idx="2337">
                  <c:v>17-09-2021</c:v>
                </c:pt>
                <c:pt idx="2338">
                  <c:v>17-09-2021</c:v>
                </c:pt>
                <c:pt idx="2339">
                  <c:v>17-09-2021</c:v>
                </c:pt>
                <c:pt idx="2340">
                  <c:v>17-09-2021</c:v>
                </c:pt>
                <c:pt idx="2341">
                  <c:v>17-09-2021</c:v>
                </c:pt>
                <c:pt idx="2342">
                  <c:v>17-09-2021</c:v>
                </c:pt>
                <c:pt idx="2343">
                  <c:v>17-09-2021</c:v>
                </c:pt>
                <c:pt idx="2344">
                  <c:v>17-09-2021</c:v>
                </c:pt>
                <c:pt idx="2345">
                  <c:v>17-09-2021</c:v>
                </c:pt>
                <c:pt idx="2346">
                  <c:v>17-09-2021</c:v>
                </c:pt>
                <c:pt idx="2347">
                  <c:v>17-09-2021</c:v>
                </c:pt>
                <c:pt idx="2348">
                  <c:v>17-09-2021</c:v>
                </c:pt>
                <c:pt idx="2349">
                  <c:v>17-09-2021</c:v>
                </c:pt>
                <c:pt idx="2350">
                  <c:v>17-09-2021</c:v>
                </c:pt>
                <c:pt idx="2351">
                  <c:v>17-09-2021</c:v>
                </c:pt>
                <c:pt idx="2352">
                  <c:v>17-09-2021</c:v>
                </c:pt>
                <c:pt idx="2353">
                  <c:v>17-09-2021</c:v>
                </c:pt>
                <c:pt idx="2354">
                  <c:v>17-09-2021</c:v>
                </c:pt>
                <c:pt idx="2355">
                  <c:v>17-09-2021</c:v>
                </c:pt>
                <c:pt idx="2356">
                  <c:v>18-09-2021</c:v>
                </c:pt>
                <c:pt idx="2357">
                  <c:v>18-09-2021</c:v>
                </c:pt>
                <c:pt idx="2358">
                  <c:v>18-09-2021</c:v>
                </c:pt>
                <c:pt idx="2359">
                  <c:v>18-09-2021</c:v>
                </c:pt>
                <c:pt idx="2360">
                  <c:v>18-09-2021</c:v>
                </c:pt>
                <c:pt idx="2361">
                  <c:v>18-09-2021</c:v>
                </c:pt>
                <c:pt idx="2362">
                  <c:v>18-09-2021</c:v>
                </c:pt>
                <c:pt idx="2363">
                  <c:v>18-09-2021</c:v>
                </c:pt>
                <c:pt idx="2364">
                  <c:v>18-09-2021</c:v>
                </c:pt>
                <c:pt idx="2365">
                  <c:v>18-09-2021</c:v>
                </c:pt>
                <c:pt idx="2366">
                  <c:v>18-09-2021</c:v>
                </c:pt>
                <c:pt idx="2367">
                  <c:v>18-09-2021</c:v>
                </c:pt>
                <c:pt idx="2368">
                  <c:v>18-09-2021</c:v>
                </c:pt>
                <c:pt idx="2369">
                  <c:v>18-09-2021</c:v>
                </c:pt>
                <c:pt idx="2370">
                  <c:v>18-09-2021</c:v>
                </c:pt>
                <c:pt idx="2371">
                  <c:v>18-09-2021</c:v>
                </c:pt>
                <c:pt idx="2372">
                  <c:v>18-09-2021</c:v>
                </c:pt>
                <c:pt idx="2373">
                  <c:v>18-09-2021</c:v>
                </c:pt>
                <c:pt idx="2374">
                  <c:v>18-09-2021</c:v>
                </c:pt>
                <c:pt idx="2375">
                  <c:v>18-09-2021</c:v>
                </c:pt>
                <c:pt idx="2376">
                  <c:v>18-09-2021</c:v>
                </c:pt>
                <c:pt idx="2377">
                  <c:v>18-09-2021</c:v>
                </c:pt>
                <c:pt idx="2378">
                  <c:v>18-09-2021</c:v>
                </c:pt>
                <c:pt idx="2379">
                  <c:v>18-09-2021</c:v>
                </c:pt>
                <c:pt idx="2380">
                  <c:v>18-09-2021</c:v>
                </c:pt>
                <c:pt idx="2381">
                  <c:v>18-09-2021</c:v>
                </c:pt>
                <c:pt idx="2382">
                  <c:v>18-09-2021</c:v>
                </c:pt>
                <c:pt idx="2383">
                  <c:v>18-09-2021</c:v>
                </c:pt>
                <c:pt idx="2384">
                  <c:v>18-09-2021</c:v>
                </c:pt>
                <c:pt idx="2385">
                  <c:v>18-09-2021</c:v>
                </c:pt>
                <c:pt idx="2386">
                  <c:v>18-09-2021</c:v>
                </c:pt>
                <c:pt idx="2387">
                  <c:v>18-09-2021</c:v>
                </c:pt>
                <c:pt idx="2388">
                  <c:v>18-09-2021</c:v>
                </c:pt>
                <c:pt idx="2389">
                  <c:v>18-09-2021</c:v>
                </c:pt>
                <c:pt idx="2390">
                  <c:v>18-09-2021</c:v>
                </c:pt>
                <c:pt idx="2391">
                  <c:v>18-09-2021</c:v>
                </c:pt>
                <c:pt idx="2392">
                  <c:v>18-09-2021</c:v>
                </c:pt>
                <c:pt idx="2393">
                  <c:v>18-09-2021</c:v>
                </c:pt>
                <c:pt idx="2394">
                  <c:v>18-09-2021</c:v>
                </c:pt>
                <c:pt idx="2395">
                  <c:v>18-09-2021</c:v>
                </c:pt>
                <c:pt idx="2396">
                  <c:v>18-09-2021</c:v>
                </c:pt>
                <c:pt idx="2397">
                  <c:v>18-09-2021</c:v>
                </c:pt>
                <c:pt idx="2398">
                  <c:v>18-09-2021</c:v>
                </c:pt>
                <c:pt idx="2399">
                  <c:v>18-09-2021</c:v>
                </c:pt>
                <c:pt idx="2400">
                  <c:v>18-09-2021</c:v>
                </c:pt>
                <c:pt idx="2401">
                  <c:v>18-09-2021</c:v>
                </c:pt>
                <c:pt idx="2402">
                  <c:v>18-09-2021</c:v>
                </c:pt>
                <c:pt idx="2403">
                  <c:v>18-09-2021</c:v>
                </c:pt>
                <c:pt idx="2404">
                  <c:v>18-09-2021</c:v>
                </c:pt>
                <c:pt idx="2405">
                  <c:v>18-09-2021</c:v>
                </c:pt>
                <c:pt idx="2406">
                  <c:v>18-09-2021</c:v>
                </c:pt>
                <c:pt idx="2407">
                  <c:v>18-09-2021</c:v>
                </c:pt>
                <c:pt idx="2408">
                  <c:v>18-09-2021</c:v>
                </c:pt>
                <c:pt idx="2409">
                  <c:v>18-09-2021</c:v>
                </c:pt>
                <c:pt idx="2410">
                  <c:v>18-09-2021</c:v>
                </c:pt>
                <c:pt idx="2411">
                  <c:v>18-09-2021</c:v>
                </c:pt>
                <c:pt idx="2412">
                  <c:v>18-09-2021</c:v>
                </c:pt>
                <c:pt idx="2413">
                  <c:v>18-09-2021</c:v>
                </c:pt>
                <c:pt idx="2414">
                  <c:v>19-09-2021</c:v>
                </c:pt>
                <c:pt idx="2415">
                  <c:v>19-09-2021</c:v>
                </c:pt>
                <c:pt idx="2416">
                  <c:v>19-09-2021</c:v>
                </c:pt>
                <c:pt idx="2417">
                  <c:v>19-09-2021</c:v>
                </c:pt>
                <c:pt idx="2418">
                  <c:v>19-09-2021</c:v>
                </c:pt>
                <c:pt idx="2419">
                  <c:v>19-09-2021</c:v>
                </c:pt>
                <c:pt idx="2420">
                  <c:v>19-09-2021</c:v>
                </c:pt>
                <c:pt idx="2421">
                  <c:v>19-09-2021</c:v>
                </c:pt>
                <c:pt idx="2422">
                  <c:v>19-09-2021</c:v>
                </c:pt>
                <c:pt idx="2423">
                  <c:v>19-09-2021</c:v>
                </c:pt>
                <c:pt idx="2424">
                  <c:v>19-09-2021</c:v>
                </c:pt>
                <c:pt idx="2425">
                  <c:v>19-09-2021</c:v>
                </c:pt>
                <c:pt idx="2426">
                  <c:v>19-09-2021</c:v>
                </c:pt>
                <c:pt idx="2427">
                  <c:v>19-09-2021</c:v>
                </c:pt>
                <c:pt idx="2428">
                  <c:v>19-09-2021</c:v>
                </c:pt>
                <c:pt idx="2429">
                  <c:v>19-09-2021</c:v>
                </c:pt>
                <c:pt idx="2430">
                  <c:v>19-09-2021</c:v>
                </c:pt>
                <c:pt idx="2431">
                  <c:v>19-09-2021</c:v>
                </c:pt>
                <c:pt idx="2432">
                  <c:v>19-09-2021</c:v>
                </c:pt>
                <c:pt idx="2433">
                  <c:v>19-09-2021</c:v>
                </c:pt>
                <c:pt idx="2434">
                  <c:v>19-09-2021</c:v>
                </c:pt>
                <c:pt idx="2435">
                  <c:v>19-09-2021</c:v>
                </c:pt>
                <c:pt idx="2436">
                  <c:v>19-09-2021</c:v>
                </c:pt>
                <c:pt idx="2437">
                  <c:v>19-09-2021</c:v>
                </c:pt>
                <c:pt idx="2438">
                  <c:v>19-09-2021</c:v>
                </c:pt>
                <c:pt idx="2439">
                  <c:v>19-09-2021</c:v>
                </c:pt>
                <c:pt idx="2440">
                  <c:v>19-09-2021</c:v>
                </c:pt>
                <c:pt idx="2441">
                  <c:v>19-09-2021</c:v>
                </c:pt>
                <c:pt idx="2442">
                  <c:v>19-09-2021</c:v>
                </c:pt>
                <c:pt idx="2443">
                  <c:v>19-09-2021</c:v>
                </c:pt>
                <c:pt idx="2444">
                  <c:v>19-09-2021</c:v>
                </c:pt>
                <c:pt idx="2445">
                  <c:v>19-09-2021</c:v>
                </c:pt>
                <c:pt idx="2446">
                  <c:v>19-09-2021</c:v>
                </c:pt>
                <c:pt idx="2447">
                  <c:v>19-09-2021</c:v>
                </c:pt>
                <c:pt idx="2448">
                  <c:v>19-09-2021</c:v>
                </c:pt>
                <c:pt idx="2449">
                  <c:v>19-09-2021</c:v>
                </c:pt>
                <c:pt idx="2450">
                  <c:v>19-09-2021</c:v>
                </c:pt>
                <c:pt idx="2451">
                  <c:v>19-09-2021</c:v>
                </c:pt>
                <c:pt idx="2452">
                  <c:v>19-09-2021</c:v>
                </c:pt>
                <c:pt idx="2453">
                  <c:v>19-09-2021</c:v>
                </c:pt>
                <c:pt idx="2454">
                  <c:v>19-09-2021</c:v>
                </c:pt>
                <c:pt idx="2455">
                  <c:v>19-09-2021</c:v>
                </c:pt>
                <c:pt idx="2456">
                  <c:v>19-09-2021</c:v>
                </c:pt>
                <c:pt idx="2457">
                  <c:v>19-09-2021</c:v>
                </c:pt>
                <c:pt idx="2458">
                  <c:v>19-09-2021</c:v>
                </c:pt>
                <c:pt idx="2459">
                  <c:v>19-09-2021</c:v>
                </c:pt>
                <c:pt idx="2460">
                  <c:v>19-09-2021</c:v>
                </c:pt>
                <c:pt idx="2461">
                  <c:v>20-09-2021</c:v>
                </c:pt>
                <c:pt idx="2462">
                  <c:v>20-09-2021</c:v>
                </c:pt>
                <c:pt idx="2463">
                  <c:v>20-09-2021</c:v>
                </c:pt>
                <c:pt idx="2464">
                  <c:v>20-09-2021</c:v>
                </c:pt>
                <c:pt idx="2465">
                  <c:v>20-09-2021</c:v>
                </c:pt>
                <c:pt idx="2466">
                  <c:v>20-09-2021</c:v>
                </c:pt>
                <c:pt idx="2467">
                  <c:v>20-09-2021</c:v>
                </c:pt>
                <c:pt idx="2468">
                  <c:v>20-09-2021</c:v>
                </c:pt>
                <c:pt idx="2469">
                  <c:v>20-09-2021</c:v>
                </c:pt>
                <c:pt idx="2470">
                  <c:v>20-09-2021</c:v>
                </c:pt>
                <c:pt idx="2471">
                  <c:v>20-09-2021</c:v>
                </c:pt>
                <c:pt idx="2472">
                  <c:v>20-09-2021</c:v>
                </c:pt>
                <c:pt idx="2473">
                  <c:v>20-09-2021</c:v>
                </c:pt>
                <c:pt idx="2474">
                  <c:v>20-09-2021</c:v>
                </c:pt>
                <c:pt idx="2475">
                  <c:v>20-09-2021</c:v>
                </c:pt>
                <c:pt idx="2476">
                  <c:v>20-09-2021</c:v>
                </c:pt>
                <c:pt idx="2477">
                  <c:v>20-09-2021</c:v>
                </c:pt>
                <c:pt idx="2478">
                  <c:v>20-09-2021</c:v>
                </c:pt>
                <c:pt idx="2479">
                  <c:v>20-09-2021</c:v>
                </c:pt>
                <c:pt idx="2480">
                  <c:v>20-09-2021</c:v>
                </c:pt>
                <c:pt idx="2481">
                  <c:v>20-09-2021</c:v>
                </c:pt>
                <c:pt idx="2482">
                  <c:v>20-09-2021</c:v>
                </c:pt>
                <c:pt idx="2483">
                  <c:v>20-09-2021</c:v>
                </c:pt>
                <c:pt idx="2484">
                  <c:v>20-09-2021</c:v>
                </c:pt>
                <c:pt idx="2485">
                  <c:v>20-09-2021</c:v>
                </c:pt>
                <c:pt idx="2486">
                  <c:v>20-09-2021</c:v>
                </c:pt>
                <c:pt idx="2487">
                  <c:v>20-09-2021</c:v>
                </c:pt>
                <c:pt idx="2488">
                  <c:v>20-09-2021</c:v>
                </c:pt>
                <c:pt idx="2489">
                  <c:v>20-09-2021</c:v>
                </c:pt>
                <c:pt idx="2490">
                  <c:v>20-09-2021</c:v>
                </c:pt>
                <c:pt idx="2491">
                  <c:v>20-09-2021</c:v>
                </c:pt>
                <c:pt idx="2492">
                  <c:v>20-09-2021</c:v>
                </c:pt>
                <c:pt idx="2493">
                  <c:v>20-09-2021</c:v>
                </c:pt>
                <c:pt idx="2494">
                  <c:v>20-09-2021</c:v>
                </c:pt>
                <c:pt idx="2495">
                  <c:v>20-09-2021</c:v>
                </c:pt>
                <c:pt idx="2496">
                  <c:v>20-09-2021</c:v>
                </c:pt>
                <c:pt idx="2497">
                  <c:v>20-09-2021</c:v>
                </c:pt>
                <c:pt idx="2498">
                  <c:v>20-09-2021</c:v>
                </c:pt>
                <c:pt idx="2499">
                  <c:v>20-09-2021</c:v>
                </c:pt>
                <c:pt idx="2500">
                  <c:v>20-09-2021</c:v>
                </c:pt>
                <c:pt idx="2501">
                  <c:v>20-09-2021</c:v>
                </c:pt>
                <c:pt idx="2502">
                  <c:v>20-09-2021</c:v>
                </c:pt>
                <c:pt idx="2503">
                  <c:v>20-09-2021</c:v>
                </c:pt>
                <c:pt idx="2504">
                  <c:v>20-09-2021</c:v>
                </c:pt>
                <c:pt idx="2505">
                  <c:v>20-09-2021</c:v>
                </c:pt>
                <c:pt idx="2506">
                  <c:v>20-09-2021</c:v>
                </c:pt>
                <c:pt idx="2507">
                  <c:v>20-09-2021</c:v>
                </c:pt>
                <c:pt idx="2508">
                  <c:v>20-09-2021</c:v>
                </c:pt>
                <c:pt idx="2509">
                  <c:v>20-09-2021</c:v>
                </c:pt>
                <c:pt idx="2510">
                  <c:v>21-09-2021</c:v>
                </c:pt>
                <c:pt idx="2511">
                  <c:v>21-09-2021</c:v>
                </c:pt>
                <c:pt idx="2512">
                  <c:v>21-09-2021</c:v>
                </c:pt>
                <c:pt idx="2513">
                  <c:v>21-09-2021</c:v>
                </c:pt>
                <c:pt idx="2514">
                  <c:v>21-09-2021</c:v>
                </c:pt>
                <c:pt idx="2515">
                  <c:v>21-09-2021</c:v>
                </c:pt>
                <c:pt idx="2516">
                  <c:v>21-09-2021</c:v>
                </c:pt>
                <c:pt idx="2517">
                  <c:v>21-09-2021</c:v>
                </c:pt>
                <c:pt idx="2518">
                  <c:v>21-09-2021</c:v>
                </c:pt>
                <c:pt idx="2519">
                  <c:v>21-09-2021</c:v>
                </c:pt>
                <c:pt idx="2520">
                  <c:v>21-09-2021</c:v>
                </c:pt>
                <c:pt idx="2521">
                  <c:v>21-09-2021</c:v>
                </c:pt>
                <c:pt idx="2522">
                  <c:v>21-09-2021</c:v>
                </c:pt>
                <c:pt idx="2523">
                  <c:v>21-09-2021</c:v>
                </c:pt>
                <c:pt idx="2524">
                  <c:v>21-09-2021</c:v>
                </c:pt>
                <c:pt idx="2525">
                  <c:v>21-09-2021</c:v>
                </c:pt>
                <c:pt idx="2526">
                  <c:v>21-09-2021</c:v>
                </c:pt>
                <c:pt idx="2527">
                  <c:v>21-09-2021</c:v>
                </c:pt>
                <c:pt idx="2528">
                  <c:v>21-09-2021</c:v>
                </c:pt>
                <c:pt idx="2529">
                  <c:v>21-09-2021</c:v>
                </c:pt>
                <c:pt idx="2530">
                  <c:v>21-09-2021</c:v>
                </c:pt>
                <c:pt idx="2531">
                  <c:v>21-09-2021</c:v>
                </c:pt>
                <c:pt idx="2532">
                  <c:v>21-09-2021</c:v>
                </c:pt>
                <c:pt idx="2533">
                  <c:v>21-09-2021</c:v>
                </c:pt>
                <c:pt idx="2534">
                  <c:v>21-09-2021</c:v>
                </c:pt>
                <c:pt idx="2535">
                  <c:v>21-09-2021</c:v>
                </c:pt>
                <c:pt idx="2536">
                  <c:v>21-09-2021</c:v>
                </c:pt>
                <c:pt idx="2537">
                  <c:v>21-09-2021</c:v>
                </c:pt>
                <c:pt idx="2538">
                  <c:v>21-09-2021</c:v>
                </c:pt>
                <c:pt idx="2539">
                  <c:v>21-09-2021</c:v>
                </c:pt>
                <c:pt idx="2540">
                  <c:v>21-09-2021</c:v>
                </c:pt>
                <c:pt idx="2541">
                  <c:v>21-09-2021</c:v>
                </c:pt>
                <c:pt idx="2542">
                  <c:v>21-09-2021</c:v>
                </c:pt>
                <c:pt idx="2543">
                  <c:v>21-09-2021</c:v>
                </c:pt>
                <c:pt idx="2544">
                  <c:v>21-09-2021</c:v>
                </c:pt>
                <c:pt idx="2545">
                  <c:v>21-09-2021</c:v>
                </c:pt>
                <c:pt idx="2546">
                  <c:v>21-09-2021</c:v>
                </c:pt>
                <c:pt idx="2547">
                  <c:v>21-09-2021</c:v>
                </c:pt>
                <c:pt idx="2548">
                  <c:v>21-09-2021</c:v>
                </c:pt>
                <c:pt idx="2549">
                  <c:v>21-09-2021</c:v>
                </c:pt>
                <c:pt idx="2550">
                  <c:v>21-09-2021</c:v>
                </c:pt>
                <c:pt idx="2551">
                  <c:v>21-09-2021</c:v>
                </c:pt>
                <c:pt idx="2552">
                  <c:v>21-09-2021</c:v>
                </c:pt>
                <c:pt idx="2553">
                  <c:v>21-09-2021</c:v>
                </c:pt>
                <c:pt idx="2554">
                  <c:v>21-09-2021</c:v>
                </c:pt>
                <c:pt idx="2555">
                  <c:v>21-09-2021</c:v>
                </c:pt>
                <c:pt idx="2556">
                  <c:v>21-09-2021</c:v>
                </c:pt>
                <c:pt idx="2557">
                  <c:v>21-09-2021</c:v>
                </c:pt>
                <c:pt idx="2558">
                  <c:v>21-09-2021</c:v>
                </c:pt>
                <c:pt idx="2559">
                  <c:v>21-09-2021</c:v>
                </c:pt>
                <c:pt idx="2560">
                  <c:v>21-09-2021</c:v>
                </c:pt>
                <c:pt idx="2561">
                  <c:v>22-09-2021</c:v>
                </c:pt>
                <c:pt idx="2562">
                  <c:v>22-09-2021</c:v>
                </c:pt>
                <c:pt idx="2563">
                  <c:v>22-09-2021</c:v>
                </c:pt>
                <c:pt idx="2564">
                  <c:v>22-09-2021</c:v>
                </c:pt>
                <c:pt idx="2565">
                  <c:v>22-09-2021</c:v>
                </c:pt>
                <c:pt idx="2566">
                  <c:v>22-09-2021</c:v>
                </c:pt>
                <c:pt idx="2567">
                  <c:v>22-09-2021</c:v>
                </c:pt>
                <c:pt idx="2568">
                  <c:v>22-09-2021</c:v>
                </c:pt>
                <c:pt idx="2569">
                  <c:v>22-09-2021</c:v>
                </c:pt>
                <c:pt idx="2570">
                  <c:v>22-09-2021</c:v>
                </c:pt>
                <c:pt idx="2571">
                  <c:v>22-09-2021</c:v>
                </c:pt>
                <c:pt idx="2572">
                  <c:v>22-09-2021</c:v>
                </c:pt>
                <c:pt idx="2573">
                  <c:v>22-09-2021</c:v>
                </c:pt>
                <c:pt idx="2574">
                  <c:v>22-09-2021</c:v>
                </c:pt>
                <c:pt idx="2575">
                  <c:v>22-09-2021</c:v>
                </c:pt>
                <c:pt idx="2576">
                  <c:v>22-09-2021</c:v>
                </c:pt>
                <c:pt idx="2577">
                  <c:v>22-09-2021</c:v>
                </c:pt>
                <c:pt idx="2578">
                  <c:v>22-09-2021</c:v>
                </c:pt>
                <c:pt idx="2579">
                  <c:v>22-09-2021</c:v>
                </c:pt>
                <c:pt idx="2580">
                  <c:v>22-09-2021</c:v>
                </c:pt>
                <c:pt idx="2581">
                  <c:v>22-09-2021</c:v>
                </c:pt>
                <c:pt idx="2582">
                  <c:v>22-09-2021</c:v>
                </c:pt>
                <c:pt idx="2583">
                  <c:v>22-09-2021</c:v>
                </c:pt>
                <c:pt idx="2584">
                  <c:v>22-09-2021</c:v>
                </c:pt>
                <c:pt idx="2585">
                  <c:v>22-09-2021</c:v>
                </c:pt>
                <c:pt idx="2586">
                  <c:v>22-09-2021</c:v>
                </c:pt>
                <c:pt idx="2587">
                  <c:v>22-09-2021</c:v>
                </c:pt>
                <c:pt idx="2588">
                  <c:v>22-09-2021</c:v>
                </c:pt>
                <c:pt idx="2589">
                  <c:v>22-09-2021</c:v>
                </c:pt>
                <c:pt idx="2590">
                  <c:v>22-09-2021</c:v>
                </c:pt>
                <c:pt idx="2591">
                  <c:v>22-09-2021</c:v>
                </c:pt>
                <c:pt idx="2592">
                  <c:v>22-09-2021</c:v>
                </c:pt>
                <c:pt idx="2593">
                  <c:v>22-09-2021</c:v>
                </c:pt>
                <c:pt idx="2594">
                  <c:v>22-09-2021</c:v>
                </c:pt>
                <c:pt idx="2595">
                  <c:v>22-09-2021</c:v>
                </c:pt>
                <c:pt idx="2596">
                  <c:v>22-09-2021</c:v>
                </c:pt>
                <c:pt idx="2597">
                  <c:v>22-09-2021</c:v>
                </c:pt>
                <c:pt idx="2598">
                  <c:v>22-09-2021</c:v>
                </c:pt>
                <c:pt idx="2599">
                  <c:v>22-09-2021</c:v>
                </c:pt>
                <c:pt idx="2600">
                  <c:v>22-09-2021</c:v>
                </c:pt>
                <c:pt idx="2601">
                  <c:v>22-09-2021</c:v>
                </c:pt>
                <c:pt idx="2602">
                  <c:v>22-09-2021</c:v>
                </c:pt>
                <c:pt idx="2603">
                  <c:v>22-09-2021</c:v>
                </c:pt>
                <c:pt idx="2604">
                  <c:v>22-09-2021</c:v>
                </c:pt>
                <c:pt idx="2605">
                  <c:v>22-09-2021</c:v>
                </c:pt>
                <c:pt idx="2606">
                  <c:v>22-09-2021</c:v>
                </c:pt>
                <c:pt idx="2607">
                  <c:v>22-09-2021</c:v>
                </c:pt>
                <c:pt idx="2608">
                  <c:v>22-09-2021</c:v>
                </c:pt>
                <c:pt idx="2609">
                  <c:v>22-09-2021</c:v>
                </c:pt>
                <c:pt idx="2610">
                  <c:v>22-09-2021</c:v>
                </c:pt>
                <c:pt idx="2611">
                  <c:v>22-09-2021</c:v>
                </c:pt>
                <c:pt idx="2612">
                  <c:v>22-09-2021</c:v>
                </c:pt>
                <c:pt idx="2613">
                  <c:v>22-09-2021</c:v>
                </c:pt>
                <c:pt idx="2614">
                  <c:v>22-09-2021</c:v>
                </c:pt>
                <c:pt idx="2615">
                  <c:v>22-09-2021</c:v>
                </c:pt>
                <c:pt idx="2616">
                  <c:v>22-09-2021</c:v>
                </c:pt>
                <c:pt idx="2617">
                  <c:v>23-09-2021</c:v>
                </c:pt>
                <c:pt idx="2618">
                  <c:v>23-09-2021</c:v>
                </c:pt>
                <c:pt idx="2619">
                  <c:v>23-09-2021</c:v>
                </c:pt>
                <c:pt idx="2620">
                  <c:v>23-09-2021</c:v>
                </c:pt>
                <c:pt idx="2621">
                  <c:v>23-09-2021</c:v>
                </c:pt>
                <c:pt idx="2622">
                  <c:v>23-09-2021</c:v>
                </c:pt>
                <c:pt idx="2623">
                  <c:v>23-09-2021</c:v>
                </c:pt>
                <c:pt idx="2624">
                  <c:v>23-09-2021</c:v>
                </c:pt>
                <c:pt idx="2625">
                  <c:v>23-09-2021</c:v>
                </c:pt>
                <c:pt idx="2626">
                  <c:v>23-09-2021</c:v>
                </c:pt>
                <c:pt idx="2627">
                  <c:v>23-09-2021</c:v>
                </c:pt>
                <c:pt idx="2628">
                  <c:v>23-09-2021</c:v>
                </c:pt>
                <c:pt idx="2629">
                  <c:v>23-09-2021</c:v>
                </c:pt>
                <c:pt idx="2630">
                  <c:v>23-09-2021</c:v>
                </c:pt>
                <c:pt idx="2631">
                  <c:v>23-09-2021</c:v>
                </c:pt>
                <c:pt idx="2632">
                  <c:v>23-09-2021</c:v>
                </c:pt>
                <c:pt idx="2633">
                  <c:v>23-09-2021</c:v>
                </c:pt>
                <c:pt idx="2634">
                  <c:v>23-09-2021</c:v>
                </c:pt>
                <c:pt idx="2635">
                  <c:v>23-09-2021</c:v>
                </c:pt>
                <c:pt idx="2636">
                  <c:v>23-09-2021</c:v>
                </c:pt>
                <c:pt idx="2637">
                  <c:v>23-09-2021</c:v>
                </c:pt>
                <c:pt idx="2638">
                  <c:v>23-09-2021</c:v>
                </c:pt>
                <c:pt idx="2639">
                  <c:v>23-09-2021</c:v>
                </c:pt>
                <c:pt idx="2640">
                  <c:v>23-09-2021</c:v>
                </c:pt>
                <c:pt idx="2641">
                  <c:v>23-09-2021</c:v>
                </c:pt>
                <c:pt idx="2642">
                  <c:v>23-09-2021</c:v>
                </c:pt>
                <c:pt idx="2643">
                  <c:v>23-09-2021</c:v>
                </c:pt>
                <c:pt idx="2644">
                  <c:v>23-09-2021</c:v>
                </c:pt>
                <c:pt idx="2645">
                  <c:v>23-09-2021</c:v>
                </c:pt>
                <c:pt idx="2646">
                  <c:v>23-09-2021</c:v>
                </c:pt>
                <c:pt idx="2647">
                  <c:v>23-09-2021</c:v>
                </c:pt>
                <c:pt idx="2648">
                  <c:v>23-09-2021</c:v>
                </c:pt>
                <c:pt idx="2649">
                  <c:v>23-09-2021</c:v>
                </c:pt>
                <c:pt idx="2650">
                  <c:v>23-09-2021</c:v>
                </c:pt>
                <c:pt idx="2651">
                  <c:v>23-09-2021</c:v>
                </c:pt>
                <c:pt idx="2652">
                  <c:v>23-09-2021</c:v>
                </c:pt>
                <c:pt idx="2653">
                  <c:v>23-09-2021</c:v>
                </c:pt>
                <c:pt idx="2654">
                  <c:v>23-09-2021</c:v>
                </c:pt>
                <c:pt idx="2655">
                  <c:v>23-09-2021</c:v>
                </c:pt>
                <c:pt idx="2656">
                  <c:v>23-09-2021</c:v>
                </c:pt>
                <c:pt idx="2657">
                  <c:v>23-09-2021</c:v>
                </c:pt>
                <c:pt idx="2658">
                  <c:v>23-09-2021</c:v>
                </c:pt>
                <c:pt idx="2659">
                  <c:v>23-09-2021</c:v>
                </c:pt>
                <c:pt idx="2660">
                  <c:v>23-09-2021</c:v>
                </c:pt>
                <c:pt idx="2661">
                  <c:v>23-09-2021</c:v>
                </c:pt>
                <c:pt idx="2662">
                  <c:v>23-09-2021</c:v>
                </c:pt>
                <c:pt idx="2663">
                  <c:v>23-09-2021</c:v>
                </c:pt>
                <c:pt idx="2664">
                  <c:v>23-09-2021</c:v>
                </c:pt>
                <c:pt idx="2665">
                  <c:v>23-09-2021</c:v>
                </c:pt>
                <c:pt idx="2666">
                  <c:v>23-09-2021</c:v>
                </c:pt>
                <c:pt idx="2667">
                  <c:v>23-09-2021</c:v>
                </c:pt>
                <c:pt idx="2668">
                  <c:v>23-09-2021</c:v>
                </c:pt>
                <c:pt idx="2669">
                  <c:v>23-09-2021</c:v>
                </c:pt>
                <c:pt idx="2670">
                  <c:v>23-09-2021</c:v>
                </c:pt>
                <c:pt idx="2671">
                  <c:v>23-09-2021</c:v>
                </c:pt>
                <c:pt idx="2672">
                  <c:v>24-09-2021</c:v>
                </c:pt>
                <c:pt idx="2673">
                  <c:v>24-09-2021</c:v>
                </c:pt>
                <c:pt idx="2674">
                  <c:v>24-09-2021</c:v>
                </c:pt>
                <c:pt idx="2675">
                  <c:v>24-09-2021</c:v>
                </c:pt>
                <c:pt idx="2676">
                  <c:v>24-09-2021</c:v>
                </c:pt>
                <c:pt idx="2677">
                  <c:v>24-09-2021</c:v>
                </c:pt>
                <c:pt idx="2678">
                  <c:v>24-09-2021</c:v>
                </c:pt>
                <c:pt idx="2679">
                  <c:v>24-09-2021</c:v>
                </c:pt>
                <c:pt idx="2680">
                  <c:v>24-09-2021</c:v>
                </c:pt>
                <c:pt idx="2681">
                  <c:v>24-09-2021</c:v>
                </c:pt>
                <c:pt idx="2682">
                  <c:v>24-09-2021</c:v>
                </c:pt>
                <c:pt idx="2683">
                  <c:v>24-09-2021</c:v>
                </c:pt>
                <c:pt idx="2684">
                  <c:v>24-09-2021</c:v>
                </c:pt>
                <c:pt idx="2685">
                  <c:v>24-09-2021</c:v>
                </c:pt>
                <c:pt idx="2686">
                  <c:v>24-09-2021</c:v>
                </c:pt>
                <c:pt idx="2687">
                  <c:v>24-09-2021</c:v>
                </c:pt>
                <c:pt idx="2688">
                  <c:v>24-09-2021</c:v>
                </c:pt>
                <c:pt idx="2689">
                  <c:v>24-09-2021</c:v>
                </c:pt>
                <c:pt idx="2690">
                  <c:v>24-09-2021</c:v>
                </c:pt>
                <c:pt idx="2691">
                  <c:v>24-09-2021</c:v>
                </c:pt>
                <c:pt idx="2692">
                  <c:v>24-09-2021</c:v>
                </c:pt>
                <c:pt idx="2693">
                  <c:v>24-09-2021</c:v>
                </c:pt>
                <c:pt idx="2694">
                  <c:v>24-09-2021</c:v>
                </c:pt>
                <c:pt idx="2695">
                  <c:v>24-09-2021</c:v>
                </c:pt>
                <c:pt idx="2696">
                  <c:v>24-09-2021</c:v>
                </c:pt>
                <c:pt idx="2697">
                  <c:v>24-09-2021</c:v>
                </c:pt>
                <c:pt idx="2698">
                  <c:v>24-09-2021</c:v>
                </c:pt>
                <c:pt idx="2699">
                  <c:v>24-09-2021</c:v>
                </c:pt>
                <c:pt idx="2700">
                  <c:v>24-09-2021</c:v>
                </c:pt>
                <c:pt idx="2701">
                  <c:v>24-09-2021</c:v>
                </c:pt>
                <c:pt idx="2702">
                  <c:v>24-09-2021</c:v>
                </c:pt>
                <c:pt idx="2703">
                  <c:v>24-09-2021</c:v>
                </c:pt>
                <c:pt idx="2704">
                  <c:v>24-09-2021</c:v>
                </c:pt>
                <c:pt idx="2705">
                  <c:v>24-09-2021</c:v>
                </c:pt>
                <c:pt idx="2706">
                  <c:v>24-09-2021</c:v>
                </c:pt>
                <c:pt idx="2707">
                  <c:v>24-09-2021</c:v>
                </c:pt>
                <c:pt idx="2708">
                  <c:v>24-09-2021</c:v>
                </c:pt>
                <c:pt idx="2709">
                  <c:v>24-09-2021</c:v>
                </c:pt>
                <c:pt idx="2710">
                  <c:v>24-09-2021</c:v>
                </c:pt>
                <c:pt idx="2711">
                  <c:v>24-09-2021</c:v>
                </c:pt>
                <c:pt idx="2712">
                  <c:v>24-09-2021</c:v>
                </c:pt>
                <c:pt idx="2713">
                  <c:v>24-09-2021</c:v>
                </c:pt>
                <c:pt idx="2714">
                  <c:v>24-09-2021</c:v>
                </c:pt>
                <c:pt idx="2715">
                  <c:v>24-09-2021</c:v>
                </c:pt>
                <c:pt idx="2716">
                  <c:v>24-09-2021</c:v>
                </c:pt>
                <c:pt idx="2717">
                  <c:v>24-09-2021</c:v>
                </c:pt>
                <c:pt idx="2718">
                  <c:v>24-09-2021</c:v>
                </c:pt>
                <c:pt idx="2719">
                  <c:v>24-09-2021</c:v>
                </c:pt>
                <c:pt idx="2720">
                  <c:v>24-09-2021</c:v>
                </c:pt>
                <c:pt idx="2721">
                  <c:v>24-09-2021</c:v>
                </c:pt>
                <c:pt idx="2722">
                  <c:v>24-09-2021</c:v>
                </c:pt>
                <c:pt idx="2723">
                  <c:v>24-09-2021</c:v>
                </c:pt>
                <c:pt idx="2724">
                  <c:v>25-09-2021</c:v>
                </c:pt>
                <c:pt idx="2725">
                  <c:v>25-09-2021</c:v>
                </c:pt>
                <c:pt idx="2726">
                  <c:v>25-09-2021</c:v>
                </c:pt>
                <c:pt idx="2727">
                  <c:v>25-09-2021</c:v>
                </c:pt>
                <c:pt idx="2728">
                  <c:v>25-09-2021</c:v>
                </c:pt>
                <c:pt idx="2729">
                  <c:v>25-09-2021</c:v>
                </c:pt>
                <c:pt idx="2730">
                  <c:v>25-09-2021</c:v>
                </c:pt>
                <c:pt idx="2731">
                  <c:v>25-09-2021</c:v>
                </c:pt>
                <c:pt idx="2732">
                  <c:v>25-09-2021</c:v>
                </c:pt>
                <c:pt idx="2733">
                  <c:v>25-09-2021</c:v>
                </c:pt>
                <c:pt idx="2734">
                  <c:v>25-09-2021</c:v>
                </c:pt>
                <c:pt idx="2735">
                  <c:v>25-09-2021</c:v>
                </c:pt>
                <c:pt idx="2736">
                  <c:v>25-09-2021</c:v>
                </c:pt>
                <c:pt idx="2737">
                  <c:v>25-09-2021</c:v>
                </c:pt>
                <c:pt idx="2738">
                  <c:v>25-09-2021</c:v>
                </c:pt>
                <c:pt idx="2739">
                  <c:v>25-09-2021</c:v>
                </c:pt>
                <c:pt idx="2740">
                  <c:v>25-09-2021</c:v>
                </c:pt>
                <c:pt idx="2741">
                  <c:v>25-09-2021</c:v>
                </c:pt>
                <c:pt idx="2742">
                  <c:v>25-09-2021</c:v>
                </c:pt>
                <c:pt idx="2743">
                  <c:v>25-09-2021</c:v>
                </c:pt>
                <c:pt idx="2744">
                  <c:v>25-09-2021</c:v>
                </c:pt>
                <c:pt idx="2745">
                  <c:v>25-09-2021</c:v>
                </c:pt>
                <c:pt idx="2746">
                  <c:v>25-09-2021</c:v>
                </c:pt>
                <c:pt idx="2747">
                  <c:v>25-09-2021</c:v>
                </c:pt>
                <c:pt idx="2748">
                  <c:v>25-09-2021</c:v>
                </c:pt>
                <c:pt idx="2749">
                  <c:v>25-09-2021</c:v>
                </c:pt>
                <c:pt idx="2750">
                  <c:v>25-09-2021</c:v>
                </c:pt>
                <c:pt idx="2751">
                  <c:v>25-09-2021</c:v>
                </c:pt>
                <c:pt idx="2752">
                  <c:v>25-09-2021</c:v>
                </c:pt>
                <c:pt idx="2753">
                  <c:v>25-09-2021</c:v>
                </c:pt>
                <c:pt idx="2754">
                  <c:v>25-09-2021</c:v>
                </c:pt>
                <c:pt idx="2755">
                  <c:v>25-09-2021</c:v>
                </c:pt>
                <c:pt idx="2756">
                  <c:v>25-09-2021</c:v>
                </c:pt>
                <c:pt idx="2757">
                  <c:v>25-09-2021</c:v>
                </c:pt>
                <c:pt idx="2758">
                  <c:v>25-09-2021</c:v>
                </c:pt>
                <c:pt idx="2759">
                  <c:v>25-09-2021</c:v>
                </c:pt>
                <c:pt idx="2760">
                  <c:v>25-09-2021</c:v>
                </c:pt>
                <c:pt idx="2761">
                  <c:v>25-09-2021</c:v>
                </c:pt>
                <c:pt idx="2762">
                  <c:v>25-09-2021</c:v>
                </c:pt>
                <c:pt idx="2763">
                  <c:v>25-09-2021</c:v>
                </c:pt>
                <c:pt idx="2764">
                  <c:v>25-09-2021</c:v>
                </c:pt>
                <c:pt idx="2765">
                  <c:v>25-09-2021</c:v>
                </c:pt>
                <c:pt idx="2766">
                  <c:v>25-09-2021</c:v>
                </c:pt>
                <c:pt idx="2767">
                  <c:v>25-09-2021</c:v>
                </c:pt>
                <c:pt idx="2768">
                  <c:v>25-09-2021</c:v>
                </c:pt>
                <c:pt idx="2769">
                  <c:v>25-09-2021</c:v>
                </c:pt>
                <c:pt idx="2770">
                  <c:v>25-09-2021</c:v>
                </c:pt>
                <c:pt idx="2771">
                  <c:v>25-09-2021</c:v>
                </c:pt>
                <c:pt idx="2772">
                  <c:v>25-09-2021</c:v>
                </c:pt>
                <c:pt idx="2773">
                  <c:v>26-09-2021</c:v>
                </c:pt>
                <c:pt idx="2774">
                  <c:v>26-09-2021</c:v>
                </c:pt>
                <c:pt idx="2775">
                  <c:v>26-09-2021</c:v>
                </c:pt>
                <c:pt idx="2776">
                  <c:v>26-09-2021</c:v>
                </c:pt>
                <c:pt idx="2777">
                  <c:v>26-09-2021</c:v>
                </c:pt>
                <c:pt idx="2778">
                  <c:v>26-09-2021</c:v>
                </c:pt>
                <c:pt idx="2779">
                  <c:v>26-09-2021</c:v>
                </c:pt>
                <c:pt idx="2780">
                  <c:v>26-09-2021</c:v>
                </c:pt>
                <c:pt idx="2781">
                  <c:v>26-09-2021</c:v>
                </c:pt>
                <c:pt idx="2782">
                  <c:v>26-09-2021</c:v>
                </c:pt>
                <c:pt idx="2783">
                  <c:v>26-09-2021</c:v>
                </c:pt>
                <c:pt idx="2784">
                  <c:v>26-09-2021</c:v>
                </c:pt>
                <c:pt idx="2785">
                  <c:v>26-09-2021</c:v>
                </c:pt>
                <c:pt idx="2786">
                  <c:v>26-09-2021</c:v>
                </c:pt>
                <c:pt idx="2787">
                  <c:v>26-09-2021</c:v>
                </c:pt>
                <c:pt idx="2788">
                  <c:v>26-09-2021</c:v>
                </c:pt>
                <c:pt idx="2789">
                  <c:v>26-09-2021</c:v>
                </c:pt>
                <c:pt idx="2790">
                  <c:v>26-09-2021</c:v>
                </c:pt>
                <c:pt idx="2791">
                  <c:v>26-09-2021</c:v>
                </c:pt>
                <c:pt idx="2792">
                  <c:v>26-09-2021</c:v>
                </c:pt>
                <c:pt idx="2793">
                  <c:v>26-09-2021</c:v>
                </c:pt>
                <c:pt idx="2794">
                  <c:v>26-09-2021</c:v>
                </c:pt>
                <c:pt idx="2795">
                  <c:v>26-09-2021</c:v>
                </c:pt>
                <c:pt idx="2796">
                  <c:v>26-09-2021</c:v>
                </c:pt>
                <c:pt idx="2797">
                  <c:v>26-09-2021</c:v>
                </c:pt>
                <c:pt idx="2798">
                  <c:v>26-09-2021</c:v>
                </c:pt>
                <c:pt idx="2799">
                  <c:v>26-09-2021</c:v>
                </c:pt>
                <c:pt idx="2800">
                  <c:v>26-09-2021</c:v>
                </c:pt>
                <c:pt idx="2801">
                  <c:v>26-09-2021</c:v>
                </c:pt>
                <c:pt idx="2802">
                  <c:v>26-09-2021</c:v>
                </c:pt>
                <c:pt idx="2803">
                  <c:v>26-09-2021</c:v>
                </c:pt>
                <c:pt idx="2804">
                  <c:v>26-09-2021</c:v>
                </c:pt>
                <c:pt idx="2805">
                  <c:v>26-09-2021</c:v>
                </c:pt>
                <c:pt idx="2806">
                  <c:v>26-09-2021</c:v>
                </c:pt>
                <c:pt idx="2807">
                  <c:v>26-09-2021</c:v>
                </c:pt>
                <c:pt idx="2808">
                  <c:v>26-09-2021</c:v>
                </c:pt>
                <c:pt idx="2809">
                  <c:v>26-09-2021</c:v>
                </c:pt>
                <c:pt idx="2810">
                  <c:v>26-09-2021</c:v>
                </c:pt>
                <c:pt idx="2811">
                  <c:v>26-09-2021</c:v>
                </c:pt>
                <c:pt idx="2812">
                  <c:v>26-09-2021</c:v>
                </c:pt>
                <c:pt idx="2813">
                  <c:v>26-09-2021</c:v>
                </c:pt>
                <c:pt idx="2814">
                  <c:v>26-09-2021</c:v>
                </c:pt>
                <c:pt idx="2815">
                  <c:v>26-09-2021</c:v>
                </c:pt>
                <c:pt idx="2816">
                  <c:v>26-09-2021</c:v>
                </c:pt>
                <c:pt idx="2817">
                  <c:v>26-09-2021</c:v>
                </c:pt>
                <c:pt idx="2818">
                  <c:v>26-09-2021</c:v>
                </c:pt>
                <c:pt idx="2819">
                  <c:v>26-09-2021</c:v>
                </c:pt>
                <c:pt idx="2820">
                  <c:v>26-09-2021</c:v>
                </c:pt>
                <c:pt idx="2821">
                  <c:v>26-09-2021</c:v>
                </c:pt>
                <c:pt idx="2822">
                  <c:v>26-09-2021</c:v>
                </c:pt>
                <c:pt idx="2823">
                  <c:v>26-09-2021</c:v>
                </c:pt>
                <c:pt idx="2824">
                  <c:v>27-09-2021</c:v>
                </c:pt>
                <c:pt idx="2825">
                  <c:v>27-09-2021</c:v>
                </c:pt>
                <c:pt idx="2826">
                  <c:v>27-09-2021</c:v>
                </c:pt>
                <c:pt idx="2827">
                  <c:v>27-09-2021</c:v>
                </c:pt>
                <c:pt idx="2828">
                  <c:v>27-09-2021</c:v>
                </c:pt>
                <c:pt idx="2829">
                  <c:v>27-09-2021</c:v>
                </c:pt>
                <c:pt idx="2830">
                  <c:v>27-09-2021</c:v>
                </c:pt>
                <c:pt idx="2831">
                  <c:v>27-09-2021</c:v>
                </c:pt>
                <c:pt idx="2832">
                  <c:v>27-09-2021</c:v>
                </c:pt>
                <c:pt idx="2833">
                  <c:v>27-09-2021</c:v>
                </c:pt>
                <c:pt idx="2834">
                  <c:v>27-09-2021</c:v>
                </c:pt>
                <c:pt idx="2835">
                  <c:v>27-09-2021</c:v>
                </c:pt>
                <c:pt idx="2836">
                  <c:v>27-09-2021</c:v>
                </c:pt>
                <c:pt idx="2837">
                  <c:v>27-09-2021</c:v>
                </c:pt>
                <c:pt idx="2838">
                  <c:v>27-09-2021</c:v>
                </c:pt>
                <c:pt idx="2839">
                  <c:v>27-09-2021</c:v>
                </c:pt>
                <c:pt idx="2840">
                  <c:v>27-09-2021</c:v>
                </c:pt>
                <c:pt idx="2841">
                  <c:v>27-09-2021</c:v>
                </c:pt>
                <c:pt idx="2842">
                  <c:v>27-09-2021</c:v>
                </c:pt>
                <c:pt idx="2843">
                  <c:v>27-09-2021</c:v>
                </c:pt>
                <c:pt idx="2844">
                  <c:v>27-09-2021</c:v>
                </c:pt>
                <c:pt idx="2845">
                  <c:v>27-09-2021</c:v>
                </c:pt>
                <c:pt idx="2846">
                  <c:v>27-09-2021</c:v>
                </c:pt>
                <c:pt idx="2847">
                  <c:v>27-09-2021</c:v>
                </c:pt>
                <c:pt idx="2848">
                  <c:v>27-09-2021</c:v>
                </c:pt>
                <c:pt idx="2849">
                  <c:v>27-09-2021</c:v>
                </c:pt>
                <c:pt idx="2850">
                  <c:v>27-09-2021</c:v>
                </c:pt>
                <c:pt idx="2851">
                  <c:v>27-09-2021</c:v>
                </c:pt>
                <c:pt idx="2852">
                  <c:v>27-09-2021</c:v>
                </c:pt>
                <c:pt idx="2853">
                  <c:v>27-09-2021</c:v>
                </c:pt>
                <c:pt idx="2854">
                  <c:v>27-09-2021</c:v>
                </c:pt>
                <c:pt idx="2855">
                  <c:v>27-09-2021</c:v>
                </c:pt>
                <c:pt idx="2856">
                  <c:v>27-09-2021</c:v>
                </c:pt>
                <c:pt idx="2857">
                  <c:v>27-09-2021</c:v>
                </c:pt>
                <c:pt idx="2858">
                  <c:v>27-09-2021</c:v>
                </c:pt>
                <c:pt idx="2859">
                  <c:v>27-09-2021</c:v>
                </c:pt>
                <c:pt idx="2860">
                  <c:v>27-09-2021</c:v>
                </c:pt>
                <c:pt idx="2861">
                  <c:v>27-09-2021</c:v>
                </c:pt>
                <c:pt idx="2862">
                  <c:v>27-09-2021</c:v>
                </c:pt>
                <c:pt idx="2863">
                  <c:v>27-09-2021</c:v>
                </c:pt>
                <c:pt idx="2864">
                  <c:v>27-09-2021</c:v>
                </c:pt>
                <c:pt idx="2865">
                  <c:v>27-09-2021</c:v>
                </c:pt>
                <c:pt idx="2866">
                  <c:v>27-09-2021</c:v>
                </c:pt>
                <c:pt idx="2867">
                  <c:v>27-09-2021</c:v>
                </c:pt>
                <c:pt idx="2868">
                  <c:v>27-09-2021</c:v>
                </c:pt>
                <c:pt idx="2869">
                  <c:v>27-09-2021</c:v>
                </c:pt>
                <c:pt idx="2870">
                  <c:v>27-09-2021</c:v>
                </c:pt>
                <c:pt idx="2871">
                  <c:v>27-09-2021</c:v>
                </c:pt>
                <c:pt idx="2872">
                  <c:v>27-09-2021</c:v>
                </c:pt>
                <c:pt idx="2873">
                  <c:v>27-09-2021</c:v>
                </c:pt>
                <c:pt idx="2874">
                  <c:v>27-09-2021</c:v>
                </c:pt>
                <c:pt idx="2875">
                  <c:v>27-09-2021</c:v>
                </c:pt>
                <c:pt idx="2876">
                  <c:v>27-09-2021</c:v>
                </c:pt>
                <c:pt idx="2877">
                  <c:v>27-09-2021</c:v>
                </c:pt>
                <c:pt idx="2878">
                  <c:v>27-09-2021</c:v>
                </c:pt>
                <c:pt idx="2879">
                  <c:v>28-09-2021</c:v>
                </c:pt>
                <c:pt idx="2880">
                  <c:v>28-09-2021</c:v>
                </c:pt>
                <c:pt idx="2881">
                  <c:v>28-09-2021</c:v>
                </c:pt>
                <c:pt idx="2882">
                  <c:v>28-09-2021</c:v>
                </c:pt>
                <c:pt idx="2883">
                  <c:v>28-09-2021</c:v>
                </c:pt>
                <c:pt idx="2884">
                  <c:v>28-09-2021</c:v>
                </c:pt>
                <c:pt idx="2885">
                  <c:v>28-09-2021</c:v>
                </c:pt>
                <c:pt idx="2886">
                  <c:v>28-09-2021</c:v>
                </c:pt>
                <c:pt idx="2887">
                  <c:v>28-09-2021</c:v>
                </c:pt>
                <c:pt idx="2888">
                  <c:v>28-09-2021</c:v>
                </c:pt>
                <c:pt idx="2889">
                  <c:v>28-09-2021</c:v>
                </c:pt>
                <c:pt idx="2890">
                  <c:v>28-09-2021</c:v>
                </c:pt>
                <c:pt idx="2891">
                  <c:v>28-09-2021</c:v>
                </c:pt>
                <c:pt idx="2892">
                  <c:v>28-09-2021</c:v>
                </c:pt>
                <c:pt idx="2893">
                  <c:v>28-09-2021</c:v>
                </c:pt>
                <c:pt idx="2894">
                  <c:v>28-09-2021</c:v>
                </c:pt>
                <c:pt idx="2895">
                  <c:v>28-09-2021</c:v>
                </c:pt>
                <c:pt idx="2896">
                  <c:v>28-09-2021</c:v>
                </c:pt>
                <c:pt idx="2897">
                  <c:v>28-09-2021</c:v>
                </c:pt>
                <c:pt idx="2898">
                  <c:v>28-09-2021</c:v>
                </c:pt>
                <c:pt idx="2899">
                  <c:v>28-09-2021</c:v>
                </c:pt>
                <c:pt idx="2900">
                  <c:v>28-09-2021</c:v>
                </c:pt>
                <c:pt idx="2901">
                  <c:v>28-09-2021</c:v>
                </c:pt>
                <c:pt idx="2902">
                  <c:v>28-09-2021</c:v>
                </c:pt>
                <c:pt idx="2903">
                  <c:v>28-09-2021</c:v>
                </c:pt>
                <c:pt idx="2904">
                  <c:v>28-09-2021</c:v>
                </c:pt>
                <c:pt idx="2905">
                  <c:v>28-09-2021</c:v>
                </c:pt>
                <c:pt idx="2906">
                  <c:v>28-09-2021</c:v>
                </c:pt>
                <c:pt idx="2907">
                  <c:v>28-09-2021</c:v>
                </c:pt>
                <c:pt idx="2908">
                  <c:v>28-09-2021</c:v>
                </c:pt>
                <c:pt idx="2909">
                  <c:v>28-09-2021</c:v>
                </c:pt>
                <c:pt idx="2910">
                  <c:v>28-09-2021</c:v>
                </c:pt>
                <c:pt idx="2911">
                  <c:v>28-09-2021</c:v>
                </c:pt>
                <c:pt idx="2912">
                  <c:v>28-09-2021</c:v>
                </c:pt>
                <c:pt idx="2913">
                  <c:v>28-09-2021</c:v>
                </c:pt>
                <c:pt idx="2914">
                  <c:v>28-09-2021</c:v>
                </c:pt>
                <c:pt idx="2915">
                  <c:v>28-09-2021</c:v>
                </c:pt>
                <c:pt idx="2916">
                  <c:v>28-09-2021</c:v>
                </c:pt>
                <c:pt idx="2917">
                  <c:v>28-09-2021</c:v>
                </c:pt>
                <c:pt idx="2918">
                  <c:v>28-09-2021</c:v>
                </c:pt>
                <c:pt idx="2919">
                  <c:v>28-09-2021</c:v>
                </c:pt>
                <c:pt idx="2920">
                  <c:v>28-09-2021</c:v>
                </c:pt>
                <c:pt idx="2921">
                  <c:v>28-09-2021</c:v>
                </c:pt>
                <c:pt idx="2922">
                  <c:v>28-09-2021</c:v>
                </c:pt>
                <c:pt idx="2923">
                  <c:v>28-09-2021</c:v>
                </c:pt>
                <c:pt idx="2924">
                  <c:v>28-09-2021</c:v>
                </c:pt>
                <c:pt idx="2925">
                  <c:v>28-09-2021</c:v>
                </c:pt>
                <c:pt idx="2926">
                  <c:v>28-09-2021</c:v>
                </c:pt>
                <c:pt idx="2927">
                  <c:v>28-09-2021</c:v>
                </c:pt>
                <c:pt idx="2928">
                  <c:v>28-09-2021</c:v>
                </c:pt>
                <c:pt idx="2929">
                  <c:v>28-09-2021</c:v>
                </c:pt>
                <c:pt idx="2930">
                  <c:v>28-09-2021</c:v>
                </c:pt>
                <c:pt idx="2931">
                  <c:v>28-09-2021</c:v>
                </c:pt>
                <c:pt idx="2932">
                  <c:v>28-09-2021</c:v>
                </c:pt>
                <c:pt idx="2933">
                  <c:v>28-09-2021</c:v>
                </c:pt>
                <c:pt idx="2934">
                  <c:v>29-09-2021</c:v>
                </c:pt>
                <c:pt idx="2935">
                  <c:v>29-09-2021</c:v>
                </c:pt>
                <c:pt idx="2936">
                  <c:v>29-09-2021</c:v>
                </c:pt>
                <c:pt idx="2937">
                  <c:v>29-09-2021</c:v>
                </c:pt>
                <c:pt idx="2938">
                  <c:v>29-09-2021</c:v>
                </c:pt>
                <c:pt idx="2939">
                  <c:v>29-09-2021</c:v>
                </c:pt>
                <c:pt idx="2940">
                  <c:v>29-09-2021</c:v>
                </c:pt>
                <c:pt idx="2941">
                  <c:v>29-09-2021</c:v>
                </c:pt>
                <c:pt idx="2942">
                  <c:v>29-09-2021</c:v>
                </c:pt>
                <c:pt idx="2943">
                  <c:v>29-09-2021</c:v>
                </c:pt>
                <c:pt idx="2944">
                  <c:v>29-09-2021</c:v>
                </c:pt>
                <c:pt idx="2945">
                  <c:v>29-09-2021</c:v>
                </c:pt>
                <c:pt idx="2946">
                  <c:v>29-09-2021</c:v>
                </c:pt>
                <c:pt idx="2947">
                  <c:v>29-09-2021</c:v>
                </c:pt>
                <c:pt idx="2948">
                  <c:v>29-09-2021</c:v>
                </c:pt>
                <c:pt idx="2949">
                  <c:v>29-09-2021</c:v>
                </c:pt>
                <c:pt idx="2950">
                  <c:v>29-09-2021</c:v>
                </c:pt>
                <c:pt idx="2951">
                  <c:v>29-09-2021</c:v>
                </c:pt>
                <c:pt idx="2952">
                  <c:v>29-09-2021</c:v>
                </c:pt>
                <c:pt idx="2953">
                  <c:v>29-09-2021</c:v>
                </c:pt>
                <c:pt idx="2954">
                  <c:v>29-09-2021</c:v>
                </c:pt>
                <c:pt idx="2955">
                  <c:v>29-09-2021</c:v>
                </c:pt>
                <c:pt idx="2956">
                  <c:v>29-09-2021</c:v>
                </c:pt>
                <c:pt idx="2957">
                  <c:v>29-09-2021</c:v>
                </c:pt>
                <c:pt idx="2958">
                  <c:v>29-09-2021</c:v>
                </c:pt>
                <c:pt idx="2959">
                  <c:v>29-09-2021</c:v>
                </c:pt>
                <c:pt idx="2960">
                  <c:v>29-09-2021</c:v>
                </c:pt>
                <c:pt idx="2961">
                  <c:v>29-09-2021</c:v>
                </c:pt>
                <c:pt idx="2962">
                  <c:v>29-09-2021</c:v>
                </c:pt>
                <c:pt idx="2963">
                  <c:v>29-09-2021</c:v>
                </c:pt>
                <c:pt idx="2964">
                  <c:v>29-09-2021</c:v>
                </c:pt>
                <c:pt idx="2965">
                  <c:v>29-09-2021</c:v>
                </c:pt>
                <c:pt idx="2966">
                  <c:v>29-09-2021</c:v>
                </c:pt>
                <c:pt idx="2967">
                  <c:v>29-09-2021</c:v>
                </c:pt>
                <c:pt idx="2968">
                  <c:v>29-09-2021</c:v>
                </c:pt>
                <c:pt idx="2969">
                  <c:v>29-09-2021</c:v>
                </c:pt>
                <c:pt idx="2970">
                  <c:v>29-09-2021</c:v>
                </c:pt>
                <c:pt idx="2971">
                  <c:v>29-09-2021</c:v>
                </c:pt>
                <c:pt idx="2972">
                  <c:v>29-09-2021</c:v>
                </c:pt>
                <c:pt idx="2973">
                  <c:v>29-09-2021</c:v>
                </c:pt>
                <c:pt idx="2974">
                  <c:v>29-09-2021</c:v>
                </c:pt>
                <c:pt idx="2975">
                  <c:v>29-09-2021</c:v>
                </c:pt>
                <c:pt idx="2976">
                  <c:v>29-09-2021</c:v>
                </c:pt>
                <c:pt idx="2977">
                  <c:v>29-09-2021</c:v>
                </c:pt>
                <c:pt idx="2978">
                  <c:v>29-09-2021</c:v>
                </c:pt>
                <c:pt idx="2979">
                  <c:v>29-09-2021</c:v>
                </c:pt>
                <c:pt idx="2980">
                  <c:v>29-09-2021</c:v>
                </c:pt>
                <c:pt idx="2981">
                  <c:v>29-09-2021</c:v>
                </c:pt>
                <c:pt idx="2982">
                  <c:v>29-09-2021</c:v>
                </c:pt>
                <c:pt idx="2983">
                  <c:v>29-09-2021</c:v>
                </c:pt>
                <c:pt idx="2984">
                  <c:v>29-09-2021</c:v>
                </c:pt>
                <c:pt idx="2985">
                  <c:v>30-09-2021</c:v>
                </c:pt>
                <c:pt idx="2986">
                  <c:v>30-09-2021</c:v>
                </c:pt>
                <c:pt idx="2987">
                  <c:v>30-09-2021</c:v>
                </c:pt>
                <c:pt idx="2988">
                  <c:v>30-09-2021</c:v>
                </c:pt>
                <c:pt idx="2989">
                  <c:v>30-09-2021</c:v>
                </c:pt>
                <c:pt idx="2990">
                  <c:v>30-09-2021</c:v>
                </c:pt>
                <c:pt idx="2991">
                  <c:v>30-09-2021</c:v>
                </c:pt>
                <c:pt idx="2992">
                  <c:v>30-09-2021</c:v>
                </c:pt>
                <c:pt idx="2993">
                  <c:v>30-09-2021</c:v>
                </c:pt>
                <c:pt idx="2994">
                  <c:v>30-09-2021</c:v>
                </c:pt>
                <c:pt idx="2995">
                  <c:v>30-09-2021</c:v>
                </c:pt>
                <c:pt idx="2996">
                  <c:v>30-09-2021</c:v>
                </c:pt>
                <c:pt idx="2997">
                  <c:v>30-09-2021</c:v>
                </c:pt>
                <c:pt idx="2998">
                  <c:v>30-09-2021</c:v>
                </c:pt>
                <c:pt idx="2999">
                  <c:v>30-09-2021</c:v>
                </c:pt>
                <c:pt idx="3000">
                  <c:v>30-09-2021</c:v>
                </c:pt>
                <c:pt idx="3001">
                  <c:v>30-09-2021</c:v>
                </c:pt>
                <c:pt idx="3002">
                  <c:v>30-09-2021</c:v>
                </c:pt>
                <c:pt idx="3003">
                  <c:v>30-09-2021</c:v>
                </c:pt>
                <c:pt idx="3004">
                  <c:v>30-09-2021</c:v>
                </c:pt>
                <c:pt idx="3005">
                  <c:v>30-09-2021</c:v>
                </c:pt>
                <c:pt idx="3006">
                  <c:v>30-09-2021</c:v>
                </c:pt>
                <c:pt idx="3007">
                  <c:v>30-09-2021</c:v>
                </c:pt>
                <c:pt idx="3008">
                  <c:v>30-09-2021</c:v>
                </c:pt>
                <c:pt idx="3009">
                  <c:v>30-09-2021</c:v>
                </c:pt>
                <c:pt idx="3010">
                  <c:v>30-09-2021</c:v>
                </c:pt>
                <c:pt idx="3011">
                  <c:v>30-09-2021</c:v>
                </c:pt>
                <c:pt idx="3012">
                  <c:v>30-09-2021</c:v>
                </c:pt>
                <c:pt idx="3013">
                  <c:v>30-09-2021</c:v>
                </c:pt>
                <c:pt idx="3014">
                  <c:v>30-09-2021</c:v>
                </c:pt>
                <c:pt idx="3015">
                  <c:v>30-09-2021</c:v>
                </c:pt>
                <c:pt idx="3016">
                  <c:v>30-09-2021</c:v>
                </c:pt>
                <c:pt idx="3017">
                  <c:v>30-09-2021</c:v>
                </c:pt>
                <c:pt idx="3018">
                  <c:v>30-09-2021</c:v>
                </c:pt>
                <c:pt idx="3019">
                  <c:v>30-09-2021</c:v>
                </c:pt>
                <c:pt idx="3020">
                  <c:v>30-09-2021</c:v>
                </c:pt>
                <c:pt idx="3021">
                  <c:v>30-09-2021</c:v>
                </c:pt>
                <c:pt idx="3022">
                  <c:v>30-09-2021</c:v>
                </c:pt>
                <c:pt idx="3023">
                  <c:v>30-09-2021</c:v>
                </c:pt>
                <c:pt idx="3024">
                  <c:v>30-09-2021</c:v>
                </c:pt>
                <c:pt idx="3025">
                  <c:v>30-09-2021</c:v>
                </c:pt>
                <c:pt idx="3026">
                  <c:v>30-09-2021</c:v>
                </c:pt>
                <c:pt idx="3027">
                  <c:v>30-09-2021</c:v>
                </c:pt>
                <c:pt idx="3028">
                  <c:v>30-09-2021</c:v>
                </c:pt>
                <c:pt idx="3029">
                  <c:v>30-09-2021</c:v>
                </c:pt>
                <c:pt idx="3030">
                  <c:v>30-09-2021</c:v>
                </c:pt>
                <c:pt idx="3031">
                  <c:v>30-09-2021</c:v>
                </c:pt>
                <c:pt idx="3032">
                  <c:v>30-09-2021</c:v>
                </c:pt>
                <c:pt idx="3033">
                  <c:v>30-09-2021</c:v>
                </c:pt>
                <c:pt idx="3034">
                  <c:v>30-09-2021</c:v>
                </c:pt>
                <c:pt idx="3035">
                  <c:v>30-09-2021</c:v>
                </c:pt>
                <c:pt idx="3036">
                  <c:v>30-09-2021</c:v>
                </c:pt>
                <c:pt idx="3037">
                  <c:v>01-10-2021</c:v>
                </c:pt>
                <c:pt idx="3038">
                  <c:v>01-10-2021</c:v>
                </c:pt>
                <c:pt idx="3039">
                  <c:v>01-10-2021</c:v>
                </c:pt>
                <c:pt idx="3040">
                  <c:v>01-10-2021</c:v>
                </c:pt>
                <c:pt idx="3041">
                  <c:v>01-10-2021</c:v>
                </c:pt>
                <c:pt idx="3042">
                  <c:v>01-10-2021</c:v>
                </c:pt>
                <c:pt idx="3043">
                  <c:v>01-10-2021</c:v>
                </c:pt>
                <c:pt idx="3044">
                  <c:v>01-10-2021</c:v>
                </c:pt>
                <c:pt idx="3045">
                  <c:v>01-10-2021</c:v>
                </c:pt>
                <c:pt idx="3046">
                  <c:v>01-10-2021</c:v>
                </c:pt>
                <c:pt idx="3047">
                  <c:v>01-10-2021</c:v>
                </c:pt>
                <c:pt idx="3048">
                  <c:v>01-10-2021</c:v>
                </c:pt>
                <c:pt idx="3049">
                  <c:v>01-10-2021</c:v>
                </c:pt>
                <c:pt idx="3050">
                  <c:v>01-10-2021</c:v>
                </c:pt>
                <c:pt idx="3051">
                  <c:v>01-10-2021</c:v>
                </c:pt>
                <c:pt idx="3052">
                  <c:v>01-10-2021</c:v>
                </c:pt>
                <c:pt idx="3053">
                  <c:v>01-10-2021</c:v>
                </c:pt>
                <c:pt idx="3054">
                  <c:v>01-10-2021</c:v>
                </c:pt>
                <c:pt idx="3055">
                  <c:v>01-10-2021</c:v>
                </c:pt>
                <c:pt idx="3056">
                  <c:v>01-10-2021</c:v>
                </c:pt>
                <c:pt idx="3057">
                  <c:v>01-10-2021</c:v>
                </c:pt>
                <c:pt idx="3058">
                  <c:v>01-10-2021</c:v>
                </c:pt>
                <c:pt idx="3059">
                  <c:v>01-10-2021</c:v>
                </c:pt>
                <c:pt idx="3060">
                  <c:v>01-10-2021</c:v>
                </c:pt>
                <c:pt idx="3061">
                  <c:v>01-10-2021</c:v>
                </c:pt>
                <c:pt idx="3062">
                  <c:v>01-10-2021</c:v>
                </c:pt>
                <c:pt idx="3063">
                  <c:v>01-10-2021</c:v>
                </c:pt>
                <c:pt idx="3064">
                  <c:v>01-10-2021</c:v>
                </c:pt>
                <c:pt idx="3065">
                  <c:v>01-10-2021</c:v>
                </c:pt>
                <c:pt idx="3066">
                  <c:v>01-10-2021</c:v>
                </c:pt>
                <c:pt idx="3067">
                  <c:v>01-10-2021</c:v>
                </c:pt>
                <c:pt idx="3068">
                  <c:v>01-10-2021</c:v>
                </c:pt>
                <c:pt idx="3069">
                  <c:v>01-10-2021</c:v>
                </c:pt>
                <c:pt idx="3070">
                  <c:v>01-10-2021</c:v>
                </c:pt>
                <c:pt idx="3071">
                  <c:v>01-10-2021</c:v>
                </c:pt>
                <c:pt idx="3072">
                  <c:v>01-10-2021</c:v>
                </c:pt>
                <c:pt idx="3073">
                  <c:v>01-10-2021</c:v>
                </c:pt>
                <c:pt idx="3074">
                  <c:v>01-10-2021</c:v>
                </c:pt>
                <c:pt idx="3075">
                  <c:v>01-10-2021</c:v>
                </c:pt>
                <c:pt idx="3076">
                  <c:v>01-10-2021</c:v>
                </c:pt>
                <c:pt idx="3077">
                  <c:v>01-10-2021</c:v>
                </c:pt>
                <c:pt idx="3078">
                  <c:v>01-10-2021</c:v>
                </c:pt>
                <c:pt idx="3079">
                  <c:v>01-10-2021</c:v>
                </c:pt>
                <c:pt idx="3080">
                  <c:v>01-10-2021</c:v>
                </c:pt>
                <c:pt idx="3081">
                  <c:v>01-10-2021</c:v>
                </c:pt>
                <c:pt idx="3082">
                  <c:v>01-10-2021</c:v>
                </c:pt>
                <c:pt idx="3083">
                  <c:v>01-10-2021</c:v>
                </c:pt>
                <c:pt idx="3084">
                  <c:v>01-10-2021</c:v>
                </c:pt>
                <c:pt idx="3085">
                  <c:v>01-10-2021</c:v>
                </c:pt>
                <c:pt idx="3086">
                  <c:v>01-10-2021</c:v>
                </c:pt>
                <c:pt idx="3087">
                  <c:v>01-10-2021</c:v>
                </c:pt>
                <c:pt idx="3088">
                  <c:v>01-10-2021</c:v>
                </c:pt>
                <c:pt idx="3089">
                  <c:v>02-10-2021</c:v>
                </c:pt>
                <c:pt idx="3090">
                  <c:v>02-10-2021</c:v>
                </c:pt>
                <c:pt idx="3091">
                  <c:v>02-10-2021</c:v>
                </c:pt>
                <c:pt idx="3092">
                  <c:v>02-10-2021</c:v>
                </c:pt>
                <c:pt idx="3093">
                  <c:v>02-10-2021</c:v>
                </c:pt>
                <c:pt idx="3094">
                  <c:v>02-10-2021</c:v>
                </c:pt>
                <c:pt idx="3095">
                  <c:v>02-10-2021</c:v>
                </c:pt>
                <c:pt idx="3096">
                  <c:v>02-10-2021</c:v>
                </c:pt>
                <c:pt idx="3097">
                  <c:v>02-10-2021</c:v>
                </c:pt>
                <c:pt idx="3098">
                  <c:v>02-10-2021</c:v>
                </c:pt>
                <c:pt idx="3099">
                  <c:v>02-10-2021</c:v>
                </c:pt>
                <c:pt idx="3100">
                  <c:v>02-10-2021</c:v>
                </c:pt>
                <c:pt idx="3101">
                  <c:v>02-10-2021</c:v>
                </c:pt>
                <c:pt idx="3102">
                  <c:v>02-10-2021</c:v>
                </c:pt>
                <c:pt idx="3103">
                  <c:v>02-10-2021</c:v>
                </c:pt>
                <c:pt idx="3104">
                  <c:v>02-10-2021</c:v>
                </c:pt>
                <c:pt idx="3105">
                  <c:v>02-10-2021</c:v>
                </c:pt>
                <c:pt idx="3106">
                  <c:v>02-10-2021</c:v>
                </c:pt>
                <c:pt idx="3107">
                  <c:v>02-10-2021</c:v>
                </c:pt>
                <c:pt idx="3108">
                  <c:v>02-10-2021</c:v>
                </c:pt>
                <c:pt idx="3109">
                  <c:v>02-10-2021</c:v>
                </c:pt>
                <c:pt idx="3110">
                  <c:v>02-10-2021</c:v>
                </c:pt>
                <c:pt idx="3111">
                  <c:v>02-10-2021</c:v>
                </c:pt>
                <c:pt idx="3112">
                  <c:v>02-10-2021</c:v>
                </c:pt>
                <c:pt idx="3113">
                  <c:v>02-10-2021</c:v>
                </c:pt>
                <c:pt idx="3114">
                  <c:v>02-10-2021</c:v>
                </c:pt>
                <c:pt idx="3115">
                  <c:v>02-10-2021</c:v>
                </c:pt>
                <c:pt idx="3116">
                  <c:v>02-10-2021</c:v>
                </c:pt>
                <c:pt idx="3117">
                  <c:v>02-10-2021</c:v>
                </c:pt>
                <c:pt idx="3118">
                  <c:v>02-10-2021</c:v>
                </c:pt>
                <c:pt idx="3119">
                  <c:v>02-10-2021</c:v>
                </c:pt>
                <c:pt idx="3120">
                  <c:v>02-10-2021</c:v>
                </c:pt>
                <c:pt idx="3121">
                  <c:v>02-10-2021</c:v>
                </c:pt>
                <c:pt idx="3122">
                  <c:v>02-10-2021</c:v>
                </c:pt>
                <c:pt idx="3123">
                  <c:v>02-10-2021</c:v>
                </c:pt>
                <c:pt idx="3124">
                  <c:v>02-10-2021</c:v>
                </c:pt>
                <c:pt idx="3125">
                  <c:v>02-10-2021</c:v>
                </c:pt>
                <c:pt idx="3126">
                  <c:v>02-10-2021</c:v>
                </c:pt>
                <c:pt idx="3127">
                  <c:v>02-10-2021</c:v>
                </c:pt>
                <c:pt idx="3128">
                  <c:v>02-10-2021</c:v>
                </c:pt>
                <c:pt idx="3129">
                  <c:v>02-10-2021</c:v>
                </c:pt>
                <c:pt idx="3130">
                  <c:v>02-10-2021</c:v>
                </c:pt>
                <c:pt idx="3131">
                  <c:v>02-10-2021</c:v>
                </c:pt>
                <c:pt idx="3132">
                  <c:v>02-10-2021</c:v>
                </c:pt>
                <c:pt idx="3133">
                  <c:v>02-10-2021</c:v>
                </c:pt>
                <c:pt idx="3134">
                  <c:v>02-10-2021</c:v>
                </c:pt>
                <c:pt idx="3135">
                  <c:v>02-10-2021</c:v>
                </c:pt>
                <c:pt idx="3136">
                  <c:v>02-10-2021</c:v>
                </c:pt>
                <c:pt idx="3137">
                  <c:v>02-10-2021</c:v>
                </c:pt>
                <c:pt idx="3138">
                  <c:v>02-10-2021</c:v>
                </c:pt>
                <c:pt idx="3139">
                  <c:v>02-10-2021</c:v>
                </c:pt>
                <c:pt idx="3140">
                  <c:v>03-10-2021</c:v>
                </c:pt>
                <c:pt idx="3141">
                  <c:v>03-10-2021</c:v>
                </c:pt>
                <c:pt idx="3142">
                  <c:v>03-10-2021</c:v>
                </c:pt>
                <c:pt idx="3143">
                  <c:v>03-10-2021</c:v>
                </c:pt>
                <c:pt idx="3144">
                  <c:v>03-10-2021</c:v>
                </c:pt>
                <c:pt idx="3145">
                  <c:v>03-10-2021</c:v>
                </c:pt>
                <c:pt idx="3146">
                  <c:v>03-10-2021</c:v>
                </c:pt>
                <c:pt idx="3147">
                  <c:v>03-10-2021</c:v>
                </c:pt>
                <c:pt idx="3148">
                  <c:v>03-10-2021</c:v>
                </c:pt>
                <c:pt idx="3149">
                  <c:v>03-10-2021</c:v>
                </c:pt>
                <c:pt idx="3150">
                  <c:v>03-10-2021</c:v>
                </c:pt>
                <c:pt idx="3151">
                  <c:v>03-10-2021</c:v>
                </c:pt>
                <c:pt idx="3152">
                  <c:v>03-10-2021</c:v>
                </c:pt>
                <c:pt idx="3153">
                  <c:v>03-10-2021</c:v>
                </c:pt>
                <c:pt idx="3154">
                  <c:v>03-10-2021</c:v>
                </c:pt>
                <c:pt idx="3155">
                  <c:v>03-10-2021</c:v>
                </c:pt>
                <c:pt idx="3156">
                  <c:v>03-10-2021</c:v>
                </c:pt>
                <c:pt idx="3157">
                  <c:v>03-10-2021</c:v>
                </c:pt>
                <c:pt idx="3158">
                  <c:v>03-10-2021</c:v>
                </c:pt>
                <c:pt idx="3159">
                  <c:v>03-10-2021</c:v>
                </c:pt>
                <c:pt idx="3160">
                  <c:v>03-10-2021</c:v>
                </c:pt>
                <c:pt idx="3161">
                  <c:v>03-10-2021</c:v>
                </c:pt>
                <c:pt idx="3162">
                  <c:v>03-10-2021</c:v>
                </c:pt>
                <c:pt idx="3163">
                  <c:v>03-10-2021</c:v>
                </c:pt>
                <c:pt idx="3164">
                  <c:v>03-10-2021</c:v>
                </c:pt>
                <c:pt idx="3165">
                  <c:v>03-10-2021</c:v>
                </c:pt>
                <c:pt idx="3166">
                  <c:v>03-10-2021</c:v>
                </c:pt>
                <c:pt idx="3167">
                  <c:v>03-10-2021</c:v>
                </c:pt>
                <c:pt idx="3168">
                  <c:v>03-10-2021</c:v>
                </c:pt>
                <c:pt idx="3169">
                  <c:v>03-10-2021</c:v>
                </c:pt>
                <c:pt idx="3170">
                  <c:v>03-10-2021</c:v>
                </c:pt>
                <c:pt idx="3171">
                  <c:v>03-10-2021</c:v>
                </c:pt>
                <c:pt idx="3172">
                  <c:v>03-10-2021</c:v>
                </c:pt>
                <c:pt idx="3173">
                  <c:v>03-10-2021</c:v>
                </c:pt>
                <c:pt idx="3174">
                  <c:v>03-10-2021</c:v>
                </c:pt>
                <c:pt idx="3175">
                  <c:v>03-10-2021</c:v>
                </c:pt>
                <c:pt idx="3176">
                  <c:v>03-10-2021</c:v>
                </c:pt>
                <c:pt idx="3177">
                  <c:v>03-10-2021</c:v>
                </c:pt>
                <c:pt idx="3178">
                  <c:v>03-10-2021</c:v>
                </c:pt>
                <c:pt idx="3179">
                  <c:v>03-10-2021</c:v>
                </c:pt>
                <c:pt idx="3180">
                  <c:v>03-10-2021</c:v>
                </c:pt>
                <c:pt idx="3181">
                  <c:v>03-10-2021</c:v>
                </c:pt>
                <c:pt idx="3182">
                  <c:v>03-10-2021</c:v>
                </c:pt>
                <c:pt idx="3183">
                  <c:v>03-10-2021</c:v>
                </c:pt>
                <c:pt idx="3184">
                  <c:v>03-10-2021</c:v>
                </c:pt>
                <c:pt idx="3185">
                  <c:v>03-10-2021</c:v>
                </c:pt>
                <c:pt idx="3186">
                  <c:v>03-10-2021</c:v>
                </c:pt>
                <c:pt idx="3187">
                  <c:v>03-10-2021</c:v>
                </c:pt>
                <c:pt idx="3188">
                  <c:v>03-10-2021</c:v>
                </c:pt>
                <c:pt idx="3189">
                  <c:v>03-10-2021</c:v>
                </c:pt>
                <c:pt idx="3190">
                  <c:v>03-10-2021</c:v>
                </c:pt>
                <c:pt idx="3191">
                  <c:v>04-10-2021</c:v>
                </c:pt>
                <c:pt idx="3192">
                  <c:v>04-10-2021</c:v>
                </c:pt>
                <c:pt idx="3193">
                  <c:v>04-10-2021</c:v>
                </c:pt>
                <c:pt idx="3194">
                  <c:v>04-10-2021</c:v>
                </c:pt>
                <c:pt idx="3195">
                  <c:v>04-10-2021</c:v>
                </c:pt>
                <c:pt idx="3196">
                  <c:v>04-10-2021</c:v>
                </c:pt>
                <c:pt idx="3197">
                  <c:v>04-10-2021</c:v>
                </c:pt>
                <c:pt idx="3198">
                  <c:v>04-10-2021</c:v>
                </c:pt>
                <c:pt idx="3199">
                  <c:v>04-10-2021</c:v>
                </c:pt>
                <c:pt idx="3200">
                  <c:v>04-10-2021</c:v>
                </c:pt>
                <c:pt idx="3201">
                  <c:v>04-10-2021</c:v>
                </c:pt>
                <c:pt idx="3202">
                  <c:v>04-10-2021</c:v>
                </c:pt>
                <c:pt idx="3203">
                  <c:v>04-10-2021</c:v>
                </c:pt>
                <c:pt idx="3204">
                  <c:v>04-10-2021</c:v>
                </c:pt>
                <c:pt idx="3205">
                  <c:v>04-10-2021</c:v>
                </c:pt>
                <c:pt idx="3206">
                  <c:v>04-10-2021</c:v>
                </c:pt>
                <c:pt idx="3207">
                  <c:v>04-10-2021</c:v>
                </c:pt>
                <c:pt idx="3208">
                  <c:v>04-10-2021</c:v>
                </c:pt>
                <c:pt idx="3209">
                  <c:v>04-10-2021</c:v>
                </c:pt>
                <c:pt idx="3210">
                  <c:v>04-10-2021</c:v>
                </c:pt>
                <c:pt idx="3211">
                  <c:v>04-10-2021</c:v>
                </c:pt>
                <c:pt idx="3212">
                  <c:v>04-10-2021</c:v>
                </c:pt>
                <c:pt idx="3213">
                  <c:v>04-10-2021</c:v>
                </c:pt>
                <c:pt idx="3214">
                  <c:v>04-10-2021</c:v>
                </c:pt>
                <c:pt idx="3215">
                  <c:v>04-10-2021</c:v>
                </c:pt>
                <c:pt idx="3216">
                  <c:v>04-10-2021</c:v>
                </c:pt>
                <c:pt idx="3217">
                  <c:v>04-10-2021</c:v>
                </c:pt>
                <c:pt idx="3218">
                  <c:v>04-10-2021</c:v>
                </c:pt>
                <c:pt idx="3219">
                  <c:v>04-10-2021</c:v>
                </c:pt>
                <c:pt idx="3220">
                  <c:v>04-10-2021</c:v>
                </c:pt>
                <c:pt idx="3221">
                  <c:v>04-10-2021</c:v>
                </c:pt>
                <c:pt idx="3222">
                  <c:v>04-10-2021</c:v>
                </c:pt>
                <c:pt idx="3223">
                  <c:v>04-10-2021</c:v>
                </c:pt>
                <c:pt idx="3224">
                  <c:v>04-10-2021</c:v>
                </c:pt>
                <c:pt idx="3225">
                  <c:v>04-10-2021</c:v>
                </c:pt>
                <c:pt idx="3226">
                  <c:v>04-10-2021</c:v>
                </c:pt>
                <c:pt idx="3227">
                  <c:v>04-10-2021</c:v>
                </c:pt>
                <c:pt idx="3228">
                  <c:v>04-10-2021</c:v>
                </c:pt>
                <c:pt idx="3229">
                  <c:v>04-10-2021</c:v>
                </c:pt>
                <c:pt idx="3230">
                  <c:v>04-10-2021</c:v>
                </c:pt>
                <c:pt idx="3231">
                  <c:v>04-10-2021</c:v>
                </c:pt>
                <c:pt idx="3232">
                  <c:v>04-10-2021</c:v>
                </c:pt>
                <c:pt idx="3233">
                  <c:v>04-10-2021</c:v>
                </c:pt>
                <c:pt idx="3234">
                  <c:v>04-10-2021</c:v>
                </c:pt>
                <c:pt idx="3235">
                  <c:v>04-10-2021</c:v>
                </c:pt>
                <c:pt idx="3236">
                  <c:v>04-10-2021</c:v>
                </c:pt>
                <c:pt idx="3237">
                  <c:v>04-10-2021</c:v>
                </c:pt>
                <c:pt idx="3238">
                  <c:v>04-10-2021</c:v>
                </c:pt>
                <c:pt idx="3239">
                  <c:v>04-10-2021</c:v>
                </c:pt>
                <c:pt idx="3240">
                  <c:v>04-10-2021</c:v>
                </c:pt>
                <c:pt idx="3241">
                  <c:v>04-10-2021</c:v>
                </c:pt>
                <c:pt idx="3242">
                  <c:v>05-10-2021</c:v>
                </c:pt>
                <c:pt idx="3243">
                  <c:v>05-10-2021</c:v>
                </c:pt>
                <c:pt idx="3244">
                  <c:v>05-10-2021</c:v>
                </c:pt>
                <c:pt idx="3245">
                  <c:v>05-10-2021</c:v>
                </c:pt>
                <c:pt idx="3246">
                  <c:v>05-10-2021</c:v>
                </c:pt>
                <c:pt idx="3247">
                  <c:v>05-10-2021</c:v>
                </c:pt>
                <c:pt idx="3248">
                  <c:v>05-10-2021</c:v>
                </c:pt>
                <c:pt idx="3249">
                  <c:v>05-10-2021</c:v>
                </c:pt>
                <c:pt idx="3250">
                  <c:v>05-10-2021</c:v>
                </c:pt>
                <c:pt idx="3251">
                  <c:v>05-10-2021</c:v>
                </c:pt>
                <c:pt idx="3252">
                  <c:v>05-10-2021</c:v>
                </c:pt>
                <c:pt idx="3253">
                  <c:v>05-10-2021</c:v>
                </c:pt>
                <c:pt idx="3254">
                  <c:v>05-10-2021</c:v>
                </c:pt>
                <c:pt idx="3255">
                  <c:v>05-10-2021</c:v>
                </c:pt>
                <c:pt idx="3256">
                  <c:v>05-10-2021</c:v>
                </c:pt>
                <c:pt idx="3257">
                  <c:v>05-10-2021</c:v>
                </c:pt>
                <c:pt idx="3258">
                  <c:v>05-10-2021</c:v>
                </c:pt>
                <c:pt idx="3259">
                  <c:v>05-10-2021</c:v>
                </c:pt>
                <c:pt idx="3260">
                  <c:v>05-10-2021</c:v>
                </c:pt>
                <c:pt idx="3261">
                  <c:v>05-10-2021</c:v>
                </c:pt>
                <c:pt idx="3262">
                  <c:v>05-10-2021</c:v>
                </c:pt>
                <c:pt idx="3263">
                  <c:v>05-10-2021</c:v>
                </c:pt>
                <c:pt idx="3264">
                  <c:v>05-10-2021</c:v>
                </c:pt>
                <c:pt idx="3265">
                  <c:v>05-10-2021</c:v>
                </c:pt>
                <c:pt idx="3266">
                  <c:v>05-10-2021</c:v>
                </c:pt>
                <c:pt idx="3267">
                  <c:v>05-10-2021</c:v>
                </c:pt>
                <c:pt idx="3268">
                  <c:v>05-10-2021</c:v>
                </c:pt>
                <c:pt idx="3269">
                  <c:v>05-10-2021</c:v>
                </c:pt>
                <c:pt idx="3270">
                  <c:v>05-10-2021</c:v>
                </c:pt>
                <c:pt idx="3271">
                  <c:v>05-10-2021</c:v>
                </c:pt>
                <c:pt idx="3272">
                  <c:v>05-10-2021</c:v>
                </c:pt>
                <c:pt idx="3273">
                  <c:v>05-10-2021</c:v>
                </c:pt>
                <c:pt idx="3274">
                  <c:v>05-10-2021</c:v>
                </c:pt>
                <c:pt idx="3275">
                  <c:v>05-10-2021</c:v>
                </c:pt>
                <c:pt idx="3276">
                  <c:v>05-10-2021</c:v>
                </c:pt>
                <c:pt idx="3277">
                  <c:v>05-10-2021</c:v>
                </c:pt>
                <c:pt idx="3278">
                  <c:v>05-10-2021</c:v>
                </c:pt>
                <c:pt idx="3279">
                  <c:v>05-10-2021</c:v>
                </c:pt>
                <c:pt idx="3280">
                  <c:v>05-10-2021</c:v>
                </c:pt>
                <c:pt idx="3281">
                  <c:v>05-10-2021</c:v>
                </c:pt>
                <c:pt idx="3282">
                  <c:v>05-10-2021</c:v>
                </c:pt>
                <c:pt idx="3283">
                  <c:v>05-10-2021</c:v>
                </c:pt>
                <c:pt idx="3284">
                  <c:v>05-10-2021</c:v>
                </c:pt>
                <c:pt idx="3285">
                  <c:v>05-10-2021</c:v>
                </c:pt>
                <c:pt idx="3286">
                  <c:v>05-10-2021</c:v>
                </c:pt>
                <c:pt idx="3287">
                  <c:v>05-10-2021</c:v>
                </c:pt>
                <c:pt idx="3288">
                  <c:v>05-10-2021</c:v>
                </c:pt>
                <c:pt idx="3289">
                  <c:v>05-10-2021</c:v>
                </c:pt>
                <c:pt idx="3290">
                  <c:v>05-10-2021</c:v>
                </c:pt>
                <c:pt idx="3291">
                  <c:v>05-10-2021</c:v>
                </c:pt>
                <c:pt idx="3292">
                  <c:v>06-10-2021</c:v>
                </c:pt>
                <c:pt idx="3293">
                  <c:v>06-10-2021</c:v>
                </c:pt>
                <c:pt idx="3294">
                  <c:v>06-10-2021</c:v>
                </c:pt>
                <c:pt idx="3295">
                  <c:v>06-10-2021</c:v>
                </c:pt>
                <c:pt idx="3296">
                  <c:v>06-10-2021</c:v>
                </c:pt>
                <c:pt idx="3297">
                  <c:v>06-10-2021</c:v>
                </c:pt>
                <c:pt idx="3298">
                  <c:v>06-10-2021</c:v>
                </c:pt>
                <c:pt idx="3299">
                  <c:v>06-10-2021</c:v>
                </c:pt>
                <c:pt idx="3300">
                  <c:v>06-10-2021</c:v>
                </c:pt>
                <c:pt idx="3301">
                  <c:v>06-10-2021</c:v>
                </c:pt>
                <c:pt idx="3302">
                  <c:v>06-10-2021</c:v>
                </c:pt>
                <c:pt idx="3303">
                  <c:v>06-10-2021</c:v>
                </c:pt>
                <c:pt idx="3304">
                  <c:v>06-10-2021</c:v>
                </c:pt>
                <c:pt idx="3305">
                  <c:v>06-10-2021</c:v>
                </c:pt>
                <c:pt idx="3306">
                  <c:v>06-10-2021</c:v>
                </c:pt>
                <c:pt idx="3307">
                  <c:v>06-10-2021</c:v>
                </c:pt>
                <c:pt idx="3308">
                  <c:v>06-10-2021</c:v>
                </c:pt>
                <c:pt idx="3309">
                  <c:v>06-10-2021</c:v>
                </c:pt>
                <c:pt idx="3310">
                  <c:v>06-10-2021</c:v>
                </c:pt>
                <c:pt idx="3311">
                  <c:v>06-10-2021</c:v>
                </c:pt>
                <c:pt idx="3312">
                  <c:v>06-10-2021</c:v>
                </c:pt>
                <c:pt idx="3313">
                  <c:v>06-10-2021</c:v>
                </c:pt>
                <c:pt idx="3314">
                  <c:v>06-10-2021</c:v>
                </c:pt>
                <c:pt idx="3315">
                  <c:v>06-10-2021</c:v>
                </c:pt>
                <c:pt idx="3316">
                  <c:v>06-10-2021</c:v>
                </c:pt>
                <c:pt idx="3317">
                  <c:v>06-10-2021</c:v>
                </c:pt>
                <c:pt idx="3318">
                  <c:v>06-10-2021</c:v>
                </c:pt>
                <c:pt idx="3319">
                  <c:v>06-10-2021</c:v>
                </c:pt>
                <c:pt idx="3320">
                  <c:v>06-10-2021</c:v>
                </c:pt>
                <c:pt idx="3321">
                  <c:v>06-10-2021</c:v>
                </c:pt>
                <c:pt idx="3322">
                  <c:v>06-10-2021</c:v>
                </c:pt>
                <c:pt idx="3323">
                  <c:v>06-10-2021</c:v>
                </c:pt>
                <c:pt idx="3324">
                  <c:v>06-10-2021</c:v>
                </c:pt>
                <c:pt idx="3325">
                  <c:v>06-10-2021</c:v>
                </c:pt>
                <c:pt idx="3326">
                  <c:v>06-10-2021</c:v>
                </c:pt>
                <c:pt idx="3327">
                  <c:v>06-10-2021</c:v>
                </c:pt>
                <c:pt idx="3328">
                  <c:v>06-10-2021</c:v>
                </c:pt>
                <c:pt idx="3329">
                  <c:v>06-10-2021</c:v>
                </c:pt>
                <c:pt idx="3330">
                  <c:v>06-10-2021</c:v>
                </c:pt>
                <c:pt idx="3331">
                  <c:v>06-10-2021</c:v>
                </c:pt>
                <c:pt idx="3332">
                  <c:v>06-10-2021</c:v>
                </c:pt>
                <c:pt idx="3333">
                  <c:v>06-10-2021</c:v>
                </c:pt>
                <c:pt idx="3334">
                  <c:v>06-10-2021</c:v>
                </c:pt>
                <c:pt idx="3335">
                  <c:v>06-10-2021</c:v>
                </c:pt>
                <c:pt idx="3336">
                  <c:v>06-10-2021</c:v>
                </c:pt>
                <c:pt idx="3337">
                  <c:v>06-10-2021</c:v>
                </c:pt>
                <c:pt idx="3338">
                  <c:v>06-10-2021</c:v>
                </c:pt>
                <c:pt idx="3339">
                  <c:v>06-10-2021</c:v>
                </c:pt>
                <c:pt idx="3340">
                  <c:v>06-10-2021</c:v>
                </c:pt>
                <c:pt idx="3341">
                  <c:v>06-10-2021</c:v>
                </c:pt>
                <c:pt idx="3342">
                  <c:v>06-10-2021</c:v>
                </c:pt>
                <c:pt idx="3343">
                  <c:v>06-10-2021</c:v>
                </c:pt>
                <c:pt idx="3344">
                  <c:v>07-10-2021</c:v>
                </c:pt>
                <c:pt idx="3345">
                  <c:v>07-10-2021</c:v>
                </c:pt>
                <c:pt idx="3346">
                  <c:v>07-10-2021</c:v>
                </c:pt>
                <c:pt idx="3347">
                  <c:v>07-10-2021</c:v>
                </c:pt>
                <c:pt idx="3348">
                  <c:v>07-10-2021</c:v>
                </c:pt>
                <c:pt idx="3349">
                  <c:v>07-10-2021</c:v>
                </c:pt>
                <c:pt idx="3350">
                  <c:v>07-10-2021</c:v>
                </c:pt>
                <c:pt idx="3351">
                  <c:v>07-10-2021</c:v>
                </c:pt>
                <c:pt idx="3352">
                  <c:v>07-10-2021</c:v>
                </c:pt>
                <c:pt idx="3353">
                  <c:v>07-10-2021</c:v>
                </c:pt>
                <c:pt idx="3354">
                  <c:v>07-10-2021</c:v>
                </c:pt>
                <c:pt idx="3355">
                  <c:v>07-10-2021</c:v>
                </c:pt>
                <c:pt idx="3356">
                  <c:v>07-10-2021</c:v>
                </c:pt>
                <c:pt idx="3357">
                  <c:v>07-10-2021</c:v>
                </c:pt>
                <c:pt idx="3358">
                  <c:v>07-10-2021</c:v>
                </c:pt>
                <c:pt idx="3359">
                  <c:v>07-10-2021</c:v>
                </c:pt>
                <c:pt idx="3360">
                  <c:v>07-10-2021</c:v>
                </c:pt>
                <c:pt idx="3361">
                  <c:v>07-10-2021</c:v>
                </c:pt>
                <c:pt idx="3362">
                  <c:v>07-10-2021</c:v>
                </c:pt>
                <c:pt idx="3363">
                  <c:v>07-10-2021</c:v>
                </c:pt>
                <c:pt idx="3364">
                  <c:v>07-10-2021</c:v>
                </c:pt>
                <c:pt idx="3365">
                  <c:v>07-10-2021</c:v>
                </c:pt>
                <c:pt idx="3366">
                  <c:v>07-10-2021</c:v>
                </c:pt>
                <c:pt idx="3367">
                  <c:v>07-10-2021</c:v>
                </c:pt>
                <c:pt idx="3368">
                  <c:v>07-10-2021</c:v>
                </c:pt>
                <c:pt idx="3369">
                  <c:v>07-10-2021</c:v>
                </c:pt>
                <c:pt idx="3370">
                  <c:v>07-10-2021</c:v>
                </c:pt>
                <c:pt idx="3371">
                  <c:v>07-10-2021</c:v>
                </c:pt>
                <c:pt idx="3372">
                  <c:v>07-10-2021</c:v>
                </c:pt>
                <c:pt idx="3373">
                  <c:v>07-10-2021</c:v>
                </c:pt>
                <c:pt idx="3374">
                  <c:v>07-10-2021</c:v>
                </c:pt>
                <c:pt idx="3375">
                  <c:v>07-10-2021</c:v>
                </c:pt>
                <c:pt idx="3376">
                  <c:v>07-10-2021</c:v>
                </c:pt>
                <c:pt idx="3377">
                  <c:v>07-10-2021</c:v>
                </c:pt>
                <c:pt idx="3378">
                  <c:v>07-10-2021</c:v>
                </c:pt>
                <c:pt idx="3379">
                  <c:v>07-10-2021</c:v>
                </c:pt>
                <c:pt idx="3380">
                  <c:v>07-10-2021</c:v>
                </c:pt>
                <c:pt idx="3381">
                  <c:v>07-10-2021</c:v>
                </c:pt>
                <c:pt idx="3382">
                  <c:v>07-10-2021</c:v>
                </c:pt>
                <c:pt idx="3383">
                  <c:v>07-10-2021</c:v>
                </c:pt>
                <c:pt idx="3384">
                  <c:v>07-10-2021</c:v>
                </c:pt>
                <c:pt idx="3385">
                  <c:v>07-10-2021</c:v>
                </c:pt>
                <c:pt idx="3386">
                  <c:v>07-10-2021</c:v>
                </c:pt>
                <c:pt idx="3387">
                  <c:v>07-10-2021</c:v>
                </c:pt>
                <c:pt idx="3388">
                  <c:v>07-10-2021</c:v>
                </c:pt>
                <c:pt idx="3389">
                  <c:v>07-10-2021</c:v>
                </c:pt>
                <c:pt idx="3390">
                  <c:v>07-10-2021</c:v>
                </c:pt>
                <c:pt idx="3391">
                  <c:v>07-10-2021</c:v>
                </c:pt>
                <c:pt idx="3392">
                  <c:v>07-10-2021</c:v>
                </c:pt>
                <c:pt idx="3393">
                  <c:v>07-10-2021</c:v>
                </c:pt>
                <c:pt idx="3394">
                  <c:v>07-10-2021</c:v>
                </c:pt>
                <c:pt idx="3395">
                  <c:v>08-10-2021</c:v>
                </c:pt>
                <c:pt idx="3396">
                  <c:v>08-10-2021</c:v>
                </c:pt>
                <c:pt idx="3397">
                  <c:v>08-10-2021</c:v>
                </c:pt>
                <c:pt idx="3398">
                  <c:v>08-10-2021</c:v>
                </c:pt>
                <c:pt idx="3399">
                  <c:v>08-10-2021</c:v>
                </c:pt>
                <c:pt idx="3400">
                  <c:v>08-10-2021</c:v>
                </c:pt>
                <c:pt idx="3401">
                  <c:v>08-10-2021</c:v>
                </c:pt>
                <c:pt idx="3402">
                  <c:v>08-10-2021</c:v>
                </c:pt>
                <c:pt idx="3403">
                  <c:v>08-10-2021</c:v>
                </c:pt>
                <c:pt idx="3404">
                  <c:v>08-10-2021</c:v>
                </c:pt>
                <c:pt idx="3405">
                  <c:v>08-10-2021</c:v>
                </c:pt>
                <c:pt idx="3406">
                  <c:v>08-10-2021</c:v>
                </c:pt>
                <c:pt idx="3407">
                  <c:v>08-10-2021</c:v>
                </c:pt>
                <c:pt idx="3408">
                  <c:v>08-10-2021</c:v>
                </c:pt>
                <c:pt idx="3409">
                  <c:v>08-10-2021</c:v>
                </c:pt>
                <c:pt idx="3410">
                  <c:v>08-10-2021</c:v>
                </c:pt>
                <c:pt idx="3411">
                  <c:v>08-10-2021</c:v>
                </c:pt>
                <c:pt idx="3412">
                  <c:v>08-10-2021</c:v>
                </c:pt>
                <c:pt idx="3413">
                  <c:v>08-10-2021</c:v>
                </c:pt>
                <c:pt idx="3414">
                  <c:v>08-10-2021</c:v>
                </c:pt>
                <c:pt idx="3415">
                  <c:v>08-10-2021</c:v>
                </c:pt>
                <c:pt idx="3416">
                  <c:v>08-10-2021</c:v>
                </c:pt>
                <c:pt idx="3417">
                  <c:v>08-10-2021</c:v>
                </c:pt>
                <c:pt idx="3418">
                  <c:v>08-10-2021</c:v>
                </c:pt>
                <c:pt idx="3419">
                  <c:v>08-10-2021</c:v>
                </c:pt>
                <c:pt idx="3420">
                  <c:v>08-10-2021</c:v>
                </c:pt>
                <c:pt idx="3421">
                  <c:v>08-10-2021</c:v>
                </c:pt>
                <c:pt idx="3422">
                  <c:v>08-10-2021</c:v>
                </c:pt>
                <c:pt idx="3423">
                  <c:v>08-10-2021</c:v>
                </c:pt>
                <c:pt idx="3424">
                  <c:v>08-10-2021</c:v>
                </c:pt>
                <c:pt idx="3425">
                  <c:v>08-10-2021</c:v>
                </c:pt>
                <c:pt idx="3426">
                  <c:v>08-10-2021</c:v>
                </c:pt>
                <c:pt idx="3427">
                  <c:v>08-10-2021</c:v>
                </c:pt>
                <c:pt idx="3428">
                  <c:v>08-10-2021</c:v>
                </c:pt>
                <c:pt idx="3429">
                  <c:v>08-10-2021</c:v>
                </c:pt>
                <c:pt idx="3430">
                  <c:v>08-10-2021</c:v>
                </c:pt>
                <c:pt idx="3431">
                  <c:v>08-10-2021</c:v>
                </c:pt>
                <c:pt idx="3432">
                  <c:v>08-10-2021</c:v>
                </c:pt>
                <c:pt idx="3433">
                  <c:v>08-10-2021</c:v>
                </c:pt>
                <c:pt idx="3434">
                  <c:v>08-10-2021</c:v>
                </c:pt>
                <c:pt idx="3435">
                  <c:v>08-10-2021</c:v>
                </c:pt>
                <c:pt idx="3436">
                  <c:v>08-10-2021</c:v>
                </c:pt>
                <c:pt idx="3437">
                  <c:v>08-10-2021</c:v>
                </c:pt>
                <c:pt idx="3438">
                  <c:v>08-10-2021</c:v>
                </c:pt>
                <c:pt idx="3439">
                  <c:v>08-10-2021</c:v>
                </c:pt>
                <c:pt idx="3440">
                  <c:v>08-10-2021</c:v>
                </c:pt>
                <c:pt idx="3441">
                  <c:v>08-10-2021</c:v>
                </c:pt>
                <c:pt idx="3442">
                  <c:v>08-10-2021</c:v>
                </c:pt>
                <c:pt idx="3443">
                  <c:v>08-10-2021</c:v>
                </c:pt>
                <c:pt idx="3444">
                  <c:v>08-10-2021</c:v>
                </c:pt>
                <c:pt idx="3445">
                  <c:v>08-10-2021</c:v>
                </c:pt>
                <c:pt idx="3446">
                  <c:v>08-10-2021</c:v>
                </c:pt>
                <c:pt idx="3447">
                  <c:v>09-10-2021</c:v>
                </c:pt>
                <c:pt idx="3448">
                  <c:v>09-10-2021</c:v>
                </c:pt>
                <c:pt idx="3449">
                  <c:v>09-10-2021</c:v>
                </c:pt>
                <c:pt idx="3450">
                  <c:v>09-10-2021</c:v>
                </c:pt>
                <c:pt idx="3451">
                  <c:v>09-10-2021</c:v>
                </c:pt>
                <c:pt idx="3452">
                  <c:v>09-10-2021</c:v>
                </c:pt>
                <c:pt idx="3453">
                  <c:v>09-10-2021</c:v>
                </c:pt>
                <c:pt idx="3454">
                  <c:v>09-10-2021</c:v>
                </c:pt>
                <c:pt idx="3455">
                  <c:v>09-10-2021</c:v>
                </c:pt>
                <c:pt idx="3456">
                  <c:v>09-10-2021</c:v>
                </c:pt>
                <c:pt idx="3457">
                  <c:v>09-10-2021</c:v>
                </c:pt>
                <c:pt idx="3458">
                  <c:v>09-10-2021</c:v>
                </c:pt>
                <c:pt idx="3459">
                  <c:v>09-10-2021</c:v>
                </c:pt>
                <c:pt idx="3460">
                  <c:v>09-10-2021</c:v>
                </c:pt>
                <c:pt idx="3461">
                  <c:v>09-10-2021</c:v>
                </c:pt>
                <c:pt idx="3462">
                  <c:v>09-10-2021</c:v>
                </c:pt>
                <c:pt idx="3463">
                  <c:v>09-10-2021</c:v>
                </c:pt>
                <c:pt idx="3464">
                  <c:v>09-10-2021</c:v>
                </c:pt>
                <c:pt idx="3465">
                  <c:v>09-10-2021</c:v>
                </c:pt>
                <c:pt idx="3466">
                  <c:v>09-10-2021</c:v>
                </c:pt>
                <c:pt idx="3467">
                  <c:v>09-10-2021</c:v>
                </c:pt>
                <c:pt idx="3468">
                  <c:v>09-10-2021</c:v>
                </c:pt>
                <c:pt idx="3469">
                  <c:v>09-10-2021</c:v>
                </c:pt>
                <c:pt idx="3470">
                  <c:v>09-10-2021</c:v>
                </c:pt>
                <c:pt idx="3471">
                  <c:v>09-10-2021</c:v>
                </c:pt>
                <c:pt idx="3472">
                  <c:v>09-10-2021</c:v>
                </c:pt>
                <c:pt idx="3473">
                  <c:v>09-10-2021</c:v>
                </c:pt>
                <c:pt idx="3474">
                  <c:v>09-10-2021</c:v>
                </c:pt>
                <c:pt idx="3475">
                  <c:v>09-10-2021</c:v>
                </c:pt>
                <c:pt idx="3476">
                  <c:v>09-10-2021</c:v>
                </c:pt>
                <c:pt idx="3477">
                  <c:v>09-10-2021</c:v>
                </c:pt>
                <c:pt idx="3478">
                  <c:v>09-10-2021</c:v>
                </c:pt>
                <c:pt idx="3479">
                  <c:v>09-10-2021</c:v>
                </c:pt>
                <c:pt idx="3480">
                  <c:v>09-10-2021</c:v>
                </c:pt>
                <c:pt idx="3481">
                  <c:v>09-10-2021</c:v>
                </c:pt>
                <c:pt idx="3482">
                  <c:v>09-10-2021</c:v>
                </c:pt>
                <c:pt idx="3483">
                  <c:v>09-10-2021</c:v>
                </c:pt>
                <c:pt idx="3484">
                  <c:v>09-10-2021</c:v>
                </c:pt>
                <c:pt idx="3485">
                  <c:v>09-10-2021</c:v>
                </c:pt>
                <c:pt idx="3486">
                  <c:v>09-10-2021</c:v>
                </c:pt>
                <c:pt idx="3487">
                  <c:v>09-10-2021</c:v>
                </c:pt>
                <c:pt idx="3488">
                  <c:v>09-10-2021</c:v>
                </c:pt>
                <c:pt idx="3489">
                  <c:v>09-10-2021</c:v>
                </c:pt>
                <c:pt idx="3490">
                  <c:v>09-10-2021</c:v>
                </c:pt>
                <c:pt idx="3491">
                  <c:v>09-10-2021</c:v>
                </c:pt>
                <c:pt idx="3492">
                  <c:v>09-10-2021</c:v>
                </c:pt>
                <c:pt idx="3493">
                  <c:v>09-10-2021</c:v>
                </c:pt>
                <c:pt idx="3494">
                  <c:v>09-10-2021</c:v>
                </c:pt>
                <c:pt idx="3495">
                  <c:v>09-10-2021</c:v>
                </c:pt>
                <c:pt idx="3496">
                  <c:v>09-10-2021</c:v>
                </c:pt>
                <c:pt idx="3497">
                  <c:v>10-10-2021</c:v>
                </c:pt>
                <c:pt idx="3498">
                  <c:v>10-10-2021</c:v>
                </c:pt>
                <c:pt idx="3499">
                  <c:v>10-10-2021</c:v>
                </c:pt>
                <c:pt idx="3500">
                  <c:v>10-10-2021</c:v>
                </c:pt>
                <c:pt idx="3501">
                  <c:v>10-10-2021</c:v>
                </c:pt>
                <c:pt idx="3502">
                  <c:v>10-10-2021</c:v>
                </c:pt>
                <c:pt idx="3503">
                  <c:v>10-10-2021</c:v>
                </c:pt>
                <c:pt idx="3504">
                  <c:v>10-10-2021</c:v>
                </c:pt>
                <c:pt idx="3505">
                  <c:v>10-10-2021</c:v>
                </c:pt>
                <c:pt idx="3506">
                  <c:v>10-10-2021</c:v>
                </c:pt>
                <c:pt idx="3507">
                  <c:v>10-10-2021</c:v>
                </c:pt>
                <c:pt idx="3508">
                  <c:v>10-10-2021</c:v>
                </c:pt>
                <c:pt idx="3509">
                  <c:v>10-10-2021</c:v>
                </c:pt>
                <c:pt idx="3510">
                  <c:v>10-10-2021</c:v>
                </c:pt>
                <c:pt idx="3511">
                  <c:v>10-10-2021</c:v>
                </c:pt>
                <c:pt idx="3512">
                  <c:v>10-10-2021</c:v>
                </c:pt>
                <c:pt idx="3513">
                  <c:v>10-10-2021</c:v>
                </c:pt>
                <c:pt idx="3514">
                  <c:v>10-10-2021</c:v>
                </c:pt>
                <c:pt idx="3515">
                  <c:v>10-10-2021</c:v>
                </c:pt>
                <c:pt idx="3516">
                  <c:v>10-10-2021</c:v>
                </c:pt>
                <c:pt idx="3517">
                  <c:v>10-10-2021</c:v>
                </c:pt>
                <c:pt idx="3518">
                  <c:v>10-10-2021</c:v>
                </c:pt>
                <c:pt idx="3519">
                  <c:v>10-10-2021</c:v>
                </c:pt>
                <c:pt idx="3520">
                  <c:v>10-10-2021</c:v>
                </c:pt>
                <c:pt idx="3521">
                  <c:v>10-10-2021</c:v>
                </c:pt>
                <c:pt idx="3522">
                  <c:v>10-10-2021</c:v>
                </c:pt>
                <c:pt idx="3523">
                  <c:v>10-10-2021</c:v>
                </c:pt>
                <c:pt idx="3524">
                  <c:v>10-10-2021</c:v>
                </c:pt>
                <c:pt idx="3525">
                  <c:v>10-10-2021</c:v>
                </c:pt>
                <c:pt idx="3526">
                  <c:v>10-10-2021</c:v>
                </c:pt>
                <c:pt idx="3527">
                  <c:v>10-10-2021</c:v>
                </c:pt>
                <c:pt idx="3528">
                  <c:v>10-10-2021</c:v>
                </c:pt>
                <c:pt idx="3529">
                  <c:v>10-10-2021</c:v>
                </c:pt>
                <c:pt idx="3530">
                  <c:v>10-10-2021</c:v>
                </c:pt>
                <c:pt idx="3531">
                  <c:v>10-10-2021</c:v>
                </c:pt>
                <c:pt idx="3532">
                  <c:v>10-10-2021</c:v>
                </c:pt>
                <c:pt idx="3533">
                  <c:v>10-10-2021</c:v>
                </c:pt>
                <c:pt idx="3534">
                  <c:v>10-10-2021</c:v>
                </c:pt>
                <c:pt idx="3535">
                  <c:v>10-10-2021</c:v>
                </c:pt>
                <c:pt idx="3536">
                  <c:v>10-10-2021</c:v>
                </c:pt>
                <c:pt idx="3537">
                  <c:v>10-10-2021</c:v>
                </c:pt>
                <c:pt idx="3538">
                  <c:v>10-10-2021</c:v>
                </c:pt>
                <c:pt idx="3539">
                  <c:v>10-10-2021</c:v>
                </c:pt>
                <c:pt idx="3540">
                  <c:v>10-10-2021</c:v>
                </c:pt>
                <c:pt idx="3541">
                  <c:v>10-10-2021</c:v>
                </c:pt>
                <c:pt idx="3542">
                  <c:v>10-10-2021</c:v>
                </c:pt>
                <c:pt idx="3543">
                  <c:v>10-10-2021</c:v>
                </c:pt>
                <c:pt idx="3544">
                  <c:v>10-10-2021</c:v>
                </c:pt>
                <c:pt idx="3545">
                  <c:v>10-10-2021</c:v>
                </c:pt>
                <c:pt idx="3546">
                  <c:v>10-10-2021</c:v>
                </c:pt>
                <c:pt idx="3547">
                  <c:v>10-10-2021</c:v>
                </c:pt>
                <c:pt idx="3548">
                  <c:v>10-10-2021</c:v>
                </c:pt>
                <c:pt idx="3549">
                  <c:v>11-10-2021</c:v>
                </c:pt>
                <c:pt idx="3550">
                  <c:v>11-10-2021</c:v>
                </c:pt>
                <c:pt idx="3551">
                  <c:v>11-10-2021</c:v>
                </c:pt>
                <c:pt idx="3552">
                  <c:v>11-10-2021</c:v>
                </c:pt>
                <c:pt idx="3553">
                  <c:v>11-10-2021</c:v>
                </c:pt>
                <c:pt idx="3554">
                  <c:v>11-10-2021</c:v>
                </c:pt>
                <c:pt idx="3555">
                  <c:v>11-10-2021</c:v>
                </c:pt>
                <c:pt idx="3556">
                  <c:v>11-10-2021</c:v>
                </c:pt>
                <c:pt idx="3557">
                  <c:v>11-10-2021</c:v>
                </c:pt>
                <c:pt idx="3558">
                  <c:v>11-10-2021</c:v>
                </c:pt>
                <c:pt idx="3559">
                  <c:v>11-10-2021</c:v>
                </c:pt>
                <c:pt idx="3560">
                  <c:v>11-10-2021</c:v>
                </c:pt>
                <c:pt idx="3561">
                  <c:v>11-10-2021</c:v>
                </c:pt>
                <c:pt idx="3562">
                  <c:v>11-10-2021</c:v>
                </c:pt>
                <c:pt idx="3563">
                  <c:v>11-10-2021</c:v>
                </c:pt>
                <c:pt idx="3564">
                  <c:v>11-10-2021</c:v>
                </c:pt>
                <c:pt idx="3565">
                  <c:v>11-10-2021</c:v>
                </c:pt>
                <c:pt idx="3566">
                  <c:v>11-10-2021</c:v>
                </c:pt>
                <c:pt idx="3567">
                  <c:v>11-10-2021</c:v>
                </c:pt>
                <c:pt idx="3568">
                  <c:v>11-10-2021</c:v>
                </c:pt>
                <c:pt idx="3569">
                  <c:v>11-10-2021</c:v>
                </c:pt>
                <c:pt idx="3570">
                  <c:v>11-10-2021</c:v>
                </c:pt>
                <c:pt idx="3571">
                  <c:v>11-10-2021</c:v>
                </c:pt>
                <c:pt idx="3572">
                  <c:v>11-10-2021</c:v>
                </c:pt>
                <c:pt idx="3573">
                  <c:v>11-10-2021</c:v>
                </c:pt>
                <c:pt idx="3574">
                  <c:v>11-10-2021</c:v>
                </c:pt>
                <c:pt idx="3575">
                  <c:v>11-10-2021</c:v>
                </c:pt>
                <c:pt idx="3576">
                  <c:v>11-10-2021</c:v>
                </c:pt>
                <c:pt idx="3577">
                  <c:v>11-10-2021</c:v>
                </c:pt>
                <c:pt idx="3578">
                  <c:v>11-10-2021</c:v>
                </c:pt>
                <c:pt idx="3579">
                  <c:v>11-10-2021</c:v>
                </c:pt>
                <c:pt idx="3580">
                  <c:v>11-10-2021</c:v>
                </c:pt>
                <c:pt idx="3581">
                  <c:v>11-10-2021</c:v>
                </c:pt>
                <c:pt idx="3582">
                  <c:v>11-10-2021</c:v>
                </c:pt>
                <c:pt idx="3583">
                  <c:v>11-10-2021</c:v>
                </c:pt>
                <c:pt idx="3584">
                  <c:v>11-10-2021</c:v>
                </c:pt>
                <c:pt idx="3585">
                  <c:v>11-10-2021</c:v>
                </c:pt>
                <c:pt idx="3586">
                  <c:v>11-10-2021</c:v>
                </c:pt>
                <c:pt idx="3587">
                  <c:v>11-10-2021</c:v>
                </c:pt>
                <c:pt idx="3588">
                  <c:v>11-10-2021</c:v>
                </c:pt>
                <c:pt idx="3589">
                  <c:v>11-10-2021</c:v>
                </c:pt>
                <c:pt idx="3590">
                  <c:v>11-10-2021</c:v>
                </c:pt>
                <c:pt idx="3591">
                  <c:v>11-10-2021</c:v>
                </c:pt>
                <c:pt idx="3592">
                  <c:v>11-10-2021</c:v>
                </c:pt>
                <c:pt idx="3593">
                  <c:v>11-10-2021</c:v>
                </c:pt>
                <c:pt idx="3594">
                  <c:v>11-10-2021</c:v>
                </c:pt>
                <c:pt idx="3595">
                  <c:v>11-10-2021</c:v>
                </c:pt>
                <c:pt idx="3596">
                  <c:v>11-10-2021</c:v>
                </c:pt>
                <c:pt idx="3597">
                  <c:v>11-10-2021</c:v>
                </c:pt>
                <c:pt idx="3598">
                  <c:v>11-10-2021</c:v>
                </c:pt>
                <c:pt idx="3599">
                  <c:v>11-10-2021</c:v>
                </c:pt>
                <c:pt idx="3600">
                  <c:v>12-10-2021</c:v>
                </c:pt>
                <c:pt idx="3601">
                  <c:v>12-10-2021</c:v>
                </c:pt>
                <c:pt idx="3602">
                  <c:v>12-10-2021</c:v>
                </c:pt>
                <c:pt idx="3603">
                  <c:v>12-10-2021</c:v>
                </c:pt>
                <c:pt idx="3604">
                  <c:v>12-10-2021</c:v>
                </c:pt>
                <c:pt idx="3605">
                  <c:v>12-10-2021</c:v>
                </c:pt>
                <c:pt idx="3606">
                  <c:v>12-10-2021</c:v>
                </c:pt>
                <c:pt idx="3607">
                  <c:v>12-10-2021</c:v>
                </c:pt>
                <c:pt idx="3608">
                  <c:v>12-10-2021</c:v>
                </c:pt>
                <c:pt idx="3609">
                  <c:v>12-10-2021</c:v>
                </c:pt>
                <c:pt idx="3610">
                  <c:v>12-10-2021</c:v>
                </c:pt>
                <c:pt idx="3611">
                  <c:v>12-10-2021</c:v>
                </c:pt>
                <c:pt idx="3612">
                  <c:v>12-10-2021</c:v>
                </c:pt>
                <c:pt idx="3613">
                  <c:v>12-10-2021</c:v>
                </c:pt>
                <c:pt idx="3614">
                  <c:v>12-10-2021</c:v>
                </c:pt>
                <c:pt idx="3615">
                  <c:v>12-10-2021</c:v>
                </c:pt>
                <c:pt idx="3616">
                  <c:v>12-10-2021</c:v>
                </c:pt>
                <c:pt idx="3617">
                  <c:v>12-10-2021</c:v>
                </c:pt>
                <c:pt idx="3618">
                  <c:v>12-10-2021</c:v>
                </c:pt>
                <c:pt idx="3619">
                  <c:v>12-10-2021</c:v>
                </c:pt>
                <c:pt idx="3620">
                  <c:v>12-10-2021</c:v>
                </c:pt>
                <c:pt idx="3621">
                  <c:v>12-10-2021</c:v>
                </c:pt>
                <c:pt idx="3622">
                  <c:v>12-10-2021</c:v>
                </c:pt>
                <c:pt idx="3623">
                  <c:v>12-10-2021</c:v>
                </c:pt>
                <c:pt idx="3624">
                  <c:v>12-10-2021</c:v>
                </c:pt>
                <c:pt idx="3625">
                  <c:v>12-10-2021</c:v>
                </c:pt>
                <c:pt idx="3626">
                  <c:v>12-10-2021</c:v>
                </c:pt>
                <c:pt idx="3627">
                  <c:v>12-10-2021</c:v>
                </c:pt>
                <c:pt idx="3628">
                  <c:v>12-10-2021</c:v>
                </c:pt>
                <c:pt idx="3629">
                  <c:v>12-10-2021</c:v>
                </c:pt>
                <c:pt idx="3630">
                  <c:v>12-10-2021</c:v>
                </c:pt>
                <c:pt idx="3631">
                  <c:v>12-10-2021</c:v>
                </c:pt>
                <c:pt idx="3632">
                  <c:v>12-10-2021</c:v>
                </c:pt>
                <c:pt idx="3633">
                  <c:v>12-10-2021</c:v>
                </c:pt>
                <c:pt idx="3634">
                  <c:v>12-10-2021</c:v>
                </c:pt>
                <c:pt idx="3635">
                  <c:v>12-10-2021</c:v>
                </c:pt>
                <c:pt idx="3636">
                  <c:v>12-10-2021</c:v>
                </c:pt>
                <c:pt idx="3637">
                  <c:v>12-10-2021</c:v>
                </c:pt>
                <c:pt idx="3638">
                  <c:v>12-10-2021</c:v>
                </c:pt>
                <c:pt idx="3639">
                  <c:v>12-10-2021</c:v>
                </c:pt>
                <c:pt idx="3640">
                  <c:v>12-10-2021</c:v>
                </c:pt>
                <c:pt idx="3641">
                  <c:v>12-10-2021</c:v>
                </c:pt>
                <c:pt idx="3642">
                  <c:v>12-10-2021</c:v>
                </c:pt>
                <c:pt idx="3643">
                  <c:v>12-10-2021</c:v>
                </c:pt>
                <c:pt idx="3644">
                  <c:v>12-10-2021</c:v>
                </c:pt>
                <c:pt idx="3645">
                  <c:v>12-10-2021</c:v>
                </c:pt>
                <c:pt idx="3646">
                  <c:v>12-10-2021</c:v>
                </c:pt>
                <c:pt idx="3647">
                  <c:v>12-10-2021</c:v>
                </c:pt>
                <c:pt idx="3648">
                  <c:v>12-10-2021</c:v>
                </c:pt>
                <c:pt idx="3649">
                  <c:v>12-10-2021</c:v>
                </c:pt>
                <c:pt idx="3650">
                  <c:v>13-10-2021</c:v>
                </c:pt>
                <c:pt idx="3651">
                  <c:v>13-10-2021</c:v>
                </c:pt>
                <c:pt idx="3652">
                  <c:v>13-10-2021</c:v>
                </c:pt>
                <c:pt idx="3653">
                  <c:v>13-10-2021</c:v>
                </c:pt>
                <c:pt idx="3654">
                  <c:v>13-10-2021</c:v>
                </c:pt>
                <c:pt idx="3655">
                  <c:v>13-10-2021</c:v>
                </c:pt>
                <c:pt idx="3656">
                  <c:v>13-10-2021</c:v>
                </c:pt>
                <c:pt idx="3657">
                  <c:v>13-10-2021</c:v>
                </c:pt>
                <c:pt idx="3658">
                  <c:v>13-10-2021</c:v>
                </c:pt>
                <c:pt idx="3659">
                  <c:v>13-10-2021</c:v>
                </c:pt>
                <c:pt idx="3660">
                  <c:v>13-10-2021</c:v>
                </c:pt>
                <c:pt idx="3661">
                  <c:v>13-10-2021</c:v>
                </c:pt>
                <c:pt idx="3662">
                  <c:v>13-10-2021</c:v>
                </c:pt>
                <c:pt idx="3663">
                  <c:v>13-10-2021</c:v>
                </c:pt>
                <c:pt idx="3664">
                  <c:v>13-10-2021</c:v>
                </c:pt>
                <c:pt idx="3665">
                  <c:v>13-10-2021</c:v>
                </c:pt>
                <c:pt idx="3666">
                  <c:v>13-10-2021</c:v>
                </c:pt>
                <c:pt idx="3667">
                  <c:v>13-10-2021</c:v>
                </c:pt>
                <c:pt idx="3668">
                  <c:v>13-10-2021</c:v>
                </c:pt>
                <c:pt idx="3669">
                  <c:v>13-10-2021</c:v>
                </c:pt>
                <c:pt idx="3670">
                  <c:v>13-10-2021</c:v>
                </c:pt>
                <c:pt idx="3671">
                  <c:v>13-10-2021</c:v>
                </c:pt>
                <c:pt idx="3672">
                  <c:v>13-10-2021</c:v>
                </c:pt>
                <c:pt idx="3673">
                  <c:v>13-10-2021</c:v>
                </c:pt>
                <c:pt idx="3674">
                  <c:v>13-10-2021</c:v>
                </c:pt>
                <c:pt idx="3675">
                  <c:v>13-10-2021</c:v>
                </c:pt>
                <c:pt idx="3676">
                  <c:v>13-10-2021</c:v>
                </c:pt>
                <c:pt idx="3677">
                  <c:v>13-10-2021</c:v>
                </c:pt>
                <c:pt idx="3678">
                  <c:v>13-10-2021</c:v>
                </c:pt>
                <c:pt idx="3679">
                  <c:v>13-10-2021</c:v>
                </c:pt>
                <c:pt idx="3680">
                  <c:v>13-10-2021</c:v>
                </c:pt>
                <c:pt idx="3681">
                  <c:v>13-10-2021</c:v>
                </c:pt>
                <c:pt idx="3682">
                  <c:v>13-10-2021</c:v>
                </c:pt>
                <c:pt idx="3683">
                  <c:v>13-10-2021</c:v>
                </c:pt>
                <c:pt idx="3684">
                  <c:v>13-10-2021</c:v>
                </c:pt>
                <c:pt idx="3685">
                  <c:v>13-10-2021</c:v>
                </c:pt>
                <c:pt idx="3686">
                  <c:v>13-10-2021</c:v>
                </c:pt>
                <c:pt idx="3687">
                  <c:v>13-10-2021</c:v>
                </c:pt>
                <c:pt idx="3688">
                  <c:v>13-10-2021</c:v>
                </c:pt>
                <c:pt idx="3689">
                  <c:v>13-10-2021</c:v>
                </c:pt>
                <c:pt idx="3690">
                  <c:v>13-10-2021</c:v>
                </c:pt>
                <c:pt idx="3691">
                  <c:v>13-10-2021</c:v>
                </c:pt>
                <c:pt idx="3692">
                  <c:v>13-10-2021</c:v>
                </c:pt>
                <c:pt idx="3693">
                  <c:v>13-10-2021</c:v>
                </c:pt>
                <c:pt idx="3694">
                  <c:v>13-10-2021</c:v>
                </c:pt>
                <c:pt idx="3695">
                  <c:v>13-10-2021</c:v>
                </c:pt>
                <c:pt idx="3696">
                  <c:v>13-10-2021</c:v>
                </c:pt>
                <c:pt idx="3697">
                  <c:v>13-10-2021</c:v>
                </c:pt>
                <c:pt idx="3698">
                  <c:v>13-10-2021</c:v>
                </c:pt>
                <c:pt idx="3699">
                  <c:v>14-10-2021</c:v>
                </c:pt>
                <c:pt idx="3700">
                  <c:v>14-10-2021</c:v>
                </c:pt>
                <c:pt idx="3701">
                  <c:v>14-10-2021</c:v>
                </c:pt>
                <c:pt idx="3702">
                  <c:v>14-10-2021</c:v>
                </c:pt>
                <c:pt idx="3703">
                  <c:v>14-10-2021</c:v>
                </c:pt>
                <c:pt idx="3704">
                  <c:v>14-10-2021</c:v>
                </c:pt>
                <c:pt idx="3705">
                  <c:v>14-10-2021</c:v>
                </c:pt>
                <c:pt idx="3706">
                  <c:v>14-10-2021</c:v>
                </c:pt>
                <c:pt idx="3707">
                  <c:v>14-10-2021</c:v>
                </c:pt>
                <c:pt idx="3708">
                  <c:v>14-10-2021</c:v>
                </c:pt>
                <c:pt idx="3709">
                  <c:v>14-10-2021</c:v>
                </c:pt>
                <c:pt idx="3710">
                  <c:v>14-10-2021</c:v>
                </c:pt>
                <c:pt idx="3711">
                  <c:v>14-10-2021</c:v>
                </c:pt>
                <c:pt idx="3712">
                  <c:v>14-10-2021</c:v>
                </c:pt>
                <c:pt idx="3713">
                  <c:v>14-10-2021</c:v>
                </c:pt>
                <c:pt idx="3714">
                  <c:v>14-10-2021</c:v>
                </c:pt>
                <c:pt idx="3715">
                  <c:v>14-10-2021</c:v>
                </c:pt>
                <c:pt idx="3716">
                  <c:v>14-10-2021</c:v>
                </c:pt>
                <c:pt idx="3717">
                  <c:v>14-10-2021</c:v>
                </c:pt>
                <c:pt idx="3718">
                  <c:v>14-10-2021</c:v>
                </c:pt>
                <c:pt idx="3719">
                  <c:v>14-10-2021</c:v>
                </c:pt>
                <c:pt idx="3720">
                  <c:v>14-10-2021</c:v>
                </c:pt>
                <c:pt idx="3721">
                  <c:v>14-10-2021</c:v>
                </c:pt>
                <c:pt idx="3722">
                  <c:v>14-10-2021</c:v>
                </c:pt>
                <c:pt idx="3723">
                  <c:v>14-10-2021</c:v>
                </c:pt>
                <c:pt idx="3724">
                  <c:v>14-10-2021</c:v>
                </c:pt>
                <c:pt idx="3725">
                  <c:v>14-10-2021</c:v>
                </c:pt>
                <c:pt idx="3726">
                  <c:v>14-10-2021</c:v>
                </c:pt>
                <c:pt idx="3727">
                  <c:v>14-10-2021</c:v>
                </c:pt>
                <c:pt idx="3728">
                  <c:v>14-10-2021</c:v>
                </c:pt>
                <c:pt idx="3729">
                  <c:v>14-10-2021</c:v>
                </c:pt>
                <c:pt idx="3730">
                  <c:v>14-10-2021</c:v>
                </c:pt>
                <c:pt idx="3731">
                  <c:v>14-10-2021</c:v>
                </c:pt>
                <c:pt idx="3732">
                  <c:v>14-10-2021</c:v>
                </c:pt>
                <c:pt idx="3733">
                  <c:v>14-10-2021</c:v>
                </c:pt>
                <c:pt idx="3734">
                  <c:v>14-10-2021</c:v>
                </c:pt>
                <c:pt idx="3735">
                  <c:v>14-10-2021</c:v>
                </c:pt>
                <c:pt idx="3736">
                  <c:v>14-10-2021</c:v>
                </c:pt>
                <c:pt idx="3737">
                  <c:v>14-10-2021</c:v>
                </c:pt>
                <c:pt idx="3738">
                  <c:v>14-10-2021</c:v>
                </c:pt>
                <c:pt idx="3739">
                  <c:v>14-10-2021</c:v>
                </c:pt>
                <c:pt idx="3740">
                  <c:v>14-10-2021</c:v>
                </c:pt>
                <c:pt idx="3741">
                  <c:v>14-10-2021</c:v>
                </c:pt>
                <c:pt idx="3742">
                  <c:v>14-10-2021</c:v>
                </c:pt>
                <c:pt idx="3743">
                  <c:v>14-10-2021</c:v>
                </c:pt>
                <c:pt idx="3744">
                  <c:v>14-10-2021</c:v>
                </c:pt>
                <c:pt idx="3745">
                  <c:v>14-10-2021</c:v>
                </c:pt>
                <c:pt idx="3746">
                  <c:v>14-10-2021</c:v>
                </c:pt>
                <c:pt idx="3747">
                  <c:v>14-10-2021</c:v>
                </c:pt>
                <c:pt idx="3748">
                  <c:v>14-10-2021</c:v>
                </c:pt>
                <c:pt idx="3749">
                  <c:v>14-10-2021</c:v>
                </c:pt>
                <c:pt idx="3750">
                  <c:v>14-10-2021</c:v>
                </c:pt>
                <c:pt idx="3751">
                  <c:v>14-10-2021</c:v>
                </c:pt>
                <c:pt idx="3752">
                  <c:v>14-10-2021</c:v>
                </c:pt>
                <c:pt idx="3753">
                  <c:v>14-10-2021</c:v>
                </c:pt>
                <c:pt idx="3754">
                  <c:v>14-10-2021</c:v>
                </c:pt>
                <c:pt idx="3755">
                  <c:v>15-10-2021</c:v>
                </c:pt>
                <c:pt idx="3756">
                  <c:v>15-10-2021</c:v>
                </c:pt>
                <c:pt idx="3757">
                  <c:v>15-10-2021</c:v>
                </c:pt>
                <c:pt idx="3758">
                  <c:v>15-10-2021</c:v>
                </c:pt>
                <c:pt idx="3759">
                  <c:v>15-10-2021</c:v>
                </c:pt>
                <c:pt idx="3760">
                  <c:v>15-10-2021</c:v>
                </c:pt>
                <c:pt idx="3761">
                  <c:v>15-10-2021</c:v>
                </c:pt>
                <c:pt idx="3762">
                  <c:v>15-10-2021</c:v>
                </c:pt>
                <c:pt idx="3763">
                  <c:v>15-10-2021</c:v>
                </c:pt>
                <c:pt idx="3764">
                  <c:v>15-10-2021</c:v>
                </c:pt>
                <c:pt idx="3765">
                  <c:v>15-10-2021</c:v>
                </c:pt>
                <c:pt idx="3766">
                  <c:v>15-10-2021</c:v>
                </c:pt>
                <c:pt idx="3767">
                  <c:v>15-10-2021</c:v>
                </c:pt>
                <c:pt idx="3768">
                  <c:v>15-10-2021</c:v>
                </c:pt>
                <c:pt idx="3769">
                  <c:v>15-10-2021</c:v>
                </c:pt>
                <c:pt idx="3770">
                  <c:v>15-10-2021</c:v>
                </c:pt>
                <c:pt idx="3771">
                  <c:v>15-10-2021</c:v>
                </c:pt>
                <c:pt idx="3772">
                  <c:v>15-10-2021</c:v>
                </c:pt>
                <c:pt idx="3773">
                  <c:v>15-10-2021</c:v>
                </c:pt>
                <c:pt idx="3774">
                  <c:v>15-10-2021</c:v>
                </c:pt>
                <c:pt idx="3775">
                  <c:v>15-10-2021</c:v>
                </c:pt>
                <c:pt idx="3776">
                  <c:v>15-10-2021</c:v>
                </c:pt>
                <c:pt idx="3777">
                  <c:v>15-10-2021</c:v>
                </c:pt>
                <c:pt idx="3778">
                  <c:v>15-10-2021</c:v>
                </c:pt>
                <c:pt idx="3779">
                  <c:v>15-10-2021</c:v>
                </c:pt>
                <c:pt idx="3780">
                  <c:v>15-10-2021</c:v>
                </c:pt>
                <c:pt idx="3781">
                  <c:v>15-10-2021</c:v>
                </c:pt>
                <c:pt idx="3782">
                  <c:v>15-10-2021</c:v>
                </c:pt>
                <c:pt idx="3783">
                  <c:v>15-10-2021</c:v>
                </c:pt>
                <c:pt idx="3784">
                  <c:v>15-10-2021</c:v>
                </c:pt>
                <c:pt idx="3785">
                  <c:v>15-10-2021</c:v>
                </c:pt>
                <c:pt idx="3786">
                  <c:v>15-10-2021</c:v>
                </c:pt>
                <c:pt idx="3787">
                  <c:v>15-10-2021</c:v>
                </c:pt>
                <c:pt idx="3788">
                  <c:v>15-10-2021</c:v>
                </c:pt>
                <c:pt idx="3789">
                  <c:v>15-10-2021</c:v>
                </c:pt>
                <c:pt idx="3790">
                  <c:v>15-10-2021</c:v>
                </c:pt>
                <c:pt idx="3791">
                  <c:v>15-10-2021</c:v>
                </c:pt>
                <c:pt idx="3792">
                  <c:v>15-10-2021</c:v>
                </c:pt>
                <c:pt idx="3793">
                  <c:v>15-10-2021</c:v>
                </c:pt>
                <c:pt idx="3794">
                  <c:v>15-10-2021</c:v>
                </c:pt>
                <c:pt idx="3795">
                  <c:v>15-10-2021</c:v>
                </c:pt>
                <c:pt idx="3796">
                  <c:v>15-10-2021</c:v>
                </c:pt>
                <c:pt idx="3797">
                  <c:v>15-10-2021</c:v>
                </c:pt>
                <c:pt idx="3798">
                  <c:v>15-10-2021</c:v>
                </c:pt>
                <c:pt idx="3799">
                  <c:v>15-10-2021</c:v>
                </c:pt>
                <c:pt idx="3800">
                  <c:v>15-10-2021</c:v>
                </c:pt>
                <c:pt idx="3801">
                  <c:v>15-10-2021</c:v>
                </c:pt>
                <c:pt idx="3802">
                  <c:v>15-10-2021</c:v>
                </c:pt>
                <c:pt idx="3803">
                  <c:v>15-10-2021</c:v>
                </c:pt>
                <c:pt idx="3804">
                  <c:v>15-10-2021</c:v>
                </c:pt>
                <c:pt idx="3805">
                  <c:v>15-10-2021</c:v>
                </c:pt>
                <c:pt idx="3806">
                  <c:v>15-10-2021</c:v>
                </c:pt>
                <c:pt idx="3807">
                  <c:v>15-10-2021</c:v>
                </c:pt>
                <c:pt idx="3808">
                  <c:v>15-10-2021</c:v>
                </c:pt>
                <c:pt idx="3809">
                  <c:v>15-10-2021</c:v>
                </c:pt>
                <c:pt idx="3810">
                  <c:v>15-10-2021</c:v>
                </c:pt>
                <c:pt idx="3811">
                  <c:v>16-10-2021</c:v>
                </c:pt>
                <c:pt idx="3812">
                  <c:v>16-10-2021</c:v>
                </c:pt>
                <c:pt idx="3813">
                  <c:v>16-10-2021</c:v>
                </c:pt>
                <c:pt idx="3814">
                  <c:v>16-10-2021</c:v>
                </c:pt>
                <c:pt idx="3815">
                  <c:v>16-10-2021</c:v>
                </c:pt>
                <c:pt idx="3816">
                  <c:v>16-10-2021</c:v>
                </c:pt>
                <c:pt idx="3817">
                  <c:v>16-10-2021</c:v>
                </c:pt>
                <c:pt idx="3818">
                  <c:v>16-10-2021</c:v>
                </c:pt>
                <c:pt idx="3819">
                  <c:v>16-10-2021</c:v>
                </c:pt>
                <c:pt idx="3820">
                  <c:v>16-10-2021</c:v>
                </c:pt>
                <c:pt idx="3821">
                  <c:v>16-10-2021</c:v>
                </c:pt>
                <c:pt idx="3822">
                  <c:v>16-10-2021</c:v>
                </c:pt>
                <c:pt idx="3823">
                  <c:v>16-10-2021</c:v>
                </c:pt>
                <c:pt idx="3824">
                  <c:v>16-10-2021</c:v>
                </c:pt>
                <c:pt idx="3825">
                  <c:v>16-10-2021</c:v>
                </c:pt>
                <c:pt idx="3826">
                  <c:v>16-10-2021</c:v>
                </c:pt>
                <c:pt idx="3827">
                  <c:v>16-10-2021</c:v>
                </c:pt>
                <c:pt idx="3828">
                  <c:v>16-10-2021</c:v>
                </c:pt>
                <c:pt idx="3829">
                  <c:v>16-10-2021</c:v>
                </c:pt>
                <c:pt idx="3830">
                  <c:v>16-10-2021</c:v>
                </c:pt>
                <c:pt idx="3831">
                  <c:v>16-10-2021</c:v>
                </c:pt>
                <c:pt idx="3832">
                  <c:v>16-10-2021</c:v>
                </c:pt>
                <c:pt idx="3833">
                  <c:v>16-10-2021</c:v>
                </c:pt>
                <c:pt idx="3834">
                  <c:v>16-10-2021</c:v>
                </c:pt>
                <c:pt idx="3835">
                  <c:v>16-10-2021</c:v>
                </c:pt>
                <c:pt idx="3836">
                  <c:v>16-10-2021</c:v>
                </c:pt>
                <c:pt idx="3837">
                  <c:v>16-10-2021</c:v>
                </c:pt>
                <c:pt idx="3838">
                  <c:v>16-10-2021</c:v>
                </c:pt>
                <c:pt idx="3839">
                  <c:v>16-10-2021</c:v>
                </c:pt>
                <c:pt idx="3840">
                  <c:v>16-10-2021</c:v>
                </c:pt>
                <c:pt idx="3841">
                  <c:v>16-10-2021</c:v>
                </c:pt>
                <c:pt idx="3842">
                  <c:v>16-10-2021</c:v>
                </c:pt>
                <c:pt idx="3843">
                  <c:v>16-10-2021</c:v>
                </c:pt>
                <c:pt idx="3844">
                  <c:v>16-10-2021</c:v>
                </c:pt>
                <c:pt idx="3845">
                  <c:v>16-10-2021</c:v>
                </c:pt>
                <c:pt idx="3846">
                  <c:v>16-10-2021</c:v>
                </c:pt>
                <c:pt idx="3847">
                  <c:v>16-10-2021</c:v>
                </c:pt>
                <c:pt idx="3848">
                  <c:v>16-10-2021</c:v>
                </c:pt>
                <c:pt idx="3849">
                  <c:v>16-10-2021</c:v>
                </c:pt>
                <c:pt idx="3850">
                  <c:v>16-10-2021</c:v>
                </c:pt>
                <c:pt idx="3851">
                  <c:v>16-10-2021</c:v>
                </c:pt>
                <c:pt idx="3852">
                  <c:v>16-10-2021</c:v>
                </c:pt>
                <c:pt idx="3853">
                  <c:v>16-10-2021</c:v>
                </c:pt>
                <c:pt idx="3854">
                  <c:v>16-10-2021</c:v>
                </c:pt>
                <c:pt idx="3855">
                  <c:v>16-10-2021</c:v>
                </c:pt>
                <c:pt idx="3856">
                  <c:v>16-10-2021</c:v>
                </c:pt>
                <c:pt idx="3857">
                  <c:v>16-10-2021</c:v>
                </c:pt>
                <c:pt idx="3858">
                  <c:v>16-10-2021</c:v>
                </c:pt>
                <c:pt idx="3859">
                  <c:v>16-10-2021</c:v>
                </c:pt>
                <c:pt idx="3860">
                  <c:v>16-10-2021</c:v>
                </c:pt>
                <c:pt idx="3861">
                  <c:v>16-10-2021</c:v>
                </c:pt>
                <c:pt idx="3862">
                  <c:v>16-10-2021</c:v>
                </c:pt>
                <c:pt idx="3863">
                  <c:v>16-10-2021</c:v>
                </c:pt>
                <c:pt idx="3864">
                  <c:v>16-10-2021</c:v>
                </c:pt>
                <c:pt idx="3865">
                  <c:v>16-10-2021</c:v>
                </c:pt>
                <c:pt idx="3866">
                  <c:v>16-10-2021</c:v>
                </c:pt>
                <c:pt idx="3867">
                  <c:v>17-10-2021</c:v>
                </c:pt>
                <c:pt idx="3868">
                  <c:v>17-10-2021</c:v>
                </c:pt>
                <c:pt idx="3869">
                  <c:v>17-10-2021</c:v>
                </c:pt>
                <c:pt idx="3870">
                  <c:v>17-10-2021</c:v>
                </c:pt>
                <c:pt idx="3871">
                  <c:v>17-10-2021</c:v>
                </c:pt>
                <c:pt idx="3872">
                  <c:v>17-10-2021</c:v>
                </c:pt>
                <c:pt idx="3873">
                  <c:v>17-10-2021</c:v>
                </c:pt>
                <c:pt idx="3874">
                  <c:v>17-10-2021</c:v>
                </c:pt>
                <c:pt idx="3875">
                  <c:v>17-10-2021</c:v>
                </c:pt>
                <c:pt idx="3876">
                  <c:v>17-10-2021</c:v>
                </c:pt>
                <c:pt idx="3877">
                  <c:v>17-10-2021</c:v>
                </c:pt>
                <c:pt idx="3878">
                  <c:v>17-10-2021</c:v>
                </c:pt>
                <c:pt idx="3879">
                  <c:v>17-10-2021</c:v>
                </c:pt>
                <c:pt idx="3880">
                  <c:v>17-10-2021</c:v>
                </c:pt>
                <c:pt idx="3881">
                  <c:v>17-10-2021</c:v>
                </c:pt>
                <c:pt idx="3882">
                  <c:v>17-10-2021</c:v>
                </c:pt>
                <c:pt idx="3883">
                  <c:v>17-10-2021</c:v>
                </c:pt>
                <c:pt idx="3884">
                  <c:v>17-10-2021</c:v>
                </c:pt>
                <c:pt idx="3885">
                  <c:v>17-10-2021</c:v>
                </c:pt>
                <c:pt idx="3886">
                  <c:v>17-10-2021</c:v>
                </c:pt>
                <c:pt idx="3887">
                  <c:v>17-10-2021</c:v>
                </c:pt>
                <c:pt idx="3888">
                  <c:v>17-10-2021</c:v>
                </c:pt>
                <c:pt idx="3889">
                  <c:v>17-10-2021</c:v>
                </c:pt>
                <c:pt idx="3890">
                  <c:v>17-10-2021</c:v>
                </c:pt>
                <c:pt idx="3891">
                  <c:v>17-10-2021</c:v>
                </c:pt>
                <c:pt idx="3892">
                  <c:v>17-10-2021</c:v>
                </c:pt>
                <c:pt idx="3893">
                  <c:v>17-10-2021</c:v>
                </c:pt>
                <c:pt idx="3894">
                  <c:v>17-10-2021</c:v>
                </c:pt>
                <c:pt idx="3895">
                  <c:v>17-10-2021</c:v>
                </c:pt>
                <c:pt idx="3896">
                  <c:v>17-10-2021</c:v>
                </c:pt>
                <c:pt idx="3897">
                  <c:v>17-10-2021</c:v>
                </c:pt>
                <c:pt idx="3898">
                  <c:v>17-10-2021</c:v>
                </c:pt>
                <c:pt idx="3899">
                  <c:v>17-10-2021</c:v>
                </c:pt>
                <c:pt idx="3900">
                  <c:v>17-10-2021</c:v>
                </c:pt>
                <c:pt idx="3901">
                  <c:v>17-10-2021</c:v>
                </c:pt>
                <c:pt idx="3902">
                  <c:v>17-10-2021</c:v>
                </c:pt>
                <c:pt idx="3903">
                  <c:v>17-10-2021</c:v>
                </c:pt>
                <c:pt idx="3904">
                  <c:v>17-10-2021</c:v>
                </c:pt>
                <c:pt idx="3905">
                  <c:v>17-10-2021</c:v>
                </c:pt>
                <c:pt idx="3906">
                  <c:v>17-10-2021</c:v>
                </c:pt>
                <c:pt idx="3907">
                  <c:v>17-10-2021</c:v>
                </c:pt>
                <c:pt idx="3908">
                  <c:v>17-10-2021</c:v>
                </c:pt>
                <c:pt idx="3909">
                  <c:v>17-10-2021</c:v>
                </c:pt>
                <c:pt idx="3910">
                  <c:v>17-10-2021</c:v>
                </c:pt>
                <c:pt idx="3911">
                  <c:v>17-10-2021</c:v>
                </c:pt>
                <c:pt idx="3912">
                  <c:v>17-10-2021</c:v>
                </c:pt>
                <c:pt idx="3913">
                  <c:v>17-10-2021</c:v>
                </c:pt>
                <c:pt idx="3914">
                  <c:v>17-10-2021</c:v>
                </c:pt>
                <c:pt idx="3915">
                  <c:v>17-10-2021</c:v>
                </c:pt>
                <c:pt idx="3916">
                  <c:v>17-10-2021</c:v>
                </c:pt>
                <c:pt idx="3917">
                  <c:v>17-10-2021</c:v>
                </c:pt>
                <c:pt idx="3918">
                  <c:v>17-10-2021</c:v>
                </c:pt>
                <c:pt idx="3919">
                  <c:v>17-10-2021</c:v>
                </c:pt>
                <c:pt idx="3920">
                  <c:v>17-10-2021</c:v>
                </c:pt>
                <c:pt idx="3921">
                  <c:v>17-10-2021</c:v>
                </c:pt>
                <c:pt idx="3922">
                  <c:v>18-10-2021</c:v>
                </c:pt>
                <c:pt idx="3923">
                  <c:v>18-10-2021</c:v>
                </c:pt>
                <c:pt idx="3924">
                  <c:v>18-10-2021</c:v>
                </c:pt>
                <c:pt idx="3925">
                  <c:v>18-10-2021</c:v>
                </c:pt>
                <c:pt idx="3926">
                  <c:v>18-10-2021</c:v>
                </c:pt>
                <c:pt idx="3927">
                  <c:v>18-10-2021</c:v>
                </c:pt>
                <c:pt idx="3928">
                  <c:v>18-10-2021</c:v>
                </c:pt>
                <c:pt idx="3929">
                  <c:v>18-10-2021</c:v>
                </c:pt>
                <c:pt idx="3930">
                  <c:v>18-10-2021</c:v>
                </c:pt>
                <c:pt idx="3931">
                  <c:v>18-10-2021</c:v>
                </c:pt>
                <c:pt idx="3932">
                  <c:v>18-10-2021</c:v>
                </c:pt>
                <c:pt idx="3933">
                  <c:v>18-10-2021</c:v>
                </c:pt>
                <c:pt idx="3934">
                  <c:v>18-10-2021</c:v>
                </c:pt>
                <c:pt idx="3935">
                  <c:v>18-10-2021</c:v>
                </c:pt>
                <c:pt idx="3936">
                  <c:v>18-10-2021</c:v>
                </c:pt>
                <c:pt idx="3937">
                  <c:v>18-10-2021</c:v>
                </c:pt>
                <c:pt idx="3938">
                  <c:v>18-10-2021</c:v>
                </c:pt>
                <c:pt idx="3939">
                  <c:v>18-10-2021</c:v>
                </c:pt>
                <c:pt idx="3940">
                  <c:v>18-10-2021</c:v>
                </c:pt>
                <c:pt idx="3941">
                  <c:v>18-10-2021</c:v>
                </c:pt>
                <c:pt idx="3942">
                  <c:v>18-10-2021</c:v>
                </c:pt>
                <c:pt idx="3943">
                  <c:v>18-10-2021</c:v>
                </c:pt>
                <c:pt idx="3944">
                  <c:v>18-10-2021</c:v>
                </c:pt>
                <c:pt idx="3945">
                  <c:v>18-10-2021</c:v>
                </c:pt>
                <c:pt idx="3946">
                  <c:v>18-10-2021</c:v>
                </c:pt>
                <c:pt idx="3947">
                  <c:v>18-10-2021</c:v>
                </c:pt>
                <c:pt idx="3948">
                  <c:v>18-10-2021</c:v>
                </c:pt>
                <c:pt idx="3949">
                  <c:v>18-10-2021</c:v>
                </c:pt>
                <c:pt idx="3950">
                  <c:v>18-10-2021</c:v>
                </c:pt>
                <c:pt idx="3951">
                  <c:v>18-10-2021</c:v>
                </c:pt>
                <c:pt idx="3952">
                  <c:v>18-10-2021</c:v>
                </c:pt>
                <c:pt idx="3953">
                  <c:v>18-10-2021</c:v>
                </c:pt>
                <c:pt idx="3954">
                  <c:v>18-10-2021</c:v>
                </c:pt>
                <c:pt idx="3955">
                  <c:v>18-10-2021</c:v>
                </c:pt>
                <c:pt idx="3956">
                  <c:v>18-10-2021</c:v>
                </c:pt>
                <c:pt idx="3957">
                  <c:v>18-10-2021</c:v>
                </c:pt>
                <c:pt idx="3958">
                  <c:v>18-10-2021</c:v>
                </c:pt>
                <c:pt idx="3959">
                  <c:v>18-10-2021</c:v>
                </c:pt>
                <c:pt idx="3960">
                  <c:v>18-10-2021</c:v>
                </c:pt>
                <c:pt idx="3961">
                  <c:v>18-10-2021</c:v>
                </c:pt>
                <c:pt idx="3962">
                  <c:v>18-10-2021</c:v>
                </c:pt>
                <c:pt idx="3963">
                  <c:v>18-10-2021</c:v>
                </c:pt>
                <c:pt idx="3964">
                  <c:v>18-10-2021</c:v>
                </c:pt>
                <c:pt idx="3965">
                  <c:v>18-10-2021</c:v>
                </c:pt>
                <c:pt idx="3966">
                  <c:v>18-10-2021</c:v>
                </c:pt>
                <c:pt idx="3967">
                  <c:v>18-10-2021</c:v>
                </c:pt>
                <c:pt idx="3968">
                  <c:v>18-10-2021</c:v>
                </c:pt>
                <c:pt idx="3969">
                  <c:v>18-10-2021</c:v>
                </c:pt>
                <c:pt idx="3970">
                  <c:v>18-10-2021</c:v>
                </c:pt>
                <c:pt idx="3971">
                  <c:v>18-10-2021</c:v>
                </c:pt>
                <c:pt idx="3972">
                  <c:v>18-10-2021</c:v>
                </c:pt>
                <c:pt idx="3973">
                  <c:v>18-10-2021</c:v>
                </c:pt>
                <c:pt idx="3974">
                  <c:v>18-10-2021</c:v>
                </c:pt>
                <c:pt idx="3975">
                  <c:v>18-10-2021</c:v>
                </c:pt>
                <c:pt idx="3976">
                  <c:v>19-10-2021</c:v>
                </c:pt>
                <c:pt idx="3977">
                  <c:v>19-10-2021</c:v>
                </c:pt>
                <c:pt idx="3978">
                  <c:v>19-10-2021</c:v>
                </c:pt>
                <c:pt idx="3979">
                  <c:v>19-10-2021</c:v>
                </c:pt>
                <c:pt idx="3980">
                  <c:v>19-10-2021</c:v>
                </c:pt>
                <c:pt idx="3981">
                  <c:v>19-10-2021</c:v>
                </c:pt>
                <c:pt idx="3982">
                  <c:v>19-10-2021</c:v>
                </c:pt>
                <c:pt idx="3983">
                  <c:v>19-10-2021</c:v>
                </c:pt>
                <c:pt idx="3984">
                  <c:v>19-10-2021</c:v>
                </c:pt>
                <c:pt idx="3985">
                  <c:v>19-10-2021</c:v>
                </c:pt>
                <c:pt idx="3986">
                  <c:v>19-10-2021</c:v>
                </c:pt>
                <c:pt idx="3987">
                  <c:v>19-10-2021</c:v>
                </c:pt>
                <c:pt idx="3988">
                  <c:v>19-10-2021</c:v>
                </c:pt>
                <c:pt idx="3989">
                  <c:v>19-10-2021</c:v>
                </c:pt>
                <c:pt idx="3990">
                  <c:v>19-10-2021</c:v>
                </c:pt>
                <c:pt idx="3991">
                  <c:v>19-10-2021</c:v>
                </c:pt>
                <c:pt idx="3992">
                  <c:v>19-10-2021</c:v>
                </c:pt>
                <c:pt idx="3993">
                  <c:v>19-10-2021</c:v>
                </c:pt>
                <c:pt idx="3994">
                  <c:v>19-10-2021</c:v>
                </c:pt>
                <c:pt idx="3995">
                  <c:v>19-10-2021</c:v>
                </c:pt>
                <c:pt idx="3996">
                  <c:v>19-10-2021</c:v>
                </c:pt>
                <c:pt idx="3997">
                  <c:v>19-10-2021</c:v>
                </c:pt>
                <c:pt idx="3998">
                  <c:v>19-10-2021</c:v>
                </c:pt>
                <c:pt idx="3999">
                  <c:v>19-10-2021</c:v>
                </c:pt>
                <c:pt idx="4000">
                  <c:v>19-10-2021</c:v>
                </c:pt>
                <c:pt idx="4001">
                  <c:v>19-10-2021</c:v>
                </c:pt>
                <c:pt idx="4002">
                  <c:v>19-10-2021</c:v>
                </c:pt>
                <c:pt idx="4003">
                  <c:v>19-10-2021</c:v>
                </c:pt>
                <c:pt idx="4004">
                  <c:v>19-10-2021</c:v>
                </c:pt>
                <c:pt idx="4005">
                  <c:v>19-10-2021</c:v>
                </c:pt>
                <c:pt idx="4006">
                  <c:v>19-10-2021</c:v>
                </c:pt>
                <c:pt idx="4007">
                  <c:v>19-10-2021</c:v>
                </c:pt>
                <c:pt idx="4008">
                  <c:v>19-10-2021</c:v>
                </c:pt>
                <c:pt idx="4009">
                  <c:v>19-10-2021</c:v>
                </c:pt>
                <c:pt idx="4010">
                  <c:v>19-10-2021</c:v>
                </c:pt>
                <c:pt idx="4011">
                  <c:v>19-10-2021</c:v>
                </c:pt>
                <c:pt idx="4012">
                  <c:v>19-10-2021</c:v>
                </c:pt>
                <c:pt idx="4013">
                  <c:v>19-10-2021</c:v>
                </c:pt>
                <c:pt idx="4014">
                  <c:v>19-10-2021</c:v>
                </c:pt>
                <c:pt idx="4015">
                  <c:v>19-10-2021</c:v>
                </c:pt>
                <c:pt idx="4016">
                  <c:v>19-10-2021</c:v>
                </c:pt>
                <c:pt idx="4017">
                  <c:v>19-10-2021</c:v>
                </c:pt>
                <c:pt idx="4018">
                  <c:v>19-10-2021</c:v>
                </c:pt>
                <c:pt idx="4019">
                  <c:v>19-10-2021</c:v>
                </c:pt>
                <c:pt idx="4020">
                  <c:v>19-10-2021</c:v>
                </c:pt>
                <c:pt idx="4021">
                  <c:v>19-10-2021</c:v>
                </c:pt>
                <c:pt idx="4022">
                  <c:v>19-10-2021</c:v>
                </c:pt>
                <c:pt idx="4023">
                  <c:v>19-10-2021</c:v>
                </c:pt>
                <c:pt idx="4024">
                  <c:v>19-10-2021</c:v>
                </c:pt>
                <c:pt idx="4025">
                  <c:v>19-10-2021</c:v>
                </c:pt>
                <c:pt idx="4026">
                  <c:v>20-10-2021</c:v>
                </c:pt>
                <c:pt idx="4027">
                  <c:v>20-10-2021</c:v>
                </c:pt>
                <c:pt idx="4028">
                  <c:v>20-10-2021</c:v>
                </c:pt>
                <c:pt idx="4029">
                  <c:v>20-10-2021</c:v>
                </c:pt>
                <c:pt idx="4030">
                  <c:v>20-10-2021</c:v>
                </c:pt>
                <c:pt idx="4031">
                  <c:v>20-10-2021</c:v>
                </c:pt>
                <c:pt idx="4032">
                  <c:v>20-10-2021</c:v>
                </c:pt>
                <c:pt idx="4033">
                  <c:v>20-10-2021</c:v>
                </c:pt>
                <c:pt idx="4034">
                  <c:v>20-10-2021</c:v>
                </c:pt>
                <c:pt idx="4035">
                  <c:v>20-10-2021</c:v>
                </c:pt>
                <c:pt idx="4036">
                  <c:v>20-10-2021</c:v>
                </c:pt>
                <c:pt idx="4037">
                  <c:v>20-10-2021</c:v>
                </c:pt>
                <c:pt idx="4038">
                  <c:v>20-10-2021</c:v>
                </c:pt>
                <c:pt idx="4039">
                  <c:v>20-10-2021</c:v>
                </c:pt>
                <c:pt idx="4040">
                  <c:v>20-10-2021</c:v>
                </c:pt>
                <c:pt idx="4041">
                  <c:v>20-10-2021</c:v>
                </c:pt>
                <c:pt idx="4042">
                  <c:v>20-10-2021</c:v>
                </c:pt>
                <c:pt idx="4043">
                  <c:v>20-10-2021</c:v>
                </c:pt>
                <c:pt idx="4044">
                  <c:v>20-10-2021</c:v>
                </c:pt>
                <c:pt idx="4045">
                  <c:v>20-10-2021</c:v>
                </c:pt>
                <c:pt idx="4046">
                  <c:v>20-10-2021</c:v>
                </c:pt>
                <c:pt idx="4047">
                  <c:v>20-10-2021</c:v>
                </c:pt>
                <c:pt idx="4048">
                  <c:v>20-10-2021</c:v>
                </c:pt>
                <c:pt idx="4049">
                  <c:v>20-10-2021</c:v>
                </c:pt>
                <c:pt idx="4050">
                  <c:v>20-10-2021</c:v>
                </c:pt>
                <c:pt idx="4051">
                  <c:v>20-10-2021</c:v>
                </c:pt>
                <c:pt idx="4052">
                  <c:v>20-10-2021</c:v>
                </c:pt>
                <c:pt idx="4053">
                  <c:v>20-10-2021</c:v>
                </c:pt>
                <c:pt idx="4054">
                  <c:v>20-10-2021</c:v>
                </c:pt>
                <c:pt idx="4055">
                  <c:v>20-10-2021</c:v>
                </c:pt>
                <c:pt idx="4056">
                  <c:v>20-10-2021</c:v>
                </c:pt>
                <c:pt idx="4057">
                  <c:v>20-10-2021</c:v>
                </c:pt>
                <c:pt idx="4058">
                  <c:v>20-10-2021</c:v>
                </c:pt>
                <c:pt idx="4059">
                  <c:v>20-10-2021</c:v>
                </c:pt>
                <c:pt idx="4060">
                  <c:v>20-10-2021</c:v>
                </c:pt>
                <c:pt idx="4061">
                  <c:v>20-10-2021</c:v>
                </c:pt>
                <c:pt idx="4062">
                  <c:v>20-10-2021</c:v>
                </c:pt>
                <c:pt idx="4063">
                  <c:v>20-10-2021</c:v>
                </c:pt>
                <c:pt idx="4064">
                  <c:v>20-10-2021</c:v>
                </c:pt>
                <c:pt idx="4065">
                  <c:v>20-10-2021</c:v>
                </c:pt>
                <c:pt idx="4066">
                  <c:v>20-10-2021</c:v>
                </c:pt>
                <c:pt idx="4067">
                  <c:v>20-10-2021</c:v>
                </c:pt>
                <c:pt idx="4068">
                  <c:v>20-10-2021</c:v>
                </c:pt>
                <c:pt idx="4069">
                  <c:v>20-10-2021</c:v>
                </c:pt>
                <c:pt idx="4070">
                  <c:v>20-10-2021</c:v>
                </c:pt>
                <c:pt idx="4071">
                  <c:v>20-10-2021</c:v>
                </c:pt>
                <c:pt idx="4072">
                  <c:v>20-10-2021</c:v>
                </c:pt>
                <c:pt idx="4073">
                  <c:v>20-10-2021</c:v>
                </c:pt>
                <c:pt idx="4074">
                  <c:v>20-10-2021</c:v>
                </c:pt>
                <c:pt idx="4075">
                  <c:v>20-10-2021</c:v>
                </c:pt>
                <c:pt idx="4076">
                  <c:v>21-10-2021</c:v>
                </c:pt>
                <c:pt idx="4077">
                  <c:v>21-10-2021</c:v>
                </c:pt>
                <c:pt idx="4078">
                  <c:v>21-10-2021</c:v>
                </c:pt>
                <c:pt idx="4079">
                  <c:v>21-10-2021</c:v>
                </c:pt>
                <c:pt idx="4080">
                  <c:v>21-10-2021</c:v>
                </c:pt>
                <c:pt idx="4081">
                  <c:v>21-10-2021</c:v>
                </c:pt>
                <c:pt idx="4082">
                  <c:v>21-10-2021</c:v>
                </c:pt>
                <c:pt idx="4083">
                  <c:v>21-10-2021</c:v>
                </c:pt>
                <c:pt idx="4084">
                  <c:v>21-10-2021</c:v>
                </c:pt>
                <c:pt idx="4085">
                  <c:v>21-10-2021</c:v>
                </c:pt>
                <c:pt idx="4086">
                  <c:v>21-10-2021</c:v>
                </c:pt>
                <c:pt idx="4087">
                  <c:v>21-10-2021</c:v>
                </c:pt>
                <c:pt idx="4088">
                  <c:v>21-10-2021</c:v>
                </c:pt>
                <c:pt idx="4089">
                  <c:v>21-10-2021</c:v>
                </c:pt>
                <c:pt idx="4090">
                  <c:v>21-10-2021</c:v>
                </c:pt>
                <c:pt idx="4091">
                  <c:v>21-10-2021</c:v>
                </c:pt>
                <c:pt idx="4092">
                  <c:v>21-10-2021</c:v>
                </c:pt>
                <c:pt idx="4093">
                  <c:v>21-10-2021</c:v>
                </c:pt>
                <c:pt idx="4094">
                  <c:v>21-10-2021</c:v>
                </c:pt>
                <c:pt idx="4095">
                  <c:v>21-10-2021</c:v>
                </c:pt>
                <c:pt idx="4096">
                  <c:v>21-10-2021</c:v>
                </c:pt>
                <c:pt idx="4097">
                  <c:v>21-10-2021</c:v>
                </c:pt>
                <c:pt idx="4098">
                  <c:v>21-10-2021</c:v>
                </c:pt>
                <c:pt idx="4099">
                  <c:v>21-10-2021</c:v>
                </c:pt>
                <c:pt idx="4100">
                  <c:v>21-10-2021</c:v>
                </c:pt>
                <c:pt idx="4101">
                  <c:v>21-10-2021</c:v>
                </c:pt>
                <c:pt idx="4102">
                  <c:v>21-10-2021</c:v>
                </c:pt>
                <c:pt idx="4103">
                  <c:v>21-10-2021</c:v>
                </c:pt>
                <c:pt idx="4104">
                  <c:v>21-10-2021</c:v>
                </c:pt>
                <c:pt idx="4105">
                  <c:v>21-10-2021</c:v>
                </c:pt>
                <c:pt idx="4106">
                  <c:v>21-10-2021</c:v>
                </c:pt>
                <c:pt idx="4107">
                  <c:v>21-10-2021</c:v>
                </c:pt>
                <c:pt idx="4108">
                  <c:v>21-10-2021</c:v>
                </c:pt>
                <c:pt idx="4109">
                  <c:v>21-10-2021</c:v>
                </c:pt>
                <c:pt idx="4110">
                  <c:v>21-10-2021</c:v>
                </c:pt>
                <c:pt idx="4111">
                  <c:v>21-10-2021</c:v>
                </c:pt>
                <c:pt idx="4112">
                  <c:v>21-10-2021</c:v>
                </c:pt>
                <c:pt idx="4113">
                  <c:v>21-10-2021</c:v>
                </c:pt>
                <c:pt idx="4114">
                  <c:v>21-10-2021</c:v>
                </c:pt>
                <c:pt idx="4115">
                  <c:v>21-10-2021</c:v>
                </c:pt>
                <c:pt idx="4116">
                  <c:v>21-10-2021</c:v>
                </c:pt>
                <c:pt idx="4117">
                  <c:v>21-10-2021</c:v>
                </c:pt>
                <c:pt idx="4118">
                  <c:v>21-10-2021</c:v>
                </c:pt>
                <c:pt idx="4119">
                  <c:v>21-10-2021</c:v>
                </c:pt>
                <c:pt idx="4120">
                  <c:v>21-10-2021</c:v>
                </c:pt>
                <c:pt idx="4121">
                  <c:v>21-10-2021</c:v>
                </c:pt>
                <c:pt idx="4122">
                  <c:v>21-10-2021</c:v>
                </c:pt>
                <c:pt idx="4123">
                  <c:v>21-10-2021</c:v>
                </c:pt>
                <c:pt idx="4124">
                  <c:v>21-10-2021</c:v>
                </c:pt>
                <c:pt idx="4125">
                  <c:v>21-10-2021</c:v>
                </c:pt>
                <c:pt idx="4126">
                  <c:v>22-10-2021</c:v>
                </c:pt>
                <c:pt idx="4127">
                  <c:v>22-10-2021</c:v>
                </c:pt>
                <c:pt idx="4128">
                  <c:v>22-10-2021</c:v>
                </c:pt>
                <c:pt idx="4129">
                  <c:v>22-10-2021</c:v>
                </c:pt>
                <c:pt idx="4130">
                  <c:v>22-10-2021</c:v>
                </c:pt>
                <c:pt idx="4131">
                  <c:v>22-10-2021</c:v>
                </c:pt>
                <c:pt idx="4132">
                  <c:v>22-10-2021</c:v>
                </c:pt>
                <c:pt idx="4133">
                  <c:v>22-10-2021</c:v>
                </c:pt>
                <c:pt idx="4134">
                  <c:v>22-10-2021</c:v>
                </c:pt>
                <c:pt idx="4135">
                  <c:v>22-10-2021</c:v>
                </c:pt>
                <c:pt idx="4136">
                  <c:v>22-10-2021</c:v>
                </c:pt>
                <c:pt idx="4137">
                  <c:v>22-10-2021</c:v>
                </c:pt>
                <c:pt idx="4138">
                  <c:v>22-10-2021</c:v>
                </c:pt>
                <c:pt idx="4139">
                  <c:v>22-10-2021</c:v>
                </c:pt>
                <c:pt idx="4140">
                  <c:v>22-10-2021</c:v>
                </c:pt>
                <c:pt idx="4141">
                  <c:v>22-10-2021</c:v>
                </c:pt>
                <c:pt idx="4142">
                  <c:v>22-10-2021</c:v>
                </c:pt>
                <c:pt idx="4143">
                  <c:v>22-10-2021</c:v>
                </c:pt>
                <c:pt idx="4144">
                  <c:v>22-10-2021</c:v>
                </c:pt>
                <c:pt idx="4145">
                  <c:v>22-10-2021</c:v>
                </c:pt>
                <c:pt idx="4146">
                  <c:v>22-10-2021</c:v>
                </c:pt>
                <c:pt idx="4147">
                  <c:v>22-10-2021</c:v>
                </c:pt>
                <c:pt idx="4148">
                  <c:v>22-10-2021</c:v>
                </c:pt>
                <c:pt idx="4149">
                  <c:v>22-10-2021</c:v>
                </c:pt>
                <c:pt idx="4150">
                  <c:v>22-10-2021</c:v>
                </c:pt>
                <c:pt idx="4151">
                  <c:v>22-10-2021</c:v>
                </c:pt>
                <c:pt idx="4152">
                  <c:v>22-10-2021</c:v>
                </c:pt>
                <c:pt idx="4153">
                  <c:v>22-10-2021</c:v>
                </c:pt>
                <c:pt idx="4154">
                  <c:v>22-10-2021</c:v>
                </c:pt>
                <c:pt idx="4155">
                  <c:v>22-10-2021</c:v>
                </c:pt>
                <c:pt idx="4156">
                  <c:v>22-10-2021</c:v>
                </c:pt>
                <c:pt idx="4157">
                  <c:v>22-10-2021</c:v>
                </c:pt>
                <c:pt idx="4158">
                  <c:v>22-10-2021</c:v>
                </c:pt>
                <c:pt idx="4159">
                  <c:v>22-10-2021</c:v>
                </c:pt>
                <c:pt idx="4160">
                  <c:v>22-10-2021</c:v>
                </c:pt>
                <c:pt idx="4161">
                  <c:v>22-10-2021</c:v>
                </c:pt>
                <c:pt idx="4162">
                  <c:v>22-10-2021</c:v>
                </c:pt>
                <c:pt idx="4163">
                  <c:v>22-10-2021</c:v>
                </c:pt>
                <c:pt idx="4164">
                  <c:v>22-10-2021</c:v>
                </c:pt>
                <c:pt idx="4165">
                  <c:v>22-10-2021</c:v>
                </c:pt>
                <c:pt idx="4166">
                  <c:v>22-10-2021</c:v>
                </c:pt>
                <c:pt idx="4167">
                  <c:v>22-10-2021</c:v>
                </c:pt>
                <c:pt idx="4168">
                  <c:v>22-10-2021</c:v>
                </c:pt>
                <c:pt idx="4169">
                  <c:v>22-10-2021</c:v>
                </c:pt>
                <c:pt idx="4170">
                  <c:v>22-10-2021</c:v>
                </c:pt>
                <c:pt idx="4171">
                  <c:v>22-10-2021</c:v>
                </c:pt>
                <c:pt idx="4172">
                  <c:v>22-10-2021</c:v>
                </c:pt>
                <c:pt idx="4173">
                  <c:v>22-10-2021</c:v>
                </c:pt>
                <c:pt idx="4174">
                  <c:v>22-10-2021</c:v>
                </c:pt>
                <c:pt idx="4175">
                  <c:v>22-10-2021</c:v>
                </c:pt>
                <c:pt idx="4176">
                  <c:v>22-10-2021</c:v>
                </c:pt>
                <c:pt idx="4177">
                  <c:v>23-10-2021</c:v>
                </c:pt>
                <c:pt idx="4178">
                  <c:v>23-10-2021</c:v>
                </c:pt>
                <c:pt idx="4179">
                  <c:v>23-10-2021</c:v>
                </c:pt>
                <c:pt idx="4180">
                  <c:v>23-10-2021</c:v>
                </c:pt>
                <c:pt idx="4181">
                  <c:v>23-10-2021</c:v>
                </c:pt>
                <c:pt idx="4182">
                  <c:v>23-10-2021</c:v>
                </c:pt>
                <c:pt idx="4183">
                  <c:v>23-10-2021</c:v>
                </c:pt>
                <c:pt idx="4184">
                  <c:v>23-10-2021</c:v>
                </c:pt>
                <c:pt idx="4185">
                  <c:v>23-10-2021</c:v>
                </c:pt>
                <c:pt idx="4186">
                  <c:v>23-10-2021</c:v>
                </c:pt>
                <c:pt idx="4187">
                  <c:v>23-10-2021</c:v>
                </c:pt>
                <c:pt idx="4188">
                  <c:v>23-10-2021</c:v>
                </c:pt>
                <c:pt idx="4189">
                  <c:v>23-10-2021</c:v>
                </c:pt>
                <c:pt idx="4190">
                  <c:v>23-10-2021</c:v>
                </c:pt>
                <c:pt idx="4191">
                  <c:v>23-10-2021</c:v>
                </c:pt>
                <c:pt idx="4192">
                  <c:v>23-10-2021</c:v>
                </c:pt>
                <c:pt idx="4193">
                  <c:v>23-10-2021</c:v>
                </c:pt>
                <c:pt idx="4194">
                  <c:v>23-10-2021</c:v>
                </c:pt>
                <c:pt idx="4195">
                  <c:v>23-10-2021</c:v>
                </c:pt>
                <c:pt idx="4196">
                  <c:v>23-10-2021</c:v>
                </c:pt>
                <c:pt idx="4197">
                  <c:v>23-10-2021</c:v>
                </c:pt>
                <c:pt idx="4198">
                  <c:v>23-10-2021</c:v>
                </c:pt>
                <c:pt idx="4199">
                  <c:v>23-10-2021</c:v>
                </c:pt>
                <c:pt idx="4200">
                  <c:v>23-10-2021</c:v>
                </c:pt>
                <c:pt idx="4201">
                  <c:v>23-10-2021</c:v>
                </c:pt>
                <c:pt idx="4202">
                  <c:v>23-10-2021</c:v>
                </c:pt>
                <c:pt idx="4203">
                  <c:v>23-10-2021</c:v>
                </c:pt>
                <c:pt idx="4204">
                  <c:v>23-10-2021</c:v>
                </c:pt>
                <c:pt idx="4205">
                  <c:v>23-10-2021</c:v>
                </c:pt>
                <c:pt idx="4206">
                  <c:v>23-10-2021</c:v>
                </c:pt>
                <c:pt idx="4207">
                  <c:v>23-10-2021</c:v>
                </c:pt>
                <c:pt idx="4208">
                  <c:v>23-10-2021</c:v>
                </c:pt>
                <c:pt idx="4209">
                  <c:v>23-10-2021</c:v>
                </c:pt>
                <c:pt idx="4210">
                  <c:v>23-10-2021</c:v>
                </c:pt>
                <c:pt idx="4211">
                  <c:v>23-10-2021</c:v>
                </c:pt>
                <c:pt idx="4212">
                  <c:v>23-10-2021</c:v>
                </c:pt>
                <c:pt idx="4213">
                  <c:v>23-10-2021</c:v>
                </c:pt>
                <c:pt idx="4214">
                  <c:v>23-10-2021</c:v>
                </c:pt>
                <c:pt idx="4215">
                  <c:v>23-10-2021</c:v>
                </c:pt>
                <c:pt idx="4216">
                  <c:v>23-10-2021</c:v>
                </c:pt>
                <c:pt idx="4217">
                  <c:v>23-10-2021</c:v>
                </c:pt>
                <c:pt idx="4218">
                  <c:v>23-10-2021</c:v>
                </c:pt>
                <c:pt idx="4219">
                  <c:v>23-10-2021</c:v>
                </c:pt>
                <c:pt idx="4220">
                  <c:v>23-10-2021</c:v>
                </c:pt>
                <c:pt idx="4221">
                  <c:v>23-10-2021</c:v>
                </c:pt>
                <c:pt idx="4222">
                  <c:v>23-10-2021</c:v>
                </c:pt>
                <c:pt idx="4223">
                  <c:v>23-10-2021</c:v>
                </c:pt>
                <c:pt idx="4224">
                  <c:v>23-10-2021</c:v>
                </c:pt>
                <c:pt idx="4225">
                  <c:v>23-10-2021</c:v>
                </c:pt>
                <c:pt idx="4226">
                  <c:v>23-10-2021</c:v>
                </c:pt>
                <c:pt idx="4227">
                  <c:v>23-10-2021</c:v>
                </c:pt>
                <c:pt idx="4228">
                  <c:v>24-10-2021</c:v>
                </c:pt>
                <c:pt idx="4229">
                  <c:v>24-10-2021</c:v>
                </c:pt>
                <c:pt idx="4230">
                  <c:v>24-10-2021</c:v>
                </c:pt>
                <c:pt idx="4231">
                  <c:v>24-10-2021</c:v>
                </c:pt>
                <c:pt idx="4232">
                  <c:v>24-10-2021</c:v>
                </c:pt>
                <c:pt idx="4233">
                  <c:v>24-10-2021</c:v>
                </c:pt>
                <c:pt idx="4234">
                  <c:v>24-10-2021</c:v>
                </c:pt>
                <c:pt idx="4235">
                  <c:v>24-10-2021</c:v>
                </c:pt>
                <c:pt idx="4236">
                  <c:v>24-10-2021</c:v>
                </c:pt>
                <c:pt idx="4237">
                  <c:v>24-10-2021</c:v>
                </c:pt>
                <c:pt idx="4238">
                  <c:v>24-10-2021</c:v>
                </c:pt>
                <c:pt idx="4239">
                  <c:v>24-10-2021</c:v>
                </c:pt>
                <c:pt idx="4240">
                  <c:v>24-10-2021</c:v>
                </c:pt>
                <c:pt idx="4241">
                  <c:v>24-10-2021</c:v>
                </c:pt>
                <c:pt idx="4242">
                  <c:v>24-10-2021</c:v>
                </c:pt>
                <c:pt idx="4243">
                  <c:v>24-10-2021</c:v>
                </c:pt>
                <c:pt idx="4244">
                  <c:v>24-10-2021</c:v>
                </c:pt>
                <c:pt idx="4245">
                  <c:v>24-10-2021</c:v>
                </c:pt>
                <c:pt idx="4246">
                  <c:v>24-10-2021</c:v>
                </c:pt>
                <c:pt idx="4247">
                  <c:v>24-10-2021</c:v>
                </c:pt>
                <c:pt idx="4248">
                  <c:v>24-10-2021</c:v>
                </c:pt>
                <c:pt idx="4249">
                  <c:v>24-10-2021</c:v>
                </c:pt>
                <c:pt idx="4250">
                  <c:v>24-10-2021</c:v>
                </c:pt>
                <c:pt idx="4251">
                  <c:v>24-10-2021</c:v>
                </c:pt>
                <c:pt idx="4252">
                  <c:v>24-10-2021</c:v>
                </c:pt>
                <c:pt idx="4253">
                  <c:v>24-10-2021</c:v>
                </c:pt>
                <c:pt idx="4254">
                  <c:v>24-10-2021</c:v>
                </c:pt>
                <c:pt idx="4255">
                  <c:v>24-10-2021</c:v>
                </c:pt>
                <c:pt idx="4256">
                  <c:v>24-10-2021</c:v>
                </c:pt>
                <c:pt idx="4257">
                  <c:v>24-10-2021</c:v>
                </c:pt>
                <c:pt idx="4258">
                  <c:v>24-10-2021</c:v>
                </c:pt>
                <c:pt idx="4259">
                  <c:v>24-10-2021</c:v>
                </c:pt>
                <c:pt idx="4260">
                  <c:v>24-10-2021</c:v>
                </c:pt>
                <c:pt idx="4261">
                  <c:v>24-10-2021</c:v>
                </c:pt>
                <c:pt idx="4262">
                  <c:v>24-10-2021</c:v>
                </c:pt>
                <c:pt idx="4263">
                  <c:v>24-10-2021</c:v>
                </c:pt>
                <c:pt idx="4264">
                  <c:v>24-10-2021</c:v>
                </c:pt>
                <c:pt idx="4265">
                  <c:v>24-10-2021</c:v>
                </c:pt>
                <c:pt idx="4266">
                  <c:v>24-10-2021</c:v>
                </c:pt>
                <c:pt idx="4267">
                  <c:v>24-10-2021</c:v>
                </c:pt>
                <c:pt idx="4268">
                  <c:v>24-10-2021</c:v>
                </c:pt>
                <c:pt idx="4269">
                  <c:v>24-10-2021</c:v>
                </c:pt>
                <c:pt idx="4270">
                  <c:v>24-10-2021</c:v>
                </c:pt>
                <c:pt idx="4271">
                  <c:v>24-10-2021</c:v>
                </c:pt>
                <c:pt idx="4272">
                  <c:v>24-10-2021</c:v>
                </c:pt>
                <c:pt idx="4273">
                  <c:v>24-10-2021</c:v>
                </c:pt>
                <c:pt idx="4274">
                  <c:v>24-10-2021</c:v>
                </c:pt>
                <c:pt idx="4275">
                  <c:v>24-10-2021</c:v>
                </c:pt>
                <c:pt idx="4276">
                  <c:v>24-10-2021</c:v>
                </c:pt>
                <c:pt idx="4277">
                  <c:v>24-10-2021</c:v>
                </c:pt>
                <c:pt idx="4278">
                  <c:v>24-10-2021</c:v>
                </c:pt>
                <c:pt idx="4279">
                  <c:v>25-10-2021</c:v>
                </c:pt>
                <c:pt idx="4280">
                  <c:v>25-10-2021</c:v>
                </c:pt>
                <c:pt idx="4281">
                  <c:v>25-10-2021</c:v>
                </c:pt>
                <c:pt idx="4282">
                  <c:v>25-10-2021</c:v>
                </c:pt>
                <c:pt idx="4283">
                  <c:v>25-10-2021</c:v>
                </c:pt>
                <c:pt idx="4284">
                  <c:v>25-10-2021</c:v>
                </c:pt>
                <c:pt idx="4285">
                  <c:v>25-10-2021</c:v>
                </c:pt>
                <c:pt idx="4286">
                  <c:v>25-10-2021</c:v>
                </c:pt>
                <c:pt idx="4287">
                  <c:v>25-10-2021</c:v>
                </c:pt>
                <c:pt idx="4288">
                  <c:v>25-10-2021</c:v>
                </c:pt>
                <c:pt idx="4289">
                  <c:v>25-10-2021</c:v>
                </c:pt>
                <c:pt idx="4290">
                  <c:v>25-10-2021</c:v>
                </c:pt>
                <c:pt idx="4291">
                  <c:v>25-10-2021</c:v>
                </c:pt>
                <c:pt idx="4292">
                  <c:v>25-10-2021</c:v>
                </c:pt>
                <c:pt idx="4293">
                  <c:v>25-10-2021</c:v>
                </c:pt>
                <c:pt idx="4294">
                  <c:v>25-10-2021</c:v>
                </c:pt>
                <c:pt idx="4295">
                  <c:v>25-10-2021</c:v>
                </c:pt>
                <c:pt idx="4296">
                  <c:v>25-10-2021</c:v>
                </c:pt>
                <c:pt idx="4297">
                  <c:v>25-10-2021</c:v>
                </c:pt>
                <c:pt idx="4298">
                  <c:v>25-10-2021</c:v>
                </c:pt>
                <c:pt idx="4299">
                  <c:v>25-10-2021</c:v>
                </c:pt>
                <c:pt idx="4300">
                  <c:v>25-10-2021</c:v>
                </c:pt>
                <c:pt idx="4301">
                  <c:v>25-10-2021</c:v>
                </c:pt>
                <c:pt idx="4302">
                  <c:v>25-10-2021</c:v>
                </c:pt>
                <c:pt idx="4303">
                  <c:v>25-10-2021</c:v>
                </c:pt>
                <c:pt idx="4304">
                  <c:v>25-10-2021</c:v>
                </c:pt>
                <c:pt idx="4305">
                  <c:v>25-10-2021</c:v>
                </c:pt>
                <c:pt idx="4306">
                  <c:v>25-10-2021</c:v>
                </c:pt>
                <c:pt idx="4307">
                  <c:v>25-10-2021</c:v>
                </c:pt>
                <c:pt idx="4308">
                  <c:v>25-10-2021</c:v>
                </c:pt>
                <c:pt idx="4309">
                  <c:v>25-10-2021</c:v>
                </c:pt>
                <c:pt idx="4310">
                  <c:v>25-10-2021</c:v>
                </c:pt>
                <c:pt idx="4311">
                  <c:v>25-10-2021</c:v>
                </c:pt>
                <c:pt idx="4312">
                  <c:v>25-10-2021</c:v>
                </c:pt>
                <c:pt idx="4313">
                  <c:v>25-10-2021</c:v>
                </c:pt>
                <c:pt idx="4314">
                  <c:v>25-10-2021</c:v>
                </c:pt>
                <c:pt idx="4315">
                  <c:v>25-10-2021</c:v>
                </c:pt>
                <c:pt idx="4316">
                  <c:v>25-10-2021</c:v>
                </c:pt>
                <c:pt idx="4317">
                  <c:v>25-10-2021</c:v>
                </c:pt>
                <c:pt idx="4318">
                  <c:v>25-10-2021</c:v>
                </c:pt>
                <c:pt idx="4319">
                  <c:v>25-10-2021</c:v>
                </c:pt>
                <c:pt idx="4320">
                  <c:v>25-10-2021</c:v>
                </c:pt>
                <c:pt idx="4321">
                  <c:v>25-10-2021</c:v>
                </c:pt>
                <c:pt idx="4322">
                  <c:v>25-10-2021</c:v>
                </c:pt>
                <c:pt idx="4323">
                  <c:v>25-10-2021</c:v>
                </c:pt>
                <c:pt idx="4324">
                  <c:v>25-10-2021</c:v>
                </c:pt>
                <c:pt idx="4325">
                  <c:v>25-10-2021</c:v>
                </c:pt>
                <c:pt idx="4326">
                  <c:v>25-10-2021</c:v>
                </c:pt>
                <c:pt idx="4327">
                  <c:v>25-10-2021</c:v>
                </c:pt>
                <c:pt idx="4328">
                  <c:v>25-10-2021</c:v>
                </c:pt>
                <c:pt idx="4329">
                  <c:v>25-10-2021</c:v>
                </c:pt>
                <c:pt idx="4330">
                  <c:v>25-10-2021</c:v>
                </c:pt>
                <c:pt idx="4331">
                  <c:v>26-10-2021</c:v>
                </c:pt>
                <c:pt idx="4332">
                  <c:v>26-10-2021</c:v>
                </c:pt>
                <c:pt idx="4333">
                  <c:v>26-10-2021</c:v>
                </c:pt>
                <c:pt idx="4334">
                  <c:v>26-10-2021</c:v>
                </c:pt>
                <c:pt idx="4335">
                  <c:v>26-10-2021</c:v>
                </c:pt>
                <c:pt idx="4336">
                  <c:v>26-10-2021</c:v>
                </c:pt>
                <c:pt idx="4337">
                  <c:v>26-10-2021</c:v>
                </c:pt>
                <c:pt idx="4338">
                  <c:v>26-10-2021</c:v>
                </c:pt>
                <c:pt idx="4339">
                  <c:v>26-10-2021</c:v>
                </c:pt>
                <c:pt idx="4340">
                  <c:v>26-10-2021</c:v>
                </c:pt>
                <c:pt idx="4341">
                  <c:v>26-10-2021</c:v>
                </c:pt>
                <c:pt idx="4342">
                  <c:v>26-10-2021</c:v>
                </c:pt>
                <c:pt idx="4343">
                  <c:v>26-10-2021</c:v>
                </c:pt>
                <c:pt idx="4344">
                  <c:v>26-10-2021</c:v>
                </c:pt>
                <c:pt idx="4345">
                  <c:v>26-10-2021</c:v>
                </c:pt>
                <c:pt idx="4346">
                  <c:v>26-10-2021</c:v>
                </c:pt>
                <c:pt idx="4347">
                  <c:v>26-10-2021</c:v>
                </c:pt>
                <c:pt idx="4348">
                  <c:v>26-10-2021</c:v>
                </c:pt>
                <c:pt idx="4349">
                  <c:v>26-10-2021</c:v>
                </c:pt>
                <c:pt idx="4350">
                  <c:v>26-10-2021</c:v>
                </c:pt>
                <c:pt idx="4351">
                  <c:v>26-10-2021</c:v>
                </c:pt>
                <c:pt idx="4352">
                  <c:v>26-10-2021</c:v>
                </c:pt>
                <c:pt idx="4353">
                  <c:v>26-10-2021</c:v>
                </c:pt>
                <c:pt idx="4354">
                  <c:v>26-10-2021</c:v>
                </c:pt>
                <c:pt idx="4355">
                  <c:v>26-10-2021</c:v>
                </c:pt>
                <c:pt idx="4356">
                  <c:v>26-10-2021</c:v>
                </c:pt>
                <c:pt idx="4357">
                  <c:v>26-10-2021</c:v>
                </c:pt>
                <c:pt idx="4358">
                  <c:v>26-10-2021</c:v>
                </c:pt>
                <c:pt idx="4359">
                  <c:v>26-10-2021</c:v>
                </c:pt>
                <c:pt idx="4360">
                  <c:v>26-10-2021</c:v>
                </c:pt>
                <c:pt idx="4361">
                  <c:v>26-10-2021</c:v>
                </c:pt>
                <c:pt idx="4362">
                  <c:v>26-10-2021</c:v>
                </c:pt>
                <c:pt idx="4363">
                  <c:v>26-10-2021</c:v>
                </c:pt>
                <c:pt idx="4364">
                  <c:v>26-10-2021</c:v>
                </c:pt>
                <c:pt idx="4365">
                  <c:v>26-10-2021</c:v>
                </c:pt>
                <c:pt idx="4366">
                  <c:v>26-10-2021</c:v>
                </c:pt>
                <c:pt idx="4367">
                  <c:v>26-10-2021</c:v>
                </c:pt>
                <c:pt idx="4368">
                  <c:v>26-10-2021</c:v>
                </c:pt>
                <c:pt idx="4369">
                  <c:v>26-10-2021</c:v>
                </c:pt>
                <c:pt idx="4370">
                  <c:v>26-10-2021</c:v>
                </c:pt>
                <c:pt idx="4371">
                  <c:v>26-10-2021</c:v>
                </c:pt>
                <c:pt idx="4372">
                  <c:v>26-10-2021</c:v>
                </c:pt>
                <c:pt idx="4373">
                  <c:v>26-10-2021</c:v>
                </c:pt>
                <c:pt idx="4374">
                  <c:v>26-10-2021</c:v>
                </c:pt>
                <c:pt idx="4375">
                  <c:v>26-10-2021</c:v>
                </c:pt>
                <c:pt idx="4376">
                  <c:v>26-10-2021</c:v>
                </c:pt>
                <c:pt idx="4377">
                  <c:v>26-10-2021</c:v>
                </c:pt>
                <c:pt idx="4378">
                  <c:v>26-10-2021</c:v>
                </c:pt>
                <c:pt idx="4379">
                  <c:v>26-10-2021</c:v>
                </c:pt>
                <c:pt idx="4380">
                  <c:v>26-10-2021</c:v>
                </c:pt>
                <c:pt idx="4381">
                  <c:v>26-10-2021</c:v>
                </c:pt>
                <c:pt idx="4382">
                  <c:v>26-10-2021</c:v>
                </c:pt>
                <c:pt idx="4383">
                  <c:v>26-10-2021</c:v>
                </c:pt>
                <c:pt idx="4384">
                  <c:v>26-10-2021</c:v>
                </c:pt>
                <c:pt idx="4385">
                  <c:v>27-10-2021</c:v>
                </c:pt>
                <c:pt idx="4386">
                  <c:v>27-10-2021</c:v>
                </c:pt>
                <c:pt idx="4387">
                  <c:v>27-10-2021</c:v>
                </c:pt>
                <c:pt idx="4388">
                  <c:v>27-10-2021</c:v>
                </c:pt>
                <c:pt idx="4389">
                  <c:v>27-10-2021</c:v>
                </c:pt>
                <c:pt idx="4390">
                  <c:v>27-10-2021</c:v>
                </c:pt>
                <c:pt idx="4391">
                  <c:v>27-10-2021</c:v>
                </c:pt>
                <c:pt idx="4392">
                  <c:v>27-10-2021</c:v>
                </c:pt>
                <c:pt idx="4393">
                  <c:v>27-10-2021</c:v>
                </c:pt>
                <c:pt idx="4394">
                  <c:v>27-10-2021</c:v>
                </c:pt>
                <c:pt idx="4395">
                  <c:v>27-10-2021</c:v>
                </c:pt>
                <c:pt idx="4396">
                  <c:v>27-10-2021</c:v>
                </c:pt>
                <c:pt idx="4397">
                  <c:v>27-10-2021</c:v>
                </c:pt>
                <c:pt idx="4398">
                  <c:v>27-10-2021</c:v>
                </c:pt>
                <c:pt idx="4399">
                  <c:v>27-10-2021</c:v>
                </c:pt>
                <c:pt idx="4400">
                  <c:v>27-10-2021</c:v>
                </c:pt>
                <c:pt idx="4401">
                  <c:v>27-10-2021</c:v>
                </c:pt>
                <c:pt idx="4402">
                  <c:v>27-10-2021</c:v>
                </c:pt>
                <c:pt idx="4403">
                  <c:v>27-10-2021</c:v>
                </c:pt>
                <c:pt idx="4404">
                  <c:v>27-10-2021</c:v>
                </c:pt>
                <c:pt idx="4405">
                  <c:v>27-10-2021</c:v>
                </c:pt>
                <c:pt idx="4406">
                  <c:v>27-10-2021</c:v>
                </c:pt>
                <c:pt idx="4407">
                  <c:v>27-10-2021</c:v>
                </c:pt>
                <c:pt idx="4408">
                  <c:v>27-10-2021</c:v>
                </c:pt>
                <c:pt idx="4409">
                  <c:v>27-10-2021</c:v>
                </c:pt>
                <c:pt idx="4410">
                  <c:v>27-10-2021</c:v>
                </c:pt>
                <c:pt idx="4411">
                  <c:v>27-10-2021</c:v>
                </c:pt>
                <c:pt idx="4412">
                  <c:v>27-10-2021</c:v>
                </c:pt>
                <c:pt idx="4413">
                  <c:v>27-10-2021</c:v>
                </c:pt>
                <c:pt idx="4414">
                  <c:v>27-10-2021</c:v>
                </c:pt>
                <c:pt idx="4415">
                  <c:v>27-10-2021</c:v>
                </c:pt>
                <c:pt idx="4416">
                  <c:v>27-10-2021</c:v>
                </c:pt>
                <c:pt idx="4417">
                  <c:v>27-10-2021</c:v>
                </c:pt>
                <c:pt idx="4418">
                  <c:v>27-10-2021</c:v>
                </c:pt>
                <c:pt idx="4419">
                  <c:v>27-10-2021</c:v>
                </c:pt>
                <c:pt idx="4420">
                  <c:v>27-10-2021</c:v>
                </c:pt>
                <c:pt idx="4421">
                  <c:v>27-10-2021</c:v>
                </c:pt>
                <c:pt idx="4422">
                  <c:v>27-10-2021</c:v>
                </c:pt>
                <c:pt idx="4423">
                  <c:v>27-10-2021</c:v>
                </c:pt>
                <c:pt idx="4424">
                  <c:v>27-10-2021</c:v>
                </c:pt>
                <c:pt idx="4425">
                  <c:v>27-10-2021</c:v>
                </c:pt>
                <c:pt idx="4426">
                  <c:v>27-10-2021</c:v>
                </c:pt>
                <c:pt idx="4427">
                  <c:v>27-10-2021</c:v>
                </c:pt>
                <c:pt idx="4428">
                  <c:v>27-10-2021</c:v>
                </c:pt>
                <c:pt idx="4429">
                  <c:v>27-10-2021</c:v>
                </c:pt>
                <c:pt idx="4430">
                  <c:v>27-10-2021</c:v>
                </c:pt>
                <c:pt idx="4431">
                  <c:v>27-10-2021</c:v>
                </c:pt>
                <c:pt idx="4432">
                  <c:v>27-10-2021</c:v>
                </c:pt>
                <c:pt idx="4433">
                  <c:v>27-10-2021</c:v>
                </c:pt>
                <c:pt idx="4434">
                  <c:v>27-10-2021</c:v>
                </c:pt>
                <c:pt idx="4435">
                  <c:v>27-10-2021</c:v>
                </c:pt>
                <c:pt idx="4436">
                  <c:v>27-10-2021</c:v>
                </c:pt>
                <c:pt idx="4437">
                  <c:v>28-10-2021</c:v>
                </c:pt>
                <c:pt idx="4438">
                  <c:v>28-10-2021</c:v>
                </c:pt>
                <c:pt idx="4439">
                  <c:v>28-10-2021</c:v>
                </c:pt>
                <c:pt idx="4440">
                  <c:v>28-10-2021</c:v>
                </c:pt>
                <c:pt idx="4441">
                  <c:v>28-10-2021</c:v>
                </c:pt>
                <c:pt idx="4442">
                  <c:v>28-10-2021</c:v>
                </c:pt>
                <c:pt idx="4443">
                  <c:v>28-10-2021</c:v>
                </c:pt>
                <c:pt idx="4444">
                  <c:v>28-10-2021</c:v>
                </c:pt>
                <c:pt idx="4445">
                  <c:v>28-10-2021</c:v>
                </c:pt>
                <c:pt idx="4446">
                  <c:v>28-10-2021</c:v>
                </c:pt>
                <c:pt idx="4447">
                  <c:v>28-10-2021</c:v>
                </c:pt>
                <c:pt idx="4448">
                  <c:v>28-10-2021</c:v>
                </c:pt>
                <c:pt idx="4449">
                  <c:v>28-10-2021</c:v>
                </c:pt>
                <c:pt idx="4450">
                  <c:v>28-10-2021</c:v>
                </c:pt>
                <c:pt idx="4451">
                  <c:v>28-10-2021</c:v>
                </c:pt>
                <c:pt idx="4452">
                  <c:v>28-10-2021</c:v>
                </c:pt>
                <c:pt idx="4453">
                  <c:v>28-10-2021</c:v>
                </c:pt>
                <c:pt idx="4454">
                  <c:v>28-10-2021</c:v>
                </c:pt>
                <c:pt idx="4455">
                  <c:v>28-10-2021</c:v>
                </c:pt>
                <c:pt idx="4456">
                  <c:v>28-10-2021</c:v>
                </c:pt>
                <c:pt idx="4457">
                  <c:v>28-10-2021</c:v>
                </c:pt>
                <c:pt idx="4458">
                  <c:v>28-10-2021</c:v>
                </c:pt>
                <c:pt idx="4459">
                  <c:v>28-10-2021</c:v>
                </c:pt>
                <c:pt idx="4460">
                  <c:v>28-10-2021</c:v>
                </c:pt>
                <c:pt idx="4461">
                  <c:v>28-10-2021</c:v>
                </c:pt>
                <c:pt idx="4462">
                  <c:v>28-10-2021</c:v>
                </c:pt>
                <c:pt idx="4463">
                  <c:v>28-10-2021</c:v>
                </c:pt>
                <c:pt idx="4464">
                  <c:v>28-10-2021</c:v>
                </c:pt>
                <c:pt idx="4465">
                  <c:v>28-10-2021</c:v>
                </c:pt>
                <c:pt idx="4466">
                  <c:v>28-10-2021</c:v>
                </c:pt>
                <c:pt idx="4467">
                  <c:v>28-10-2021</c:v>
                </c:pt>
                <c:pt idx="4468">
                  <c:v>28-10-2021</c:v>
                </c:pt>
                <c:pt idx="4469">
                  <c:v>28-10-2021</c:v>
                </c:pt>
                <c:pt idx="4470">
                  <c:v>28-10-2021</c:v>
                </c:pt>
                <c:pt idx="4471">
                  <c:v>28-10-2021</c:v>
                </c:pt>
                <c:pt idx="4472">
                  <c:v>28-10-2021</c:v>
                </c:pt>
                <c:pt idx="4473">
                  <c:v>28-10-2021</c:v>
                </c:pt>
                <c:pt idx="4474">
                  <c:v>28-10-2021</c:v>
                </c:pt>
                <c:pt idx="4475">
                  <c:v>28-10-2021</c:v>
                </c:pt>
                <c:pt idx="4476">
                  <c:v>28-10-2021</c:v>
                </c:pt>
                <c:pt idx="4477">
                  <c:v>28-10-2021</c:v>
                </c:pt>
                <c:pt idx="4478">
                  <c:v>28-10-2021</c:v>
                </c:pt>
                <c:pt idx="4479">
                  <c:v>28-10-2021</c:v>
                </c:pt>
                <c:pt idx="4480">
                  <c:v>28-10-2021</c:v>
                </c:pt>
                <c:pt idx="4481">
                  <c:v>28-10-2021</c:v>
                </c:pt>
                <c:pt idx="4482">
                  <c:v>28-10-2021</c:v>
                </c:pt>
                <c:pt idx="4483">
                  <c:v>28-10-2021</c:v>
                </c:pt>
                <c:pt idx="4484">
                  <c:v>28-10-2021</c:v>
                </c:pt>
                <c:pt idx="4485">
                  <c:v>28-10-2021</c:v>
                </c:pt>
                <c:pt idx="4486">
                  <c:v>28-10-2021</c:v>
                </c:pt>
                <c:pt idx="4487">
                  <c:v>28-10-2021</c:v>
                </c:pt>
                <c:pt idx="4488">
                  <c:v>29-10-2021</c:v>
                </c:pt>
                <c:pt idx="4489">
                  <c:v>29-10-2021</c:v>
                </c:pt>
                <c:pt idx="4490">
                  <c:v>29-10-2021</c:v>
                </c:pt>
                <c:pt idx="4491">
                  <c:v>29-10-2021</c:v>
                </c:pt>
                <c:pt idx="4492">
                  <c:v>29-10-2021</c:v>
                </c:pt>
                <c:pt idx="4493">
                  <c:v>29-10-2021</c:v>
                </c:pt>
                <c:pt idx="4494">
                  <c:v>29-10-2021</c:v>
                </c:pt>
                <c:pt idx="4495">
                  <c:v>29-10-2021</c:v>
                </c:pt>
                <c:pt idx="4496">
                  <c:v>29-10-2021</c:v>
                </c:pt>
                <c:pt idx="4497">
                  <c:v>29-10-2021</c:v>
                </c:pt>
                <c:pt idx="4498">
                  <c:v>29-10-2021</c:v>
                </c:pt>
                <c:pt idx="4499">
                  <c:v>29-10-2021</c:v>
                </c:pt>
                <c:pt idx="4500">
                  <c:v>29-10-2021</c:v>
                </c:pt>
                <c:pt idx="4501">
                  <c:v>29-10-2021</c:v>
                </c:pt>
                <c:pt idx="4502">
                  <c:v>29-10-2021</c:v>
                </c:pt>
                <c:pt idx="4503">
                  <c:v>29-10-2021</c:v>
                </c:pt>
                <c:pt idx="4504">
                  <c:v>29-10-2021</c:v>
                </c:pt>
                <c:pt idx="4505">
                  <c:v>29-10-2021</c:v>
                </c:pt>
                <c:pt idx="4506">
                  <c:v>29-10-2021</c:v>
                </c:pt>
                <c:pt idx="4507">
                  <c:v>29-10-2021</c:v>
                </c:pt>
                <c:pt idx="4508">
                  <c:v>29-10-2021</c:v>
                </c:pt>
                <c:pt idx="4509">
                  <c:v>29-10-2021</c:v>
                </c:pt>
                <c:pt idx="4510">
                  <c:v>29-10-2021</c:v>
                </c:pt>
                <c:pt idx="4511">
                  <c:v>29-10-2021</c:v>
                </c:pt>
                <c:pt idx="4512">
                  <c:v>29-10-2021</c:v>
                </c:pt>
                <c:pt idx="4513">
                  <c:v>29-10-2021</c:v>
                </c:pt>
                <c:pt idx="4514">
                  <c:v>29-10-2021</c:v>
                </c:pt>
                <c:pt idx="4515">
                  <c:v>29-10-2021</c:v>
                </c:pt>
                <c:pt idx="4516">
                  <c:v>29-10-2021</c:v>
                </c:pt>
                <c:pt idx="4517">
                  <c:v>29-10-2021</c:v>
                </c:pt>
                <c:pt idx="4518">
                  <c:v>29-10-2021</c:v>
                </c:pt>
                <c:pt idx="4519">
                  <c:v>29-10-2021</c:v>
                </c:pt>
                <c:pt idx="4520">
                  <c:v>29-10-2021</c:v>
                </c:pt>
                <c:pt idx="4521">
                  <c:v>29-10-2021</c:v>
                </c:pt>
                <c:pt idx="4522">
                  <c:v>29-10-2021</c:v>
                </c:pt>
                <c:pt idx="4523">
                  <c:v>29-10-2021</c:v>
                </c:pt>
                <c:pt idx="4524">
                  <c:v>29-10-2021</c:v>
                </c:pt>
                <c:pt idx="4525">
                  <c:v>29-10-2021</c:v>
                </c:pt>
                <c:pt idx="4526">
                  <c:v>29-10-2021</c:v>
                </c:pt>
                <c:pt idx="4527">
                  <c:v>29-10-2021</c:v>
                </c:pt>
                <c:pt idx="4528">
                  <c:v>29-10-2021</c:v>
                </c:pt>
                <c:pt idx="4529">
                  <c:v>29-10-2021</c:v>
                </c:pt>
                <c:pt idx="4530">
                  <c:v>29-10-2021</c:v>
                </c:pt>
                <c:pt idx="4531">
                  <c:v>29-10-2021</c:v>
                </c:pt>
                <c:pt idx="4532">
                  <c:v>29-10-2021</c:v>
                </c:pt>
                <c:pt idx="4533">
                  <c:v>29-10-2021</c:v>
                </c:pt>
                <c:pt idx="4534">
                  <c:v>29-10-2021</c:v>
                </c:pt>
                <c:pt idx="4535">
                  <c:v>29-10-2021</c:v>
                </c:pt>
                <c:pt idx="4536">
                  <c:v>29-10-2021</c:v>
                </c:pt>
                <c:pt idx="4537">
                  <c:v>29-10-2021</c:v>
                </c:pt>
                <c:pt idx="4538">
                  <c:v>29-10-2021</c:v>
                </c:pt>
                <c:pt idx="4539">
                  <c:v>30-10-2021</c:v>
                </c:pt>
                <c:pt idx="4540">
                  <c:v>30-10-2021</c:v>
                </c:pt>
                <c:pt idx="4541">
                  <c:v>30-10-2021</c:v>
                </c:pt>
                <c:pt idx="4542">
                  <c:v>30-10-2021</c:v>
                </c:pt>
                <c:pt idx="4543">
                  <c:v>30-10-2021</c:v>
                </c:pt>
                <c:pt idx="4544">
                  <c:v>30-10-2021</c:v>
                </c:pt>
                <c:pt idx="4545">
                  <c:v>30-10-2021</c:v>
                </c:pt>
                <c:pt idx="4546">
                  <c:v>30-10-2021</c:v>
                </c:pt>
                <c:pt idx="4547">
                  <c:v>30-10-2021</c:v>
                </c:pt>
                <c:pt idx="4548">
                  <c:v>30-10-2021</c:v>
                </c:pt>
                <c:pt idx="4549">
                  <c:v>30-10-2021</c:v>
                </c:pt>
                <c:pt idx="4550">
                  <c:v>30-10-2021</c:v>
                </c:pt>
                <c:pt idx="4551">
                  <c:v>30-10-2021</c:v>
                </c:pt>
                <c:pt idx="4552">
                  <c:v>30-10-2021</c:v>
                </c:pt>
                <c:pt idx="4553">
                  <c:v>30-10-2021</c:v>
                </c:pt>
                <c:pt idx="4554">
                  <c:v>30-10-2021</c:v>
                </c:pt>
                <c:pt idx="4555">
                  <c:v>30-10-2021</c:v>
                </c:pt>
                <c:pt idx="4556">
                  <c:v>30-10-2021</c:v>
                </c:pt>
                <c:pt idx="4557">
                  <c:v>30-10-2021</c:v>
                </c:pt>
                <c:pt idx="4558">
                  <c:v>30-10-2021</c:v>
                </c:pt>
                <c:pt idx="4559">
                  <c:v>30-10-2021</c:v>
                </c:pt>
                <c:pt idx="4560">
                  <c:v>30-10-2021</c:v>
                </c:pt>
                <c:pt idx="4561">
                  <c:v>30-10-2021</c:v>
                </c:pt>
                <c:pt idx="4562">
                  <c:v>30-10-2021</c:v>
                </c:pt>
                <c:pt idx="4563">
                  <c:v>30-10-2021</c:v>
                </c:pt>
                <c:pt idx="4564">
                  <c:v>30-10-2021</c:v>
                </c:pt>
                <c:pt idx="4565">
                  <c:v>30-10-2021</c:v>
                </c:pt>
                <c:pt idx="4566">
                  <c:v>30-10-2021</c:v>
                </c:pt>
                <c:pt idx="4567">
                  <c:v>30-10-2021</c:v>
                </c:pt>
                <c:pt idx="4568">
                  <c:v>30-10-2021</c:v>
                </c:pt>
                <c:pt idx="4569">
                  <c:v>30-10-2021</c:v>
                </c:pt>
                <c:pt idx="4570">
                  <c:v>30-10-2021</c:v>
                </c:pt>
                <c:pt idx="4571">
                  <c:v>30-10-2021</c:v>
                </c:pt>
                <c:pt idx="4572">
                  <c:v>30-10-2021</c:v>
                </c:pt>
                <c:pt idx="4573">
                  <c:v>30-10-2021</c:v>
                </c:pt>
                <c:pt idx="4574">
                  <c:v>30-10-2021</c:v>
                </c:pt>
                <c:pt idx="4575">
                  <c:v>30-10-2021</c:v>
                </c:pt>
                <c:pt idx="4576">
                  <c:v>30-10-2021</c:v>
                </c:pt>
                <c:pt idx="4577">
                  <c:v>30-10-2021</c:v>
                </c:pt>
                <c:pt idx="4578">
                  <c:v>30-10-2021</c:v>
                </c:pt>
                <c:pt idx="4579">
                  <c:v>30-10-2021</c:v>
                </c:pt>
                <c:pt idx="4580">
                  <c:v>30-10-2021</c:v>
                </c:pt>
                <c:pt idx="4581">
                  <c:v>30-10-2021</c:v>
                </c:pt>
                <c:pt idx="4582">
                  <c:v>30-10-2021</c:v>
                </c:pt>
                <c:pt idx="4583">
                  <c:v>30-10-2021</c:v>
                </c:pt>
                <c:pt idx="4584">
                  <c:v>30-10-2021</c:v>
                </c:pt>
                <c:pt idx="4585">
                  <c:v>30-10-2021</c:v>
                </c:pt>
                <c:pt idx="4586">
                  <c:v>30-10-2021</c:v>
                </c:pt>
                <c:pt idx="4587">
                  <c:v>30-10-2021</c:v>
                </c:pt>
                <c:pt idx="4588">
                  <c:v>30-10-2021</c:v>
                </c:pt>
                <c:pt idx="4589">
                  <c:v>30-10-2021</c:v>
                </c:pt>
                <c:pt idx="4590">
                  <c:v>30-10-2021</c:v>
                </c:pt>
                <c:pt idx="4591">
                  <c:v>30-10-2021</c:v>
                </c:pt>
                <c:pt idx="4592">
                  <c:v>30-10-2021</c:v>
                </c:pt>
                <c:pt idx="4593">
                  <c:v>30-10-2021</c:v>
                </c:pt>
                <c:pt idx="4594">
                  <c:v>30-10-2021</c:v>
                </c:pt>
                <c:pt idx="4595">
                  <c:v>30-10-2021</c:v>
                </c:pt>
                <c:pt idx="4596">
                  <c:v>30-10-2021</c:v>
                </c:pt>
                <c:pt idx="4597">
                  <c:v>30-10-2021</c:v>
                </c:pt>
                <c:pt idx="4598">
                  <c:v>30-10-2021</c:v>
                </c:pt>
                <c:pt idx="4599">
                  <c:v>30-10-2021</c:v>
                </c:pt>
                <c:pt idx="4600">
                  <c:v>30-10-2021</c:v>
                </c:pt>
                <c:pt idx="4601">
                  <c:v>30-10-2021</c:v>
                </c:pt>
                <c:pt idx="4602">
                  <c:v>30-10-2021</c:v>
                </c:pt>
                <c:pt idx="4603">
                  <c:v>30-10-2021</c:v>
                </c:pt>
                <c:pt idx="4604">
                  <c:v>30-10-2021</c:v>
                </c:pt>
                <c:pt idx="4605">
                  <c:v>30-10-2021</c:v>
                </c:pt>
                <c:pt idx="4606">
                  <c:v>30-10-2021</c:v>
                </c:pt>
                <c:pt idx="4607">
                  <c:v>30-10-2021</c:v>
                </c:pt>
                <c:pt idx="4608">
                  <c:v>30-10-2021</c:v>
                </c:pt>
                <c:pt idx="4609">
                  <c:v>30-10-2021</c:v>
                </c:pt>
                <c:pt idx="4610">
                  <c:v>30-10-2021</c:v>
                </c:pt>
                <c:pt idx="4611">
                  <c:v>01-12-2021</c:v>
                </c:pt>
                <c:pt idx="4612">
                  <c:v>01-12-2021</c:v>
                </c:pt>
                <c:pt idx="4613">
                  <c:v>01-12-2021</c:v>
                </c:pt>
                <c:pt idx="4614">
                  <c:v>01-12-2021</c:v>
                </c:pt>
                <c:pt idx="4615">
                  <c:v>01-12-2021</c:v>
                </c:pt>
                <c:pt idx="4616">
                  <c:v>01-12-2021</c:v>
                </c:pt>
                <c:pt idx="4617">
                  <c:v>01-12-2021</c:v>
                </c:pt>
                <c:pt idx="4618">
                  <c:v>01-12-2021</c:v>
                </c:pt>
                <c:pt idx="4619">
                  <c:v>01-12-2021</c:v>
                </c:pt>
                <c:pt idx="4620">
                  <c:v>01-12-2021</c:v>
                </c:pt>
                <c:pt idx="4621">
                  <c:v>01-12-2021</c:v>
                </c:pt>
                <c:pt idx="4622">
                  <c:v>01-12-2021</c:v>
                </c:pt>
                <c:pt idx="4623">
                  <c:v>01-12-2021</c:v>
                </c:pt>
                <c:pt idx="4624">
                  <c:v>01-12-2021</c:v>
                </c:pt>
                <c:pt idx="4625">
                  <c:v>01-12-2021</c:v>
                </c:pt>
                <c:pt idx="4626">
                  <c:v>01-12-2021</c:v>
                </c:pt>
                <c:pt idx="4627">
                  <c:v>01-12-2021</c:v>
                </c:pt>
                <c:pt idx="4628">
                  <c:v>01-12-2021</c:v>
                </c:pt>
                <c:pt idx="4629">
                  <c:v>01-12-2021</c:v>
                </c:pt>
                <c:pt idx="4630">
                  <c:v>01-12-2021</c:v>
                </c:pt>
                <c:pt idx="4631">
                  <c:v>01-12-2021</c:v>
                </c:pt>
                <c:pt idx="4632">
                  <c:v>01-12-2021</c:v>
                </c:pt>
                <c:pt idx="4633">
                  <c:v>01-12-2021</c:v>
                </c:pt>
                <c:pt idx="4634">
                  <c:v>01-12-2021</c:v>
                </c:pt>
                <c:pt idx="4635">
                  <c:v>01-12-2021</c:v>
                </c:pt>
                <c:pt idx="4636">
                  <c:v>01-12-2021</c:v>
                </c:pt>
                <c:pt idx="4637">
                  <c:v>01-12-2021</c:v>
                </c:pt>
                <c:pt idx="4638">
                  <c:v>01-12-2021</c:v>
                </c:pt>
                <c:pt idx="4639">
                  <c:v>01-12-2021</c:v>
                </c:pt>
                <c:pt idx="4640">
                  <c:v>01-12-2021</c:v>
                </c:pt>
                <c:pt idx="4641">
                  <c:v>01-12-2021</c:v>
                </c:pt>
                <c:pt idx="4642">
                  <c:v>01-12-2021</c:v>
                </c:pt>
                <c:pt idx="4643">
                  <c:v>01-12-2021</c:v>
                </c:pt>
                <c:pt idx="4644">
                  <c:v>01-12-2021</c:v>
                </c:pt>
                <c:pt idx="4645">
                  <c:v>01-12-2021</c:v>
                </c:pt>
                <c:pt idx="4646">
                  <c:v>01-12-2021</c:v>
                </c:pt>
                <c:pt idx="4647">
                  <c:v>01-12-2021</c:v>
                </c:pt>
                <c:pt idx="4648">
                  <c:v>01-12-2021</c:v>
                </c:pt>
                <c:pt idx="4649">
                  <c:v>01-12-2021</c:v>
                </c:pt>
                <c:pt idx="4650">
                  <c:v>01-12-2021</c:v>
                </c:pt>
                <c:pt idx="4651">
                  <c:v>01-12-2021</c:v>
                </c:pt>
                <c:pt idx="4652">
                  <c:v>01-12-2021</c:v>
                </c:pt>
                <c:pt idx="4653">
                  <c:v>01-12-2021</c:v>
                </c:pt>
                <c:pt idx="4654">
                  <c:v>01-12-2021</c:v>
                </c:pt>
                <c:pt idx="4655">
                  <c:v>01-12-2021</c:v>
                </c:pt>
                <c:pt idx="4656">
                  <c:v>01-12-2021</c:v>
                </c:pt>
                <c:pt idx="4657">
                  <c:v>01-12-2021</c:v>
                </c:pt>
                <c:pt idx="4658">
                  <c:v>01-12-2021</c:v>
                </c:pt>
                <c:pt idx="4659">
                  <c:v>01-12-2021</c:v>
                </c:pt>
                <c:pt idx="4660">
                  <c:v>01-12-2021</c:v>
                </c:pt>
                <c:pt idx="4661">
                  <c:v>02-12-2021</c:v>
                </c:pt>
                <c:pt idx="4662">
                  <c:v>02-12-2021</c:v>
                </c:pt>
                <c:pt idx="4663">
                  <c:v>02-12-2021</c:v>
                </c:pt>
                <c:pt idx="4664">
                  <c:v>02-12-2021</c:v>
                </c:pt>
                <c:pt idx="4665">
                  <c:v>02-12-2021</c:v>
                </c:pt>
                <c:pt idx="4666">
                  <c:v>02-12-2021</c:v>
                </c:pt>
                <c:pt idx="4667">
                  <c:v>02-12-2021</c:v>
                </c:pt>
                <c:pt idx="4668">
                  <c:v>02-12-2021</c:v>
                </c:pt>
                <c:pt idx="4669">
                  <c:v>02-12-2021</c:v>
                </c:pt>
                <c:pt idx="4670">
                  <c:v>02-12-2021</c:v>
                </c:pt>
                <c:pt idx="4671">
                  <c:v>02-12-2021</c:v>
                </c:pt>
                <c:pt idx="4672">
                  <c:v>02-12-2021</c:v>
                </c:pt>
                <c:pt idx="4673">
                  <c:v>02-12-2021</c:v>
                </c:pt>
                <c:pt idx="4674">
                  <c:v>02-12-2021</c:v>
                </c:pt>
                <c:pt idx="4675">
                  <c:v>02-12-2021</c:v>
                </c:pt>
                <c:pt idx="4676">
                  <c:v>02-12-2021</c:v>
                </c:pt>
                <c:pt idx="4677">
                  <c:v>02-12-2021</c:v>
                </c:pt>
                <c:pt idx="4678">
                  <c:v>02-12-2021</c:v>
                </c:pt>
                <c:pt idx="4679">
                  <c:v>02-12-2021</c:v>
                </c:pt>
                <c:pt idx="4680">
                  <c:v>02-12-2021</c:v>
                </c:pt>
                <c:pt idx="4681">
                  <c:v>02-12-2021</c:v>
                </c:pt>
                <c:pt idx="4682">
                  <c:v>02-12-2021</c:v>
                </c:pt>
                <c:pt idx="4683">
                  <c:v>02-12-2021</c:v>
                </c:pt>
                <c:pt idx="4684">
                  <c:v>02-12-2021</c:v>
                </c:pt>
                <c:pt idx="4685">
                  <c:v>02-12-2021</c:v>
                </c:pt>
                <c:pt idx="4686">
                  <c:v>02-12-2021</c:v>
                </c:pt>
                <c:pt idx="4687">
                  <c:v>02-12-2021</c:v>
                </c:pt>
                <c:pt idx="4688">
                  <c:v>02-12-2021</c:v>
                </c:pt>
                <c:pt idx="4689">
                  <c:v>02-12-2021</c:v>
                </c:pt>
                <c:pt idx="4690">
                  <c:v>02-12-2021</c:v>
                </c:pt>
                <c:pt idx="4691">
                  <c:v>02-12-2021</c:v>
                </c:pt>
                <c:pt idx="4692">
                  <c:v>02-12-2021</c:v>
                </c:pt>
                <c:pt idx="4693">
                  <c:v>02-12-2021</c:v>
                </c:pt>
                <c:pt idx="4694">
                  <c:v>02-12-2021</c:v>
                </c:pt>
                <c:pt idx="4695">
                  <c:v>02-12-2021</c:v>
                </c:pt>
                <c:pt idx="4696">
                  <c:v>02-12-2021</c:v>
                </c:pt>
                <c:pt idx="4697">
                  <c:v>02-12-2021</c:v>
                </c:pt>
                <c:pt idx="4698">
                  <c:v>02-12-2021</c:v>
                </c:pt>
                <c:pt idx="4699">
                  <c:v>02-12-2021</c:v>
                </c:pt>
                <c:pt idx="4700">
                  <c:v>02-12-2021</c:v>
                </c:pt>
                <c:pt idx="4701">
                  <c:v>02-12-2021</c:v>
                </c:pt>
                <c:pt idx="4702">
                  <c:v>02-12-2021</c:v>
                </c:pt>
                <c:pt idx="4703">
                  <c:v>02-12-2021</c:v>
                </c:pt>
                <c:pt idx="4704">
                  <c:v>02-12-2021</c:v>
                </c:pt>
                <c:pt idx="4705">
                  <c:v>02-12-2021</c:v>
                </c:pt>
                <c:pt idx="4706">
                  <c:v>02-12-2021</c:v>
                </c:pt>
                <c:pt idx="4707">
                  <c:v>02-12-2021</c:v>
                </c:pt>
                <c:pt idx="4708">
                  <c:v>02-12-2021</c:v>
                </c:pt>
                <c:pt idx="4709">
                  <c:v>02-12-2021</c:v>
                </c:pt>
                <c:pt idx="4710">
                  <c:v>02-12-2021</c:v>
                </c:pt>
                <c:pt idx="4711">
                  <c:v>03-12-2021</c:v>
                </c:pt>
                <c:pt idx="4712">
                  <c:v>03-12-2021</c:v>
                </c:pt>
                <c:pt idx="4713">
                  <c:v>03-12-2021</c:v>
                </c:pt>
                <c:pt idx="4714">
                  <c:v>03-12-2021</c:v>
                </c:pt>
                <c:pt idx="4715">
                  <c:v>03-12-2021</c:v>
                </c:pt>
                <c:pt idx="4716">
                  <c:v>03-12-2021</c:v>
                </c:pt>
                <c:pt idx="4717">
                  <c:v>03-12-2021</c:v>
                </c:pt>
                <c:pt idx="4718">
                  <c:v>03-12-2021</c:v>
                </c:pt>
                <c:pt idx="4719">
                  <c:v>03-12-2021</c:v>
                </c:pt>
                <c:pt idx="4720">
                  <c:v>03-12-2021</c:v>
                </c:pt>
                <c:pt idx="4721">
                  <c:v>03-12-2021</c:v>
                </c:pt>
                <c:pt idx="4722">
                  <c:v>03-12-2021</c:v>
                </c:pt>
                <c:pt idx="4723">
                  <c:v>03-12-2021</c:v>
                </c:pt>
                <c:pt idx="4724">
                  <c:v>03-12-2021</c:v>
                </c:pt>
                <c:pt idx="4725">
                  <c:v>03-12-2021</c:v>
                </c:pt>
                <c:pt idx="4726">
                  <c:v>03-12-2021</c:v>
                </c:pt>
                <c:pt idx="4727">
                  <c:v>03-12-2021</c:v>
                </c:pt>
                <c:pt idx="4728">
                  <c:v>03-12-2021</c:v>
                </c:pt>
                <c:pt idx="4729">
                  <c:v>03-12-2021</c:v>
                </c:pt>
                <c:pt idx="4730">
                  <c:v>03-12-2021</c:v>
                </c:pt>
                <c:pt idx="4731">
                  <c:v>03-12-2021</c:v>
                </c:pt>
                <c:pt idx="4732">
                  <c:v>03-12-2021</c:v>
                </c:pt>
                <c:pt idx="4733">
                  <c:v>03-12-2021</c:v>
                </c:pt>
                <c:pt idx="4734">
                  <c:v>03-12-2021</c:v>
                </c:pt>
                <c:pt idx="4735">
                  <c:v>03-12-2021</c:v>
                </c:pt>
                <c:pt idx="4736">
                  <c:v>03-12-2021</c:v>
                </c:pt>
                <c:pt idx="4737">
                  <c:v>03-12-2021</c:v>
                </c:pt>
                <c:pt idx="4738">
                  <c:v>03-12-2021</c:v>
                </c:pt>
                <c:pt idx="4739">
                  <c:v>03-12-2021</c:v>
                </c:pt>
                <c:pt idx="4740">
                  <c:v>03-12-2021</c:v>
                </c:pt>
                <c:pt idx="4741">
                  <c:v>03-12-2021</c:v>
                </c:pt>
                <c:pt idx="4742">
                  <c:v>03-12-2021</c:v>
                </c:pt>
                <c:pt idx="4743">
                  <c:v>03-12-2021</c:v>
                </c:pt>
                <c:pt idx="4744">
                  <c:v>03-12-2021</c:v>
                </c:pt>
                <c:pt idx="4745">
                  <c:v>03-12-2021</c:v>
                </c:pt>
                <c:pt idx="4746">
                  <c:v>03-12-2021</c:v>
                </c:pt>
                <c:pt idx="4747">
                  <c:v>03-12-2021</c:v>
                </c:pt>
                <c:pt idx="4748">
                  <c:v>03-12-2021</c:v>
                </c:pt>
                <c:pt idx="4749">
                  <c:v>03-12-2021</c:v>
                </c:pt>
                <c:pt idx="4750">
                  <c:v>03-12-2021</c:v>
                </c:pt>
                <c:pt idx="4751">
                  <c:v>03-12-2021</c:v>
                </c:pt>
                <c:pt idx="4752">
                  <c:v>03-12-2021</c:v>
                </c:pt>
                <c:pt idx="4753">
                  <c:v>03-12-2021</c:v>
                </c:pt>
                <c:pt idx="4754">
                  <c:v>03-12-2021</c:v>
                </c:pt>
                <c:pt idx="4755">
                  <c:v>03-12-2021</c:v>
                </c:pt>
                <c:pt idx="4756">
                  <c:v>03-12-2021</c:v>
                </c:pt>
                <c:pt idx="4757">
                  <c:v>03-12-2021</c:v>
                </c:pt>
                <c:pt idx="4758">
                  <c:v>03-12-2021</c:v>
                </c:pt>
                <c:pt idx="4759">
                  <c:v>03-12-2021</c:v>
                </c:pt>
                <c:pt idx="4760">
                  <c:v>03-12-2021</c:v>
                </c:pt>
                <c:pt idx="4761">
                  <c:v>04-12-2021</c:v>
                </c:pt>
                <c:pt idx="4762">
                  <c:v>04-12-2021</c:v>
                </c:pt>
                <c:pt idx="4763">
                  <c:v>04-12-2021</c:v>
                </c:pt>
                <c:pt idx="4764">
                  <c:v>04-12-2021</c:v>
                </c:pt>
                <c:pt idx="4765">
                  <c:v>04-12-2021</c:v>
                </c:pt>
                <c:pt idx="4766">
                  <c:v>04-12-2021</c:v>
                </c:pt>
                <c:pt idx="4767">
                  <c:v>04-12-2021</c:v>
                </c:pt>
                <c:pt idx="4768">
                  <c:v>04-12-2021</c:v>
                </c:pt>
                <c:pt idx="4769">
                  <c:v>04-12-2021</c:v>
                </c:pt>
                <c:pt idx="4770">
                  <c:v>04-12-2021</c:v>
                </c:pt>
                <c:pt idx="4771">
                  <c:v>04-12-2021</c:v>
                </c:pt>
                <c:pt idx="4772">
                  <c:v>04-12-2021</c:v>
                </c:pt>
                <c:pt idx="4773">
                  <c:v>04-12-2021</c:v>
                </c:pt>
                <c:pt idx="4774">
                  <c:v>04-12-2021</c:v>
                </c:pt>
                <c:pt idx="4775">
                  <c:v>04-12-2021</c:v>
                </c:pt>
                <c:pt idx="4776">
                  <c:v>04-12-2021</c:v>
                </c:pt>
                <c:pt idx="4777">
                  <c:v>04-12-2021</c:v>
                </c:pt>
                <c:pt idx="4778">
                  <c:v>04-12-2021</c:v>
                </c:pt>
                <c:pt idx="4779">
                  <c:v>04-12-2021</c:v>
                </c:pt>
                <c:pt idx="4780">
                  <c:v>04-12-2021</c:v>
                </c:pt>
                <c:pt idx="4781">
                  <c:v>04-12-2021</c:v>
                </c:pt>
                <c:pt idx="4782">
                  <c:v>04-12-2021</c:v>
                </c:pt>
                <c:pt idx="4783">
                  <c:v>04-12-2021</c:v>
                </c:pt>
                <c:pt idx="4784">
                  <c:v>04-12-2021</c:v>
                </c:pt>
                <c:pt idx="4785">
                  <c:v>04-12-2021</c:v>
                </c:pt>
                <c:pt idx="4786">
                  <c:v>04-12-2021</c:v>
                </c:pt>
                <c:pt idx="4787">
                  <c:v>04-12-2021</c:v>
                </c:pt>
                <c:pt idx="4788">
                  <c:v>04-12-2021</c:v>
                </c:pt>
                <c:pt idx="4789">
                  <c:v>04-12-2021</c:v>
                </c:pt>
                <c:pt idx="4790">
                  <c:v>04-12-2021</c:v>
                </c:pt>
                <c:pt idx="4791">
                  <c:v>04-12-2021</c:v>
                </c:pt>
                <c:pt idx="4792">
                  <c:v>04-12-2021</c:v>
                </c:pt>
                <c:pt idx="4793">
                  <c:v>04-12-2021</c:v>
                </c:pt>
                <c:pt idx="4794">
                  <c:v>04-12-2021</c:v>
                </c:pt>
                <c:pt idx="4795">
                  <c:v>04-12-2021</c:v>
                </c:pt>
                <c:pt idx="4796">
                  <c:v>04-12-2021</c:v>
                </c:pt>
                <c:pt idx="4797">
                  <c:v>04-12-2021</c:v>
                </c:pt>
                <c:pt idx="4798">
                  <c:v>04-12-2021</c:v>
                </c:pt>
                <c:pt idx="4799">
                  <c:v>04-12-2021</c:v>
                </c:pt>
                <c:pt idx="4800">
                  <c:v>04-12-2021</c:v>
                </c:pt>
                <c:pt idx="4801">
                  <c:v>04-12-2021</c:v>
                </c:pt>
                <c:pt idx="4802">
                  <c:v>04-12-2021</c:v>
                </c:pt>
                <c:pt idx="4803">
                  <c:v>04-12-2021</c:v>
                </c:pt>
                <c:pt idx="4804">
                  <c:v>04-12-2021</c:v>
                </c:pt>
                <c:pt idx="4805">
                  <c:v>04-12-2021</c:v>
                </c:pt>
                <c:pt idx="4806">
                  <c:v>04-12-2021</c:v>
                </c:pt>
                <c:pt idx="4807">
                  <c:v>04-12-2021</c:v>
                </c:pt>
                <c:pt idx="4808">
                  <c:v>04-12-2021</c:v>
                </c:pt>
                <c:pt idx="4809">
                  <c:v>04-12-2021</c:v>
                </c:pt>
                <c:pt idx="4810">
                  <c:v>04-12-2021</c:v>
                </c:pt>
                <c:pt idx="4811">
                  <c:v>05-12-2021</c:v>
                </c:pt>
                <c:pt idx="4812">
                  <c:v>05-12-2021</c:v>
                </c:pt>
                <c:pt idx="4813">
                  <c:v>05-12-2021</c:v>
                </c:pt>
                <c:pt idx="4814">
                  <c:v>05-12-2021</c:v>
                </c:pt>
                <c:pt idx="4815">
                  <c:v>05-12-2021</c:v>
                </c:pt>
                <c:pt idx="4816">
                  <c:v>05-12-2021</c:v>
                </c:pt>
                <c:pt idx="4817">
                  <c:v>05-12-2021</c:v>
                </c:pt>
                <c:pt idx="4818">
                  <c:v>05-12-2021</c:v>
                </c:pt>
                <c:pt idx="4819">
                  <c:v>05-12-2021</c:v>
                </c:pt>
                <c:pt idx="4820">
                  <c:v>05-12-2021</c:v>
                </c:pt>
                <c:pt idx="4821">
                  <c:v>05-12-2021</c:v>
                </c:pt>
                <c:pt idx="4822">
                  <c:v>05-12-2021</c:v>
                </c:pt>
                <c:pt idx="4823">
                  <c:v>05-12-2021</c:v>
                </c:pt>
                <c:pt idx="4824">
                  <c:v>05-12-2021</c:v>
                </c:pt>
                <c:pt idx="4825">
                  <c:v>05-12-2021</c:v>
                </c:pt>
                <c:pt idx="4826">
                  <c:v>05-12-2021</c:v>
                </c:pt>
                <c:pt idx="4827">
                  <c:v>05-12-2021</c:v>
                </c:pt>
                <c:pt idx="4828">
                  <c:v>05-12-2021</c:v>
                </c:pt>
                <c:pt idx="4829">
                  <c:v>05-12-2021</c:v>
                </c:pt>
                <c:pt idx="4830">
                  <c:v>05-12-2021</c:v>
                </c:pt>
                <c:pt idx="4831">
                  <c:v>05-12-2021</c:v>
                </c:pt>
                <c:pt idx="4832">
                  <c:v>05-12-2021</c:v>
                </c:pt>
                <c:pt idx="4833">
                  <c:v>05-12-2021</c:v>
                </c:pt>
                <c:pt idx="4834">
                  <c:v>05-12-2021</c:v>
                </c:pt>
                <c:pt idx="4835">
                  <c:v>05-12-2021</c:v>
                </c:pt>
                <c:pt idx="4836">
                  <c:v>05-12-2021</c:v>
                </c:pt>
                <c:pt idx="4837">
                  <c:v>05-12-2021</c:v>
                </c:pt>
                <c:pt idx="4838">
                  <c:v>05-12-2021</c:v>
                </c:pt>
                <c:pt idx="4839">
                  <c:v>05-12-2021</c:v>
                </c:pt>
                <c:pt idx="4840">
                  <c:v>05-12-2021</c:v>
                </c:pt>
                <c:pt idx="4841">
                  <c:v>05-12-2021</c:v>
                </c:pt>
                <c:pt idx="4842">
                  <c:v>05-12-2021</c:v>
                </c:pt>
                <c:pt idx="4843">
                  <c:v>05-12-2021</c:v>
                </c:pt>
                <c:pt idx="4844">
                  <c:v>05-12-2021</c:v>
                </c:pt>
                <c:pt idx="4845">
                  <c:v>05-12-2021</c:v>
                </c:pt>
                <c:pt idx="4846">
                  <c:v>05-12-2021</c:v>
                </c:pt>
                <c:pt idx="4847">
                  <c:v>05-12-2021</c:v>
                </c:pt>
                <c:pt idx="4848">
                  <c:v>05-12-2021</c:v>
                </c:pt>
                <c:pt idx="4849">
                  <c:v>05-12-2021</c:v>
                </c:pt>
                <c:pt idx="4850">
                  <c:v>05-12-2021</c:v>
                </c:pt>
                <c:pt idx="4851">
                  <c:v>05-12-2021</c:v>
                </c:pt>
                <c:pt idx="4852">
                  <c:v>05-12-2021</c:v>
                </c:pt>
                <c:pt idx="4853">
                  <c:v>05-12-2021</c:v>
                </c:pt>
                <c:pt idx="4854">
                  <c:v>05-12-2021</c:v>
                </c:pt>
                <c:pt idx="4855">
                  <c:v>05-12-2021</c:v>
                </c:pt>
                <c:pt idx="4856">
                  <c:v>05-12-2021</c:v>
                </c:pt>
                <c:pt idx="4857">
                  <c:v>05-12-2021</c:v>
                </c:pt>
                <c:pt idx="4858">
                  <c:v>05-12-2021</c:v>
                </c:pt>
                <c:pt idx="4859">
                  <c:v>05-12-2021</c:v>
                </c:pt>
                <c:pt idx="4860">
                  <c:v>05-12-2021</c:v>
                </c:pt>
                <c:pt idx="4861">
                  <c:v>06-12-2021</c:v>
                </c:pt>
                <c:pt idx="4862">
                  <c:v>06-12-2021</c:v>
                </c:pt>
                <c:pt idx="4863">
                  <c:v>06-12-2021</c:v>
                </c:pt>
                <c:pt idx="4864">
                  <c:v>06-12-2021</c:v>
                </c:pt>
                <c:pt idx="4865">
                  <c:v>06-12-2021</c:v>
                </c:pt>
                <c:pt idx="4866">
                  <c:v>06-12-2021</c:v>
                </c:pt>
                <c:pt idx="4867">
                  <c:v>06-12-2021</c:v>
                </c:pt>
                <c:pt idx="4868">
                  <c:v>06-12-2021</c:v>
                </c:pt>
                <c:pt idx="4869">
                  <c:v>06-12-2021</c:v>
                </c:pt>
                <c:pt idx="4870">
                  <c:v>06-12-2021</c:v>
                </c:pt>
                <c:pt idx="4871">
                  <c:v>06-12-2021</c:v>
                </c:pt>
                <c:pt idx="4872">
                  <c:v>06-12-2021</c:v>
                </c:pt>
                <c:pt idx="4873">
                  <c:v>06-12-2021</c:v>
                </c:pt>
                <c:pt idx="4874">
                  <c:v>06-12-2021</c:v>
                </c:pt>
                <c:pt idx="4875">
                  <c:v>06-12-2021</c:v>
                </c:pt>
                <c:pt idx="4876">
                  <c:v>06-12-2021</c:v>
                </c:pt>
                <c:pt idx="4877">
                  <c:v>06-12-2021</c:v>
                </c:pt>
                <c:pt idx="4878">
                  <c:v>06-12-2021</c:v>
                </c:pt>
                <c:pt idx="4879">
                  <c:v>06-12-2021</c:v>
                </c:pt>
                <c:pt idx="4880">
                  <c:v>06-12-2021</c:v>
                </c:pt>
                <c:pt idx="4881">
                  <c:v>06-12-2021</c:v>
                </c:pt>
                <c:pt idx="4882">
                  <c:v>06-12-2021</c:v>
                </c:pt>
                <c:pt idx="4883">
                  <c:v>06-12-2021</c:v>
                </c:pt>
                <c:pt idx="4884">
                  <c:v>06-12-2021</c:v>
                </c:pt>
                <c:pt idx="4885">
                  <c:v>06-12-2021</c:v>
                </c:pt>
                <c:pt idx="4886">
                  <c:v>06-12-2021</c:v>
                </c:pt>
                <c:pt idx="4887">
                  <c:v>06-12-2021</c:v>
                </c:pt>
                <c:pt idx="4888">
                  <c:v>06-12-2021</c:v>
                </c:pt>
                <c:pt idx="4889">
                  <c:v>06-12-2021</c:v>
                </c:pt>
                <c:pt idx="4890">
                  <c:v>06-12-2021</c:v>
                </c:pt>
                <c:pt idx="4891">
                  <c:v>06-12-2021</c:v>
                </c:pt>
                <c:pt idx="4892">
                  <c:v>06-12-2021</c:v>
                </c:pt>
                <c:pt idx="4893">
                  <c:v>06-12-2021</c:v>
                </c:pt>
                <c:pt idx="4894">
                  <c:v>06-12-2021</c:v>
                </c:pt>
                <c:pt idx="4895">
                  <c:v>06-12-2021</c:v>
                </c:pt>
                <c:pt idx="4896">
                  <c:v>06-12-2021</c:v>
                </c:pt>
                <c:pt idx="4897">
                  <c:v>06-12-2021</c:v>
                </c:pt>
                <c:pt idx="4898">
                  <c:v>06-12-2021</c:v>
                </c:pt>
                <c:pt idx="4899">
                  <c:v>06-12-2021</c:v>
                </c:pt>
                <c:pt idx="4900">
                  <c:v>06-12-2021</c:v>
                </c:pt>
                <c:pt idx="4901">
                  <c:v>06-12-2021</c:v>
                </c:pt>
                <c:pt idx="4902">
                  <c:v>06-12-2021</c:v>
                </c:pt>
                <c:pt idx="4903">
                  <c:v>06-12-2021</c:v>
                </c:pt>
                <c:pt idx="4904">
                  <c:v>06-12-2021</c:v>
                </c:pt>
                <c:pt idx="4905">
                  <c:v>06-12-2021</c:v>
                </c:pt>
                <c:pt idx="4906">
                  <c:v>06-12-2021</c:v>
                </c:pt>
                <c:pt idx="4907">
                  <c:v>06-12-2021</c:v>
                </c:pt>
                <c:pt idx="4908">
                  <c:v>06-12-2021</c:v>
                </c:pt>
                <c:pt idx="4909">
                  <c:v>06-12-2021</c:v>
                </c:pt>
                <c:pt idx="4910">
                  <c:v>06-12-2021</c:v>
                </c:pt>
                <c:pt idx="4911">
                  <c:v>07-12-2021</c:v>
                </c:pt>
                <c:pt idx="4912">
                  <c:v>07-12-2021</c:v>
                </c:pt>
                <c:pt idx="4913">
                  <c:v>07-12-2021</c:v>
                </c:pt>
                <c:pt idx="4914">
                  <c:v>07-12-2021</c:v>
                </c:pt>
                <c:pt idx="4915">
                  <c:v>07-12-2021</c:v>
                </c:pt>
                <c:pt idx="4916">
                  <c:v>07-12-2021</c:v>
                </c:pt>
                <c:pt idx="4917">
                  <c:v>07-12-2021</c:v>
                </c:pt>
                <c:pt idx="4918">
                  <c:v>07-12-2021</c:v>
                </c:pt>
                <c:pt idx="4919">
                  <c:v>07-12-2021</c:v>
                </c:pt>
                <c:pt idx="4920">
                  <c:v>07-12-2021</c:v>
                </c:pt>
                <c:pt idx="4921">
                  <c:v>07-12-2021</c:v>
                </c:pt>
                <c:pt idx="4922">
                  <c:v>07-12-2021</c:v>
                </c:pt>
                <c:pt idx="4923">
                  <c:v>07-12-2021</c:v>
                </c:pt>
                <c:pt idx="4924">
                  <c:v>07-12-2021</c:v>
                </c:pt>
                <c:pt idx="4925">
                  <c:v>07-12-2021</c:v>
                </c:pt>
                <c:pt idx="4926">
                  <c:v>07-12-2021</c:v>
                </c:pt>
                <c:pt idx="4927">
                  <c:v>07-12-2021</c:v>
                </c:pt>
                <c:pt idx="4928">
                  <c:v>07-12-2021</c:v>
                </c:pt>
                <c:pt idx="4929">
                  <c:v>07-12-2021</c:v>
                </c:pt>
                <c:pt idx="4930">
                  <c:v>07-12-2021</c:v>
                </c:pt>
                <c:pt idx="4931">
                  <c:v>07-12-2021</c:v>
                </c:pt>
                <c:pt idx="4932">
                  <c:v>07-12-2021</c:v>
                </c:pt>
                <c:pt idx="4933">
                  <c:v>07-12-2021</c:v>
                </c:pt>
                <c:pt idx="4934">
                  <c:v>07-12-2021</c:v>
                </c:pt>
                <c:pt idx="4935">
                  <c:v>07-12-2021</c:v>
                </c:pt>
                <c:pt idx="4936">
                  <c:v>07-12-2021</c:v>
                </c:pt>
                <c:pt idx="4937">
                  <c:v>07-12-2021</c:v>
                </c:pt>
                <c:pt idx="4938">
                  <c:v>07-12-2021</c:v>
                </c:pt>
                <c:pt idx="4939">
                  <c:v>07-12-2021</c:v>
                </c:pt>
                <c:pt idx="4940">
                  <c:v>07-12-2021</c:v>
                </c:pt>
                <c:pt idx="4941">
                  <c:v>07-12-2021</c:v>
                </c:pt>
                <c:pt idx="4942">
                  <c:v>07-12-2021</c:v>
                </c:pt>
                <c:pt idx="4943">
                  <c:v>07-12-2021</c:v>
                </c:pt>
                <c:pt idx="4944">
                  <c:v>07-12-2021</c:v>
                </c:pt>
                <c:pt idx="4945">
                  <c:v>07-12-2021</c:v>
                </c:pt>
                <c:pt idx="4946">
                  <c:v>07-12-2021</c:v>
                </c:pt>
                <c:pt idx="4947">
                  <c:v>07-12-2021</c:v>
                </c:pt>
                <c:pt idx="4948">
                  <c:v>07-12-2021</c:v>
                </c:pt>
                <c:pt idx="4949">
                  <c:v>07-12-2021</c:v>
                </c:pt>
                <c:pt idx="4950">
                  <c:v>07-12-2021</c:v>
                </c:pt>
                <c:pt idx="4951">
                  <c:v>07-12-2021</c:v>
                </c:pt>
                <c:pt idx="4952">
                  <c:v>07-12-2021</c:v>
                </c:pt>
                <c:pt idx="4953">
                  <c:v>07-12-2021</c:v>
                </c:pt>
                <c:pt idx="4954">
                  <c:v>07-12-2021</c:v>
                </c:pt>
                <c:pt idx="4955">
                  <c:v>07-12-2021</c:v>
                </c:pt>
                <c:pt idx="4956">
                  <c:v>07-12-2021</c:v>
                </c:pt>
                <c:pt idx="4957">
                  <c:v>07-12-2021</c:v>
                </c:pt>
                <c:pt idx="4958">
                  <c:v>07-12-2021</c:v>
                </c:pt>
                <c:pt idx="4959">
                  <c:v>07-12-2021</c:v>
                </c:pt>
                <c:pt idx="4960">
                  <c:v>07-12-2021</c:v>
                </c:pt>
                <c:pt idx="4961">
                  <c:v>08-12-2021</c:v>
                </c:pt>
                <c:pt idx="4962">
                  <c:v>08-12-2021</c:v>
                </c:pt>
                <c:pt idx="4963">
                  <c:v>08-12-2021</c:v>
                </c:pt>
                <c:pt idx="4964">
                  <c:v>08-12-2021</c:v>
                </c:pt>
                <c:pt idx="4965">
                  <c:v>08-12-2021</c:v>
                </c:pt>
                <c:pt idx="4966">
                  <c:v>08-12-2021</c:v>
                </c:pt>
                <c:pt idx="4967">
                  <c:v>08-12-2021</c:v>
                </c:pt>
                <c:pt idx="4968">
                  <c:v>08-12-2021</c:v>
                </c:pt>
                <c:pt idx="4969">
                  <c:v>08-12-2021</c:v>
                </c:pt>
                <c:pt idx="4970">
                  <c:v>08-12-2021</c:v>
                </c:pt>
                <c:pt idx="4971">
                  <c:v>08-12-2021</c:v>
                </c:pt>
                <c:pt idx="4972">
                  <c:v>08-12-2021</c:v>
                </c:pt>
                <c:pt idx="4973">
                  <c:v>08-12-2021</c:v>
                </c:pt>
                <c:pt idx="4974">
                  <c:v>08-12-2021</c:v>
                </c:pt>
                <c:pt idx="4975">
                  <c:v>08-12-2021</c:v>
                </c:pt>
                <c:pt idx="4976">
                  <c:v>08-12-2021</c:v>
                </c:pt>
                <c:pt idx="4977">
                  <c:v>08-12-2021</c:v>
                </c:pt>
                <c:pt idx="4978">
                  <c:v>08-12-2021</c:v>
                </c:pt>
                <c:pt idx="4979">
                  <c:v>08-12-2021</c:v>
                </c:pt>
                <c:pt idx="4980">
                  <c:v>08-12-2021</c:v>
                </c:pt>
                <c:pt idx="4981">
                  <c:v>08-12-2021</c:v>
                </c:pt>
                <c:pt idx="4982">
                  <c:v>08-12-2021</c:v>
                </c:pt>
                <c:pt idx="4983">
                  <c:v>08-12-2021</c:v>
                </c:pt>
                <c:pt idx="4984">
                  <c:v>08-12-2021</c:v>
                </c:pt>
                <c:pt idx="4985">
                  <c:v>08-12-2021</c:v>
                </c:pt>
                <c:pt idx="4986">
                  <c:v>08-12-2021</c:v>
                </c:pt>
                <c:pt idx="4987">
                  <c:v>08-12-2021</c:v>
                </c:pt>
                <c:pt idx="4988">
                  <c:v>08-12-2021</c:v>
                </c:pt>
                <c:pt idx="4989">
                  <c:v>08-12-2021</c:v>
                </c:pt>
                <c:pt idx="4990">
                  <c:v>08-12-2021</c:v>
                </c:pt>
                <c:pt idx="4991">
                  <c:v>08-12-2021</c:v>
                </c:pt>
                <c:pt idx="4992">
                  <c:v>08-12-2021</c:v>
                </c:pt>
                <c:pt idx="4993">
                  <c:v>08-12-2021</c:v>
                </c:pt>
                <c:pt idx="4994">
                  <c:v>08-12-2021</c:v>
                </c:pt>
                <c:pt idx="4995">
                  <c:v>08-12-2021</c:v>
                </c:pt>
                <c:pt idx="4996">
                  <c:v>08-12-2021</c:v>
                </c:pt>
                <c:pt idx="4997">
                  <c:v>08-12-2021</c:v>
                </c:pt>
                <c:pt idx="4998">
                  <c:v>08-12-2021</c:v>
                </c:pt>
                <c:pt idx="4999">
                  <c:v>08-12-2021</c:v>
                </c:pt>
                <c:pt idx="5000">
                  <c:v>08-12-2021</c:v>
                </c:pt>
                <c:pt idx="5001">
                  <c:v>08-12-2021</c:v>
                </c:pt>
                <c:pt idx="5002">
                  <c:v>08-12-2021</c:v>
                </c:pt>
                <c:pt idx="5003">
                  <c:v>08-12-2021</c:v>
                </c:pt>
                <c:pt idx="5004">
                  <c:v>08-12-2021</c:v>
                </c:pt>
                <c:pt idx="5005">
                  <c:v>08-12-2021</c:v>
                </c:pt>
                <c:pt idx="5006">
                  <c:v>08-12-2021</c:v>
                </c:pt>
                <c:pt idx="5007">
                  <c:v>08-12-2021</c:v>
                </c:pt>
                <c:pt idx="5008">
                  <c:v>08-12-2021</c:v>
                </c:pt>
                <c:pt idx="5009">
                  <c:v>08-12-2021</c:v>
                </c:pt>
                <c:pt idx="5010">
                  <c:v>08-12-2021</c:v>
                </c:pt>
                <c:pt idx="5011">
                  <c:v>09-12-2021</c:v>
                </c:pt>
                <c:pt idx="5012">
                  <c:v>09-12-2021</c:v>
                </c:pt>
                <c:pt idx="5013">
                  <c:v>09-12-2021</c:v>
                </c:pt>
                <c:pt idx="5014">
                  <c:v>09-12-2021</c:v>
                </c:pt>
                <c:pt idx="5015">
                  <c:v>09-12-2021</c:v>
                </c:pt>
                <c:pt idx="5016">
                  <c:v>09-12-2021</c:v>
                </c:pt>
                <c:pt idx="5017">
                  <c:v>09-12-2021</c:v>
                </c:pt>
                <c:pt idx="5018">
                  <c:v>09-12-2021</c:v>
                </c:pt>
                <c:pt idx="5019">
                  <c:v>09-12-2021</c:v>
                </c:pt>
                <c:pt idx="5020">
                  <c:v>09-12-2021</c:v>
                </c:pt>
                <c:pt idx="5021">
                  <c:v>09-12-2021</c:v>
                </c:pt>
                <c:pt idx="5022">
                  <c:v>09-12-2021</c:v>
                </c:pt>
                <c:pt idx="5023">
                  <c:v>09-12-2021</c:v>
                </c:pt>
                <c:pt idx="5024">
                  <c:v>09-12-2021</c:v>
                </c:pt>
                <c:pt idx="5025">
                  <c:v>09-12-2021</c:v>
                </c:pt>
                <c:pt idx="5026">
                  <c:v>09-12-2021</c:v>
                </c:pt>
                <c:pt idx="5027">
                  <c:v>09-12-2021</c:v>
                </c:pt>
                <c:pt idx="5028">
                  <c:v>09-12-2021</c:v>
                </c:pt>
                <c:pt idx="5029">
                  <c:v>09-12-2021</c:v>
                </c:pt>
                <c:pt idx="5030">
                  <c:v>09-12-2021</c:v>
                </c:pt>
                <c:pt idx="5031">
                  <c:v>09-12-2021</c:v>
                </c:pt>
                <c:pt idx="5032">
                  <c:v>09-12-2021</c:v>
                </c:pt>
                <c:pt idx="5033">
                  <c:v>09-12-2021</c:v>
                </c:pt>
                <c:pt idx="5034">
                  <c:v>09-12-2021</c:v>
                </c:pt>
                <c:pt idx="5035">
                  <c:v>09-12-2021</c:v>
                </c:pt>
                <c:pt idx="5036">
                  <c:v>09-12-2021</c:v>
                </c:pt>
                <c:pt idx="5037">
                  <c:v>09-12-2021</c:v>
                </c:pt>
                <c:pt idx="5038">
                  <c:v>09-12-2021</c:v>
                </c:pt>
                <c:pt idx="5039">
                  <c:v>09-12-2021</c:v>
                </c:pt>
                <c:pt idx="5040">
                  <c:v>09-12-2021</c:v>
                </c:pt>
                <c:pt idx="5041">
                  <c:v>09-12-2021</c:v>
                </c:pt>
                <c:pt idx="5042">
                  <c:v>09-12-2021</c:v>
                </c:pt>
                <c:pt idx="5043">
                  <c:v>09-12-2021</c:v>
                </c:pt>
                <c:pt idx="5044">
                  <c:v>09-12-2021</c:v>
                </c:pt>
                <c:pt idx="5045">
                  <c:v>09-12-2021</c:v>
                </c:pt>
                <c:pt idx="5046">
                  <c:v>09-12-2021</c:v>
                </c:pt>
                <c:pt idx="5047">
                  <c:v>09-12-2021</c:v>
                </c:pt>
                <c:pt idx="5048">
                  <c:v>09-12-2021</c:v>
                </c:pt>
                <c:pt idx="5049">
                  <c:v>09-12-2021</c:v>
                </c:pt>
                <c:pt idx="5050">
                  <c:v>09-12-2021</c:v>
                </c:pt>
                <c:pt idx="5051">
                  <c:v>09-12-2021</c:v>
                </c:pt>
                <c:pt idx="5052">
                  <c:v>09-12-2021</c:v>
                </c:pt>
                <c:pt idx="5053">
                  <c:v>09-12-2021</c:v>
                </c:pt>
                <c:pt idx="5054">
                  <c:v>09-12-2021</c:v>
                </c:pt>
                <c:pt idx="5055">
                  <c:v>09-12-2021</c:v>
                </c:pt>
                <c:pt idx="5056">
                  <c:v>09-12-2021</c:v>
                </c:pt>
                <c:pt idx="5057">
                  <c:v>09-12-2021</c:v>
                </c:pt>
                <c:pt idx="5058">
                  <c:v>09-12-2021</c:v>
                </c:pt>
                <c:pt idx="5059">
                  <c:v>09-12-2021</c:v>
                </c:pt>
                <c:pt idx="5060">
                  <c:v>09-12-2021</c:v>
                </c:pt>
                <c:pt idx="5061">
                  <c:v>09-12-2021</c:v>
                </c:pt>
                <c:pt idx="5062">
                  <c:v>10-12-2021</c:v>
                </c:pt>
                <c:pt idx="5063">
                  <c:v>10-12-2021</c:v>
                </c:pt>
                <c:pt idx="5064">
                  <c:v>10-12-2021</c:v>
                </c:pt>
                <c:pt idx="5065">
                  <c:v>10-12-2021</c:v>
                </c:pt>
                <c:pt idx="5066">
                  <c:v>10-12-2021</c:v>
                </c:pt>
                <c:pt idx="5067">
                  <c:v>10-12-2021</c:v>
                </c:pt>
                <c:pt idx="5068">
                  <c:v>10-12-2021</c:v>
                </c:pt>
                <c:pt idx="5069">
                  <c:v>10-12-2021</c:v>
                </c:pt>
                <c:pt idx="5070">
                  <c:v>10-12-2021</c:v>
                </c:pt>
                <c:pt idx="5071">
                  <c:v>10-12-2021</c:v>
                </c:pt>
                <c:pt idx="5072">
                  <c:v>10-12-2021</c:v>
                </c:pt>
                <c:pt idx="5073">
                  <c:v>10-12-2021</c:v>
                </c:pt>
                <c:pt idx="5074">
                  <c:v>10-12-2021</c:v>
                </c:pt>
                <c:pt idx="5075">
                  <c:v>10-12-2021</c:v>
                </c:pt>
                <c:pt idx="5076">
                  <c:v>10-12-2021</c:v>
                </c:pt>
                <c:pt idx="5077">
                  <c:v>10-12-2021</c:v>
                </c:pt>
                <c:pt idx="5078">
                  <c:v>10-12-2021</c:v>
                </c:pt>
                <c:pt idx="5079">
                  <c:v>10-12-2021</c:v>
                </c:pt>
                <c:pt idx="5080">
                  <c:v>10-12-2021</c:v>
                </c:pt>
                <c:pt idx="5081">
                  <c:v>10-12-2021</c:v>
                </c:pt>
                <c:pt idx="5082">
                  <c:v>10-12-2021</c:v>
                </c:pt>
                <c:pt idx="5083">
                  <c:v>10-12-2021</c:v>
                </c:pt>
                <c:pt idx="5084">
                  <c:v>10-12-2021</c:v>
                </c:pt>
                <c:pt idx="5085">
                  <c:v>10-12-2021</c:v>
                </c:pt>
                <c:pt idx="5086">
                  <c:v>10-12-2021</c:v>
                </c:pt>
                <c:pt idx="5087">
                  <c:v>10-12-2021</c:v>
                </c:pt>
                <c:pt idx="5088">
                  <c:v>10-12-2021</c:v>
                </c:pt>
                <c:pt idx="5089">
                  <c:v>10-12-2021</c:v>
                </c:pt>
                <c:pt idx="5090">
                  <c:v>10-12-2021</c:v>
                </c:pt>
                <c:pt idx="5091">
                  <c:v>10-12-2021</c:v>
                </c:pt>
                <c:pt idx="5092">
                  <c:v>10-12-2021</c:v>
                </c:pt>
                <c:pt idx="5093">
                  <c:v>10-12-2021</c:v>
                </c:pt>
                <c:pt idx="5094">
                  <c:v>10-12-2021</c:v>
                </c:pt>
                <c:pt idx="5095">
                  <c:v>10-12-2021</c:v>
                </c:pt>
                <c:pt idx="5096">
                  <c:v>10-12-2021</c:v>
                </c:pt>
                <c:pt idx="5097">
                  <c:v>10-12-2021</c:v>
                </c:pt>
                <c:pt idx="5098">
                  <c:v>10-12-2021</c:v>
                </c:pt>
                <c:pt idx="5099">
                  <c:v>10-12-2021</c:v>
                </c:pt>
                <c:pt idx="5100">
                  <c:v>10-12-2021</c:v>
                </c:pt>
                <c:pt idx="5101">
                  <c:v>10-12-2021</c:v>
                </c:pt>
                <c:pt idx="5102">
                  <c:v>10-12-2021</c:v>
                </c:pt>
                <c:pt idx="5103">
                  <c:v>10-12-2021</c:v>
                </c:pt>
                <c:pt idx="5104">
                  <c:v>10-12-2021</c:v>
                </c:pt>
                <c:pt idx="5105">
                  <c:v>10-12-2021</c:v>
                </c:pt>
                <c:pt idx="5106">
                  <c:v>10-12-2021</c:v>
                </c:pt>
                <c:pt idx="5107">
                  <c:v>10-12-2021</c:v>
                </c:pt>
                <c:pt idx="5108">
                  <c:v>10-12-2021</c:v>
                </c:pt>
                <c:pt idx="5109">
                  <c:v>10-12-2021</c:v>
                </c:pt>
                <c:pt idx="5110">
                  <c:v>10-12-2021</c:v>
                </c:pt>
                <c:pt idx="5111">
                  <c:v>10-12-2021</c:v>
                </c:pt>
                <c:pt idx="5112">
                  <c:v>11-12-2021</c:v>
                </c:pt>
                <c:pt idx="5113">
                  <c:v>11-12-2021</c:v>
                </c:pt>
                <c:pt idx="5114">
                  <c:v>11-12-2021</c:v>
                </c:pt>
                <c:pt idx="5115">
                  <c:v>11-12-2021</c:v>
                </c:pt>
                <c:pt idx="5116">
                  <c:v>11-12-2021</c:v>
                </c:pt>
                <c:pt idx="5117">
                  <c:v>11-12-2021</c:v>
                </c:pt>
                <c:pt idx="5118">
                  <c:v>11-12-2021</c:v>
                </c:pt>
                <c:pt idx="5119">
                  <c:v>11-12-2021</c:v>
                </c:pt>
                <c:pt idx="5120">
                  <c:v>11-12-2021</c:v>
                </c:pt>
                <c:pt idx="5121">
                  <c:v>11-12-2021</c:v>
                </c:pt>
                <c:pt idx="5122">
                  <c:v>11-12-2021</c:v>
                </c:pt>
                <c:pt idx="5123">
                  <c:v>11-12-2021</c:v>
                </c:pt>
                <c:pt idx="5124">
                  <c:v>11-12-2021</c:v>
                </c:pt>
                <c:pt idx="5125">
                  <c:v>11-12-2021</c:v>
                </c:pt>
                <c:pt idx="5126">
                  <c:v>11-12-2021</c:v>
                </c:pt>
                <c:pt idx="5127">
                  <c:v>11-12-2021</c:v>
                </c:pt>
                <c:pt idx="5128">
                  <c:v>11-12-2021</c:v>
                </c:pt>
                <c:pt idx="5129">
                  <c:v>11-12-2021</c:v>
                </c:pt>
                <c:pt idx="5130">
                  <c:v>11-12-2021</c:v>
                </c:pt>
                <c:pt idx="5131">
                  <c:v>11-12-2021</c:v>
                </c:pt>
                <c:pt idx="5132">
                  <c:v>11-12-2021</c:v>
                </c:pt>
                <c:pt idx="5133">
                  <c:v>11-12-2021</c:v>
                </c:pt>
                <c:pt idx="5134">
                  <c:v>11-12-2021</c:v>
                </c:pt>
                <c:pt idx="5135">
                  <c:v>11-12-2021</c:v>
                </c:pt>
                <c:pt idx="5136">
                  <c:v>11-12-2021</c:v>
                </c:pt>
                <c:pt idx="5137">
                  <c:v>11-12-2021</c:v>
                </c:pt>
                <c:pt idx="5138">
                  <c:v>11-12-2021</c:v>
                </c:pt>
                <c:pt idx="5139">
                  <c:v>11-12-2021</c:v>
                </c:pt>
                <c:pt idx="5140">
                  <c:v>11-12-2021</c:v>
                </c:pt>
                <c:pt idx="5141">
                  <c:v>11-12-2021</c:v>
                </c:pt>
                <c:pt idx="5142">
                  <c:v>11-12-2021</c:v>
                </c:pt>
                <c:pt idx="5143">
                  <c:v>11-12-2021</c:v>
                </c:pt>
                <c:pt idx="5144">
                  <c:v>11-12-2021</c:v>
                </c:pt>
                <c:pt idx="5145">
                  <c:v>11-12-2021</c:v>
                </c:pt>
                <c:pt idx="5146">
                  <c:v>11-12-2021</c:v>
                </c:pt>
                <c:pt idx="5147">
                  <c:v>11-12-2021</c:v>
                </c:pt>
                <c:pt idx="5148">
                  <c:v>11-12-2021</c:v>
                </c:pt>
                <c:pt idx="5149">
                  <c:v>11-12-2021</c:v>
                </c:pt>
                <c:pt idx="5150">
                  <c:v>11-12-2021</c:v>
                </c:pt>
                <c:pt idx="5151">
                  <c:v>11-12-2021</c:v>
                </c:pt>
                <c:pt idx="5152">
                  <c:v>11-12-2021</c:v>
                </c:pt>
                <c:pt idx="5153">
                  <c:v>11-12-2021</c:v>
                </c:pt>
                <c:pt idx="5154">
                  <c:v>11-12-2021</c:v>
                </c:pt>
                <c:pt idx="5155">
                  <c:v>11-12-2021</c:v>
                </c:pt>
                <c:pt idx="5156">
                  <c:v>11-12-2021</c:v>
                </c:pt>
                <c:pt idx="5157">
                  <c:v>11-12-2021</c:v>
                </c:pt>
                <c:pt idx="5158">
                  <c:v>11-12-2021</c:v>
                </c:pt>
                <c:pt idx="5159">
                  <c:v>11-12-2021</c:v>
                </c:pt>
                <c:pt idx="5160">
                  <c:v>11-12-2021</c:v>
                </c:pt>
                <c:pt idx="5161">
                  <c:v>11-12-2021</c:v>
                </c:pt>
                <c:pt idx="5162">
                  <c:v>12-12-2021</c:v>
                </c:pt>
                <c:pt idx="5163">
                  <c:v>12-12-2021</c:v>
                </c:pt>
                <c:pt idx="5164">
                  <c:v>12-12-2021</c:v>
                </c:pt>
                <c:pt idx="5165">
                  <c:v>12-12-2021</c:v>
                </c:pt>
                <c:pt idx="5166">
                  <c:v>12-12-2021</c:v>
                </c:pt>
                <c:pt idx="5167">
                  <c:v>12-12-2021</c:v>
                </c:pt>
                <c:pt idx="5168">
                  <c:v>12-12-2021</c:v>
                </c:pt>
                <c:pt idx="5169">
                  <c:v>12-12-2021</c:v>
                </c:pt>
                <c:pt idx="5170">
                  <c:v>12-12-2021</c:v>
                </c:pt>
                <c:pt idx="5171">
                  <c:v>12-12-2021</c:v>
                </c:pt>
                <c:pt idx="5172">
                  <c:v>12-12-2021</c:v>
                </c:pt>
                <c:pt idx="5173">
                  <c:v>12-12-2021</c:v>
                </c:pt>
                <c:pt idx="5174">
                  <c:v>12-12-2021</c:v>
                </c:pt>
                <c:pt idx="5175">
                  <c:v>12-12-2021</c:v>
                </c:pt>
                <c:pt idx="5176">
                  <c:v>12-12-2021</c:v>
                </c:pt>
                <c:pt idx="5177">
                  <c:v>12-12-2021</c:v>
                </c:pt>
                <c:pt idx="5178">
                  <c:v>12-12-2021</c:v>
                </c:pt>
                <c:pt idx="5179">
                  <c:v>12-12-2021</c:v>
                </c:pt>
                <c:pt idx="5180">
                  <c:v>12-12-2021</c:v>
                </c:pt>
                <c:pt idx="5181">
                  <c:v>12-12-2021</c:v>
                </c:pt>
                <c:pt idx="5182">
                  <c:v>12-12-2021</c:v>
                </c:pt>
                <c:pt idx="5183">
                  <c:v>12-12-2021</c:v>
                </c:pt>
                <c:pt idx="5184">
                  <c:v>12-12-2021</c:v>
                </c:pt>
                <c:pt idx="5185">
                  <c:v>12-12-2021</c:v>
                </c:pt>
                <c:pt idx="5186">
                  <c:v>12-12-2021</c:v>
                </c:pt>
                <c:pt idx="5187">
                  <c:v>12-12-2021</c:v>
                </c:pt>
                <c:pt idx="5188">
                  <c:v>12-12-2021</c:v>
                </c:pt>
                <c:pt idx="5189">
                  <c:v>12-12-2021</c:v>
                </c:pt>
                <c:pt idx="5190">
                  <c:v>12-12-2021</c:v>
                </c:pt>
                <c:pt idx="5191">
                  <c:v>12-12-2021</c:v>
                </c:pt>
                <c:pt idx="5192">
                  <c:v>12-12-2021</c:v>
                </c:pt>
                <c:pt idx="5193">
                  <c:v>12-12-2021</c:v>
                </c:pt>
                <c:pt idx="5194">
                  <c:v>12-12-2021</c:v>
                </c:pt>
                <c:pt idx="5195">
                  <c:v>12-12-2021</c:v>
                </c:pt>
                <c:pt idx="5196">
                  <c:v>12-12-2021</c:v>
                </c:pt>
                <c:pt idx="5197">
                  <c:v>12-12-2021</c:v>
                </c:pt>
                <c:pt idx="5198">
                  <c:v>12-12-2021</c:v>
                </c:pt>
                <c:pt idx="5199">
                  <c:v>12-12-2021</c:v>
                </c:pt>
                <c:pt idx="5200">
                  <c:v>12-12-2021</c:v>
                </c:pt>
                <c:pt idx="5201">
                  <c:v>12-12-2021</c:v>
                </c:pt>
                <c:pt idx="5202">
                  <c:v>12-12-2021</c:v>
                </c:pt>
                <c:pt idx="5203">
                  <c:v>12-12-2021</c:v>
                </c:pt>
                <c:pt idx="5204">
                  <c:v>12-12-2021</c:v>
                </c:pt>
                <c:pt idx="5205">
                  <c:v>12-12-2021</c:v>
                </c:pt>
                <c:pt idx="5206">
                  <c:v>12-12-2021</c:v>
                </c:pt>
                <c:pt idx="5207">
                  <c:v>12-12-2021</c:v>
                </c:pt>
                <c:pt idx="5208">
                  <c:v>12-12-2021</c:v>
                </c:pt>
                <c:pt idx="5209">
                  <c:v>12-12-2021</c:v>
                </c:pt>
                <c:pt idx="5210">
                  <c:v>12-12-2021</c:v>
                </c:pt>
                <c:pt idx="5211">
                  <c:v>12-12-2021</c:v>
                </c:pt>
                <c:pt idx="5212">
                  <c:v>13-12-2021</c:v>
                </c:pt>
                <c:pt idx="5213">
                  <c:v>13-12-2021</c:v>
                </c:pt>
                <c:pt idx="5214">
                  <c:v>13-12-2021</c:v>
                </c:pt>
                <c:pt idx="5215">
                  <c:v>13-12-2021</c:v>
                </c:pt>
                <c:pt idx="5216">
                  <c:v>13-12-2021</c:v>
                </c:pt>
                <c:pt idx="5217">
                  <c:v>13-12-2021</c:v>
                </c:pt>
                <c:pt idx="5218">
                  <c:v>13-12-2021</c:v>
                </c:pt>
                <c:pt idx="5219">
                  <c:v>13-12-2021</c:v>
                </c:pt>
                <c:pt idx="5220">
                  <c:v>13-12-2021</c:v>
                </c:pt>
                <c:pt idx="5221">
                  <c:v>13-12-2021</c:v>
                </c:pt>
                <c:pt idx="5222">
                  <c:v>13-12-2021</c:v>
                </c:pt>
                <c:pt idx="5223">
                  <c:v>13-12-2021</c:v>
                </c:pt>
                <c:pt idx="5224">
                  <c:v>13-12-2021</c:v>
                </c:pt>
                <c:pt idx="5225">
                  <c:v>13-12-2021</c:v>
                </c:pt>
                <c:pt idx="5226">
                  <c:v>13-12-2021</c:v>
                </c:pt>
                <c:pt idx="5227">
                  <c:v>13-12-2021</c:v>
                </c:pt>
                <c:pt idx="5228">
                  <c:v>13-12-2021</c:v>
                </c:pt>
                <c:pt idx="5229">
                  <c:v>13-12-2021</c:v>
                </c:pt>
                <c:pt idx="5230">
                  <c:v>13-12-2021</c:v>
                </c:pt>
                <c:pt idx="5231">
                  <c:v>13-12-2021</c:v>
                </c:pt>
                <c:pt idx="5232">
                  <c:v>13-12-2021</c:v>
                </c:pt>
                <c:pt idx="5233">
                  <c:v>13-12-2021</c:v>
                </c:pt>
                <c:pt idx="5234">
                  <c:v>13-12-2021</c:v>
                </c:pt>
                <c:pt idx="5235">
                  <c:v>13-12-2021</c:v>
                </c:pt>
                <c:pt idx="5236">
                  <c:v>13-12-2021</c:v>
                </c:pt>
                <c:pt idx="5237">
                  <c:v>13-12-2021</c:v>
                </c:pt>
                <c:pt idx="5238">
                  <c:v>13-12-2021</c:v>
                </c:pt>
                <c:pt idx="5239">
                  <c:v>13-12-2021</c:v>
                </c:pt>
                <c:pt idx="5240">
                  <c:v>13-12-2021</c:v>
                </c:pt>
                <c:pt idx="5241">
                  <c:v>13-12-2021</c:v>
                </c:pt>
                <c:pt idx="5242">
                  <c:v>13-12-2021</c:v>
                </c:pt>
                <c:pt idx="5243">
                  <c:v>13-12-2021</c:v>
                </c:pt>
                <c:pt idx="5244">
                  <c:v>13-12-2021</c:v>
                </c:pt>
                <c:pt idx="5245">
                  <c:v>13-12-2021</c:v>
                </c:pt>
                <c:pt idx="5246">
                  <c:v>13-12-2021</c:v>
                </c:pt>
                <c:pt idx="5247">
                  <c:v>13-12-2021</c:v>
                </c:pt>
                <c:pt idx="5248">
                  <c:v>13-12-2021</c:v>
                </c:pt>
                <c:pt idx="5249">
                  <c:v>13-12-2021</c:v>
                </c:pt>
                <c:pt idx="5250">
                  <c:v>13-12-2021</c:v>
                </c:pt>
                <c:pt idx="5251">
                  <c:v>13-12-2021</c:v>
                </c:pt>
                <c:pt idx="5252">
                  <c:v>13-12-2021</c:v>
                </c:pt>
                <c:pt idx="5253">
                  <c:v>13-12-2021</c:v>
                </c:pt>
                <c:pt idx="5254">
                  <c:v>13-12-2021</c:v>
                </c:pt>
                <c:pt idx="5255">
                  <c:v>13-12-2021</c:v>
                </c:pt>
                <c:pt idx="5256">
                  <c:v>13-12-2021</c:v>
                </c:pt>
                <c:pt idx="5257">
                  <c:v>13-12-2021</c:v>
                </c:pt>
                <c:pt idx="5258">
                  <c:v>13-12-2021</c:v>
                </c:pt>
                <c:pt idx="5259">
                  <c:v>13-12-2021</c:v>
                </c:pt>
                <c:pt idx="5260">
                  <c:v>13-12-2021</c:v>
                </c:pt>
                <c:pt idx="5261">
                  <c:v>13-12-2021</c:v>
                </c:pt>
                <c:pt idx="5262">
                  <c:v>14-12-2021</c:v>
                </c:pt>
                <c:pt idx="5263">
                  <c:v>14-12-2021</c:v>
                </c:pt>
                <c:pt idx="5264">
                  <c:v>14-12-2021</c:v>
                </c:pt>
                <c:pt idx="5265">
                  <c:v>14-12-2021</c:v>
                </c:pt>
                <c:pt idx="5266">
                  <c:v>14-12-2021</c:v>
                </c:pt>
                <c:pt idx="5267">
                  <c:v>14-12-2021</c:v>
                </c:pt>
                <c:pt idx="5268">
                  <c:v>14-12-2021</c:v>
                </c:pt>
                <c:pt idx="5269">
                  <c:v>14-12-2021</c:v>
                </c:pt>
                <c:pt idx="5270">
                  <c:v>14-12-2021</c:v>
                </c:pt>
                <c:pt idx="5271">
                  <c:v>14-12-2021</c:v>
                </c:pt>
                <c:pt idx="5272">
                  <c:v>14-12-2021</c:v>
                </c:pt>
                <c:pt idx="5273">
                  <c:v>14-12-2021</c:v>
                </c:pt>
                <c:pt idx="5274">
                  <c:v>14-12-2021</c:v>
                </c:pt>
                <c:pt idx="5275">
                  <c:v>14-12-2021</c:v>
                </c:pt>
                <c:pt idx="5276">
                  <c:v>14-12-2021</c:v>
                </c:pt>
                <c:pt idx="5277">
                  <c:v>14-12-2021</c:v>
                </c:pt>
                <c:pt idx="5278">
                  <c:v>14-12-2021</c:v>
                </c:pt>
                <c:pt idx="5279">
                  <c:v>14-12-2021</c:v>
                </c:pt>
                <c:pt idx="5280">
                  <c:v>14-12-2021</c:v>
                </c:pt>
                <c:pt idx="5281">
                  <c:v>14-12-2021</c:v>
                </c:pt>
                <c:pt idx="5282">
                  <c:v>14-12-2021</c:v>
                </c:pt>
                <c:pt idx="5283">
                  <c:v>14-12-2021</c:v>
                </c:pt>
                <c:pt idx="5284">
                  <c:v>14-12-2021</c:v>
                </c:pt>
                <c:pt idx="5285">
                  <c:v>14-12-2021</c:v>
                </c:pt>
                <c:pt idx="5286">
                  <c:v>14-12-2021</c:v>
                </c:pt>
                <c:pt idx="5287">
                  <c:v>14-12-2021</c:v>
                </c:pt>
                <c:pt idx="5288">
                  <c:v>14-12-2021</c:v>
                </c:pt>
                <c:pt idx="5289">
                  <c:v>14-12-2021</c:v>
                </c:pt>
                <c:pt idx="5290">
                  <c:v>14-12-2021</c:v>
                </c:pt>
                <c:pt idx="5291">
                  <c:v>14-12-2021</c:v>
                </c:pt>
                <c:pt idx="5292">
                  <c:v>14-12-2021</c:v>
                </c:pt>
                <c:pt idx="5293">
                  <c:v>14-12-2021</c:v>
                </c:pt>
                <c:pt idx="5294">
                  <c:v>14-12-2021</c:v>
                </c:pt>
                <c:pt idx="5295">
                  <c:v>14-12-2021</c:v>
                </c:pt>
                <c:pt idx="5296">
                  <c:v>14-12-2021</c:v>
                </c:pt>
                <c:pt idx="5297">
                  <c:v>14-12-2021</c:v>
                </c:pt>
                <c:pt idx="5298">
                  <c:v>14-12-2021</c:v>
                </c:pt>
                <c:pt idx="5299">
                  <c:v>14-12-2021</c:v>
                </c:pt>
                <c:pt idx="5300">
                  <c:v>14-12-2021</c:v>
                </c:pt>
                <c:pt idx="5301">
                  <c:v>14-12-2021</c:v>
                </c:pt>
                <c:pt idx="5302">
                  <c:v>14-12-2021</c:v>
                </c:pt>
                <c:pt idx="5303">
                  <c:v>14-12-2021</c:v>
                </c:pt>
                <c:pt idx="5304">
                  <c:v>14-12-2021</c:v>
                </c:pt>
                <c:pt idx="5305">
                  <c:v>14-12-2021</c:v>
                </c:pt>
                <c:pt idx="5306">
                  <c:v>14-12-2021</c:v>
                </c:pt>
                <c:pt idx="5307">
                  <c:v>14-12-2021</c:v>
                </c:pt>
                <c:pt idx="5308">
                  <c:v>14-12-2021</c:v>
                </c:pt>
                <c:pt idx="5309">
                  <c:v>14-12-2021</c:v>
                </c:pt>
                <c:pt idx="5310">
                  <c:v>14-12-2021</c:v>
                </c:pt>
                <c:pt idx="5311">
                  <c:v>14-12-2021</c:v>
                </c:pt>
                <c:pt idx="5312">
                  <c:v>15-12-2021</c:v>
                </c:pt>
                <c:pt idx="5313">
                  <c:v>15-12-2021</c:v>
                </c:pt>
                <c:pt idx="5314">
                  <c:v>15-12-2021</c:v>
                </c:pt>
                <c:pt idx="5315">
                  <c:v>15-12-2021</c:v>
                </c:pt>
                <c:pt idx="5316">
                  <c:v>15-12-2021</c:v>
                </c:pt>
                <c:pt idx="5317">
                  <c:v>15-12-2021</c:v>
                </c:pt>
                <c:pt idx="5318">
                  <c:v>15-12-2021</c:v>
                </c:pt>
                <c:pt idx="5319">
                  <c:v>15-12-2021</c:v>
                </c:pt>
                <c:pt idx="5320">
                  <c:v>15-12-2021</c:v>
                </c:pt>
                <c:pt idx="5321">
                  <c:v>15-12-2021</c:v>
                </c:pt>
                <c:pt idx="5322">
                  <c:v>15-12-2021</c:v>
                </c:pt>
                <c:pt idx="5323">
                  <c:v>15-12-2021</c:v>
                </c:pt>
                <c:pt idx="5324">
                  <c:v>15-12-2021</c:v>
                </c:pt>
                <c:pt idx="5325">
                  <c:v>15-12-2021</c:v>
                </c:pt>
                <c:pt idx="5326">
                  <c:v>15-12-2021</c:v>
                </c:pt>
                <c:pt idx="5327">
                  <c:v>15-12-2021</c:v>
                </c:pt>
                <c:pt idx="5328">
                  <c:v>15-12-2021</c:v>
                </c:pt>
                <c:pt idx="5329">
                  <c:v>15-12-2021</c:v>
                </c:pt>
                <c:pt idx="5330">
                  <c:v>15-12-2021</c:v>
                </c:pt>
                <c:pt idx="5331">
                  <c:v>15-12-2021</c:v>
                </c:pt>
                <c:pt idx="5332">
                  <c:v>15-12-2021</c:v>
                </c:pt>
                <c:pt idx="5333">
                  <c:v>15-12-2021</c:v>
                </c:pt>
                <c:pt idx="5334">
                  <c:v>15-12-2021</c:v>
                </c:pt>
                <c:pt idx="5335">
                  <c:v>15-12-2021</c:v>
                </c:pt>
                <c:pt idx="5336">
                  <c:v>15-12-2021</c:v>
                </c:pt>
                <c:pt idx="5337">
                  <c:v>15-12-2021</c:v>
                </c:pt>
                <c:pt idx="5338">
                  <c:v>15-12-2021</c:v>
                </c:pt>
                <c:pt idx="5339">
                  <c:v>15-12-2021</c:v>
                </c:pt>
                <c:pt idx="5340">
                  <c:v>15-12-2021</c:v>
                </c:pt>
                <c:pt idx="5341">
                  <c:v>15-12-2021</c:v>
                </c:pt>
                <c:pt idx="5342">
                  <c:v>15-12-2021</c:v>
                </c:pt>
                <c:pt idx="5343">
                  <c:v>15-12-2021</c:v>
                </c:pt>
                <c:pt idx="5344">
                  <c:v>15-12-2021</c:v>
                </c:pt>
                <c:pt idx="5345">
                  <c:v>15-12-2021</c:v>
                </c:pt>
                <c:pt idx="5346">
                  <c:v>15-12-2021</c:v>
                </c:pt>
                <c:pt idx="5347">
                  <c:v>15-12-2021</c:v>
                </c:pt>
                <c:pt idx="5348">
                  <c:v>15-12-2021</c:v>
                </c:pt>
                <c:pt idx="5349">
                  <c:v>15-12-2021</c:v>
                </c:pt>
                <c:pt idx="5350">
                  <c:v>15-12-2021</c:v>
                </c:pt>
                <c:pt idx="5351">
                  <c:v>15-12-2021</c:v>
                </c:pt>
                <c:pt idx="5352">
                  <c:v>15-12-2021</c:v>
                </c:pt>
                <c:pt idx="5353">
                  <c:v>15-12-2021</c:v>
                </c:pt>
                <c:pt idx="5354">
                  <c:v>15-12-2021</c:v>
                </c:pt>
                <c:pt idx="5355">
                  <c:v>15-12-2021</c:v>
                </c:pt>
                <c:pt idx="5356">
                  <c:v>15-12-2021</c:v>
                </c:pt>
                <c:pt idx="5357">
                  <c:v>15-12-2021</c:v>
                </c:pt>
                <c:pt idx="5358">
                  <c:v>15-12-2021</c:v>
                </c:pt>
                <c:pt idx="5359">
                  <c:v>15-12-2021</c:v>
                </c:pt>
                <c:pt idx="5360">
                  <c:v>15-12-2021</c:v>
                </c:pt>
                <c:pt idx="5361">
                  <c:v>15-12-2021</c:v>
                </c:pt>
                <c:pt idx="5362">
                  <c:v>16-12-2021</c:v>
                </c:pt>
                <c:pt idx="5363">
                  <c:v>16-12-2021</c:v>
                </c:pt>
                <c:pt idx="5364">
                  <c:v>16-12-2021</c:v>
                </c:pt>
                <c:pt idx="5365">
                  <c:v>16-12-2021</c:v>
                </c:pt>
                <c:pt idx="5366">
                  <c:v>16-12-2021</c:v>
                </c:pt>
                <c:pt idx="5367">
                  <c:v>16-12-2021</c:v>
                </c:pt>
                <c:pt idx="5368">
                  <c:v>16-12-2021</c:v>
                </c:pt>
                <c:pt idx="5369">
                  <c:v>16-12-2021</c:v>
                </c:pt>
                <c:pt idx="5370">
                  <c:v>16-12-2021</c:v>
                </c:pt>
                <c:pt idx="5371">
                  <c:v>16-12-2021</c:v>
                </c:pt>
                <c:pt idx="5372">
                  <c:v>16-12-2021</c:v>
                </c:pt>
                <c:pt idx="5373">
                  <c:v>16-12-2021</c:v>
                </c:pt>
                <c:pt idx="5374">
                  <c:v>16-12-2021</c:v>
                </c:pt>
                <c:pt idx="5375">
                  <c:v>16-12-2021</c:v>
                </c:pt>
                <c:pt idx="5376">
                  <c:v>16-12-2021</c:v>
                </c:pt>
                <c:pt idx="5377">
                  <c:v>16-12-2021</c:v>
                </c:pt>
                <c:pt idx="5378">
                  <c:v>16-12-2021</c:v>
                </c:pt>
                <c:pt idx="5379">
                  <c:v>16-12-2021</c:v>
                </c:pt>
                <c:pt idx="5380">
                  <c:v>16-12-2021</c:v>
                </c:pt>
                <c:pt idx="5381">
                  <c:v>16-12-2021</c:v>
                </c:pt>
                <c:pt idx="5382">
                  <c:v>16-12-2021</c:v>
                </c:pt>
                <c:pt idx="5383">
                  <c:v>16-12-2021</c:v>
                </c:pt>
                <c:pt idx="5384">
                  <c:v>16-12-2021</c:v>
                </c:pt>
                <c:pt idx="5385">
                  <c:v>16-12-2021</c:v>
                </c:pt>
                <c:pt idx="5386">
                  <c:v>16-12-2021</c:v>
                </c:pt>
                <c:pt idx="5387">
                  <c:v>16-12-2021</c:v>
                </c:pt>
                <c:pt idx="5388">
                  <c:v>16-12-2021</c:v>
                </c:pt>
                <c:pt idx="5389">
                  <c:v>16-12-2021</c:v>
                </c:pt>
                <c:pt idx="5390">
                  <c:v>16-12-2021</c:v>
                </c:pt>
                <c:pt idx="5391">
                  <c:v>16-12-2021</c:v>
                </c:pt>
                <c:pt idx="5392">
                  <c:v>16-12-2021</c:v>
                </c:pt>
                <c:pt idx="5393">
                  <c:v>16-12-2021</c:v>
                </c:pt>
                <c:pt idx="5394">
                  <c:v>16-12-2021</c:v>
                </c:pt>
                <c:pt idx="5395">
                  <c:v>16-12-2021</c:v>
                </c:pt>
                <c:pt idx="5396">
                  <c:v>16-12-2021</c:v>
                </c:pt>
                <c:pt idx="5397">
                  <c:v>16-12-2021</c:v>
                </c:pt>
                <c:pt idx="5398">
                  <c:v>16-12-2021</c:v>
                </c:pt>
                <c:pt idx="5399">
                  <c:v>16-12-2021</c:v>
                </c:pt>
                <c:pt idx="5400">
                  <c:v>16-12-2021</c:v>
                </c:pt>
                <c:pt idx="5401">
                  <c:v>16-12-2021</c:v>
                </c:pt>
                <c:pt idx="5402">
                  <c:v>16-12-2021</c:v>
                </c:pt>
                <c:pt idx="5403">
                  <c:v>16-12-2021</c:v>
                </c:pt>
                <c:pt idx="5404">
                  <c:v>16-12-2021</c:v>
                </c:pt>
                <c:pt idx="5405">
                  <c:v>16-12-2021</c:v>
                </c:pt>
                <c:pt idx="5406">
                  <c:v>16-12-2021</c:v>
                </c:pt>
                <c:pt idx="5407">
                  <c:v>16-12-2021</c:v>
                </c:pt>
                <c:pt idx="5408">
                  <c:v>16-12-2021</c:v>
                </c:pt>
                <c:pt idx="5409">
                  <c:v>16-12-2021</c:v>
                </c:pt>
                <c:pt idx="5410">
                  <c:v>16-12-2021</c:v>
                </c:pt>
                <c:pt idx="5411">
                  <c:v>16-12-2021</c:v>
                </c:pt>
                <c:pt idx="5412">
                  <c:v>17-12-2021</c:v>
                </c:pt>
                <c:pt idx="5413">
                  <c:v>17-12-2021</c:v>
                </c:pt>
                <c:pt idx="5414">
                  <c:v>17-12-2021</c:v>
                </c:pt>
                <c:pt idx="5415">
                  <c:v>17-12-2021</c:v>
                </c:pt>
                <c:pt idx="5416">
                  <c:v>17-12-2021</c:v>
                </c:pt>
                <c:pt idx="5417">
                  <c:v>17-12-2021</c:v>
                </c:pt>
                <c:pt idx="5418">
                  <c:v>17-12-2021</c:v>
                </c:pt>
                <c:pt idx="5419">
                  <c:v>17-12-2021</c:v>
                </c:pt>
                <c:pt idx="5420">
                  <c:v>17-12-2021</c:v>
                </c:pt>
                <c:pt idx="5421">
                  <c:v>17-12-2021</c:v>
                </c:pt>
                <c:pt idx="5422">
                  <c:v>17-12-2021</c:v>
                </c:pt>
                <c:pt idx="5423">
                  <c:v>17-12-2021</c:v>
                </c:pt>
                <c:pt idx="5424">
                  <c:v>17-12-2021</c:v>
                </c:pt>
                <c:pt idx="5425">
                  <c:v>17-12-2021</c:v>
                </c:pt>
                <c:pt idx="5426">
                  <c:v>17-12-2021</c:v>
                </c:pt>
                <c:pt idx="5427">
                  <c:v>17-12-2021</c:v>
                </c:pt>
                <c:pt idx="5428">
                  <c:v>17-12-2021</c:v>
                </c:pt>
                <c:pt idx="5429">
                  <c:v>17-12-2021</c:v>
                </c:pt>
                <c:pt idx="5430">
                  <c:v>17-12-2021</c:v>
                </c:pt>
                <c:pt idx="5431">
                  <c:v>17-12-2021</c:v>
                </c:pt>
                <c:pt idx="5432">
                  <c:v>17-12-2021</c:v>
                </c:pt>
                <c:pt idx="5433">
                  <c:v>17-12-2021</c:v>
                </c:pt>
                <c:pt idx="5434">
                  <c:v>17-12-2021</c:v>
                </c:pt>
                <c:pt idx="5435">
                  <c:v>17-12-2021</c:v>
                </c:pt>
                <c:pt idx="5436">
                  <c:v>17-12-2021</c:v>
                </c:pt>
                <c:pt idx="5437">
                  <c:v>17-12-2021</c:v>
                </c:pt>
                <c:pt idx="5438">
                  <c:v>17-12-2021</c:v>
                </c:pt>
                <c:pt idx="5439">
                  <c:v>17-12-2021</c:v>
                </c:pt>
                <c:pt idx="5440">
                  <c:v>17-12-2021</c:v>
                </c:pt>
                <c:pt idx="5441">
                  <c:v>17-12-2021</c:v>
                </c:pt>
                <c:pt idx="5442">
                  <c:v>17-12-2021</c:v>
                </c:pt>
                <c:pt idx="5443">
                  <c:v>17-12-2021</c:v>
                </c:pt>
                <c:pt idx="5444">
                  <c:v>17-12-2021</c:v>
                </c:pt>
                <c:pt idx="5445">
                  <c:v>17-12-2021</c:v>
                </c:pt>
                <c:pt idx="5446">
                  <c:v>17-12-2021</c:v>
                </c:pt>
                <c:pt idx="5447">
                  <c:v>17-12-2021</c:v>
                </c:pt>
                <c:pt idx="5448">
                  <c:v>17-12-2021</c:v>
                </c:pt>
                <c:pt idx="5449">
                  <c:v>17-12-2021</c:v>
                </c:pt>
                <c:pt idx="5450">
                  <c:v>17-12-2021</c:v>
                </c:pt>
                <c:pt idx="5451">
                  <c:v>17-12-2021</c:v>
                </c:pt>
                <c:pt idx="5452">
                  <c:v>17-12-2021</c:v>
                </c:pt>
                <c:pt idx="5453">
                  <c:v>17-12-2021</c:v>
                </c:pt>
                <c:pt idx="5454">
                  <c:v>17-12-2021</c:v>
                </c:pt>
                <c:pt idx="5455">
                  <c:v>17-12-2021</c:v>
                </c:pt>
                <c:pt idx="5456">
                  <c:v>17-12-2021</c:v>
                </c:pt>
                <c:pt idx="5457">
                  <c:v>17-12-2021</c:v>
                </c:pt>
                <c:pt idx="5458">
                  <c:v>17-12-2021</c:v>
                </c:pt>
                <c:pt idx="5459">
                  <c:v>17-12-2021</c:v>
                </c:pt>
                <c:pt idx="5460">
                  <c:v>17-12-2021</c:v>
                </c:pt>
                <c:pt idx="5461">
                  <c:v>17-12-2021</c:v>
                </c:pt>
                <c:pt idx="5462">
                  <c:v>18-12-2021</c:v>
                </c:pt>
                <c:pt idx="5463">
                  <c:v>18-12-2021</c:v>
                </c:pt>
                <c:pt idx="5464">
                  <c:v>18-12-2021</c:v>
                </c:pt>
                <c:pt idx="5465">
                  <c:v>18-12-2021</c:v>
                </c:pt>
                <c:pt idx="5466">
                  <c:v>18-12-2021</c:v>
                </c:pt>
                <c:pt idx="5467">
                  <c:v>18-12-2021</c:v>
                </c:pt>
                <c:pt idx="5468">
                  <c:v>18-12-2021</c:v>
                </c:pt>
                <c:pt idx="5469">
                  <c:v>18-12-2021</c:v>
                </c:pt>
                <c:pt idx="5470">
                  <c:v>18-12-2021</c:v>
                </c:pt>
                <c:pt idx="5471">
                  <c:v>18-12-2021</c:v>
                </c:pt>
                <c:pt idx="5472">
                  <c:v>18-12-2021</c:v>
                </c:pt>
                <c:pt idx="5473">
                  <c:v>18-12-2021</c:v>
                </c:pt>
                <c:pt idx="5474">
                  <c:v>18-12-2021</c:v>
                </c:pt>
                <c:pt idx="5475">
                  <c:v>18-12-2021</c:v>
                </c:pt>
                <c:pt idx="5476">
                  <c:v>18-12-2021</c:v>
                </c:pt>
                <c:pt idx="5477">
                  <c:v>18-12-2021</c:v>
                </c:pt>
                <c:pt idx="5478">
                  <c:v>18-12-2021</c:v>
                </c:pt>
                <c:pt idx="5479">
                  <c:v>18-12-2021</c:v>
                </c:pt>
                <c:pt idx="5480">
                  <c:v>18-12-2021</c:v>
                </c:pt>
                <c:pt idx="5481">
                  <c:v>18-12-2021</c:v>
                </c:pt>
                <c:pt idx="5482">
                  <c:v>18-12-2021</c:v>
                </c:pt>
                <c:pt idx="5483">
                  <c:v>18-12-2021</c:v>
                </c:pt>
                <c:pt idx="5484">
                  <c:v>18-12-2021</c:v>
                </c:pt>
                <c:pt idx="5485">
                  <c:v>18-12-2021</c:v>
                </c:pt>
                <c:pt idx="5486">
                  <c:v>18-12-2021</c:v>
                </c:pt>
                <c:pt idx="5487">
                  <c:v>18-12-2021</c:v>
                </c:pt>
                <c:pt idx="5488">
                  <c:v>18-12-2021</c:v>
                </c:pt>
                <c:pt idx="5489">
                  <c:v>18-12-2021</c:v>
                </c:pt>
                <c:pt idx="5490">
                  <c:v>18-12-2021</c:v>
                </c:pt>
                <c:pt idx="5491">
                  <c:v>18-12-2021</c:v>
                </c:pt>
                <c:pt idx="5492">
                  <c:v>18-12-2021</c:v>
                </c:pt>
                <c:pt idx="5493">
                  <c:v>18-12-2021</c:v>
                </c:pt>
                <c:pt idx="5494">
                  <c:v>18-12-2021</c:v>
                </c:pt>
                <c:pt idx="5495">
                  <c:v>18-12-2021</c:v>
                </c:pt>
                <c:pt idx="5496">
                  <c:v>18-12-2021</c:v>
                </c:pt>
                <c:pt idx="5497">
                  <c:v>18-12-2021</c:v>
                </c:pt>
                <c:pt idx="5498">
                  <c:v>18-12-2021</c:v>
                </c:pt>
                <c:pt idx="5499">
                  <c:v>18-12-2021</c:v>
                </c:pt>
                <c:pt idx="5500">
                  <c:v>18-12-2021</c:v>
                </c:pt>
                <c:pt idx="5501">
                  <c:v>18-12-2021</c:v>
                </c:pt>
                <c:pt idx="5502">
                  <c:v>18-12-2021</c:v>
                </c:pt>
                <c:pt idx="5503">
                  <c:v>18-12-2021</c:v>
                </c:pt>
                <c:pt idx="5504">
                  <c:v>18-12-2021</c:v>
                </c:pt>
                <c:pt idx="5505">
                  <c:v>18-12-2021</c:v>
                </c:pt>
                <c:pt idx="5506">
                  <c:v>18-12-2021</c:v>
                </c:pt>
                <c:pt idx="5507">
                  <c:v>18-12-2021</c:v>
                </c:pt>
                <c:pt idx="5508">
                  <c:v>18-12-2021</c:v>
                </c:pt>
                <c:pt idx="5509">
                  <c:v>18-12-2021</c:v>
                </c:pt>
                <c:pt idx="5510">
                  <c:v>18-12-2021</c:v>
                </c:pt>
                <c:pt idx="5511">
                  <c:v>18-12-2021</c:v>
                </c:pt>
                <c:pt idx="5512">
                  <c:v>19-12-2021</c:v>
                </c:pt>
                <c:pt idx="5513">
                  <c:v>19-12-2021</c:v>
                </c:pt>
                <c:pt idx="5514">
                  <c:v>19-12-2021</c:v>
                </c:pt>
                <c:pt idx="5515">
                  <c:v>19-12-2021</c:v>
                </c:pt>
                <c:pt idx="5516">
                  <c:v>19-12-2021</c:v>
                </c:pt>
                <c:pt idx="5517">
                  <c:v>19-12-2021</c:v>
                </c:pt>
                <c:pt idx="5518">
                  <c:v>19-12-2021</c:v>
                </c:pt>
                <c:pt idx="5519">
                  <c:v>19-12-2021</c:v>
                </c:pt>
                <c:pt idx="5520">
                  <c:v>19-12-2021</c:v>
                </c:pt>
                <c:pt idx="5521">
                  <c:v>19-12-2021</c:v>
                </c:pt>
                <c:pt idx="5522">
                  <c:v>19-12-2021</c:v>
                </c:pt>
                <c:pt idx="5523">
                  <c:v>19-12-2021</c:v>
                </c:pt>
                <c:pt idx="5524">
                  <c:v>19-12-2021</c:v>
                </c:pt>
                <c:pt idx="5525">
                  <c:v>19-12-2021</c:v>
                </c:pt>
                <c:pt idx="5526">
                  <c:v>19-12-2021</c:v>
                </c:pt>
                <c:pt idx="5527">
                  <c:v>19-12-2021</c:v>
                </c:pt>
                <c:pt idx="5528">
                  <c:v>19-12-2021</c:v>
                </c:pt>
                <c:pt idx="5529">
                  <c:v>19-12-2021</c:v>
                </c:pt>
                <c:pt idx="5530">
                  <c:v>19-12-2021</c:v>
                </c:pt>
                <c:pt idx="5531">
                  <c:v>19-12-2021</c:v>
                </c:pt>
                <c:pt idx="5532">
                  <c:v>19-12-2021</c:v>
                </c:pt>
                <c:pt idx="5533">
                  <c:v>19-12-2021</c:v>
                </c:pt>
                <c:pt idx="5534">
                  <c:v>19-12-2021</c:v>
                </c:pt>
                <c:pt idx="5535">
                  <c:v>19-12-2021</c:v>
                </c:pt>
                <c:pt idx="5536">
                  <c:v>19-12-2021</c:v>
                </c:pt>
                <c:pt idx="5537">
                  <c:v>19-12-2021</c:v>
                </c:pt>
                <c:pt idx="5538">
                  <c:v>19-12-2021</c:v>
                </c:pt>
                <c:pt idx="5539">
                  <c:v>19-12-2021</c:v>
                </c:pt>
                <c:pt idx="5540">
                  <c:v>19-12-2021</c:v>
                </c:pt>
                <c:pt idx="5541">
                  <c:v>19-12-2021</c:v>
                </c:pt>
                <c:pt idx="5542">
                  <c:v>19-12-2021</c:v>
                </c:pt>
                <c:pt idx="5543">
                  <c:v>19-12-2021</c:v>
                </c:pt>
                <c:pt idx="5544">
                  <c:v>19-12-2021</c:v>
                </c:pt>
                <c:pt idx="5545">
                  <c:v>19-12-2021</c:v>
                </c:pt>
                <c:pt idx="5546">
                  <c:v>19-12-2021</c:v>
                </c:pt>
                <c:pt idx="5547">
                  <c:v>19-12-2021</c:v>
                </c:pt>
                <c:pt idx="5548">
                  <c:v>19-12-2021</c:v>
                </c:pt>
                <c:pt idx="5549">
                  <c:v>19-12-2021</c:v>
                </c:pt>
                <c:pt idx="5550">
                  <c:v>19-12-2021</c:v>
                </c:pt>
                <c:pt idx="5551">
                  <c:v>19-12-2021</c:v>
                </c:pt>
                <c:pt idx="5552">
                  <c:v>19-12-2021</c:v>
                </c:pt>
                <c:pt idx="5553">
                  <c:v>19-12-2021</c:v>
                </c:pt>
                <c:pt idx="5554">
                  <c:v>19-12-2021</c:v>
                </c:pt>
                <c:pt idx="5555">
                  <c:v>19-12-2021</c:v>
                </c:pt>
                <c:pt idx="5556">
                  <c:v>19-12-2021</c:v>
                </c:pt>
                <c:pt idx="5557">
                  <c:v>19-12-2021</c:v>
                </c:pt>
                <c:pt idx="5558">
                  <c:v>19-12-2021</c:v>
                </c:pt>
                <c:pt idx="5559">
                  <c:v>19-12-2021</c:v>
                </c:pt>
                <c:pt idx="5560">
                  <c:v>19-12-2021</c:v>
                </c:pt>
                <c:pt idx="5561">
                  <c:v>19-12-2021</c:v>
                </c:pt>
                <c:pt idx="5562">
                  <c:v>20-12-2021</c:v>
                </c:pt>
                <c:pt idx="5563">
                  <c:v>20-12-2021</c:v>
                </c:pt>
                <c:pt idx="5564">
                  <c:v>20-12-2021</c:v>
                </c:pt>
                <c:pt idx="5565">
                  <c:v>20-12-2021</c:v>
                </c:pt>
                <c:pt idx="5566">
                  <c:v>20-12-2021</c:v>
                </c:pt>
                <c:pt idx="5567">
                  <c:v>20-12-2021</c:v>
                </c:pt>
                <c:pt idx="5568">
                  <c:v>20-12-2021</c:v>
                </c:pt>
                <c:pt idx="5569">
                  <c:v>20-12-2021</c:v>
                </c:pt>
                <c:pt idx="5570">
                  <c:v>20-12-2021</c:v>
                </c:pt>
                <c:pt idx="5571">
                  <c:v>20-12-2021</c:v>
                </c:pt>
                <c:pt idx="5572">
                  <c:v>20-12-2021</c:v>
                </c:pt>
                <c:pt idx="5573">
                  <c:v>20-12-2021</c:v>
                </c:pt>
                <c:pt idx="5574">
                  <c:v>20-12-2021</c:v>
                </c:pt>
                <c:pt idx="5575">
                  <c:v>20-12-2021</c:v>
                </c:pt>
                <c:pt idx="5576">
                  <c:v>20-12-2021</c:v>
                </c:pt>
                <c:pt idx="5577">
                  <c:v>20-12-2021</c:v>
                </c:pt>
                <c:pt idx="5578">
                  <c:v>20-12-2021</c:v>
                </c:pt>
                <c:pt idx="5579">
                  <c:v>20-12-2021</c:v>
                </c:pt>
                <c:pt idx="5580">
                  <c:v>20-12-2021</c:v>
                </c:pt>
                <c:pt idx="5581">
                  <c:v>20-12-2021</c:v>
                </c:pt>
                <c:pt idx="5582">
                  <c:v>20-12-2021</c:v>
                </c:pt>
                <c:pt idx="5583">
                  <c:v>20-12-2021</c:v>
                </c:pt>
                <c:pt idx="5584">
                  <c:v>20-12-2021</c:v>
                </c:pt>
                <c:pt idx="5585">
                  <c:v>20-12-2021</c:v>
                </c:pt>
                <c:pt idx="5586">
                  <c:v>20-12-2021</c:v>
                </c:pt>
                <c:pt idx="5587">
                  <c:v>20-12-2021</c:v>
                </c:pt>
                <c:pt idx="5588">
                  <c:v>20-12-2021</c:v>
                </c:pt>
                <c:pt idx="5589">
                  <c:v>20-12-2021</c:v>
                </c:pt>
                <c:pt idx="5590">
                  <c:v>20-12-2021</c:v>
                </c:pt>
                <c:pt idx="5591">
                  <c:v>20-12-2021</c:v>
                </c:pt>
                <c:pt idx="5592">
                  <c:v>20-12-2021</c:v>
                </c:pt>
                <c:pt idx="5593">
                  <c:v>20-12-2021</c:v>
                </c:pt>
                <c:pt idx="5594">
                  <c:v>20-12-2021</c:v>
                </c:pt>
                <c:pt idx="5595">
                  <c:v>20-12-2021</c:v>
                </c:pt>
                <c:pt idx="5596">
                  <c:v>20-12-2021</c:v>
                </c:pt>
                <c:pt idx="5597">
                  <c:v>20-12-2021</c:v>
                </c:pt>
                <c:pt idx="5598">
                  <c:v>20-12-2021</c:v>
                </c:pt>
                <c:pt idx="5599">
                  <c:v>20-12-2021</c:v>
                </c:pt>
                <c:pt idx="5600">
                  <c:v>20-12-2021</c:v>
                </c:pt>
                <c:pt idx="5601">
                  <c:v>20-12-2021</c:v>
                </c:pt>
                <c:pt idx="5602">
                  <c:v>20-12-2021</c:v>
                </c:pt>
                <c:pt idx="5603">
                  <c:v>20-12-2021</c:v>
                </c:pt>
                <c:pt idx="5604">
                  <c:v>20-12-2021</c:v>
                </c:pt>
                <c:pt idx="5605">
                  <c:v>20-12-2021</c:v>
                </c:pt>
                <c:pt idx="5606">
                  <c:v>20-12-2021</c:v>
                </c:pt>
                <c:pt idx="5607">
                  <c:v>20-12-2021</c:v>
                </c:pt>
                <c:pt idx="5608">
                  <c:v>20-12-2021</c:v>
                </c:pt>
                <c:pt idx="5609">
                  <c:v>20-12-2021</c:v>
                </c:pt>
                <c:pt idx="5610">
                  <c:v>20-12-2021</c:v>
                </c:pt>
                <c:pt idx="5611">
                  <c:v>20-12-2021</c:v>
                </c:pt>
                <c:pt idx="5612">
                  <c:v>21-12-2021</c:v>
                </c:pt>
                <c:pt idx="5613">
                  <c:v>21-12-2021</c:v>
                </c:pt>
                <c:pt idx="5614">
                  <c:v>21-12-2021</c:v>
                </c:pt>
                <c:pt idx="5615">
                  <c:v>21-12-2021</c:v>
                </c:pt>
                <c:pt idx="5616">
                  <c:v>21-12-2021</c:v>
                </c:pt>
                <c:pt idx="5617">
                  <c:v>21-12-2021</c:v>
                </c:pt>
                <c:pt idx="5618">
                  <c:v>21-12-2021</c:v>
                </c:pt>
                <c:pt idx="5619">
                  <c:v>21-12-2021</c:v>
                </c:pt>
                <c:pt idx="5620">
                  <c:v>21-12-2021</c:v>
                </c:pt>
                <c:pt idx="5621">
                  <c:v>21-12-2021</c:v>
                </c:pt>
                <c:pt idx="5622">
                  <c:v>21-12-2021</c:v>
                </c:pt>
                <c:pt idx="5623">
                  <c:v>21-12-2021</c:v>
                </c:pt>
                <c:pt idx="5624">
                  <c:v>21-12-2021</c:v>
                </c:pt>
                <c:pt idx="5625">
                  <c:v>21-12-2021</c:v>
                </c:pt>
                <c:pt idx="5626">
                  <c:v>21-12-2021</c:v>
                </c:pt>
                <c:pt idx="5627">
                  <c:v>21-12-2021</c:v>
                </c:pt>
                <c:pt idx="5628">
                  <c:v>21-12-2021</c:v>
                </c:pt>
                <c:pt idx="5629">
                  <c:v>21-12-2021</c:v>
                </c:pt>
                <c:pt idx="5630">
                  <c:v>21-12-2021</c:v>
                </c:pt>
                <c:pt idx="5631">
                  <c:v>21-12-2021</c:v>
                </c:pt>
                <c:pt idx="5632">
                  <c:v>21-12-2021</c:v>
                </c:pt>
                <c:pt idx="5633">
                  <c:v>21-12-2021</c:v>
                </c:pt>
                <c:pt idx="5634">
                  <c:v>21-12-2021</c:v>
                </c:pt>
                <c:pt idx="5635">
                  <c:v>21-12-2021</c:v>
                </c:pt>
                <c:pt idx="5636">
                  <c:v>21-12-2021</c:v>
                </c:pt>
                <c:pt idx="5637">
                  <c:v>21-12-2021</c:v>
                </c:pt>
                <c:pt idx="5638">
                  <c:v>21-12-2021</c:v>
                </c:pt>
                <c:pt idx="5639">
                  <c:v>21-12-2021</c:v>
                </c:pt>
                <c:pt idx="5640">
                  <c:v>21-12-2021</c:v>
                </c:pt>
                <c:pt idx="5641">
                  <c:v>21-12-2021</c:v>
                </c:pt>
                <c:pt idx="5642">
                  <c:v>21-12-2021</c:v>
                </c:pt>
                <c:pt idx="5643">
                  <c:v>21-12-2021</c:v>
                </c:pt>
                <c:pt idx="5644">
                  <c:v>21-12-2021</c:v>
                </c:pt>
                <c:pt idx="5645">
                  <c:v>21-12-2021</c:v>
                </c:pt>
                <c:pt idx="5646">
                  <c:v>21-12-2021</c:v>
                </c:pt>
                <c:pt idx="5647">
                  <c:v>21-12-2021</c:v>
                </c:pt>
                <c:pt idx="5648">
                  <c:v>21-12-2021</c:v>
                </c:pt>
                <c:pt idx="5649">
                  <c:v>21-12-2021</c:v>
                </c:pt>
                <c:pt idx="5650">
                  <c:v>21-12-2021</c:v>
                </c:pt>
                <c:pt idx="5651">
                  <c:v>21-12-2021</c:v>
                </c:pt>
                <c:pt idx="5652">
                  <c:v>21-12-2021</c:v>
                </c:pt>
                <c:pt idx="5653">
                  <c:v>21-12-2021</c:v>
                </c:pt>
                <c:pt idx="5654">
                  <c:v>21-12-2021</c:v>
                </c:pt>
                <c:pt idx="5655">
                  <c:v>21-12-2021</c:v>
                </c:pt>
                <c:pt idx="5656">
                  <c:v>21-12-2021</c:v>
                </c:pt>
                <c:pt idx="5657">
                  <c:v>21-12-2021</c:v>
                </c:pt>
                <c:pt idx="5658">
                  <c:v>21-12-2021</c:v>
                </c:pt>
                <c:pt idx="5659">
                  <c:v>21-12-2021</c:v>
                </c:pt>
                <c:pt idx="5660">
                  <c:v>21-12-2021</c:v>
                </c:pt>
                <c:pt idx="5661">
                  <c:v>21-12-2021</c:v>
                </c:pt>
                <c:pt idx="5662">
                  <c:v>22-12-2021</c:v>
                </c:pt>
                <c:pt idx="5663">
                  <c:v>22-12-2021</c:v>
                </c:pt>
                <c:pt idx="5664">
                  <c:v>22-12-2021</c:v>
                </c:pt>
                <c:pt idx="5665">
                  <c:v>22-12-2021</c:v>
                </c:pt>
                <c:pt idx="5666">
                  <c:v>22-12-2021</c:v>
                </c:pt>
                <c:pt idx="5667">
                  <c:v>22-12-2021</c:v>
                </c:pt>
                <c:pt idx="5668">
                  <c:v>22-12-2021</c:v>
                </c:pt>
                <c:pt idx="5669">
                  <c:v>22-12-2021</c:v>
                </c:pt>
                <c:pt idx="5670">
                  <c:v>22-12-2021</c:v>
                </c:pt>
                <c:pt idx="5671">
                  <c:v>22-12-2021</c:v>
                </c:pt>
                <c:pt idx="5672">
                  <c:v>22-12-2021</c:v>
                </c:pt>
                <c:pt idx="5673">
                  <c:v>22-12-2021</c:v>
                </c:pt>
                <c:pt idx="5674">
                  <c:v>22-12-2021</c:v>
                </c:pt>
                <c:pt idx="5675">
                  <c:v>22-12-2021</c:v>
                </c:pt>
                <c:pt idx="5676">
                  <c:v>22-12-2021</c:v>
                </c:pt>
                <c:pt idx="5677">
                  <c:v>22-12-2021</c:v>
                </c:pt>
                <c:pt idx="5678">
                  <c:v>22-12-2021</c:v>
                </c:pt>
                <c:pt idx="5679">
                  <c:v>22-12-2021</c:v>
                </c:pt>
                <c:pt idx="5680">
                  <c:v>22-12-2021</c:v>
                </c:pt>
                <c:pt idx="5681">
                  <c:v>22-12-2021</c:v>
                </c:pt>
                <c:pt idx="5682">
                  <c:v>22-12-2021</c:v>
                </c:pt>
                <c:pt idx="5683">
                  <c:v>22-12-2021</c:v>
                </c:pt>
                <c:pt idx="5684">
                  <c:v>22-12-2021</c:v>
                </c:pt>
                <c:pt idx="5685">
                  <c:v>22-12-2021</c:v>
                </c:pt>
                <c:pt idx="5686">
                  <c:v>22-12-2021</c:v>
                </c:pt>
                <c:pt idx="5687">
                  <c:v>22-12-2021</c:v>
                </c:pt>
                <c:pt idx="5688">
                  <c:v>22-12-2021</c:v>
                </c:pt>
                <c:pt idx="5689">
                  <c:v>22-12-2021</c:v>
                </c:pt>
                <c:pt idx="5690">
                  <c:v>22-12-2021</c:v>
                </c:pt>
                <c:pt idx="5691">
                  <c:v>22-12-2021</c:v>
                </c:pt>
                <c:pt idx="5692">
                  <c:v>22-12-2021</c:v>
                </c:pt>
                <c:pt idx="5693">
                  <c:v>22-12-2021</c:v>
                </c:pt>
                <c:pt idx="5694">
                  <c:v>22-12-2021</c:v>
                </c:pt>
                <c:pt idx="5695">
                  <c:v>22-12-2021</c:v>
                </c:pt>
                <c:pt idx="5696">
                  <c:v>22-12-2021</c:v>
                </c:pt>
                <c:pt idx="5697">
                  <c:v>22-12-2021</c:v>
                </c:pt>
                <c:pt idx="5698">
                  <c:v>22-12-2021</c:v>
                </c:pt>
                <c:pt idx="5699">
                  <c:v>22-12-2021</c:v>
                </c:pt>
                <c:pt idx="5700">
                  <c:v>22-12-2021</c:v>
                </c:pt>
                <c:pt idx="5701">
                  <c:v>22-12-2021</c:v>
                </c:pt>
                <c:pt idx="5702">
                  <c:v>22-12-2021</c:v>
                </c:pt>
                <c:pt idx="5703">
                  <c:v>22-12-2021</c:v>
                </c:pt>
                <c:pt idx="5704">
                  <c:v>22-12-2021</c:v>
                </c:pt>
                <c:pt idx="5705">
                  <c:v>22-12-2021</c:v>
                </c:pt>
                <c:pt idx="5706">
                  <c:v>22-12-2021</c:v>
                </c:pt>
                <c:pt idx="5707">
                  <c:v>22-12-2021</c:v>
                </c:pt>
                <c:pt idx="5708">
                  <c:v>22-12-2021</c:v>
                </c:pt>
                <c:pt idx="5709">
                  <c:v>22-12-2021</c:v>
                </c:pt>
                <c:pt idx="5710">
                  <c:v>22-12-2021</c:v>
                </c:pt>
                <c:pt idx="5711">
                  <c:v>22-12-2021</c:v>
                </c:pt>
                <c:pt idx="5712">
                  <c:v>23-12-2021</c:v>
                </c:pt>
                <c:pt idx="5713">
                  <c:v>23-12-2021</c:v>
                </c:pt>
                <c:pt idx="5714">
                  <c:v>23-12-2021</c:v>
                </c:pt>
                <c:pt idx="5715">
                  <c:v>23-12-2021</c:v>
                </c:pt>
                <c:pt idx="5716">
                  <c:v>23-12-2021</c:v>
                </c:pt>
                <c:pt idx="5717">
                  <c:v>23-12-2021</c:v>
                </c:pt>
                <c:pt idx="5718">
                  <c:v>23-12-2021</c:v>
                </c:pt>
                <c:pt idx="5719">
                  <c:v>23-12-2021</c:v>
                </c:pt>
                <c:pt idx="5720">
                  <c:v>23-12-2021</c:v>
                </c:pt>
                <c:pt idx="5721">
                  <c:v>23-12-2021</c:v>
                </c:pt>
                <c:pt idx="5722">
                  <c:v>23-12-2021</c:v>
                </c:pt>
                <c:pt idx="5723">
                  <c:v>23-12-2021</c:v>
                </c:pt>
                <c:pt idx="5724">
                  <c:v>23-12-2021</c:v>
                </c:pt>
                <c:pt idx="5725">
                  <c:v>23-12-2021</c:v>
                </c:pt>
                <c:pt idx="5726">
                  <c:v>23-12-2021</c:v>
                </c:pt>
                <c:pt idx="5727">
                  <c:v>23-12-2021</c:v>
                </c:pt>
                <c:pt idx="5728">
                  <c:v>23-12-2021</c:v>
                </c:pt>
                <c:pt idx="5729">
                  <c:v>23-12-2021</c:v>
                </c:pt>
                <c:pt idx="5730">
                  <c:v>23-12-2021</c:v>
                </c:pt>
                <c:pt idx="5731">
                  <c:v>23-12-2021</c:v>
                </c:pt>
                <c:pt idx="5732">
                  <c:v>23-12-2021</c:v>
                </c:pt>
                <c:pt idx="5733">
                  <c:v>23-12-2021</c:v>
                </c:pt>
                <c:pt idx="5734">
                  <c:v>23-12-2021</c:v>
                </c:pt>
                <c:pt idx="5735">
                  <c:v>23-12-2021</c:v>
                </c:pt>
                <c:pt idx="5736">
                  <c:v>23-12-2021</c:v>
                </c:pt>
                <c:pt idx="5737">
                  <c:v>23-12-2021</c:v>
                </c:pt>
                <c:pt idx="5738">
                  <c:v>23-12-2021</c:v>
                </c:pt>
                <c:pt idx="5739">
                  <c:v>23-12-2021</c:v>
                </c:pt>
                <c:pt idx="5740">
                  <c:v>23-12-2021</c:v>
                </c:pt>
                <c:pt idx="5741">
                  <c:v>23-12-2021</c:v>
                </c:pt>
                <c:pt idx="5742">
                  <c:v>23-12-2021</c:v>
                </c:pt>
                <c:pt idx="5743">
                  <c:v>23-12-2021</c:v>
                </c:pt>
                <c:pt idx="5744">
                  <c:v>23-12-2021</c:v>
                </c:pt>
                <c:pt idx="5745">
                  <c:v>23-12-2021</c:v>
                </c:pt>
                <c:pt idx="5746">
                  <c:v>23-12-2021</c:v>
                </c:pt>
                <c:pt idx="5747">
                  <c:v>23-12-2021</c:v>
                </c:pt>
                <c:pt idx="5748">
                  <c:v>23-12-2021</c:v>
                </c:pt>
                <c:pt idx="5749">
                  <c:v>23-12-2021</c:v>
                </c:pt>
                <c:pt idx="5750">
                  <c:v>23-12-2021</c:v>
                </c:pt>
                <c:pt idx="5751">
                  <c:v>23-12-2021</c:v>
                </c:pt>
                <c:pt idx="5752">
                  <c:v>23-12-2021</c:v>
                </c:pt>
                <c:pt idx="5753">
                  <c:v>23-12-2021</c:v>
                </c:pt>
                <c:pt idx="5754">
                  <c:v>23-12-2021</c:v>
                </c:pt>
                <c:pt idx="5755">
                  <c:v>23-12-2021</c:v>
                </c:pt>
                <c:pt idx="5756">
                  <c:v>23-12-2021</c:v>
                </c:pt>
                <c:pt idx="5757">
                  <c:v>23-12-2021</c:v>
                </c:pt>
                <c:pt idx="5758">
                  <c:v>23-12-2021</c:v>
                </c:pt>
                <c:pt idx="5759">
                  <c:v>23-12-2021</c:v>
                </c:pt>
                <c:pt idx="5760">
                  <c:v>23-12-2021</c:v>
                </c:pt>
                <c:pt idx="5761">
                  <c:v>23-12-2021</c:v>
                </c:pt>
                <c:pt idx="5762">
                  <c:v>24-12-2021</c:v>
                </c:pt>
                <c:pt idx="5763">
                  <c:v>24-12-2021</c:v>
                </c:pt>
                <c:pt idx="5764">
                  <c:v>24-12-2021</c:v>
                </c:pt>
                <c:pt idx="5765">
                  <c:v>24-12-2021</c:v>
                </c:pt>
                <c:pt idx="5766">
                  <c:v>24-12-2021</c:v>
                </c:pt>
                <c:pt idx="5767">
                  <c:v>24-12-2021</c:v>
                </c:pt>
                <c:pt idx="5768">
                  <c:v>24-12-2021</c:v>
                </c:pt>
                <c:pt idx="5769">
                  <c:v>24-12-2021</c:v>
                </c:pt>
                <c:pt idx="5770">
                  <c:v>24-12-2021</c:v>
                </c:pt>
                <c:pt idx="5771">
                  <c:v>24-12-2021</c:v>
                </c:pt>
                <c:pt idx="5772">
                  <c:v>24-12-2021</c:v>
                </c:pt>
                <c:pt idx="5773">
                  <c:v>24-12-2021</c:v>
                </c:pt>
                <c:pt idx="5774">
                  <c:v>24-12-2021</c:v>
                </c:pt>
                <c:pt idx="5775">
                  <c:v>24-12-2021</c:v>
                </c:pt>
                <c:pt idx="5776">
                  <c:v>24-12-2021</c:v>
                </c:pt>
                <c:pt idx="5777">
                  <c:v>24-12-2021</c:v>
                </c:pt>
                <c:pt idx="5778">
                  <c:v>24-12-2021</c:v>
                </c:pt>
                <c:pt idx="5779">
                  <c:v>24-12-2021</c:v>
                </c:pt>
                <c:pt idx="5780">
                  <c:v>24-12-2021</c:v>
                </c:pt>
                <c:pt idx="5781">
                  <c:v>24-12-2021</c:v>
                </c:pt>
                <c:pt idx="5782">
                  <c:v>24-12-2021</c:v>
                </c:pt>
                <c:pt idx="5783">
                  <c:v>24-12-2021</c:v>
                </c:pt>
                <c:pt idx="5784">
                  <c:v>24-12-2021</c:v>
                </c:pt>
                <c:pt idx="5785">
                  <c:v>24-12-2021</c:v>
                </c:pt>
                <c:pt idx="5786">
                  <c:v>24-12-2021</c:v>
                </c:pt>
                <c:pt idx="5787">
                  <c:v>24-12-2021</c:v>
                </c:pt>
                <c:pt idx="5788">
                  <c:v>24-12-2021</c:v>
                </c:pt>
                <c:pt idx="5789">
                  <c:v>24-12-2021</c:v>
                </c:pt>
                <c:pt idx="5790">
                  <c:v>24-12-2021</c:v>
                </c:pt>
                <c:pt idx="5791">
                  <c:v>24-12-2021</c:v>
                </c:pt>
                <c:pt idx="5792">
                  <c:v>24-12-2021</c:v>
                </c:pt>
                <c:pt idx="5793">
                  <c:v>24-12-2021</c:v>
                </c:pt>
                <c:pt idx="5794">
                  <c:v>24-12-2021</c:v>
                </c:pt>
                <c:pt idx="5795">
                  <c:v>24-12-2021</c:v>
                </c:pt>
                <c:pt idx="5796">
                  <c:v>24-12-2021</c:v>
                </c:pt>
                <c:pt idx="5797">
                  <c:v>24-12-2021</c:v>
                </c:pt>
                <c:pt idx="5798">
                  <c:v>24-12-2021</c:v>
                </c:pt>
                <c:pt idx="5799">
                  <c:v>24-12-2021</c:v>
                </c:pt>
                <c:pt idx="5800">
                  <c:v>24-12-2021</c:v>
                </c:pt>
                <c:pt idx="5801">
                  <c:v>24-12-2021</c:v>
                </c:pt>
                <c:pt idx="5802">
                  <c:v>24-12-2021</c:v>
                </c:pt>
                <c:pt idx="5803">
                  <c:v>24-12-2021</c:v>
                </c:pt>
                <c:pt idx="5804">
                  <c:v>24-12-2021</c:v>
                </c:pt>
                <c:pt idx="5805">
                  <c:v>24-12-2021</c:v>
                </c:pt>
                <c:pt idx="5806">
                  <c:v>24-12-2021</c:v>
                </c:pt>
                <c:pt idx="5807">
                  <c:v>24-12-2021</c:v>
                </c:pt>
                <c:pt idx="5808">
                  <c:v>24-12-2021</c:v>
                </c:pt>
                <c:pt idx="5809">
                  <c:v>24-12-2021</c:v>
                </c:pt>
                <c:pt idx="5810">
                  <c:v>24-12-2021</c:v>
                </c:pt>
                <c:pt idx="5811">
                  <c:v>24-12-2021</c:v>
                </c:pt>
                <c:pt idx="5812">
                  <c:v>25-12-2021</c:v>
                </c:pt>
                <c:pt idx="5813">
                  <c:v>25-12-2021</c:v>
                </c:pt>
                <c:pt idx="5814">
                  <c:v>25-12-2021</c:v>
                </c:pt>
                <c:pt idx="5815">
                  <c:v>25-12-2021</c:v>
                </c:pt>
                <c:pt idx="5816">
                  <c:v>25-12-2021</c:v>
                </c:pt>
                <c:pt idx="5817">
                  <c:v>25-12-2021</c:v>
                </c:pt>
                <c:pt idx="5818">
                  <c:v>25-12-2021</c:v>
                </c:pt>
                <c:pt idx="5819">
                  <c:v>25-12-2021</c:v>
                </c:pt>
                <c:pt idx="5820">
                  <c:v>25-12-2021</c:v>
                </c:pt>
                <c:pt idx="5821">
                  <c:v>25-12-2021</c:v>
                </c:pt>
                <c:pt idx="5822">
                  <c:v>25-12-2021</c:v>
                </c:pt>
                <c:pt idx="5823">
                  <c:v>25-12-2021</c:v>
                </c:pt>
                <c:pt idx="5824">
                  <c:v>25-12-2021</c:v>
                </c:pt>
                <c:pt idx="5825">
                  <c:v>25-12-2021</c:v>
                </c:pt>
                <c:pt idx="5826">
                  <c:v>25-12-2021</c:v>
                </c:pt>
                <c:pt idx="5827">
                  <c:v>25-12-2021</c:v>
                </c:pt>
                <c:pt idx="5828">
                  <c:v>25-12-2021</c:v>
                </c:pt>
                <c:pt idx="5829">
                  <c:v>25-12-2021</c:v>
                </c:pt>
                <c:pt idx="5830">
                  <c:v>25-12-2021</c:v>
                </c:pt>
                <c:pt idx="5831">
                  <c:v>25-12-2021</c:v>
                </c:pt>
                <c:pt idx="5832">
                  <c:v>25-12-2021</c:v>
                </c:pt>
                <c:pt idx="5833">
                  <c:v>25-12-2021</c:v>
                </c:pt>
                <c:pt idx="5834">
                  <c:v>25-12-2021</c:v>
                </c:pt>
                <c:pt idx="5835">
                  <c:v>25-12-2021</c:v>
                </c:pt>
                <c:pt idx="5836">
                  <c:v>25-12-2021</c:v>
                </c:pt>
                <c:pt idx="5837">
                  <c:v>25-12-2021</c:v>
                </c:pt>
                <c:pt idx="5838">
                  <c:v>25-12-2021</c:v>
                </c:pt>
                <c:pt idx="5839">
                  <c:v>25-12-2021</c:v>
                </c:pt>
                <c:pt idx="5840">
                  <c:v>25-12-2021</c:v>
                </c:pt>
                <c:pt idx="5841">
                  <c:v>25-12-2021</c:v>
                </c:pt>
                <c:pt idx="5842">
                  <c:v>25-12-2021</c:v>
                </c:pt>
                <c:pt idx="5843">
                  <c:v>25-12-2021</c:v>
                </c:pt>
                <c:pt idx="5844">
                  <c:v>25-12-2021</c:v>
                </c:pt>
                <c:pt idx="5845">
                  <c:v>25-12-2021</c:v>
                </c:pt>
                <c:pt idx="5846">
                  <c:v>25-12-2021</c:v>
                </c:pt>
                <c:pt idx="5847">
                  <c:v>25-12-2021</c:v>
                </c:pt>
                <c:pt idx="5848">
                  <c:v>25-12-2021</c:v>
                </c:pt>
                <c:pt idx="5849">
                  <c:v>25-12-2021</c:v>
                </c:pt>
                <c:pt idx="5850">
                  <c:v>25-12-2021</c:v>
                </c:pt>
                <c:pt idx="5851">
                  <c:v>25-12-2021</c:v>
                </c:pt>
                <c:pt idx="5852">
                  <c:v>25-12-2021</c:v>
                </c:pt>
                <c:pt idx="5853">
                  <c:v>25-12-2021</c:v>
                </c:pt>
                <c:pt idx="5854">
                  <c:v>25-12-2021</c:v>
                </c:pt>
                <c:pt idx="5855">
                  <c:v>25-12-2021</c:v>
                </c:pt>
                <c:pt idx="5856">
                  <c:v>25-12-2021</c:v>
                </c:pt>
                <c:pt idx="5857">
                  <c:v>25-12-2021</c:v>
                </c:pt>
                <c:pt idx="5858">
                  <c:v>25-12-2021</c:v>
                </c:pt>
                <c:pt idx="5859">
                  <c:v>25-12-2021</c:v>
                </c:pt>
                <c:pt idx="5860">
                  <c:v>25-12-2021</c:v>
                </c:pt>
                <c:pt idx="5861">
                  <c:v>25-12-2021</c:v>
                </c:pt>
                <c:pt idx="5862">
                  <c:v>26-12-2021</c:v>
                </c:pt>
                <c:pt idx="5863">
                  <c:v>26-12-2021</c:v>
                </c:pt>
                <c:pt idx="5864">
                  <c:v>26-12-2021</c:v>
                </c:pt>
                <c:pt idx="5865">
                  <c:v>26-12-2021</c:v>
                </c:pt>
                <c:pt idx="5866">
                  <c:v>26-12-2021</c:v>
                </c:pt>
                <c:pt idx="5867">
                  <c:v>26-12-2021</c:v>
                </c:pt>
                <c:pt idx="5868">
                  <c:v>26-12-2021</c:v>
                </c:pt>
                <c:pt idx="5869">
                  <c:v>26-12-2021</c:v>
                </c:pt>
                <c:pt idx="5870">
                  <c:v>26-12-2021</c:v>
                </c:pt>
                <c:pt idx="5871">
                  <c:v>26-12-2021</c:v>
                </c:pt>
                <c:pt idx="5872">
                  <c:v>26-12-2021</c:v>
                </c:pt>
                <c:pt idx="5873">
                  <c:v>26-12-2021</c:v>
                </c:pt>
                <c:pt idx="5874">
                  <c:v>26-12-2021</c:v>
                </c:pt>
                <c:pt idx="5875">
                  <c:v>26-12-2021</c:v>
                </c:pt>
                <c:pt idx="5876">
                  <c:v>26-12-2021</c:v>
                </c:pt>
                <c:pt idx="5877">
                  <c:v>26-12-2021</c:v>
                </c:pt>
                <c:pt idx="5878">
                  <c:v>26-12-2021</c:v>
                </c:pt>
                <c:pt idx="5879">
                  <c:v>26-12-2021</c:v>
                </c:pt>
                <c:pt idx="5880">
                  <c:v>26-12-2021</c:v>
                </c:pt>
                <c:pt idx="5881">
                  <c:v>26-12-2021</c:v>
                </c:pt>
                <c:pt idx="5882">
                  <c:v>26-12-2021</c:v>
                </c:pt>
                <c:pt idx="5883">
                  <c:v>26-12-2021</c:v>
                </c:pt>
                <c:pt idx="5884">
                  <c:v>26-12-2021</c:v>
                </c:pt>
                <c:pt idx="5885">
                  <c:v>26-12-2021</c:v>
                </c:pt>
                <c:pt idx="5886">
                  <c:v>26-12-2021</c:v>
                </c:pt>
                <c:pt idx="5887">
                  <c:v>26-12-2021</c:v>
                </c:pt>
                <c:pt idx="5888">
                  <c:v>26-12-2021</c:v>
                </c:pt>
                <c:pt idx="5889">
                  <c:v>26-12-2021</c:v>
                </c:pt>
                <c:pt idx="5890">
                  <c:v>26-12-2021</c:v>
                </c:pt>
                <c:pt idx="5891">
                  <c:v>26-12-2021</c:v>
                </c:pt>
                <c:pt idx="5892">
                  <c:v>26-12-2021</c:v>
                </c:pt>
                <c:pt idx="5893">
                  <c:v>26-12-2021</c:v>
                </c:pt>
                <c:pt idx="5894">
                  <c:v>26-12-2021</c:v>
                </c:pt>
                <c:pt idx="5895">
                  <c:v>26-12-2021</c:v>
                </c:pt>
                <c:pt idx="5896">
                  <c:v>26-12-2021</c:v>
                </c:pt>
                <c:pt idx="5897">
                  <c:v>26-12-2021</c:v>
                </c:pt>
                <c:pt idx="5898">
                  <c:v>26-12-2021</c:v>
                </c:pt>
                <c:pt idx="5899">
                  <c:v>26-12-2021</c:v>
                </c:pt>
                <c:pt idx="5900">
                  <c:v>26-12-2021</c:v>
                </c:pt>
                <c:pt idx="5901">
                  <c:v>26-12-2021</c:v>
                </c:pt>
                <c:pt idx="5902">
                  <c:v>26-12-2021</c:v>
                </c:pt>
                <c:pt idx="5903">
                  <c:v>26-12-2021</c:v>
                </c:pt>
                <c:pt idx="5904">
                  <c:v>26-12-2021</c:v>
                </c:pt>
                <c:pt idx="5905">
                  <c:v>26-12-2021</c:v>
                </c:pt>
                <c:pt idx="5906">
                  <c:v>26-12-2021</c:v>
                </c:pt>
                <c:pt idx="5907">
                  <c:v>26-12-2021</c:v>
                </c:pt>
                <c:pt idx="5908">
                  <c:v>26-12-2021</c:v>
                </c:pt>
                <c:pt idx="5909">
                  <c:v>26-12-2021</c:v>
                </c:pt>
                <c:pt idx="5910">
                  <c:v>26-12-2021</c:v>
                </c:pt>
                <c:pt idx="5911">
                  <c:v>26-12-2021</c:v>
                </c:pt>
                <c:pt idx="5912">
                  <c:v>27-12-2021</c:v>
                </c:pt>
                <c:pt idx="5913">
                  <c:v>27-12-2021</c:v>
                </c:pt>
                <c:pt idx="5914">
                  <c:v>27-12-2021</c:v>
                </c:pt>
                <c:pt idx="5915">
                  <c:v>27-12-2021</c:v>
                </c:pt>
                <c:pt idx="5916">
                  <c:v>27-12-2021</c:v>
                </c:pt>
                <c:pt idx="5917">
                  <c:v>27-12-2021</c:v>
                </c:pt>
                <c:pt idx="5918">
                  <c:v>27-12-2021</c:v>
                </c:pt>
                <c:pt idx="5919">
                  <c:v>27-12-2021</c:v>
                </c:pt>
                <c:pt idx="5920">
                  <c:v>27-12-2021</c:v>
                </c:pt>
                <c:pt idx="5921">
                  <c:v>27-12-2021</c:v>
                </c:pt>
                <c:pt idx="5922">
                  <c:v>27-12-2021</c:v>
                </c:pt>
                <c:pt idx="5923">
                  <c:v>27-12-2021</c:v>
                </c:pt>
                <c:pt idx="5924">
                  <c:v>27-12-2021</c:v>
                </c:pt>
                <c:pt idx="5925">
                  <c:v>27-12-2021</c:v>
                </c:pt>
                <c:pt idx="5926">
                  <c:v>27-12-2021</c:v>
                </c:pt>
                <c:pt idx="5927">
                  <c:v>27-12-2021</c:v>
                </c:pt>
                <c:pt idx="5928">
                  <c:v>27-12-2021</c:v>
                </c:pt>
                <c:pt idx="5929">
                  <c:v>27-12-2021</c:v>
                </c:pt>
                <c:pt idx="5930">
                  <c:v>27-12-2021</c:v>
                </c:pt>
                <c:pt idx="5931">
                  <c:v>27-12-2021</c:v>
                </c:pt>
                <c:pt idx="5932">
                  <c:v>27-12-2021</c:v>
                </c:pt>
                <c:pt idx="5933">
                  <c:v>27-12-2021</c:v>
                </c:pt>
                <c:pt idx="5934">
                  <c:v>27-12-2021</c:v>
                </c:pt>
                <c:pt idx="5935">
                  <c:v>27-12-2021</c:v>
                </c:pt>
                <c:pt idx="5936">
                  <c:v>27-12-2021</c:v>
                </c:pt>
                <c:pt idx="5937">
                  <c:v>27-12-2021</c:v>
                </c:pt>
                <c:pt idx="5938">
                  <c:v>27-12-2021</c:v>
                </c:pt>
                <c:pt idx="5939">
                  <c:v>27-12-2021</c:v>
                </c:pt>
                <c:pt idx="5940">
                  <c:v>27-12-2021</c:v>
                </c:pt>
                <c:pt idx="5941">
                  <c:v>27-12-2021</c:v>
                </c:pt>
                <c:pt idx="5942">
                  <c:v>27-12-2021</c:v>
                </c:pt>
                <c:pt idx="5943">
                  <c:v>27-12-2021</c:v>
                </c:pt>
                <c:pt idx="5944">
                  <c:v>27-12-2021</c:v>
                </c:pt>
                <c:pt idx="5945">
                  <c:v>27-12-2021</c:v>
                </c:pt>
                <c:pt idx="5946">
                  <c:v>27-12-2021</c:v>
                </c:pt>
                <c:pt idx="5947">
                  <c:v>27-12-2021</c:v>
                </c:pt>
                <c:pt idx="5948">
                  <c:v>27-12-2021</c:v>
                </c:pt>
                <c:pt idx="5949">
                  <c:v>27-12-2021</c:v>
                </c:pt>
                <c:pt idx="5950">
                  <c:v>27-12-2021</c:v>
                </c:pt>
                <c:pt idx="5951">
                  <c:v>27-12-2021</c:v>
                </c:pt>
                <c:pt idx="5952">
                  <c:v>27-12-2021</c:v>
                </c:pt>
                <c:pt idx="5953">
                  <c:v>27-12-2021</c:v>
                </c:pt>
                <c:pt idx="5954">
                  <c:v>27-12-2021</c:v>
                </c:pt>
                <c:pt idx="5955">
                  <c:v>27-12-2021</c:v>
                </c:pt>
                <c:pt idx="5956">
                  <c:v>27-12-2021</c:v>
                </c:pt>
                <c:pt idx="5957">
                  <c:v>27-12-2021</c:v>
                </c:pt>
                <c:pt idx="5958">
                  <c:v>27-12-2021</c:v>
                </c:pt>
                <c:pt idx="5959">
                  <c:v>27-12-2021</c:v>
                </c:pt>
                <c:pt idx="5960">
                  <c:v>27-12-2021</c:v>
                </c:pt>
                <c:pt idx="5961">
                  <c:v>27-12-2021</c:v>
                </c:pt>
                <c:pt idx="5962">
                  <c:v>28-12-2021</c:v>
                </c:pt>
                <c:pt idx="5963">
                  <c:v>28-12-2021</c:v>
                </c:pt>
                <c:pt idx="5964">
                  <c:v>28-12-2021</c:v>
                </c:pt>
                <c:pt idx="5965">
                  <c:v>28-12-2021</c:v>
                </c:pt>
                <c:pt idx="5966">
                  <c:v>28-12-2021</c:v>
                </c:pt>
                <c:pt idx="5967">
                  <c:v>28-12-2021</c:v>
                </c:pt>
                <c:pt idx="5968">
                  <c:v>28-12-2021</c:v>
                </c:pt>
                <c:pt idx="5969">
                  <c:v>28-12-2021</c:v>
                </c:pt>
                <c:pt idx="5970">
                  <c:v>28-12-2021</c:v>
                </c:pt>
                <c:pt idx="5971">
                  <c:v>28-12-2021</c:v>
                </c:pt>
                <c:pt idx="5972">
                  <c:v>28-12-2021</c:v>
                </c:pt>
                <c:pt idx="5973">
                  <c:v>28-12-2021</c:v>
                </c:pt>
                <c:pt idx="5974">
                  <c:v>28-12-2021</c:v>
                </c:pt>
                <c:pt idx="5975">
                  <c:v>28-12-2021</c:v>
                </c:pt>
                <c:pt idx="5976">
                  <c:v>28-12-2021</c:v>
                </c:pt>
                <c:pt idx="5977">
                  <c:v>28-12-2021</c:v>
                </c:pt>
                <c:pt idx="5978">
                  <c:v>28-12-2021</c:v>
                </c:pt>
                <c:pt idx="5979">
                  <c:v>28-12-2021</c:v>
                </c:pt>
                <c:pt idx="5980">
                  <c:v>28-12-2021</c:v>
                </c:pt>
                <c:pt idx="5981">
                  <c:v>28-12-2021</c:v>
                </c:pt>
                <c:pt idx="5982">
                  <c:v>28-12-2021</c:v>
                </c:pt>
                <c:pt idx="5983">
                  <c:v>28-12-2021</c:v>
                </c:pt>
                <c:pt idx="5984">
                  <c:v>28-12-2021</c:v>
                </c:pt>
                <c:pt idx="5985">
                  <c:v>28-12-2021</c:v>
                </c:pt>
                <c:pt idx="5986">
                  <c:v>28-12-2021</c:v>
                </c:pt>
                <c:pt idx="5987">
                  <c:v>28-12-2021</c:v>
                </c:pt>
                <c:pt idx="5988">
                  <c:v>28-12-2021</c:v>
                </c:pt>
                <c:pt idx="5989">
                  <c:v>28-12-2021</c:v>
                </c:pt>
                <c:pt idx="5990">
                  <c:v>28-12-2021</c:v>
                </c:pt>
                <c:pt idx="5991">
                  <c:v>28-12-2021</c:v>
                </c:pt>
                <c:pt idx="5992">
                  <c:v>28-12-2021</c:v>
                </c:pt>
                <c:pt idx="5993">
                  <c:v>28-12-2021</c:v>
                </c:pt>
                <c:pt idx="5994">
                  <c:v>28-12-2021</c:v>
                </c:pt>
                <c:pt idx="5995">
                  <c:v>28-12-2021</c:v>
                </c:pt>
                <c:pt idx="5996">
                  <c:v>28-12-2021</c:v>
                </c:pt>
                <c:pt idx="5997">
                  <c:v>28-12-2021</c:v>
                </c:pt>
                <c:pt idx="5998">
                  <c:v>28-12-2021</c:v>
                </c:pt>
                <c:pt idx="5999">
                  <c:v>28-12-2021</c:v>
                </c:pt>
                <c:pt idx="6000">
                  <c:v>28-12-2021</c:v>
                </c:pt>
                <c:pt idx="6001">
                  <c:v>28-12-2021</c:v>
                </c:pt>
                <c:pt idx="6002">
                  <c:v>28-12-2021</c:v>
                </c:pt>
                <c:pt idx="6003">
                  <c:v>28-12-2021</c:v>
                </c:pt>
                <c:pt idx="6004">
                  <c:v>28-12-2021</c:v>
                </c:pt>
                <c:pt idx="6005">
                  <c:v>28-12-2021</c:v>
                </c:pt>
                <c:pt idx="6006">
                  <c:v>28-12-2021</c:v>
                </c:pt>
                <c:pt idx="6007">
                  <c:v>28-12-2021</c:v>
                </c:pt>
                <c:pt idx="6008">
                  <c:v>28-12-2021</c:v>
                </c:pt>
                <c:pt idx="6009">
                  <c:v>28-12-2021</c:v>
                </c:pt>
                <c:pt idx="6010">
                  <c:v>28-12-2021</c:v>
                </c:pt>
                <c:pt idx="6011">
                  <c:v>28-12-2021</c:v>
                </c:pt>
                <c:pt idx="6012">
                  <c:v>29-12-2021</c:v>
                </c:pt>
                <c:pt idx="6013">
                  <c:v>29-12-2021</c:v>
                </c:pt>
                <c:pt idx="6014">
                  <c:v>29-12-2021</c:v>
                </c:pt>
                <c:pt idx="6015">
                  <c:v>29-12-2021</c:v>
                </c:pt>
                <c:pt idx="6016">
                  <c:v>29-12-2021</c:v>
                </c:pt>
                <c:pt idx="6017">
                  <c:v>29-12-2021</c:v>
                </c:pt>
                <c:pt idx="6018">
                  <c:v>29-12-2021</c:v>
                </c:pt>
                <c:pt idx="6019">
                  <c:v>29-12-2021</c:v>
                </c:pt>
                <c:pt idx="6020">
                  <c:v>29-12-2021</c:v>
                </c:pt>
                <c:pt idx="6021">
                  <c:v>29-12-2021</c:v>
                </c:pt>
                <c:pt idx="6022">
                  <c:v>29-12-2021</c:v>
                </c:pt>
                <c:pt idx="6023">
                  <c:v>29-12-2021</c:v>
                </c:pt>
                <c:pt idx="6024">
                  <c:v>29-12-2021</c:v>
                </c:pt>
                <c:pt idx="6025">
                  <c:v>29-12-2021</c:v>
                </c:pt>
                <c:pt idx="6026">
                  <c:v>29-12-2021</c:v>
                </c:pt>
                <c:pt idx="6027">
                  <c:v>29-12-2021</c:v>
                </c:pt>
                <c:pt idx="6028">
                  <c:v>29-12-2021</c:v>
                </c:pt>
                <c:pt idx="6029">
                  <c:v>29-12-2021</c:v>
                </c:pt>
                <c:pt idx="6030">
                  <c:v>29-12-2021</c:v>
                </c:pt>
                <c:pt idx="6031">
                  <c:v>29-12-2021</c:v>
                </c:pt>
                <c:pt idx="6032">
                  <c:v>29-12-2021</c:v>
                </c:pt>
                <c:pt idx="6033">
                  <c:v>29-12-2021</c:v>
                </c:pt>
                <c:pt idx="6034">
                  <c:v>29-12-2021</c:v>
                </c:pt>
                <c:pt idx="6035">
                  <c:v>29-12-2021</c:v>
                </c:pt>
                <c:pt idx="6036">
                  <c:v>29-12-2021</c:v>
                </c:pt>
                <c:pt idx="6037">
                  <c:v>29-12-2021</c:v>
                </c:pt>
                <c:pt idx="6038">
                  <c:v>29-12-2021</c:v>
                </c:pt>
                <c:pt idx="6039">
                  <c:v>29-12-2021</c:v>
                </c:pt>
                <c:pt idx="6040">
                  <c:v>29-12-2021</c:v>
                </c:pt>
                <c:pt idx="6041">
                  <c:v>29-12-2021</c:v>
                </c:pt>
                <c:pt idx="6042">
                  <c:v>29-12-2021</c:v>
                </c:pt>
                <c:pt idx="6043">
                  <c:v>29-12-2021</c:v>
                </c:pt>
                <c:pt idx="6044">
                  <c:v>29-12-2021</c:v>
                </c:pt>
                <c:pt idx="6045">
                  <c:v>29-12-2021</c:v>
                </c:pt>
                <c:pt idx="6046">
                  <c:v>29-12-2021</c:v>
                </c:pt>
                <c:pt idx="6047">
                  <c:v>29-12-2021</c:v>
                </c:pt>
                <c:pt idx="6048">
                  <c:v>29-12-2021</c:v>
                </c:pt>
                <c:pt idx="6049">
                  <c:v>29-12-2021</c:v>
                </c:pt>
                <c:pt idx="6050">
                  <c:v>29-12-2021</c:v>
                </c:pt>
                <c:pt idx="6051">
                  <c:v>29-12-2021</c:v>
                </c:pt>
                <c:pt idx="6052">
                  <c:v>29-12-2021</c:v>
                </c:pt>
                <c:pt idx="6053">
                  <c:v>29-12-2021</c:v>
                </c:pt>
                <c:pt idx="6054">
                  <c:v>29-12-2021</c:v>
                </c:pt>
                <c:pt idx="6055">
                  <c:v>29-12-2021</c:v>
                </c:pt>
                <c:pt idx="6056">
                  <c:v>29-12-2021</c:v>
                </c:pt>
                <c:pt idx="6057">
                  <c:v>29-12-2021</c:v>
                </c:pt>
                <c:pt idx="6058">
                  <c:v>30-12-2021</c:v>
                </c:pt>
                <c:pt idx="6059">
                  <c:v>30-12-2021</c:v>
                </c:pt>
                <c:pt idx="6060">
                  <c:v>30-12-2021</c:v>
                </c:pt>
                <c:pt idx="6061">
                  <c:v>30-12-2021</c:v>
                </c:pt>
                <c:pt idx="6062">
                  <c:v>30-12-2021</c:v>
                </c:pt>
                <c:pt idx="6063">
                  <c:v>30-12-2021</c:v>
                </c:pt>
                <c:pt idx="6064">
                  <c:v>30-12-2021</c:v>
                </c:pt>
                <c:pt idx="6065">
                  <c:v>30-12-2021</c:v>
                </c:pt>
                <c:pt idx="6066">
                  <c:v>30-12-2021</c:v>
                </c:pt>
                <c:pt idx="6067">
                  <c:v>30-12-2021</c:v>
                </c:pt>
                <c:pt idx="6068">
                  <c:v>30-12-2021</c:v>
                </c:pt>
                <c:pt idx="6069">
                  <c:v>30-12-2021</c:v>
                </c:pt>
                <c:pt idx="6070">
                  <c:v>30-12-2021</c:v>
                </c:pt>
                <c:pt idx="6071">
                  <c:v>30-12-2021</c:v>
                </c:pt>
                <c:pt idx="6072">
                  <c:v>30-12-2021</c:v>
                </c:pt>
                <c:pt idx="6073">
                  <c:v>30-12-2021</c:v>
                </c:pt>
                <c:pt idx="6074">
                  <c:v>30-12-2021</c:v>
                </c:pt>
                <c:pt idx="6075">
                  <c:v>30-12-2021</c:v>
                </c:pt>
                <c:pt idx="6076">
                  <c:v>30-12-2021</c:v>
                </c:pt>
                <c:pt idx="6077">
                  <c:v>30-12-2021</c:v>
                </c:pt>
                <c:pt idx="6078">
                  <c:v>30-12-2021</c:v>
                </c:pt>
                <c:pt idx="6079">
                  <c:v>30-12-2021</c:v>
                </c:pt>
                <c:pt idx="6080">
                  <c:v>30-12-2021</c:v>
                </c:pt>
                <c:pt idx="6081">
                  <c:v>30-12-2021</c:v>
                </c:pt>
                <c:pt idx="6082">
                  <c:v>30-12-2021</c:v>
                </c:pt>
                <c:pt idx="6083">
                  <c:v>30-12-2021</c:v>
                </c:pt>
                <c:pt idx="6084">
                  <c:v>30-12-2021</c:v>
                </c:pt>
                <c:pt idx="6085">
                  <c:v>30-12-2021</c:v>
                </c:pt>
                <c:pt idx="6086">
                  <c:v>30-12-2021</c:v>
                </c:pt>
                <c:pt idx="6087">
                  <c:v>30-12-2021</c:v>
                </c:pt>
                <c:pt idx="6088">
                  <c:v>30-12-2021</c:v>
                </c:pt>
                <c:pt idx="6089">
                  <c:v>30-12-2021</c:v>
                </c:pt>
                <c:pt idx="6090">
                  <c:v>30-12-2021</c:v>
                </c:pt>
                <c:pt idx="6091">
                  <c:v>30-12-2021</c:v>
                </c:pt>
                <c:pt idx="6092">
                  <c:v>30-12-2021</c:v>
                </c:pt>
                <c:pt idx="6093">
                  <c:v>30-12-2021</c:v>
                </c:pt>
                <c:pt idx="6094">
                  <c:v>30-12-2021</c:v>
                </c:pt>
                <c:pt idx="6095">
                  <c:v>30-12-2021</c:v>
                </c:pt>
                <c:pt idx="6096">
                  <c:v>30-12-2021</c:v>
                </c:pt>
                <c:pt idx="6097">
                  <c:v>30-12-2021</c:v>
                </c:pt>
                <c:pt idx="6098">
                  <c:v>30-12-2021</c:v>
                </c:pt>
                <c:pt idx="6099">
                  <c:v>30-12-2021</c:v>
                </c:pt>
                <c:pt idx="6100">
                  <c:v>30-12-2021</c:v>
                </c:pt>
                <c:pt idx="6101">
                  <c:v>30-12-2021</c:v>
                </c:pt>
                <c:pt idx="6102">
                  <c:v>31-12-2021</c:v>
                </c:pt>
                <c:pt idx="6103">
                  <c:v>31-12-2021</c:v>
                </c:pt>
                <c:pt idx="6104">
                  <c:v>31-12-2021</c:v>
                </c:pt>
                <c:pt idx="6105">
                  <c:v>31-12-2021</c:v>
                </c:pt>
                <c:pt idx="6106">
                  <c:v>31-12-2021</c:v>
                </c:pt>
                <c:pt idx="6107">
                  <c:v>31-12-2021</c:v>
                </c:pt>
                <c:pt idx="6108">
                  <c:v>31-12-2021</c:v>
                </c:pt>
                <c:pt idx="6109">
                  <c:v>31-12-2021</c:v>
                </c:pt>
                <c:pt idx="6110">
                  <c:v>31-12-2021</c:v>
                </c:pt>
                <c:pt idx="6111">
                  <c:v>31-12-2021</c:v>
                </c:pt>
                <c:pt idx="6112">
                  <c:v>31-12-2021</c:v>
                </c:pt>
                <c:pt idx="6113">
                  <c:v>31-12-2021</c:v>
                </c:pt>
                <c:pt idx="6114">
                  <c:v>31-12-2021</c:v>
                </c:pt>
                <c:pt idx="6115">
                  <c:v>31-12-2021</c:v>
                </c:pt>
                <c:pt idx="6116">
                  <c:v>31-12-2021</c:v>
                </c:pt>
                <c:pt idx="6117">
                  <c:v>31-12-2021</c:v>
                </c:pt>
                <c:pt idx="6118">
                  <c:v>31-12-2021</c:v>
                </c:pt>
                <c:pt idx="6119">
                  <c:v>31-12-2021</c:v>
                </c:pt>
                <c:pt idx="6120">
                  <c:v>31-12-2021</c:v>
                </c:pt>
                <c:pt idx="6121">
                  <c:v>31-12-2021</c:v>
                </c:pt>
                <c:pt idx="6122">
                  <c:v>31-12-2021</c:v>
                </c:pt>
                <c:pt idx="6123">
                  <c:v>31-12-2021</c:v>
                </c:pt>
                <c:pt idx="6124">
                  <c:v>31-12-2021</c:v>
                </c:pt>
                <c:pt idx="6125">
                  <c:v>31-12-2021</c:v>
                </c:pt>
                <c:pt idx="6126">
                  <c:v>31-12-2021</c:v>
                </c:pt>
                <c:pt idx="6127">
                  <c:v>31-12-2021</c:v>
                </c:pt>
                <c:pt idx="6128">
                  <c:v>31-12-2021</c:v>
                </c:pt>
                <c:pt idx="6129">
                  <c:v>31-12-2021</c:v>
                </c:pt>
                <c:pt idx="6130">
                  <c:v>31-12-2021</c:v>
                </c:pt>
                <c:pt idx="6131">
                  <c:v>31-12-2021</c:v>
                </c:pt>
                <c:pt idx="6132">
                  <c:v>31-12-2021</c:v>
                </c:pt>
                <c:pt idx="6133">
                  <c:v>31-12-2021</c:v>
                </c:pt>
                <c:pt idx="6134">
                  <c:v>31-12-2021</c:v>
                </c:pt>
                <c:pt idx="6135">
                  <c:v>31-12-2021</c:v>
                </c:pt>
                <c:pt idx="6136">
                  <c:v>31-12-2021</c:v>
                </c:pt>
                <c:pt idx="6137">
                  <c:v>31-12-2021</c:v>
                </c:pt>
                <c:pt idx="6138">
                  <c:v>31-12-2021</c:v>
                </c:pt>
                <c:pt idx="6139">
                  <c:v>31-12-2021</c:v>
                </c:pt>
                <c:pt idx="6140">
                  <c:v>31-12-2021</c:v>
                </c:pt>
                <c:pt idx="6141">
                  <c:v>31-12-2021</c:v>
                </c:pt>
                <c:pt idx="6142">
                  <c:v>31-12-2021</c:v>
                </c:pt>
                <c:pt idx="6143">
                  <c:v>31-12-2021</c:v>
                </c:pt>
                <c:pt idx="6144">
                  <c:v>31-12-2021</c:v>
                </c:pt>
                <c:pt idx="6145">
                  <c:v>31-12-2021</c:v>
                </c:pt>
                <c:pt idx="6146">
                  <c:v>01-01-2022</c:v>
                </c:pt>
                <c:pt idx="6147">
                  <c:v>01-01-2022</c:v>
                </c:pt>
                <c:pt idx="6148">
                  <c:v>01-01-2022</c:v>
                </c:pt>
                <c:pt idx="6149">
                  <c:v>01-01-2022</c:v>
                </c:pt>
                <c:pt idx="6150">
                  <c:v>01-01-2022</c:v>
                </c:pt>
                <c:pt idx="6151">
                  <c:v>01-01-2022</c:v>
                </c:pt>
                <c:pt idx="6152">
                  <c:v>01-01-2022</c:v>
                </c:pt>
                <c:pt idx="6153">
                  <c:v>01-01-2022</c:v>
                </c:pt>
                <c:pt idx="6154">
                  <c:v>01-01-2022</c:v>
                </c:pt>
                <c:pt idx="6155">
                  <c:v>01-01-2022</c:v>
                </c:pt>
                <c:pt idx="6156">
                  <c:v>01-01-2022</c:v>
                </c:pt>
                <c:pt idx="6157">
                  <c:v>01-01-2022</c:v>
                </c:pt>
                <c:pt idx="6158">
                  <c:v>01-01-2022</c:v>
                </c:pt>
                <c:pt idx="6159">
                  <c:v>01-01-2022</c:v>
                </c:pt>
                <c:pt idx="6160">
                  <c:v>01-01-2022</c:v>
                </c:pt>
                <c:pt idx="6161">
                  <c:v>01-01-2022</c:v>
                </c:pt>
                <c:pt idx="6162">
                  <c:v>01-01-2022</c:v>
                </c:pt>
                <c:pt idx="6163">
                  <c:v>01-01-2022</c:v>
                </c:pt>
                <c:pt idx="6164">
                  <c:v>01-01-2022</c:v>
                </c:pt>
                <c:pt idx="6165">
                  <c:v>01-01-2022</c:v>
                </c:pt>
                <c:pt idx="6166">
                  <c:v>01-01-2022</c:v>
                </c:pt>
                <c:pt idx="6167">
                  <c:v>01-01-2022</c:v>
                </c:pt>
                <c:pt idx="6168">
                  <c:v>01-01-2022</c:v>
                </c:pt>
                <c:pt idx="6169">
                  <c:v>01-01-2022</c:v>
                </c:pt>
                <c:pt idx="6170">
                  <c:v>01-01-2022</c:v>
                </c:pt>
                <c:pt idx="6171">
                  <c:v>01-01-2022</c:v>
                </c:pt>
                <c:pt idx="6172">
                  <c:v>01-01-2022</c:v>
                </c:pt>
                <c:pt idx="6173">
                  <c:v>01-01-2022</c:v>
                </c:pt>
                <c:pt idx="6174">
                  <c:v>01-01-2022</c:v>
                </c:pt>
                <c:pt idx="6175">
                  <c:v>01-01-2022</c:v>
                </c:pt>
                <c:pt idx="6176">
                  <c:v>01-01-2022</c:v>
                </c:pt>
                <c:pt idx="6177">
                  <c:v>01-01-2022</c:v>
                </c:pt>
                <c:pt idx="6178">
                  <c:v>01-01-2022</c:v>
                </c:pt>
                <c:pt idx="6179">
                  <c:v>01-01-2022</c:v>
                </c:pt>
                <c:pt idx="6180">
                  <c:v>01-01-2022</c:v>
                </c:pt>
                <c:pt idx="6181">
                  <c:v>01-01-2022</c:v>
                </c:pt>
                <c:pt idx="6182">
                  <c:v>01-01-2022</c:v>
                </c:pt>
                <c:pt idx="6183">
                  <c:v>01-01-2022</c:v>
                </c:pt>
                <c:pt idx="6184">
                  <c:v>01-01-2022</c:v>
                </c:pt>
                <c:pt idx="6185">
                  <c:v>01-01-2022</c:v>
                </c:pt>
                <c:pt idx="6186">
                  <c:v>01-01-2022</c:v>
                </c:pt>
                <c:pt idx="6187">
                  <c:v>01-01-2022</c:v>
                </c:pt>
                <c:pt idx="6188">
                  <c:v>01-01-2022</c:v>
                </c:pt>
                <c:pt idx="6189">
                  <c:v>01-01-2022</c:v>
                </c:pt>
                <c:pt idx="6190">
                  <c:v>01-01-2022</c:v>
                </c:pt>
                <c:pt idx="6191">
                  <c:v>01-01-2022</c:v>
                </c:pt>
                <c:pt idx="6192">
                  <c:v>02-01-2022</c:v>
                </c:pt>
                <c:pt idx="6193">
                  <c:v>02-01-2022</c:v>
                </c:pt>
                <c:pt idx="6194">
                  <c:v>02-01-2022</c:v>
                </c:pt>
                <c:pt idx="6195">
                  <c:v>02-01-2022</c:v>
                </c:pt>
                <c:pt idx="6196">
                  <c:v>02-01-2022</c:v>
                </c:pt>
                <c:pt idx="6197">
                  <c:v>02-01-2022</c:v>
                </c:pt>
                <c:pt idx="6198">
                  <c:v>02-01-2022</c:v>
                </c:pt>
                <c:pt idx="6199">
                  <c:v>02-01-2022</c:v>
                </c:pt>
                <c:pt idx="6200">
                  <c:v>02-01-2022</c:v>
                </c:pt>
                <c:pt idx="6201">
                  <c:v>02-01-2022</c:v>
                </c:pt>
                <c:pt idx="6202">
                  <c:v>02-01-2022</c:v>
                </c:pt>
                <c:pt idx="6203">
                  <c:v>02-01-2022</c:v>
                </c:pt>
                <c:pt idx="6204">
                  <c:v>02-01-2022</c:v>
                </c:pt>
                <c:pt idx="6205">
                  <c:v>02-01-2022</c:v>
                </c:pt>
                <c:pt idx="6206">
                  <c:v>02-01-2022</c:v>
                </c:pt>
                <c:pt idx="6207">
                  <c:v>02-01-2022</c:v>
                </c:pt>
                <c:pt idx="6208">
                  <c:v>02-01-2022</c:v>
                </c:pt>
                <c:pt idx="6209">
                  <c:v>02-01-2022</c:v>
                </c:pt>
                <c:pt idx="6210">
                  <c:v>02-01-2022</c:v>
                </c:pt>
                <c:pt idx="6211">
                  <c:v>02-01-2022</c:v>
                </c:pt>
                <c:pt idx="6212">
                  <c:v>02-01-2022</c:v>
                </c:pt>
                <c:pt idx="6213">
                  <c:v>02-01-2022</c:v>
                </c:pt>
                <c:pt idx="6214">
                  <c:v>02-01-2022</c:v>
                </c:pt>
                <c:pt idx="6215">
                  <c:v>02-01-2022</c:v>
                </c:pt>
                <c:pt idx="6216">
                  <c:v>02-01-2022</c:v>
                </c:pt>
                <c:pt idx="6217">
                  <c:v>02-01-2022</c:v>
                </c:pt>
                <c:pt idx="6218">
                  <c:v>02-01-2022</c:v>
                </c:pt>
                <c:pt idx="6219">
                  <c:v>02-01-2022</c:v>
                </c:pt>
                <c:pt idx="6220">
                  <c:v>02-01-2022</c:v>
                </c:pt>
                <c:pt idx="6221">
                  <c:v>02-01-2022</c:v>
                </c:pt>
                <c:pt idx="6222">
                  <c:v>02-01-2022</c:v>
                </c:pt>
                <c:pt idx="6223">
                  <c:v>02-01-2022</c:v>
                </c:pt>
                <c:pt idx="6224">
                  <c:v>02-01-2022</c:v>
                </c:pt>
                <c:pt idx="6225">
                  <c:v>02-01-2022</c:v>
                </c:pt>
                <c:pt idx="6226">
                  <c:v>02-01-2022</c:v>
                </c:pt>
                <c:pt idx="6227">
                  <c:v>02-01-2022</c:v>
                </c:pt>
                <c:pt idx="6228">
                  <c:v>02-01-2022</c:v>
                </c:pt>
                <c:pt idx="6229">
                  <c:v>02-01-2022</c:v>
                </c:pt>
                <c:pt idx="6230">
                  <c:v>02-01-2022</c:v>
                </c:pt>
                <c:pt idx="6231">
                  <c:v>02-01-2022</c:v>
                </c:pt>
                <c:pt idx="6232">
                  <c:v>02-01-2022</c:v>
                </c:pt>
                <c:pt idx="6233">
                  <c:v>02-01-2022</c:v>
                </c:pt>
                <c:pt idx="6234">
                  <c:v>02-01-2022</c:v>
                </c:pt>
                <c:pt idx="6235">
                  <c:v>02-01-2022</c:v>
                </c:pt>
                <c:pt idx="6236">
                  <c:v>02-01-2022</c:v>
                </c:pt>
                <c:pt idx="6237">
                  <c:v>02-01-2022</c:v>
                </c:pt>
                <c:pt idx="6238">
                  <c:v>02-01-2022</c:v>
                </c:pt>
                <c:pt idx="6239">
                  <c:v>03-01-2022</c:v>
                </c:pt>
                <c:pt idx="6240">
                  <c:v>03-01-2022</c:v>
                </c:pt>
                <c:pt idx="6241">
                  <c:v>03-01-2022</c:v>
                </c:pt>
                <c:pt idx="6242">
                  <c:v>03-01-2022</c:v>
                </c:pt>
                <c:pt idx="6243">
                  <c:v>03-01-2022</c:v>
                </c:pt>
                <c:pt idx="6244">
                  <c:v>03-01-2022</c:v>
                </c:pt>
                <c:pt idx="6245">
                  <c:v>03-01-2022</c:v>
                </c:pt>
                <c:pt idx="6246">
                  <c:v>03-01-2022</c:v>
                </c:pt>
                <c:pt idx="6247">
                  <c:v>03-01-2022</c:v>
                </c:pt>
                <c:pt idx="6248">
                  <c:v>03-01-2022</c:v>
                </c:pt>
                <c:pt idx="6249">
                  <c:v>03-01-2022</c:v>
                </c:pt>
                <c:pt idx="6250">
                  <c:v>03-01-2022</c:v>
                </c:pt>
                <c:pt idx="6251">
                  <c:v>03-01-2022</c:v>
                </c:pt>
                <c:pt idx="6252">
                  <c:v>03-01-2022</c:v>
                </c:pt>
                <c:pt idx="6253">
                  <c:v>03-01-2022</c:v>
                </c:pt>
                <c:pt idx="6254">
                  <c:v>03-01-2022</c:v>
                </c:pt>
                <c:pt idx="6255">
                  <c:v>03-01-2022</c:v>
                </c:pt>
                <c:pt idx="6256">
                  <c:v>03-01-2022</c:v>
                </c:pt>
                <c:pt idx="6257">
                  <c:v>03-01-2022</c:v>
                </c:pt>
                <c:pt idx="6258">
                  <c:v>03-01-2022</c:v>
                </c:pt>
                <c:pt idx="6259">
                  <c:v>03-01-2022</c:v>
                </c:pt>
                <c:pt idx="6260">
                  <c:v>03-01-2022</c:v>
                </c:pt>
                <c:pt idx="6261">
                  <c:v>03-01-2022</c:v>
                </c:pt>
                <c:pt idx="6262">
                  <c:v>03-01-2022</c:v>
                </c:pt>
                <c:pt idx="6263">
                  <c:v>03-01-2022</c:v>
                </c:pt>
                <c:pt idx="6264">
                  <c:v>03-01-2022</c:v>
                </c:pt>
                <c:pt idx="6265">
                  <c:v>03-01-2022</c:v>
                </c:pt>
                <c:pt idx="6266">
                  <c:v>03-01-2022</c:v>
                </c:pt>
                <c:pt idx="6267">
                  <c:v>03-01-2022</c:v>
                </c:pt>
                <c:pt idx="6268">
                  <c:v>03-01-2022</c:v>
                </c:pt>
                <c:pt idx="6269">
                  <c:v>03-01-2022</c:v>
                </c:pt>
                <c:pt idx="6270">
                  <c:v>03-01-2022</c:v>
                </c:pt>
                <c:pt idx="6271">
                  <c:v>03-01-2022</c:v>
                </c:pt>
                <c:pt idx="6272">
                  <c:v>03-01-2022</c:v>
                </c:pt>
                <c:pt idx="6273">
                  <c:v>03-01-2022</c:v>
                </c:pt>
                <c:pt idx="6274">
                  <c:v>03-01-2022</c:v>
                </c:pt>
                <c:pt idx="6275">
                  <c:v>03-01-2022</c:v>
                </c:pt>
                <c:pt idx="6276">
                  <c:v>03-01-2022</c:v>
                </c:pt>
                <c:pt idx="6277">
                  <c:v>03-01-2022</c:v>
                </c:pt>
                <c:pt idx="6278">
                  <c:v>03-01-2022</c:v>
                </c:pt>
                <c:pt idx="6279">
                  <c:v>03-01-2022</c:v>
                </c:pt>
                <c:pt idx="6280">
                  <c:v>03-01-2022</c:v>
                </c:pt>
                <c:pt idx="6281">
                  <c:v>03-01-2022</c:v>
                </c:pt>
                <c:pt idx="6282">
                  <c:v>03-01-2022</c:v>
                </c:pt>
                <c:pt idx="6283">
                  <c:v>03-01-2022</c:v>
                </c:pt>
                <c:pt idx="6284">
                  <c:v>03-01-2022</c:v>
                </c:pt>
                <c:pt idx="6285">
                  <c:v>04-01-2022</c:v>
                </c:pt>
                <c:pt idx="6286">
                  <c:v>04-01-2022</c:v>
                </c:pt>
                <c:pt idx="6287">
                  <c:v>04-01-2022</c:v>
                </c:pt>
                <c:pt idx="6288">
                  <c:v>04-01-2022</c:v>
                </c:pt>
                <c:pt idx="6289">
                  <c:v>04-01-2022</c:v>
                </c:pt>
                <c:pt idx="6290">
                  <c:v>04-01-2022</c:v>
                </c:pt>
                <c:pt idx="6291">
                  <c:v>04-01-2022</c:v>
                </c:pt>
                <c:pt idx="6292">
                  <c:v>04-01-2022</c:v>
                </c:pt>
                <c:pt idx="6293">
                  <c:v>04-01-2022</c:v>
                </c:pt>
                <c:pt idx="6294">
                  <c:v>04-01-2022</c:v>
                </c:pt>
                <c:pt idx="6295">
                  <c:v>04-01-2022</c:v>
                </c:pt>
                <c:pt idx="6296">
                  <c:v>04-01-2022</c:v>
                </c:pt>
                <c:pt idx="6297">
                  <c:v>04-01-2022</c:v>
                </c:pt>
                <c:pt idx="6298">
                  <c:v>04-01-2022</c:v>
                </c:pt>
                <c:pt idx="6299">
                  <c:v>04-01-2022</c:v>
                </c:pt>
                <c:pt idx="6300">
                  <c:v>04-01-2022</c:v>
                </c:pt>
                <c:pt idx="6301">
                  <c:v>04-01-2022</c:v>
                </c:pt>
                <c:pt idx="6302">
                  <c:v>04-01-2022</c:v>
                </c:pt>
                <c:pt idx="6303">
                  <c:v>04-01-2022</c:v>
                </c:pt>
                <c:pt idx="6304">
                  <c:v>04-01-2022</c:v>
                </c:pt>
                <c:pt idx="6305">
                  <c:v>04-01-2022</c:v>
                </c:pt>
                <c:pt idx="6306">
                  <c:v>04-01-2022</c:v>
                </c:pt>
                <c:pt idx="6307">
                  <c:v>04-01-2022</c:v>
                </c:pt>
                <c:pt idx="6308">
                  <c:v>04-01-2022</c:v>
                </c:pt>
                <c:pt idx="6309">
                  <c:v>04-01-2022</c:v>
                </c:pt>
                <c:pt idx="6310">
                  <c:v>04-01-2022</c:v>
                </c:pt>
                <c:pt idx="6311">
                  <c:v>04-01-2022</c:v>
                </c:pt>
                <c:pt idx="6312">
                  <c:v>04-01-2022</c:v>
                </c:pt>
                <c:pt idx="6313">
                  <c:v>04-01-2022</c:v>
                </c:pt>
                <c:pt idx="6314">
                  <c:v>04-01-2022</c:v>
                </c:pt>
                <c:pt idx="6315">
                  <c:v>04-01-2022</c:v>
                </c:pt>
                <c:pt idx="6316">
                  <c:v>04-01-2022</c:v>
                </c:pt>
                <c:pt idx="6317">
                  <c:v>04-01-2022</c:v>
                </c:pt>
                <c:pt idx="6318">
                  <c:v>04-01-2022</c:v>
                </c:pt>
                <c:pt idx="6319">
                  <c:v>04-01-2022</c:v>
                </c:pt>
                <c:pt idx="6320">
                  <c:v>04-01-2022</c:v>
                </c:pt>
                <c:pt idx="6321">
                  <c:v>04-01-2022</c:v>
                </c:pt>
                <c:pt idx="6322">
                  <c:v>04-01-2022</c:v>
                </c:pt>
                <c:pt idx="6323">
                  <c:v>04-01-2022</c:v>
                </c:pt>
                <c:pt idx="6324">
                  <c:v>04-01-2022</c:v>
                </c:pt>
                <c:pt idx="6325">
                  <c:v>04-01-2022</c:v>
                </c:pt>
                <c:pt idx="6326">
                  <c:v>04-01-2022</c:v>
                </c:pt>
                <c:pt idx="6327">
                  <c:v>04-01-2022</c:v>
                </c:pt>
                <c:pt idx="6328">
                  <c:v>04-01-2022</c:v>
                </c:pt>
                <c:pt idx="6329">
                  <c:v>05-01-2022</c:v>
                </c:pt>
                <c:pt idx="6330">
                  <c:v>05-01-2022</c:v>
                </c:pt>
                <c:pt idx="6331">
                  <c:v>05-01-2022</c:v>
                </c:pt>
                <c:pt idx="6332">
                  <c:v>05-01-2022</c:v>
                </c:pt>
                <c:pt idx="6333">
                  <c:v>05-01-2022</c:v>
                </c:pt>
                <c:pt idx="6334">
                  <c:v>05-01-2022</c:v>
                </c:pt>
                <c:pt idx="6335">
                  <c:v>05-01-2022</c:v>
                </c:pt>
                <c:pt idx="6336">
                  <c:v>05-01-2022</c:v>
                </c:pt>
                <c:pt idx="6337">
                  <c:v>05-01-2022</c:v>
                </c:pt>
                <c:pt idx="6338">
                  <c:v>05-01-2022</c:v>
                </c:pt>
                <c:pt idx="6339">
                  <c:v>05-01-2022</c:v>
                </c:pt>
                <c:pt idx="6340">
                  <c:v>05-01-2022</c:v>
                </c:pt>
                <c:pt idx="6341">
                  <c:v>05-01-2022</c:v>
                </c:pt>
                <c:pt idx="6342">
                  <c:v>05-01-2022</c:v>
                </c:pt>
                <c:pt idx="6343">
                  <c:v>05-01-2022</c:v>
                </c:pt>
                <c:pt idx="6344">
                  <c:v>05-01-2022</c:v>
                </c:pt>
                <c:pt idx="6345">
                  <c:v>05-01-2022</c:v>
                </c:pt>
                <c:pt idx="6346">
                  <c:v>05-01-2022</c:v>
                </c:pt>
                <c:pt idx="6347">
                  <c:v>05-01-2022</c:v>
                </c:pt>
                <c:pt idx="6348">
                  <c:v>05-01-2022</c:v>
                </c:pt>
                <c:pt idx="6349">
                  <c:v>05-01-2022</c:v>
                </c:pt>
                <c:pt idx="6350">
                  <c:v>05-01-2022</c:v>
                </c:pt>
                <c:pt idx="6351">
                  <c:v>05-01-2022</c:v>
                </c:pt>
                <c:pt idx="6352">
                  <c:v>05-01-2022</c:v>
                </c:pt>
                <c:pt idx="6353">
                  <c:v>05-01-2022</c:v>
                </c:pt>
                <c:pt idx="6354">
                  <c:v>05-01-2022</c:v>
                </c:pt>
                <c:pt idx="6355">
                  <c:v>05-01-2022</c:v>
                </c:pt>
                <c:pt idx="6356">
                  <c:v>05-01-2022</c:v>
                </c:pt>
                <c:pt idx="6357">
                  <c:v>06-01-2022</c:v>
                </c:pt>
                <c:pt idx="6358">
                  <c:v>06-01-2022</c:v>
                </c:pt>
                <c:pt idx="6359">
                  <c:v>06-01-2022</c:v>
                </c:pt>
                <c:pt idx="6360">
                  <c:v>06-01-2022</c:v>
                </c:pt>
                <c:pt idx="6361">
                  <c:v>06-01-2022</c:v>
                </c:pt>
                <c:pt idx="6362">
                  <c:v>06-01-2022</c:v>
                </c:pt>
                <c:pt idx="6363">
                  <c:v>06-01-2022</c:v>
                </c:pt>
                <c:pt idx="6364">
                  <c:v>06-01-2022</c:v>
                </c:pt>
                <c:pt idx="6365">
                  <c:v>06-01-2022</c:v>
                </c:pt>
                <c:pt idx="6366">
                  <c:v>06-01-2022</c:v>
                </c:pt>
                <c:pt idx="6367">
                  <c:v>06-01-2022</c:v>
                </c:pt>
                <c:pt idx="6368">
                  <c:v>06-01-2022</c:v>
                </c:pt>
                <c:pt idx="6369">
                  <c:v>06-01-2022</c:v>
                </c:pt>
                <c:pt idx="6370">
                  <c:v>06-01-2022</c:v>
                </c:pt>
                <c:pt idx="6371">
                  <c:v>06-01-2022</c:v>
                </c:pt>
                <c:pt idx="6372">
                  <c:v>06-01-2022</c:v>
                </c:pt>
                <c:pt idx="6373">
                  <c:v>06-01-2022</c:v>
                </c:pt>
                <c:pt idx="6374">
                  <c:v>06-01-2022</c:v>
                </c:pt>
                <c:pt idx="6375">
                  <c:v>06-01-2022</c:v>
                </c:pt>
                <c:pt idx="6376">
                  <c:v>06-01-2022</c:v>
                </c:pt>
                <c:pt idx="6377">
                  <c:v>07-01-2022</c:v>
                </c:pt>
                <c:pt idx="6378">
                  <c:v>07-01-2022</c:v>
                </c:pt>
                <c:pt idx="6379">
                  <c:v>07-01-2022</c:v>
                </c:pt>
                <c:pt idx="6380">
                  <c:v>07-01-2022</c:v>
                </c:pt>
                <c:pt idx="6381">
                  <c:v>07-01-2022</c:v>
                </c:pt>
                <c:pt idx="6382">
                  <c:v>07-01-2022</c:v>
                </c:pt>
                <c:pt idx="6383">
                  <c:v>07-01-2022</c:v>
                </c:pt>
                <c:pt idx="6384">
                  <c:v>07-01-2022</c:v>
                </c:pt>
                <c:pt idx="6385">
                  <c:v>07-01-2022</c:v>
                </c:pt>
                <c:pt idx="6386">
                  <c:v>07-01-2022</c:v>
                </c:pt>
                <c:pt idx="6387">
                  <c:v>07-01-2022</c:v>
                </c:pt>
                <c:pt idx="6388">
                  <c:v>07-01-2022</c:v>
                </c:pt>
                <c:pt idx="6389">
                  <c:v>07-01-2022</c:v>
                </c:pt>
                <c:pt idx="6390">
                  <c:v>07-01-2022</c:v>
                </c:pt>
                <c:pt idx="6391">
                  <c:v>07-01-2022</c:v>
                </c:pt>
                <c:pt idx="6392">
                  <c:v>07-01-2022</c:v>
                </c:pt>
                <c:pt idx="6393">
                  <c:v>07-01-2022</c:v>
                </c:pt>
                <c:pt idx="6394">
                  <c:v>07-01-2022</c:v>
                </c:pt>
                <c:pt idx="6395">
                  <c:v>07-01-2022</c:v>
                </c:pt>
                <c:pt idx="6396">
                  <c:v>07-01-2022</c:v>
                </c:pt>
                <c:pt idx="6397">
                  <c:v>08-01-2022</c:v>
                </c:pt>
                <c:pt idx="6398">
                  <c:v>08-01-2022</c:v>
                </c:pt>
                <c:pt idx="6399">
                  <c:v>08-01-2022</c:v>
                </c:pt>
                <c:pt idx="6400">
                  <c:v>08-01-2022</c:v>
                </c:pt>
                <c:pt idx="6401">
                  <c:v>08-01-2022</c:v>
                </c:pt>
                <c:pt idx="6402">
                  <c:v>08-01-2022</c:v>
                </c:pt>
                <c:pt idx="6403">
                  <c:v>08-01-2022</c:v>
                </c:pt>
                <c:pt idx="6404">
                  <c:v>08-01-2022</c:v>
                </c:pt>
                <c:pt idx="6405">
                  <c:v>08-01-2022</c:v>
                </c:pt>
                <c:pt idx="6406">
                  <c:v>08-01-2022</c:v>
                </c:pt>
                <c:pt idx="6407">
                  <c:v>08-01-2022</c:v>
                </c:pt>
                <c:pt idx="6408">
                  <c:v>08-01-2022</c:v>
                </c:pt>
                <c:pt idx="6409">
                  <c:v>08-01-2022</c:v>
                </c:pt>
                <c:pt idx="6410">
                  <c:v>08-01-2022</c:v>
                </c:pt>
                <c:pt idx="6411">
                  <c:v>08-01-2022</c:v>
                </c:pt>
                <c:pt idx="6412">
                  <c:v>08-01-2022</c:v>
                </c:pt>
                <c:pt idx="6413">
                  <c:v>08-01-2022</c:v>
                </c:pt>
                <c:pt idx="6414">
                  <c:v>08-01-2022</c:v>
                </c:pt>
                <c:pt idx="6415">
                  <c:v>08-01-2022</c:v>
                </c:pt>
                <c:pt idx="6416">
                  <c:v>08-01-2022</c:v>
                </c:pt>
                <c:pt idx="6417">
                  <c:v>08-01-2022</c:v>
                </c:pt>
                <c:pt idx="6418">
                  <c:v>08-01-2022</c:v>
                </c:pt>
                <c:pt idx="6419">
                  <c:v>08-01-2022</c:v>
                </c:pt>
                <c:pt idx="6420">
                  <c:v>08-01-2022</c:v>
                </c:pt>
                <c:pt idx="6421">
                  <c:v>08-01-2022</c:v>
                </c:pt>
                <c:pt idx="6422">
                  <c:v>08-01-2022</c:v>
                </c:pt>
                <c:pt idx="6423">
                  <c:v>08-01-2022</c:v>
                </c:pt>
                <c:pt idx="6424">
                  <c:v>08-01-2022</c:v>
                </c:pt>
                <c:pt idx="6425">
                  <c:v>08-01-2022</c:v>
                </c:pt>
                <c:pt idx="6426">
                  <c:v>08-01-2022</c:v>
                </c:pt>
                <c:pt idx="6427">
                  <c:v>08-01-2022</c:v>
                </c:pt>
                <c:pt idx="6428">
                  <c:v>08-01-2022</c:v>
                </c:pt>
                <c:pt idx="6429">
                  <c:v>08-01-2022</c:v>
                </c:pt>
                <c:pt idx="6430">
                  <c:v>08-01-2022</c:v>
                </c:pt>
                <c:pt idx="6431">
                  <c:v>08-01-2022</c:v>
                </c:pt>
                <c:pt idx="6432">
                  <c:v>08-01-2022</c:v>
                </c:pt>
                <c:pt idx="6433">
                  <c:v>08-01-2022</c:v>
                </c:pt>
                <c:pt idx="6434">
                  <c:v>08-01-2022</c:v>
                </c:pt>
                <c:pt idx="6435">
                  <c:v>08-01-2022</c:v>
                </c:pt>
                <c:pt idx="6436">
                  <c:v>08-01-2022</c:v>
                </c:pt>
                <c:pt idx="6437">
                  <c:v>08-01-2022</c:v>
                </c:pt>
                <c:pt idx="6438">
                  <c:v>08-01-2022</c:v>
                </c:pt>
                <c:pt idx="6439">
                  <c:v>08-01-2022</c:v>
                </c:pt>
                <c:pt idx="6440">
                  <c:v>09-01-2022</c:v>
                </c:pt>
                <c:pt idx="6441">
                  <c:v>09-01-2022</c:v>
                </c:pt>
                <c:pt idx="6442">
                  <c:v>09-01-2022</c:v>
                </c:pt>
                <c:pt idx="6443">
                  <c:v>09-01-2022</c:v>
                </c:pt>
                <c:pt idx="6444">
                  <c:v>09-01-2022</c:v>
                </c:pt>
                <c:pt idx="6445">
                  <c:v>09-01-2022</c:v>
                </c:pt>
                <c:pt idx="6446">
                  <c:v>09-01-2022</c:v>
                </c:pt>
                <c:pt idx="6447">
                  <c:v>09-01-2022</c:v>
                </c:pt>
                <c:pt idx="6448">
                  <c:v>09-01-2022</c:v>
                </c:pt>
                <c:pt idx="6449">
                  <c:v>09-01-2022</c:v>
                </c:pt>
                <c:pt idx="6450">
                  <c:v>09-01-2022</c:v>
                </c:pt>
                <c:pt idx="6451">
                  <c:v>09-01-2022</c:v>
                </c:pt>
                <c:pt idx="6452">
                  <c:v>09-01-2022</c:v>
                </c:pt>
                <c:pt idx="6453">
                  <c:v>09-01-2022</c:v>
                </c:pt>
                <c:pt idx="6454">
                  <c:v>09-01-2022</c:v>
                </c:pt>
                <c:pt idx="6455">
                  <c:v>09-01-2022</c:v>
                </c:pt>
                <c:pt idx="6456">
                  <c:v>09-01-2022</c:v>
                </c:pt>
                <c:pt idx="6457">
                  <c:v>09-01-2022</c:v>
                </c:pt>
                <c:pt idx="6458">
                  <c:v>09-01-2022</c:v>
                </c:pt>
                <c:pt idx="6459">
                  <c:v>09-01-2022</c:v>
                </c:pt>
                <c:pt idx="6460">
                  <c:v>09-01-2022</c:v>
                </c:pt>
                <c:pt idx="6461">
                  <c:v>09-01-2022</c:v>
                </c:pt>
                <c:pt idx="6462">
                  <c:v>09-01-2022</c:v>
                </c:pt>
                <c:pt idx="6463">
                  <c:v>09-01-2022</c:v>
                </c:pt>
                <c:pt idx="6464">
                  <c:v>09-01-2022</c:v>
                </c:pt>
                <c:pt idx="6465">
                  <c:v>09-01-2022</c:v>
                </c:pt>
                <c:pt idx="6466">
                  <c:v>09-01-2022</c:v>
                </c:pt>
                <c:pt idx="6467">
                  <c:v>09-01-2022</c:v>
                </c:pt>
                <c:pt idx="6468">
                  <c:v>09-01-2022</c:v>
                </c:pt>
                <c:pt idx="6469">
                  <c:v>09-01-2022</c:v>
                </c:pt>
                <c:pt idx="6470">
                  <c:v>09-01-2022</c:v>
                </c:pt>
                <c:pt idx="6471">
                  <c:v>09-01-2022</c:v>
                </c:pt>
                <c:pt idx="6472">
                  <c:v>09-01-2022</c:v>
                </c:pt>
                <c:pt idx="6473">
                  <c:v>09-01-2022</c:v>
                </c:pt>
                <c:pt idx="6474">
                  <c:v>09-01-2022</c:v>
                </c:pt>
                <c:pt idx="6475">
                  <c:v>09-01-2022</c:v>
                </c:pt>
                <c:pt idx="6476">
                  <c:v>09-01-2022</c:v>
                </c:pt>
                <c:pt idx="6477">
                  <c:v>09-01-2022</c:v>
                </c:pt>
                <c:pt idx="6478">
                  <c:v>09-01-2022</c:v>
                </c:pt>
                <c:pt idx="6479">
                  <c:v>09-01-2022</c:v>
                </c:pt>
                <c:pt idx="6480">
                  <c:v>09-01-2022</c:v>
                </c:pt>
                <c:pt idx="6481">
                  <c:v>09-01-2022</c:v>
                </c:pt>
                <c:pt idx="6482">
                  <c:v>09-01-2022</c:v>
                </c:pt>
                <c:pt idx="6483">
                  <c:v>09-01-2022</c:v>
                </c:pt>
                <c:pt idx="6484">
                  <c:v>09-01-2022</c:v>
                </c:pt>
                <c:pt idx="6485">
                  <c:v>09-01-2022</c:v>
                </c:pt>
                <c:pt idx="6486">
                  <c:v>10-01-2022</c:v>
                </c:pt>
                <c:pt idx="6487">
                  <c:v>10-01-2022</c:v>
                </c:pt>
                <c:pt idx="6488">
                  <c:v>10-01-2022</c:v>
                </c:pt>
                <c:pt idx="6489">
                  <c:v>10-01-2022</c:v>
                </c:pt>
                <c:pt idx="6490">
                  <c:v>10-01-2022</c:v>
                </c:pt>
                <c:pt idx="6491">
                  <c:v>10-01-2022</c:v>
                </c:pt>
                <c:pt idx="6492">
                  <c:v>10-01-2022</c:v>
                </c:pt>
                <c:pt idx="6493">
                  <c:v>10-01-2022</c:v>
                </c:pt>
                <c:pt idx="6494">
                  <c:v>10-01-2022</c:v>
                </c:pt>
                <c:pt idx="6495">
                  <c:v>10-01-2022</c:v>
                </c:pt>
                <c:pt idx="6496">
                  <c:v>10-01-2022</c:v>
                </c:pt>
                <c:pt idx="6497">
                  <c:v>10-01-2022</c:v>
                </c:pt>
                <c:pt idx="6498">
                  <c:v>10-01-2022</c:v>
                </c:pt>
                <c:pt idx="6499">
                  <c:v>10-01-2022</c:v>
                </c:pt>
                <c:pt idx="6500">
                  <c:v>10-01-2022</c:v>
                </c:pt>
                <c:pt idx="6501">
                  <c:v>10-01-2022</c:v>
                </c:pt>
                <c:pt idx="6502">
                  <c:v>10-01-2022</c:v>
                </c:pt>
                <c:pt idx="6503">
                  <c:v>10-01-2022</c:v>
                </c:pt>
                <c:pt idx="6504">
                  <c:v>10-01-2022</c:v>
                </c:pt>
                <c:pt idx="6505">
                  <c:v>10-01-2022</c:v>
                </c:pt>
                <c:pt idx="6506">
                  <c:v>11-01-2022</c:v>
                </c:pt>
                <c:pt idx="6507">
                  <c:v>11-01-2022</c:v>
                </c:pt>
                <c:pt idx="6508">
                  <c:v>11-01-2022</c:v>
                </c:pt>
                <c:pt idx="6509">
                  <c:v>11-01-2022</c:v>
                </c:pt>
                <c:pt idx="6510">
                  <c:v>11-01-2022</c:v>
                </c:pt>
                <c:pt idx="6511">
                  <c:v>11-01-2022</c:v>
                </c:pt>
                <c:pt idx="6512">
                  <c:v>11-01-2022</c:v>
                </c:pt>
                <c:pt idx="6513">
                  <c:v>11-01-2022</c:v>
                </c:pt>
                <c:pt idx="6514">
                  <c:v>11-01-2022</c:v>
                </c:pt>
                <c:pt idx="6515">
                  <c:v>11-01-2022</c:v>
                </c:pt>
                <c:pt idx="6516">
                  <c:v>11-01-2022</c:v>
                </c:pt>
                <c:pt idx="6517">
                  <c:v>11-01-2022</c:v>
                </c:pt>
                <c:pt idx="6518">
                  <c:v>11-01-2022</c:v>
                </c:pt>
                <c:pt idx="6519">
                  <c:v>11-01-2022</c:v>
                </c:pt>
                <c:pt idx="6520">
                  <c:v>11-01-2022</c:v>
                </c:pt>
                <c:pt idx="6521">
                  <c:v>11-01-2022</c:v>
                </c:pt>
                <c:pt idx="6522">
                  <c:v>11-01-2022</c:v>
                </c:pt>
                <c:pt idx="6523">
                  <c:v>11-01-2022</c:v>
                </c:pt>
                <c:pt idx="6524">
                  <c:v>11-01-2022</c:v>
                </c:pt>
                <c:pt idx="6525">
                  <c:v>11-01-2022</c:v>
                </c:pt>
                <c:pt idx="6526">
                  <c:v>11-01-2022</c:v>
                </c:pt>
                <c:pt idx="6527">
                  <c:v>11-01-2022</c:v>
                </c:pt>
                <c:pt idx="6528">
                  <c:v>11-01-2022</c:v>
                </c:pt>
                <c:pt idx="6529">
                  <c:v>11-01-2022</c:v>
                </c:pt>
                <c:pt idx="6530">
                  <c:v>11-01-2022</c:v>
                </c:pt>
                <c:pt idx="6531">
                  <c:v>11-01-2022</c:v>
                </c:pt>
                <c:pt idx="6532">
                  <c:v>11-01-2022</c:v>
                </c:pt>
                <c:pt idx="6533">
                  <c:v>11-01-2022</c:v>
                </c:pt>
                <c:pt idx="6534">
                  <c:v>12-01-2022</c:v>
                </c:pt>
                <c:pt idx="6535">
                  <c:v>12-01-2022</c:v>
                </c:pt>
                <c:pt idx="6536">
                  <c:v>12-01-2022</c:v>
                </c:pt>
                <c:pt idx="6537">
                  <c:v>12-01-2022</c:v>
                </c:pt>
                <c:pt idx="6538">
                  <c:v>12-01-2022</c:v>
                </c:pt>
                <c:pt idx="6539">
                  <c:v>12-01-2022</c:v>
                </c:pt>
                <c:pt idx="6540">
                  <c:v>12-01-2022</c:v>
                </c:pt>
                <c:pt idx="6541">
                  <c:v>12-01-2022</c:v>
                </c:pt>
                <c:pt idx="6542">
                  <c:v>12-01-2022</c:v>
                </c:pt>
                <c:pt idx="6543">
                  <c:v>12-01-2022</c:v>
                </c:pt>
                <c:pt idx="6544">
                  <c:v>12-01-2022</c:v>
                </c:pt>
                <c:pt idx="6545">
                  <c:v>12-01-2022</c:v>
                </c:pt>
                <c:pt idx="6546">
                  <c:v>12-01-2022</c:v>
                </c:pt>
                <c:pt idx="6547">
                  <c:v>12-01-2022</c:v>
                </c:pt>
                <c:pt idx="6548">
                  <c:v>12-01-2022</c:v>
                </c:pt>
                <c:pt idx="6549">
                  <c:v>12-01-2022</c:v>
                </c:pt>
                <c:pt idx="6550">
                  <c:v>12-01-2022</c:v>
                </c:pt>
                <c:pt idx="6551">
                  <c:v>12-01-2022</c:v>
                </c:pt>
                <c:pt idx="6552">
                  <c:v>12-01-2022</c:v>
                </c:pt>
                <c:pt idx="6553">
                  <c:v>12-01-2022</c:v>
                </c:pt>
                <c:pt idx="6554">
                  <c:v>12-01-2022</c:v>
                </c:pt>
                <c:pt idx="6555">
                  <c:v>12-01-2022</c:v>
                </c:pt>
                <c:pt idx="6556">
                  <c:v>12-01-2022</c:v>
                </c:pt>
                <c:pt idx="6557">
                  <c:v>12-01-2022</c:v>
                </c:pt>
                <c:pt idx="6558">
                  <c:v>12-01-2022</c:v>
                </c:pt>
                <c:pt idx="6559">
                  <c:v>12-01-2022</c:v>
                </c:pt>
                <c:pt idx="6560">
                  <c:v>12-01-2022</c:v>
                </c:pt>
                <c:pt idx="6561">
                  <c:v>12-01-2022</c:v>
                </c:pt>
                <c:pt idx="6562">
                  <c:v>12-01-2022</c:v>
                </c:pt>
                <c:pt idx="6563">
                  <c:v>12-01-2022</c:v>
                </c:pt>
                <c:pt idx="6564">
                  <c:v>12-01-2022</c:v>
                </c:pt>
                <c:pt idx="6565">
                  <c:v>12-01-2022</c:v>
                </c:pt>
                <c:pt idx="6566">
                  <c:v>12-01-2022</c:v>
                </c:pt>
                <c:pt idx="6567">
                  <c:v>12-01-2022</c:v>
                </c:pt>
                <c:pt idx="6568">
                  <c:v>12-01-2022</c:v>
                </c:pt>
                <c:pt idx="6569">
                  <c:v>12-01-2022</c:v>
                </c:pt>
                <c:pt idx="6570">
                  <c:v>12-01-2022</c:v>
                </c:pt>
                <c:pt idx="6571">
                  <c:v>12-01-2022</c:v>
                </c:pt>
                <c:pt idx="6572">
                  <c:v>12-01-2022</c:v>
                </c:pt>
                <c:pt idx="6573">
                  <c:v>12-01-2022</c:v>
                </c:pt>
                <c:pt idx="6574">
                  <c:v>12-01-2022</c:v>
                </c:pt>
                <c:pt idx="6575">
                  <c:v>12-01-2022</c:v>
                </c:pt>
                <c:pt idx="6576">
                  <c:v>12-01-2022</c:v>
                </c:pt>
                <c:pt idx="6577">
                  <c:v>12-01-2022</c:v>
                </c:pt>
                <c:pt idx="6578">
                  <c:v>12-01-2022</c:v>
                </c:pt>
                <c:pt idx="6579">
                  <c:v>12-01-2022</c:v>
                </c:pt>
                <c:pt idx="6580">
                  <c:v>13-01-2022</c:v>
                </c:pt>
                <c:pt idx="6581">
                  <c:v>13-01-2022</c:v>
                </c:pt>
                <c:pt idx="6582">
                  <c:v>13-01-2022</c:v>
                </c:pt>
                <c:pt idx="6583">
                  <c:v>13-01-2022</c:v>
                </c:pt>
                <c:pt idx="6584">
                  <c:v>13-01-2022</c:v>
                </c:pt>
                <c:pt idx="6585">
                  <c:v>13-01-2022</c:v>
                </c:pt>
                <c:pt idx="6586">
                  <c:v>13-01-2022</c:v>
                </c:pt>
                <c:pt idx="6587">
                  <c:v>13-01-2022</c:v>
                </c:pt>
                <c:pt idx="6588">
                  <c:v>13-01-2022</c:v>
                </c:pt>
                <c:pt idx="6589">
                  <c:v>13-01-2022</c:v>
                </c:pt>
                <c:pt idx="6590">
                  <c:v>13-01-2022</c:v>
                </c:pt>
                <c:pt idx="6591">
                  <c:v>13-01-2022</c:v>
                </c:pt>
                <c:pt idx="6592">
                  <c:v>13-01-2022</c:v>
                </c:pt>
                <c:pt idx="6593">
                  <c:v>13-01-2022</c:v>
                </c:pt>
                <c:pt idx="6594">
                  <c:v>13-01-2022</c:v>
                </c:pt>
                <c:pt idx="6595">
                  <c:v>13-01-2022</c:v>
                </c:pt>
                <c:pt idx="6596">
                  <c:v>13-01-2022</c:v>
                </c:pt>
                <c:pt idx="6597">
                  <c:v>13-01-2022</c:v>
                </c:pt>
                <c:pt idx="6598">
                  <c:v>13-01-2022</c:v>
                </c:pt>
                <c:pt idx="6599">
                  <c:v>13-01-2022</c:v>
                </c:pt>
                <c:pt idx="6600">
                  <c:v>13-01-2022</c:v>
                </c:pt>
                <c:pt idx="6601">
                  <c:v>13-01-2022</c:v>
                </c:pt>
                <c:pt idx="6602">
                  <c:v>13-01-2022</c:v>
                </c:pt>
                <c:pt idx="6603">
                  <c:v>13-01-2022</c:v>
                </c:pt>
                <c:pt idx="6604">
                  <c:v>13-01-2022</c:v>
                </c:pt>
                <c:pt idx="6605">
                  <c:v>13-01-2022</c:v>
                </c:pt>
                <c:pt idx="6606">
                  <c:v>13-01-2022</c:v>
                </c:pt>
                <c:pt idx="6607">
                  <c:v>13-01-2022</c:v>
                </c:pt>
                <c:pt idx="6608">
                  <c:v>14-01-2022</c:v>
                </c:pt>
                <c:pt idx="6609">
                  <c:v>14-01-2022</c:v>
                </c:pt>
                <c:pt idx="6610">
                  <c:v>14-01-2022</c:v>
                </c:pt>
                <c:pt idx="6611">
                  <c:v>14-01-2022</c:v>
                </c:pt>
                <c:pt idx="6612">
                  <c:v>14-01-2022</c:v>
                </c:pt>
                <c:pt idx="6613">
                  <c:v>14-01-2022</c:v>
                </c:pt>
                <c:pt idx="6614">
                  <c:v>14-01-2022</c:v>
                </c:pt>
                <c:pt idx="6615">
                  <c:v>14-01-2022</c:v>
                </c:pt>
                <c:pt idx="6616">
                  <c:v>14-01-2022</c:v>
                </c:pt>
                <c:pt idx="6617">
                  <c:v>14-01-2022</c:v>
                </c:pt>
                <c:pt idx="6618">
                  <c:v>14-01-2022</c:v>
                </c:pt>
                <c:pt idx="6619">
                  <c:v>14-01-2022</c:v>
                </c:pt>
                <c:pt idx="6620">
                  <c:v>14-01-2022</c:v>
                </c:pt>
                <c:pt idx="6621">
                  <c:v>14-01-2022</c:v>
                </c:pt>
                <c:pt idx="6622">
                  <c:v>14-01-2022</c:v>
                </c:pt>
                <c:pt idx="6623">
                  <c:v>14-01-2022</c:v>
                </c:pt>
                <c:pt idx="6624">
                  <c:v>14-01-2022</c:v>
                </c:pt>
                <c:pt idx="6625">
                  <c:v>14-01-2022</c:v>
                </c:pt>
                <c:pt idx="6626">
                  <c:v>14-01-2022</c:v>
                </c:pt>
                <c:pt idx="6627">
                  <c:v>14-01-2022</c:v>
                </c:pt>
                <c:pt idx="6628">
                  <c:v>15-01-2022</c:v>
                </c:pt>
                <c:pt idx="6629">
                  <c:v>15-01-2022</c:v>
                </c:pt>
                <c:pt idx="6630">
                  <c:v>15-01-2022</c:v>
                </c:pt>
                <c:pt idx="6631">
                  <c:v>15-01-2022</c:v>
                </c:pt>
                <c:pt idx="6632">
                  <c:v>15-01-2022</c:v>
                </c:pt>
                <c:pt idx="6633">
                  <c:v>15-01-2022</c:v>
                </c:pt>
                <c:pt idx="6634">
                  <c:v>15-01-2022</c:v>
                </c:pt>
                <c:pt idx="6635">
                  <c:v>15-01-2022</c:v>
                </c:pt>
                <c:pt idx="6636">
                  <c:v>15-01-2022</c:v>
                </c:pt>
                <c:pt idx="6637">
                  <c:v>15-01-2022</c:v>
                </c:pt>
                <c:pt idx="6638">
                  <c:v>15-01-2022</c:v>
                </c:pt>
                <c:pt idx="6639">
                  <c:v>15-01-2022</c:v>
                </c:pt>
                <c:pt idx="6640">
                  <c:v>15-01-2022</c:v>
                </c:pt>
                <c:pt idx="6641">
                  <c:v>15-01-2022</c:v>
                </c:pt>
                <c:pt idx="6642">
                  <c:v>15-01-2022</c:v>
                </c:pt>
                <c:pt idx="6643">
                  <c:v>15-01-2022</c:v>
                </c:pt>
                <c:pt idx="6644">
                  <c:v>15-01-2022</c:v>
                </c:pt>
                <c:pt idx="6645">
                  <c:v>15-01-2022</c:v>
                </c:pt>
                <c:pt idx="6646">
                  <c:v>15-01-2022</c:v>
                </c:pt>
                <c:pt idx="6647">
                  <c:v>15-01-2022</c:v>
                </c:pt>
                <c:pt idx="6648">
                  <c:v>15-01-2022</c:v>
                </c:pt>
                <c:pt idx="6649">
                  <c:v>15-01-2022</c:v>
                </c:pt>
                <c:pt idx="6650">
                  <c:v>15-01-2022</c:v>
                </c:pt>
                <c:pt idx="6651">
                  <c:v>15-01-2022</c:v>
                </c:pt>
                <c:pt idx="6652">
                  <c:v>15-01-2022</c:v>
                </c:pt>
                <c:pt idx="6653">
                  <c:v>15-01-2022</c:v>
                </c:pt>
                <c:pt idx="6654">
                  <c:v>15-01-2022</c:v>
                </c:pt>
                <c:pt idx="6655">
                  <c:v>15-01-2022</c:v>
                </c:pt>
                <c:pt idx="6656">
                  <c:v>15-01-2022</c:v>
                </c:pt>
                <c:pt idx="6657">
                  <c:v>15-01-2022</c:v>
                </c:pt>
                <c:pt idx="6658">
                  <c:v>15-01-2022</c:v>
                </c:pt>
                <c:pt idx="6659">
                  <c:v>15-01-2022</c:v>
                </c:pt>
                <c:pt idx="6660">
                  <c:v>15-01-2022</c:v>
                </c:pt>
                <c:pt idx="6661">
                  <c:v>15-01-2022</c:v>
                </c:pt>
                <c:pt idx="6662">
                  <c:v>15-01-2022</c:v>
                </c:pt>
                <c:pt idx="6663">
                  <c:v>15-01-2022</c:v>
                </c:pt>
                <c:pt idx="6664">
                  <c:v>15-01-2022</c:v>
                </c:pt>
                <c:pt idx="6665">
                  <c:v>15-01-2022</c:v>
                </c:pt>
                <c:pt idx="6666">
                  <c:v>15-01-2022</c:v>
                </c:pt>
                <c:pt idx="6667">
                  <c:v>15-01-2022</c:v>
                </c:pt>
                <c:pt idx="6668">
                  <c:v>15-01-2022</c:v>
                </c:pt>
                <c:pt idx="6669">
                  <c:v>15-01-2022</c:v>
                </c:pt>
                <c:pt idx="6670">
                  <c:v>16-01-2022</c:v>
                </c:pt>
                <c:pt idx="6671">
                  <c:v>16-01-2022</c:v>
                </c:pt>
                <c:pt idx="6672">
                  <c:v>16-01-2022</c:v>
                </c:pt>
                <c:pt idx="6673">
                  <c:v>16-01-2022</c:v>
                </c:pt>
                <c:pt idx="6674">
                  <c:v>16-01-2022</c:v>
                </c:pt>
                <c:pt idx="6675">
                  <c:v>16-01-2022</c:v>
                </c:pt>
                <c:pt idx="6676">
                  <c:v>16-01-2022</c:v>
                </c:pt>
                <c:pt idx="6677">
                  <c:v>16-01-2022</c:v>
                </c:pt>
                <c:pt idx="6678">
                  <c:v>16-01-2022</c:v>
                </c:pt>
                <c:pt idx="6679">
                  <c:v>16-01-2022</c:v>
                </c:pt>
                <c:pt idx="6680">
                  <c:v>16-01-2022</c:v>
                </c:pt>
                <c:pt idx="6681">
                  <c:v>16-01-2022</c:v>
                </c:pt>
                <c:pt idx="6682">
                  <c:v>16-01-2022</c:v>
                </c:pt>
                <c:pt idx="6683">
                  <c:v>16-01-2022</c:v>
                </c:pt>
                <c:pt idx="6684">
                  <c:v>16-01-2022</c:v>
                </c:pt>
                <c:pt idx="6685">
                  <c:v>16-01-2022</c:v>
                </c:pt>
                <c:pt idx="6686">
                  <c:v>16-01-2022</c:v>
                </c:pt>
                <c:pt idx="6687">
                  <c:v>16-01-2022</c:v>
                </c:pt>
                <c:pt idx="6688">
                  <c:v>16-01-2022</c:v>
                </c:pt>
                <c:pt idx="6689">
                  <c:v>16-01-2022</c:v>
                </c:pt>
                <c:pt idx="6690">
                  <c:v>16-01-2022</c:v>
                </c:pt>
                <c:pt idx="6691">
                  <c:v>16-01-2022</c:v>
                </c:pt>
                <c:pt idx="6692">
                  <c:v>16-01-2022</c:v>
                </c:pt>
                <c:pt idx="6693">
                  <c:v>16-01-2022</c:v>
                </c:pt>
                <c:pt idx="6694">
                  <c:v>16-01-2022</c:v>
                </c:pt>
                <c:pt idx="6695">
                  <c:v>16-01-2022</c:v>
                </c:pt>
                <c:pt idx="6696">
                  <c:v>16-01-2022</c:v>
                </c:pt>
                <c:pt idx="6697">
                  <c:v>16-01-2022</c:v>
                </c:pt>
                <c:pt idx="6698">
                  <c:v>16-01-2022</c:v>
                </c:pt>
                <c:pt idx="6699">
                  <c:v>16-01-2022</c:v>
                </c:pt>
                <c:pt idx="6700">
                  <c:v>16-01-2022</c:v>
                </c:pt>
                <c:pt idx="6701">
                  <c:v>16-01-2022</c:v>
                </c:pt>
                <c:pt idx="6702">
                  <c:v>16-01-2022</c:v>
                </c:pt>
                <c:pt idx="6703">
                  <c:v>16-01-2022</c:v>
                </c:pt>
                <c:pt idx="6704">
                  <c:v>16-01-2022</c:v>
                </c:pt>
                <c:pt idx="6705">
                  <c:v>16-01-2022</c:v>
                </c:pt>
                <c:pt idx="6706">
                  <c:v>16-01-2022</c:v>
                </c:pt>
                <c:pt idx="6707">
                  <c:v>16-01-2022</c:v>
                </c:pt>
                <c:pt idx="6708">
                  <c:v>16-01-2022</c:v>
                </c:pt>
                <c:pt idx="6709">
                  <c:v>16-01-2022</c:v>
                </c:pt>
                <c:pt idx="6710">
                  <c:v>16-01-2022</c:v>
                </c:pt>
                <c:pt idx="6711">
                  <c:v>16-01-2022</c:v>
                </c:pt>
                <c:pt idx="6712">
                  <c:v>16-01-2022</c:v>
                </c:pt>
                <c:pt idx="6713">
                  <c:v>16-01-2022</c:v>
                </c:pt>
                <c:pt idx="6714">
                  <c:v>16-01-2022</c:v>
                </c:pt>
                <c:pt idx="6715">
                  <c:v>16-01-2022</c:v>
                </c:pt>
                <c:pt idx="6716">
                  <c:v>17-01-2022</c:v>
                </c:pt>
                <c:pt idx="6717">
                  <c:v>17-01-2022</c:v>
                </c:pt>
                <c:pt idx="6718">
                  <c:v>17-01-2022</c:v>
                </c:pt>
                <c:pt idx="6719">
                  <c:v>17-01-2022</c:v>
                </c:pt>
                <c:pt idx="6720">
                  <c:v>17-01-2022</c:v>
                </c:pt>
                <c:pt idx="6721">
                  <c:v>17-01-2022</c:v>
                </c:pt>
                <c:pt idx="6722">
                  <c:v>17-01-2022</c:v>
                </c:pt>
                <c:pt idx="6723">
                  <c:v>17-01-2022</c:v>
                </c:pt>
                <c:pt idx="6724">
                  <c:v>17-01-2022</c:v>
                </c:pt>
                <c:pt idx="6725">
                  <c:v>17-01-2022</c:v>
                </c:pt>
                <c:pt idx="6726">
                  <c:v>17-01-2022</c:v>
                </c:pt>
                <c:pt idx="6727">
                  <c:v>17-01-2022</c:v>
                </c:pt>
                <c:pt idx="6728">
                  <c:v>17-01-2022</c:v>
                </c:pt>
                <c:pt idx="6729">
                  <c:v>17-01-2022</c:v>
                </c:pt>
                <c:pt idx="6730">
                  <c:v>17-01-2022</c:v>
                </c:pt>
                <c:pt idx="6731">
                  <c:v>17-01-2022</c:v>
                </c:pt>
                <c:pt idx="6732">
                  <c:v>17-01-2022</c:v>
                </c:pt>
                <c:pt idx="6733">
                  <c:v>17-01-2022</c:v>
                </c:pt>
                <c:pt idx="6734">
                  <c:v>17-01-2022</c:v>
                </c:pt>
                <c:pt idx="6735">
                  <c:v>17-01-2022</c:v>
                </c:pt>
                <c:pt idx="6736">
                  <c:v>17-01-2022</c:v>
                </c:pt>
                <c:pt idx="6737">
                  <c:v>17-01-2022</c:v>
                </c:pt>
                <c:pt idx="6738">
                  <c:v>17-01-2022</c:v>
                </c:pt>
                <c:pt idx="6739">
                  <c:v>17-01-2022</c:v>
                </c:pt>
                <c:pt idx="6740">
                  <c:v>17-01-2022</c:v>
                </c:pt>
                <c:pt idx="6741">
                  <c:v>17-01-2022</c:v>
                </c:pt>
                <c:pt idx="6742">
                  <c:v>17-01-2022</c:v>
                </c:pt>
                <c:pt idx="6743">
                  <c:v>17-01-2022</c:v>
                </c:pt>
                <c:pt idx="6744">
                  <c:v>17-01-2022</c:v>
                </c:pt>
                <c:pt idx="6745">
                  <c:v>17-01-2022</c:v>
                </c:pt>
                <c:pt idx="6746">
                  <c:v>17-01-2022</c:v>
                </c:pt>
                <c:pt idx="6747">
                  <c:v>17-01-2022</c:v>
                </c:pt>
                <c:pt idx="6748">
                  <c:v>17-01-2022</c:v>
                </c:pt>
                <c:pt idx="6749">
                  <c:v>17-01-2022</c:v>
                </c:pt>
                <c:pt idx="6750">
                  <c:v>17-01-2022</c:v>
                </c:pt>
                <c:pt idx="6751">
                  <c:v>17-01-2022</c:v>
                </c:pt>
                <c:pt idx="6752">
                  <c:v>17-01-2022</c:v>
                </c:pt>
                <c:pt idx="6753">
                  <c:v>17-01-2022</c:v>
                </c:pt>
                <c:pt idx="6754">
                  <c:v>17-01-2022</c:v>
                </c:pt>
                <c:pt idx="6755">
                  <c:v>17-01-2022</c:v>
                </c:pt>
                <c:pt idx="6756">
                  <c:v>17-01-2022</c:v>
                </c:pt>
                <c:pt idx="6757">
                  <c:v>17-01-2022</c:v>
                </c:pt>
                <c:pt idx="6758">
                  <c:v>17-01-2022</c:v>
                </c:pt>
                <c:pt idx="6759">
                  <c:v>17-01-2022</c:v>
                </c:pt>
                <c:pt idx="6760">
                  <c:v>17-01-2022</c:v>
                </c:pt>
                <c:pt idx="6761">
                  <c:v>17-01-2022</c:v>
                </c:pt>
                <c:pt idx="6762">
                  <c:v>17-01-2022</c:v>
                </c:pt>
                <c:pt idx="6763">
                  <c:v>18-01-2022</c:v>
                </c:pt>
                <c:pt idx="6764">
                  <c:v>18-01-2022</c:v>
                </c:pt>
                <c:pt idx="6765">
                  <c:v>18-01-2022</c:v>
                </c:pt>
                <c:pt idx="6766">
                  <c:v>18-01-2022</c:v>
                </c:pt>
                <c:pt idx="6767">
                  <c:v>18-01-2022</c:v>
                </c:pt>
                <c:pt idx="6768">
                  <c:v>18-01-2022</c:v>
                </c:pt>
                <c:pt idx="6769">
                  <c:v>18-01-2022</c:v>
                </c:pt>
                <c:pt idx="6770">
                  <c:v>18-01-2022</c:v>
                </c:pt>
                <c:pt idx="6771">
                  <c:v>18-01-2022</c:v>
                </c:pt>
                <c:pt idx="6772">
                  <c:v>18-01-2022</c:v>
                </c:pt>
                <c:pt idx="6773">
                  <c:v>18-01-2022</c:v>
                </c:pt>
                <c:pt idx="6774">
                  <c:v>18-01-2022</c:v>
                </c:pt>
                <c:pt idx="6775">
                  <c:v>18-01-2022</c:v>
                </c:pt>
                <c:pt idx="6776">
                  <c:v>18-01-2022</c:v>
                </c:pt>
                <c:pt idx="6777">
                  <c:v>18-01-2022</c:v>
                </c:pt>
                <c:pt idx="6778">
                  <c:v>18-01-2022</c:v>
                </c:pt>
                <c:pt idx="6779">
                  <c:v>18-01-2022</c:v>
                </c:pt>
                <c:pt idx="6780">
                  <c:v>18-01-2022</c:v>
                </c:pt>
                <c:pt idx="6781">
                  <c:v>18-01-2022</c:v>
                </c:pt>
                <c:pt idx="6782">
                  <c:v>18-01-2022</c:v>
                </c:pt>
                <c:pt idx="6783">
                  <c:v>18-01-2022</c:v>
                </c:pt>
                <c:pt idx="6784">
                  <c:v>18-01-2022</c:v>
                </c:pt>
                <c:pt idx="6785">
                  <c:v>18-01-2022</c:v>
                </c:pt>
                <c:pt idx="6786">
                  <c:v>18-01-2022</c:v>
                </c:pt>
                <c:pt idx="6787">
                  <c:v>18-01-2022</c:v>
                </c:pt>
                <c:pt idx="6788">
                  <c:v>18-01-2022</c:v>
                </c:pt>
                <c:pt idx="6789">
                  <c:v>18-01-2022</c:v>
                </c:pt>
                <c:pt idx="6790">
                  <c:v>18-01-2022</c:v>
                </c:pt>
                <c:pt idx="6791">
                  <c:v>19-01-2022</c:v>
                </c:pt>
                <c:pt idx="6792">
                  <c:v>19-01-2022</c:v>
                </c:pt>
                <c:pt idx="6793">
                  <c:v>19-01-2022</c:v>
                </c:pt>
                <c:pt idx="6794">
                  <c:v>19-01-2022</c:v>
                </c:pt>
                <c:pt idx="6795">
                  <c:v>19-01-2022</c:v>
                </c:pt>
                <c:pt idx="6796">
                  <c:v>19-01-2022</c:v>
                </c:pt>
                <c:pt idx="6797">
                  <c:v>19-01-2022</c:v>
                </c:pt>
                <c:pt idx="6798">
                  <c:v>19-01-2022</c:v>
                </c:pt>
                <c:pt idx="6799">
                  <c:v>19-01-2022</c:v>
                </c:pt>
                <c:pt idx="6800">
                  <c:v>19-01-2022</c:v>
                </c:pt>
                <c:pt idx="6801">
                  <c:v>19-01-2022</c:v>
                </c:pt>
                <c:pt idx="6802">
                  <c:v>19-01-2022</c:v>
                </c:pt>
                <c:pt idx="6803">
                  <c:v>19-01-2022</c:v>
                </c:pt>
                <c:pt idx="6804">
                  <c:v>19-01-2022</c:v>
                </c:pt>
                <c:pt idx="6805">
                  <c:v>19-01-2022</c:v>
                </c:pt>
                <c:pt idx="6806">
                  <c:v>19-01-2022</c:v>
                </c:pt>
                <c:pt idx="6807">
                  <c:v>19-01-2022</c:v>
                </c:pt>
                <c:pt idx="6808">
                  <c:v>19-01-2022</c:v>
                </c:pt>
                <c:pt idx="6809">
                  <c:v>19-01-2022</c:v>
                </c:pt>
                <c:pt idx="6810">
                  <c:v>19-01-2022</c:v>
                </c:pt>
                <c:pt idx="6811">
                  <c:v>19-01-2022</c:v>
                </c:pt>
                <c:pt idx="6812">
                  <c:v>19-01-2022</c:v>
                </c:pt>
                <c:pt idx="6813">
                  <c:v>19-01-2022</c:v>
                </c:pt>
                <c:pt idx="6814">
                  <c:v>19-01-2022</c:v>
                </c:pt>
                <c:pt idx="6815">
                  <c:v>19-01-2022</c:v>
                </c:pt>
                <c:pt idx="6816">
                  <c:v>19-01-2022</c:v>
                </c:pt>
                <c:pt idx="6817">
                  <c:v>19-01-2022</c:v>
                </c:pt>
                <c:pt idx="6818">
                  <c:v>19-01-2022</c:v>
                </c:pt>
                <c:pt idx="6819">
                  <c:v>20-01-2022</c:v>
                </c:pt>
                <c:pt idx="6820">
                  <c:v>20-01-2022</c:v>
                </c:pt>
                <c:pt idx="6821">
                  <c:v>20-01-2022</c:v>
                </c:pt>
                <c:pt idx="6822">
                  <c:v>20-01-2022</c:v>
                </c:pt>
                <c:pt idx="6823">
                  <c:v>20-01-2022</c:v>
                </c:pt>
                <c:pt idx="6824">
                  <c:v>20-01-2022</c:v>
                </c:pt>
                <c:pt idx="6825">
                  <c:v>20-01-2022</c:v>
                </c:pt>
                <c:pt idx="6826">
                  <c:v>20-01-2022</c:v>
                </c:pt>
                <c:pt idx="6827">
                  <c:v>20-01-2022</c:v>
                </c:pt>
                <c:pt idx="6828">
                  <c:v>20-01-2022</c:v>
                </c:pt>
                <c:pt idx="6829">
                  <c:v>20-01-2022</c:v>
                </c:pt>
                <c:pt idx="6830">
                  <c:v>20-01-2022</c:v>
                </c:pt>
                <c:pt idx="6831">
                  <c:v>20-01-2022</c:v>
                </c:pt>
                <c:pt idx="6832">
                  <c:v>20-01-2022</c:v>
                </c:pt>
                <c:pt idx="6833">
                  <c:v>20-01-2022</c:v>
                </c:pt>
                <c:pt idx="6834">
                  <c:v>20-01-2022</c:v>
                </c:pt>
                <c:pt idx="6835">
                  <c:v>20-01-2022</c:v>
                </c:pt>
                <c:pt idx="6836">
                  <c:v>20-01-2022</c:v>
                </c:pt>
                <c:pt idx="6837">
                  <c:v>20-01-2022</c:v>
                </c:pt>
                <c:pt idx="6838">
                  <c:v>20-01-2022</c:v>
                </c:pt>
                <c:pt idx="6839">
                  <c:v>20-01-2022</c:v>
                </c:pt>
                <c:pt idx="6840">
                  <c:v>20-01-2022</c:v>
                </c:pt>
                <c:pt idx="6841">
                  <c:v>20-01-2022</c:v>
                </c:pt>
                <c:pt idx="6842">
                  <c:v>20-01-2022</c:v>
                </c:pt>
                <c:pt idx="6843">
                  <c:v>20-01-2022</c:v>
                </c:pt>
                <c:pt idx="6844">
                  <c:v>20-01-2022</c:v>
                </c:pt>
                <c:pt idx="6845">
                  <c:v>20-01-2022</c:v>
                </c:pt>
                <c:pt idx="6846">
                  <c:v>20-01-2022</c:v>
                </c:pt>
                <c:pt idx="6847">
                  <c:v>21-01-2022</c:v>
                </c:pt>
                <c:pt idx="6848">
                  <c:v>21-01-2022</c:v>
                </c:pt>
                <c:pt idx="6849">
                  <c:v>21-01-2022</c:v>
                </c:pt>
                <c:pt idx="6850">
                  <c:v>21-01-2022</c:v>
                </c:pt>
                <c:pt idx="6851">
                  <c:v>21-01-2022</c:v>
                </c:pt>
                <c:pt idx="6852">
                  <c:v>21-01-2022</c:v>
                </c:pt>
                <c:pt idx="6853">
                  <c:v>21-01-2022</c:v>
                </c:pt>
                <c:pt idx="6854">
                  <c:v>21-01-2022</c:v>
                </c:pt>
                <c:pt idx="6855">
                  <c:v>21-01-2022</c:v>
                </c:pt>
                <c:pt idx="6856">
                  <c:v>21-01-2022</c:v>
                </c:pt>
                <c:pt idx="6857">
                  <c:v>21-01-2022</c:v>
                </c:pt>
                <c:pt idx="6858">
                  <c:v>21-01-2022</c:v>
                </c:pt>
                <c:pt idx="6859">
                  <c:v>21-01-2022</c:v>
                </c:pt>
                <c:pt idx="6860">
                  <c:v>21-01-2022</c:v>
                </c:pt>
                <c:pt idx="6861">
                  <c:v>21-01-2022</c:v>
                </c:pt>
                <c:pt idx="6862">
                  <c:v>21-01-2022</c:v>
                </c:pt>
                <c:pt idx="6863">
                  <c:v>21-01-2022</c:v>
                </c:pt>
                <c:pt idx="6864">
                  <c:v>21-01-2022</c:v>
                </c:pt>
                <c:pt idx="6865">
                  <c:v>21-01-2022</c:v>
                </c:pt>
                <c:pt idx="6866">
                  <c:v>21-01-2022</c:v>
                </c:pt>
                <c:pt idx="6867">
                  <c:v>21-01-2022</c:v>
                </c:pt>
                <c:pt idx="6868">
                  <c:v>21-01-2022</c:v>
                </c:pt>
                <c:pt idx="6869">
                  <c:v>21-01-2022</c:v>
                </c:pt>
                <c:pt idx="6870">
                  <c:v>21-01-2022</c:v>
                </c:pt>
                <c:pt idx="6871">
                  <c:v>21-01-2022</c:v>
                </c:pt>
                <c:pt idx="6872">
                  <c:v>21-01-2022</c:v>
                </c:pt>
                <c:pt idx="6873">
                  <c:v>21-01-2022</c:v>
                </c:pt>
                <c:pt idx="6874">
                  <c:v>21-01-2022</c:v>
                </c:pt>
                <c:pt idx="6875">
                  <c:v>21-01-2022</c:v>
                </c:pt>
                <c:pt idx="6876">
                  <c:v>22-01-2022</c:v>
                </c:pt>
                <c:pt idx="6877">
                  <c:v>22-01-2022</c:v>
                </c:pt>
                <c:pt idx="6878">
                  <c:v>22-01-2022</c:v>
                </c:pt>
                <c:pt idx="6879">
                  <c:v>22-01-2022</c:v>
                </c:pt>
                <c:pt idx="6880">
                  <c:v>22-01-2022</c:v>
                </c:pt>
                <c:pt idx="6881">
                  <c:v>22-01-2022</c:v>
                </c:pt>
                <c:pt idx="6882">
                  <c:v>22-01-2022</c:v>
                </c:pt>
                <c:pt idx="6883">
                  <c:v>22-01-2022</c:v>
                </c:pt>
                <c:pt idx="6884">
                  <c:v>22-01-2022</c:v>
                </c:pt>
                <c:pt idx="6885">
                  <c:v>22-01-2022</c:v>
                </c:pt>
                <c:pt idx="6886">
                  <c:v>22-01-2022</c:v>
                </c:pt>
                <c:pt idx="6887">
                  <c:v>22-01-2022</c:v>
                </c:pt>
                <c:pt idx="6888">
                  <c:v>22-01-2022</c:v>
                </c:pt>
                <c:pt idx="6889">
                  <c:v>22-01-2022</c:v>
                </c:pt>
                <c:pt idx="6890">
                  <c:v>22-01-2022</c:v>
                </c:pt>
                <c:pt idx="6891">
                  <c:v>22-01-2022</c:v>
                </c:pt>
                <c:pt idx="6892">
                  <c:v>22-01-2022</c:v>
                </c:pt>
                <c:pt idx="6893">
                  <c:v>22-01-2022</c:v>
                </c:pt>
                <c:pt idx="6894">
                  <c:v>22-01-2022</c:v>
                </c:pt>
                <c:pt idx="6895">
                  <c:v>22-01-2022</c:v>
                </c:pt>
                <c:pt idx="6896">
                  <c:v>22-01-2022</c:v>
                </c:pt>
                <c:pt idx="6897">
                  <c:v>22-01-2022</c:v>
                </c:pt>
                <c:pt idx="6898">
                  <c:v>22-01-2022</c:v>
                </c:pt>
                <c:pt idx="6899">
                  <c:v>22-01-2022</c:v>
                </c:pt>
                <c:pt idx="6900">
                  <c:v>22-01-2022</c:v>
                </c:pt>
                <c:pt idx="6901">
                  <c:v>22-01-2022</c:v>
                </c:pt>
                <c:pt idx="6902">
                  <c:v>22-01-2022</c:v>
                </c:pt>
                <c:pt idx="6903">
                  <c:v>22-01-2022</c:v>
                </c:pt>
                <c:pt idx="6904">
                  <c:v>22-01-2022</c:v>
                </c:pt>
                <c:pt idx="6905">
                  <c:v>22-01-2022</c:v>
                </c:pt>
                <c:pt idx="6906">
                  <c:v>22-01-2022</c:v>
                </c:pt>
                <c:pt idx="6907">
                  <c:v>22-01-2022</c:v>
                </c:pt>
                <c:pt idx="6908">
                  <c:v>22-01-2022</c:v>
                </c:pt>
                <c:pt idx="6909">
                  <c:v>22-01-2022</c:v>
                </c:pt>
                <c:pt idx="6910">
                  <c:v>23-01-2022</c:v>
                </c:pt>
                <c:pt idx="6911">
                  <c:v>23-01-2022</c:v>
                </c:pt>
                <c:pt idx="6912">
                  <c:v>23-01-2022</c:v>
                </c:pt>
                <c:pt idx="6913">
                  <c:v>23-01-2022</c:v>
                </c:pt>
                <c:pt idx="6914">
                  <c:v>23-01-2022</c:v>
                </c:pt>
                <c:pt idx="6915">
                  <c:v>23-01-2022</c:v>
                </c:pt>
                <c:pt idx="6916">
                  <c:v>23-01-2022</c:v>
                </c:pt>
                <c:pt idx="6917">
                  <c:v>23-01-2022</c:v>
                </c:pt>
                <c:pt idx="6918">
                  <c:v>23-01-2022</c:v>
                </c:pt>
                <c:pt idx="6919">
                  <c:v>23-01-2022</c:v>
                </c:pt>
                <c:pt idx="6920">
                  <c:v>23-01-2022</c:v>
                </c:pt>
                <c:pt idx="6921">
                  <c:v>23-01-2022</c:v>
                </c:pt>
                <c:pt idx="6922">
                  <c:v>23-01-2022</c:v>
                </c:pt>
                <c:pt idx="6923">
                  <c:v>23-01-2022</c:v>
                </c:pt>
                <c:pt idx="6924">
                  <c:v>23-01-2022</c:v>
                </c:pt>
                <c:pt idx="6925">
                  <c:v>23-01-2022</c:v>
                </c:pt>
                <c:pt idx="6926">
                  <c:v>23-01-2022</c:v>
                </c:pt>
                <c:pt idx="6927">
                  <c:v>23-01-2022</c:v>
                </c:pt>
                <c:pt idx="6928">
                  <c:v>23-01-2022</c:v>
                </c:pt>
                <c:pt idx="6929">
                  <c:v>23-01-2022</c:v>
                </c:pt>
                <c:pt idx="6930">
                  <c:v>23-01-2022</c:v>
                </c:pt>
                <c:pt idx="6931">
                  <c:v>23-01-2022</c:v>
                </c:pt>
                <c:pt idx="6932">
                  <c:v>23-01-2022</c:v>
                </c:pt>
                <c:pt idx="6933">
                  <c:v>23-01-2022</c:v>
                </c:pt>
                <c:pt idx="6934">
                  <c:v>23-01-2022</c:v>
                </c:pt>
                <c:pt idx="6935">
                  <c:v>23-01-2022</c:v>
                </c:pt>
                <c:pt idx="6936">
                  <c:v>23-01-2022</c:v>
                </c:pt>
                <c:pt idx="6937">
                  <c:v>23-01-2022</c:v>
                </c:pt>
                <c:pt idx="6938">
                  <c:v>24-01-2022</c:v>
                </c:pt>
                <c:pt idx="6939">
                  <c:v>24-01-2022</c:v>
                </c:pt>
                <c:pt idx="6940">
                  <c:v>24-01-2022</c:v>
                </c:pt>
                <c:pt idx="6941">
                  <c:v>24-01-2022</c:v>
                </c:pt>
                <c:pt idx="6942">
                  <c:v>24-01-2022</c:v>
                </c:pt>
                <c:pt idx="6943">
                  <c:v>24-01-2022</c:v>
                </c:pt>
                <c:pt idx="6944">
                  <c:v>24-01-2022</c:v>
                </c:pt>
                <c:pt idx="6945">
                  <c:v>24-01-2022</c:v>
                </c:pt>
                <c:pt idx="6946">
                  <c:v>24-01-2022</c:v>
                </c:pt>
                <c:pt idx="6947">
                  <c:v>24-01-2022</c:v>
                </c:pt>
                <c:pt idx="6948">
                  <c:v>24-01-2022</c:v>
                </c:pt>
                <c:pt idx="6949">
                  <c:v>24-01-2022</c:v>
                </c:pt>
                <c:pt idx="6950">
                  <c:v>24-01-2022</c:v>
                </c:pt>
                <c:pt idx="6951">
                  <c:v>24-01-2022</c:v>
                </c:pt>
                <c:pt idx="6952">
                  <c:v>24-01-2022</c:v>
                </c:pt>
                <c:pt idx="6953">
                  <c:v>24-01-2022</c:v>
                </c:pt>
                <c:pt idx="6954">
                  <c:v>24-01-2022</c:v>
                </c:pt>
                <c:pt idx="6955">
                  <c:v>24-01-2022</c:v>
                </c:pt>
                <c:pt idx="6956">
                  <c:v>24-01-2022</c:v>
                </c:pt>
                <c:pt idx="6957">
                  <c:v>24-01-2022</c:v>
                </c:pt>
                <c:pt idx="6958">
                  <c:v>24-01-2022</c:v>
                </c:pt>
                <c:pt idx="6959">
                  <c:v>24-01-2022</c:v>
                </c:pt>
                <c:pt idx="6960">
                  <c:v>24-01-2022</c:v>
                </c:pt>
                <c:pt idx="6961">
                  <c:v>24-01-2022</c:v>
                </c:pt>
                <c:pt idx="6962">
                  <c:v>24-01-2022</c:v>
                </c:pt>
                <c:pt idx="6963">
                  <c:v>24-01-2022</c:v>
                </c:pt>
                <c:pt idx="6964">
                  <c:v>24-01-2022</c:v>
                </c:pt>
                <c:pt idx="6965">
                  <c:v>24-01-2022</c:v>
                </c:pt>
                <c:pt idx="6966">
                  <c:v>25-01-2022</c:v>
                </c:pt>
                <c:pt idx="6967">
                  <c:v>25-01-2022</c:v>
                </c:pt>
                <c:pt idx="6968">
                  <c:v>25-01-2022</c:v>
                </c:pt>
                <c:pt idx="6969">
                  <c:v>25-01-2022</c:v>
                </c:pt>
                <c:pt idx="6970">
                  <c:v>25-01-2022</c:v>
                </c:pt>
                <c:pt idx="6971">
                  <c:v>25-01-2022</c:v>
                </c:pt>
                <c:pt idx="6972">
                  <c:v>25-01-2022</c:v>
                </c:pt>
                <c:pt idx="6973">
                  <c:v>25-01-2022</c:v>
                </c:pt>
                <c:pt idx="6974">
                  <c:v>25-01-2022</c:v>
                </c:pt>
                <c:pt idx="6975">
                  <c:v>25-01-2022</c:v>
                </c:pt>
                <c:pt idx="6976">
                  <c:v>25-01-2022</c:v>
                </c:pt>
                <c:pt idx="6977">
                  <c:v>25-01-2022</c:v>
                </c:pt>
                <c:pt idx="6978">
                  <c:v>25-01-2022</c:v>
                </c:pt>
                <c:pt idx="6979">
                  <c:v>25-01-2022</c:v>
                </c:pt>
                <c:pt idx="6980">
                  <c:v>25-01-2022</c:v>
                </c:pt>
                <c:pt idx="6981">
                  <c:v>25-01-2022</c:v>
                </c:pt>
                <c:pt idx="6982">
                  <c:v>25-01-2022</c:v>
                </c:pt>
                <c:pt idx="6983">
                  <c:v>25-01-2022</c:v>
                </c:pt>
                <c:pt idx="6984">
                  <c:v>25-01-2022</c:v>
                </c:pt>
                <c:pt idx="6985">
                  <c:v>25-01-2022</c:v>
                </c:pt>
                <c:pt idx="6986">
                  <c:v>26-01-2022</c:v>
                </c:pt>
                <c:pt idx="6987">
                  <c:v>26-01-2022</c:v>
                </c:pt>
                <c:pt idx="6988">
                  <c:v>26-01-2022</c:v>
                </c:pt>
                <c:pt idx="6989">
                  <c:v>26-01-2022</c:v>
                </c:pt>
                <c:pt idx="6990">
                  <c:v>26-01-2022</c:v>
                </c:pt>
                <c:pt idx="6991">
                  <c:v>26-01-2022</c:v>
                </c:pt>
                <c:pt idx="6992">
                  <c:v>26-01-2022</c:v>
                </c:pt>
                <c:pt idx="6993">
                  <c:v>26-01-2022</c:v>
                </c:pt>
                <c:pt idx="6994">
                  <c:v>26-01-2022</c:v>
                </c:pt>
                <c:pt idx="6995">
                  <c:v>26-01-2022</c:v>
                </c:pt>
                <c:pt idx="6996">
                  <c:v>26-01-2022</c:v>
                </c:pt>
                <c:pt idx="6997">
                  <c:v>26-01-2022</c:v>
                </c:pt>
                <c:pt idx="6998">
                  <c:v>26-01-2022</c:v>
                </c:pt>
                <c:pt idx="6999">
                  <c:v>26-01-2022</c:v>
                </c:pt>
                <c:pt idx="7000">
                  <c:v>26-01-2022</c:v>
                </c:pt>
                <c:pt idx="7001">
                  <c:v>26-01-2022</c:v>
                </c:pt>
                <c:pt idx="7002">
                  <c:v>26-01-2022</c:v>
                </c:pt>
                <c:pt idx="7003">
                  <c:v>26-01-2022</c:v>
                </c:pt>
                <c:pt idx="7004">
                  <c:v>26-01-2022</c:v>
                </c:pt>
                <c:pt idx="7005">
                  <c:v>26-01-2022</c:v>
                </c:pt>
                <c:pt idx="7006">
                  <c:v>26-01-2022</c:v>
                </c:pt>
                <c:pt idx="7007">
                  <c:v>26-01-2022</c:v>
                </c:pt>
                <c:pt idx="7008">
                  <c:v>26-01-2022</c:v>
                </c:pt>
                <c:pt idx="7009">
                  <c:v>26-01-2022</c:v>
                </c:pt>
                <c:pt idx="7010">
                  <c:v>26-01-2022</c:v>
                </c:pt>
                <c:pt idx="7011">
                  <c:v>26-01-2022</c:v>
                </c:pt>
                <c:pt idx="7012">
                  <c:v>26-01-2022</c:v>
                </c:pt>
                <c:pt idx="7013">
                  <c:v>26-01-2022</c:v>
                </c:pt>
                <c:pt idx="7014">
                  <c:v>26-01-2022</c:v>
                </c:pt>
                <c:pt idx="7015">
                  <c:v>27-01-2022</c:v>
                </c:pt>
                <c:pt idx="7016">
                  <c:v>27-01-2022</c:v>
                </c:pt>
                <c:pt idx="7017">
                  <c:v>27-01-2022</c:v>
                </c:pt>
                <c:pt idx="7018">
                  <c:v>27-01-2022</c:v>
                </c:pt>
                <c:pt idx="7019">
                  <c:v>27-01-2022</c:v>
                </c:pt>
                <c:pt idx="7020">
                  <c:v>27-01-2022</c:v>
                </c:pt>
                <c:pt idx="7021">
                  <c:v>27-01-2022</c:v>
                </c:pt>
                <c:pt idx="7022">
                  <c:v>27-01-2022</c:v>
                </c:pt>
                <c:pt idx="7023">
                  <c:v>27-01-2022</c:v>
                </c:pt>
                <c:pt idx="7024">
                  <c:v>27-01-2022</c:v>
                </c:pt>
                <c:pt idx="7025">
                  <c:v>27-01-2022</c:v>
                </c:pt>
                <c:pt idx="7026">
                  <c:v>27-01-2022</c:v>
                </c:pt>
                <c:pt idx="7027">
                  <c:v>27-01-2022</c:v>
                </c:pt>
                <c:pt idx="7028">
                  <c:v>27-01-2022</c:v>
                </c:pt>
                <c:pt idx="7029">
                  <c:v>27-01-2022</c:v>
                </c:pt>
                <c:pt idx="7030">
                  <c:v>27-01-2022</c:v>
                </c:pt>
                <c:pt idx="7031">
                  <c:v>27-01-2022</c:v>
                </c:pt>
                <c:pt idx="7032">
                  <c:v>27-01-2022</c:v>
                </c:pt>
                <c:pt idx="7033">
                  <c:v>27-01-2022</c:v>
                </c:pt>
                <c:pt idx="7034">
                  <c:v>27-01-2022</c:v>
                </c:pt>
                <c:pt idx="7035">
                  <c:v>27-01-2022</c:v>
                </c:pt>
                <c:pt idx="7036">
                  <c:v>27-01-2022</c:v>
                </c:pt>
                <c:pt idx="7037">
                  <c:v>27-01-2022</c:v>
                </c:pt>
                <c:pt idx="7038">
                  <c:v>27-01-2022</c:v>
                </c:pt>
                <c:pt idx="7039">
                  <c:v>27-01-2022</c:v>
                </c:pt>
                <c:pt idx="7040">
                  <c:v>27-01-2022</c:v>
                </c:pt>
                <c:pt idx="7041">
                  <c:v>27-01-2022</c:v>
                </c:pt>
                <c:pt idx="7042">
                  <c:v>27-01-2022</c:v>
                </c:pt>
                <c:pt idx="7043">
                  <c:v>27-01-2022</c:v>
                </c:pt>
                <c:pt idx="7044">
                  <c:v>27-01-2022</c:v>
                </c:pt>
                <c:pt idx="7045">
                  <c:v>27-01-2022</c:v>
                </c:pt>
                <c:pt idx="7046">
                  <c:v>27-01-2022</c:v>
                </c:pt>
                <c:pt idx="7047">
                  <c:v>27-01-2022</c:v>
                </c:pt>
                <c:pt idx="7048">
                  <c:v>27-01-2022</c:v>
                </c:pt>
                <c:pt idx="7049">
                  <c:v>27-01-2022</c:v>
                </c:pt>
                <c:pt idx="7050">
                  <c:v>28-01-2022</c:v>
                </c:pt>
                <c:pt idx="7051">
                  <c:v>28-01-2022</c:v>
                </c:pt>
                <c:pt idx="7052">
                  <c:v>28-01-2022</c:v>
                </c:pt>
                <c:pt idx="7053">
                  <c:v>28-01-2022</c:v>
                </c:pt>
                <c:pt idx="7054">
                  <c:v>28-01-2022</c:v>
                </c:pt>
                <c:pt idx="7055">
                  <c:v>28-01-2022</c:v>
                </c:pt>
                <c:pt idx="7056">
                  <c:v>28-01-2022</c:v>
                </c:pt>
                <c:pt idx="7057">
                  <c:v>28-01-2022</c:v>
                </c:pt>
                <c:pt idx="7058">
                  <c:v>28-01-2022</c:v>
                </c:pt>
                <c:pt idx="7059">
                  <c:v>28-01-2022</c:v>
                </c:pt>
                <c:pt idx="7060">
                  <c:v>28-01-2022</c:v>
                </c:pt>
                <c:pt idx="7061">
                  <c:v>28-01-2022</c:v>
                </c:pt>
                <c:pt idx="7062">
                  <c:v>28-01-2022</c:v>
                </c:pt>
                <c:pt idx="7063">
                  <c:v>28-01-2022</c:v>
                </c:pt>
                <c:pt idx="7064">
                  <c:v>28-01-2022</c:v>
                </c:pt>
                <c:pt idx="7065">
                  <c:v>28-01-2022</c:v>
                </c:pt>
                <c:pt idx="7066">
                  <c:v>28-01-2022</c:v>
                </c:pt>
                <c:pt idx="7067">
                  <c:v>28-01-2022</c:v>
                </c:pt>
                <c:pt idx="7068">
                  <c:v>28-01-2022</c:v>
                </c:pt>
                <c:pt idx="7069">
                  <c:v>28-01-2022</c:v>
                </c:pt>
                <c:pt idx="7070">
                  <c:v>28-01-2022</c:v>
                </c:pt>
                <c:pt idx="7071">
                  <c:v>28-01-2022</c:v>
                </c:pt>
                <c:pt idx="7072">
                  <c:v>28-01-2022</c:v>
                </c:pt>
                <c:pt idx="7073">
                  <c:v>28-01-2022</c:v>
                </c:pt>
                <c:pt idx="7074">
                  <c:v>28-01-2022</c:v>
                </c:pt>
                <c:pt idx="7075">
                  <c:v>28-01-2022</c:v>
                </c:pt>
                <c:pt idx="7076">
                  <c:v>28-01-2022</c:v>
                </c:pt>
                <c:pt idx="7077">
                  <c:v>28-01-2022</c:v>
                </c:pt>
                <c:pt idx="7078">
                  <c:v>29-01-2022</c:v>
                </c:pt>
                <c:pt idx="7079">
                  <c:v>29-01-2022</c:v>
                </c:pt>
                <c:pt idx="7080">
                  <c:v>29-01-2022</c:v>
                </c:pt>
                <c:pt idx="7081">
                  <c:v>29-01-2022</c:v>
                </c:pt>
                <c:pt idx="7082">
                  <c:v>29-01-2022</c:v>
                </c:pt>
                <c:pt idx="7083">
                  <c:v>29-01-2022</c:v>
                </c:pt>
                <c:pt idx="7084">
                  <c:v>29-01-2022</c:v>
                </c:pt>
                <c:pt idx="7085">
                  <c:v>29-01-2022</c:v>
                </c:pt>
                <c:pt idx="7086">
                  <c:v>29-01-2022</c:v>
                </c:pt>
                <c:pt idx="7087">
                  <c:v>29-01-2022</c:v>
                </c:pt>
                <c:pt idx="7088">
                  <c:v>29-01-2022</c:v>
                </c:pt>
                <c:pt idx="7089">
                  <c:v>29-01-2022</c:v>
                </c:pt>
                <c:pt idx="7090">
                  <c:v>29-01-2022</c:v>
                </c:pt>
                <c:pt idx="7091">
                  <c:v>29-01-2022</c:v>
                </c:pt>
                <c:pt idx="7092">
                  <c:v>29-01-2022</c:v>
                </c:pt>
                <c:pt idx="7093">
                  <c:v>29-01-2022</c:v>
                </c:pt>
                <c:pt idx="7094">
                  <c:v>29-01-2022</c:v>
                </c:pt>
                <c:pt idx="7095">
                  <c:v>29-01-2022</c:v>
                </c:pt>
                <c:pt idx="7096">
                  <c:v>29-01-2022</c:v>
                </c:pt>
                <c:pt idx="7097">
                  <c:v>29-01-2022</c:v>
                </c:pt>
                <c:pt idx="7098">
                  <c:v>29-01-2022</c:v>
                </c:pt>
                <c:pt idx="7099">
                  <c:v>29-01-2022</c:v>
                </c:pt>
                <c:pt idx="7100">
                  <c:v>29-01-2022</c:v>
                </c:pt>
                <c:pt idx="7101">
                  <c:v>29-01-2022</c:v>
                </c:pt>
                <c:pt idx="7102">
                  <c:v>29-01-2022</c:v>
                </c:pt>
                <c:pt idx="7103">
                  <c:v>29-01-2022</c:v>
                </c:pt>
                <c:pt idx="7104">
                  <c:v>29-01-2022</c:v>
                </c:pt>
                <c:pt idx="7105">
                  <c:v>29-01-2022</c:v>
                </c:pt>
                <c:pt idx="7106">
                  <c:v>29-01-2022</c:v>
                </c:pt>
                <c:pt idx="7107">
                  <c:v>29-01-2022</c:v>
                </c:pt>
                <c:pt idx="7108">
                  <c:v>30-01-2022</c:v>
                </c:pt>
                <c:pt idx="7109">
                  <c:v>30-01-2022</c:v>
                </c:pt>
                <c:pt idx="7110">
                  <c:v>30-01-2022</c:v>
                </c:pt>
                <c:pt idx="7111">
                  <c:v>30-01-2022</c:v>
                </c:pt>
                <c:pt idx="7112">
                  <c:v>30-01-2022</c:v>
                </c:pt>
                <c:pt idx="7113">
                  <c:v>30-01-2022</c:v>
                </c:pt>
                <c:pt idx="7114">
                  <c:v>30-01-2022</c:v>
                </c:pt>
                <c:pt idx="7115">
                  <c:v>30-01-2022</c:v>
                </c:pt>
                <c:pt idx="7116">
                  <c:v>30-01-2022</c:v>
                </c:pt>
                <c:pt idx="7117">
                  <c:v>30-01-2022</c:v>
                </c:pt>
                <c:pt idx="7118">
                  <c:v>30-01-2022</c:v>
                </c:pt>
                <c:pt idx="7119">
                  <c:v>30-01-2022</c:v>
                </c:pt>
                <c:pt idx="7120">
                  <c:v>30-01-2022</c:v>
                </c:pt>
                <c:pt idx="7121">
                  <c:v>30-01-2022</c:v>
                </c:pt>
                <c:pt idx="7122">
                  <c:v>30-01-2022</c:v>
                </c:pt>
                <c:pt idx="7123">
                  <c:v>30-01-2022</c:v>
                </c:pt>
                <c:pt idx="7124">
                  <c:v>30-01-2022</c:v>
                </c:pt>
                <c:pt idx="7125">
                  <c:v>30-01-2022</c:v>
                </c:pt>
                <c:pt idx="7126">
                  <c:v>30-01-2022</c:v>
                </c:pt>
                <c:pt idx="7127">
                  <c:v>30-01-2022</c:v>
                </c:pt>
                <c:pt idx="7128">
                  <c:v>30-01-2022</c:v>
                </c:pt>
                <c:pt idx="7129">
                  <c:v>30-01-2022</c:v>
                </c:pt>
                <c:pt idx="7130">
                  <c:v>30-01-2022</c:v>
                </c:pt>
                <c:pt idx="7131">
                  <c:v>30-01-2022</c:v>
                </c:pt>
                <c:pt idx="7132">
                  <c:v>30-01-2022</c:v>
                </c:pt>
                <c:pt idx="7133">
                  <c:v>30-01-2022</c:v>
                </c:pt>
                <c:pt idx="7134">
                  <c:v>30-01-2022</c:v>
                </c:pt>
                <c:pt idx="7135">
                  <c:v>30-01-2022</c:v>
                </c:pt>
                <c:pt idx="7136">
                  <c:v>30-01-2022</c:v>
                </c:pt>
                <c:pt idx="7137">
                  <c:v>30-01-2022</c:v>
                </c:pt>
                <c:pt idx="7138">
                  <c:v>30-01-2022</c:v>
                </c:pt>
                <c:pt idx="7139">
                  <c:v>31-01-2022</c:v>
                </c:pt>
                <c:pt idx="7140">
                  <c:v>31-01-2022</c:v>
                </c:pt>
                <c:pt idx="7141">
                  <c:v>31-01-2022</c:v>
                </c:pt>
                <c:pt idx="7142">
                  <c:v>31-01-2022</c:v>
                </c:pt>
                <c:pt idx="7143">
                  <c:v>31-01-2022</c:v>
                </c:pt>
                <c:pt idx="7144">
                  <c:v>31-01-2022</c:v>
                </c:pt>
                <c:pt idx="7145">
                  <c:v>31-01-2022</c:v>
                </c:pt>
                <c:pt idx="7146">
                  <c:v>31-01-2022</c:v>
                </c:pt>
                <c:pt idx="7147">
                  <c:v>31-01-2022</c:v>
                </c:pt>
                <c:pt idx="7148">
                  <c:v>31-01-2022</c:v>
                </c:pt>
                <c:pt idx="7149">
                  <c:v>31-01-2022</c:v>
                </c:pt>
                <c:pt idx="7150">
                  <c:v>31-01-2022</c:v>
                </c:pt>
                <c:pt idx="7151">
                  <c:v>31-01-2022</c:v>
                </c:pt>
                <c:pt idx="7152">
                  <c:v>31-01-2022</c:v>
                </c:pt>
                <c:pt idx="7153">
                  <c:v>31-01-2022</c:v>
                </c:pt>
                <c:pt idx="7154">
                  <c:v>31-01-2022</c:v>
                </c:pt>
                <c:pt idx="7155">
                  <c:v>31-01-2022</c:v>
                </c:pt>
                <c:pt idx="7156">
                  <c:v>31-01-2022</c:v>
                </c:pt>
                <c:pt idx="7157">
                  <c:v>31-01-2022</c:v>
                </c:pt>
                <c:pt idx="7158">
                  <c:v>31-01-2022</c:v>
                </c:pt>
                <c:pt idx="7159">
                  <c:v>31-01-2022</c:v>
                </c:pt>
                <c:pt idx="7160">
                  <c:v>31-01-2022</c:v>
                </c:pt>
                <c:pt idx="7161">
                  <c:v>31-01-2022</c:v>
                </c:pt>
                <c:pt idx="7162">
                  <c:v>31-01-2022</c:v>
                </c:pt>
                <c:pt idx="7163">
                  <c:v>31-01-2022</c:v>
                </c:pt>
                <c:pt idx="7164">
                  <c:v>31-01-2022</c:v>
                </c:pt>
                <c:pt idx="7165">
                  <c:v>31-01-2022</c:v>
                </c:pt>
                <c:pt idx="7166">
                  <c:v>31-01-2022</c:v>
                </c:pt>
                <c:pt idx="7167">
                  <c:v>31-01-2022</c:v>
                </c:pt>
                <c:pt idx="7168">
                  <c:v>31-01-2022</c:v>
                </c:pt>
                <c:pt idx="7169">
                  <c:v>01-02-2022</c:v>
                </c:pt>
                <c:pt idx="7170">
                  <c:v>01-02-2022</c:v>
                </c:pt>
                <c:pt idx="7171">
                  <c:v>01-02-2022</c:v>
                </c:pt>
                <c:pt idx="7172">
                  <c:v>01-02-2022</c:v>
                </c:pt>
                <c:pt idx="7173">
                  <c:v>01-02-2022</c:v>
                </c:pt>
                <c:pt idx="7174">
                  <c:v>01-02-2022</c:v>
                </c:pt>
                <c:pt idx="7175">
                  <c:v>01-02-2022</c:v>
                </c:pt>
                <c:pt idx="7176">
                  <c:v>01-02-2022</c:v>
                </c:pt>
                <c:pt idx="7177">
                  <c:v>01-02-2022</c:v>
                </c:pt>
                <c:pt idx="7178">
                  <c:v>01-02-2022</c:v>
                </c:pt>
                <c:pt idx="7179">
                  <c:v>01-02-2022</c:v>
                </c:pt>
                <c:pt idx="7180">
                  <c:v>01-02-2022</c:v>
                </c:pt>
                <c:pt idx="7181">
                  <c:v>01-02-2022</c:v>
                </c:pt>
                <c:pt idx="7182">
                  <c:v>01-02-2022</c:v>
                </c:pt>
                <c:pt idx="7183">
                  <c:v>01-02-2022</c:v>
                </c:pt>
                <c:pt idx="7184">
                  <c:v>01-02-2022</c:v>
                </c:pt>
                <c:pt idx="7185">
                  <c:v>01-02-2022</c:v>
                </c:pt>
                <c:pt idx="7186">
                  <c:v>01-02-2022</c:v>
                </c:pt>
                <c:pt idx="7187">
                  <c:v>01-02-2022</c:v>
                </c:pt>
                <c:pt idx="7188">
                  <c:v>01-02-2022</c:v>
                </c:pt>
                <c:pt idx="7189">
                  <c:v>01-02-2022</c:v>
                </c:pt>
                <c:pt idx="7190">
                  <c:v>01-02-2022</c:v>
                </c:pt>
                <c:pt idx="7191">
                  <c:v>01-02-2022</c:v>
                </c:pt>
                <c:pt idx="7192">
                  <c:v>01-02-2022</c:v>
                </c:pt>
                <c:pt idx="7193">
                  <c:v>01-02-2022</c:v>
                </c:pt>
                <c:pt idx="7194">
                  <c:v>01-02-2022</c:v>
                </c:pt>
                <c:pt idx="7195">
                  <c:v>01-02-2022</c:v>
                </c:pt>
                <c:pt idx="7196">
                  <c:v>01-02-2022</c:v>
                </c:pt>
                <c:pt idx="7197">
                  <c:v>01-02-2022</c:v>
                </c:pt>
                <c:pt idx="7198">
                  <c:v>01-02-2022</c:v>
                </c:pt>
                <c:pt idx="7199">
                  <c:v>01-02-2022</c:v>
                </c:pt>
                <c:pt idx="7200">
                  <c:v>01-02-2022</c:v>
                </c:pt>
                <c:pt idx="7201">
                  <c:v>02-02-2022</c:v>
                </c:pt>
                <c:pt idx="7202">
                  <c:v>02-02-2022</c:v>
                </c:pt>
                <c:pt idx="7203">
                  <c:v>02-02-2022</c:v>
                </c:pt>
                <c:pt idx="7204">
                  <c:v>02-02-2022</c:v>
                </c:pt>
                <c:pt idx="7205">
                  <c:v>02-02-2022</c:v>
                </c:pt>
                <c:pt idx="7206">
                  <c:v>02-02-2022</c:v>
                </c:pt>
                <c:pt idx="7207">
                  <c:v>02-02-2022</c:v>
                </c:pt>
                <c:pt idx="7208">
                  <c:v>02-02-2022</c:v>
                </c:pt>
                <c:pt idx="7209">
                  <c:v>02-02-2022</c:v>
                </c:pt>
                <c:pt idx="7210">
                  <c:v>02-02-2022</c:v>
                </c:pt>
                <c:pt idx="7211">
                  <c:v>02-02-2022</c:v>
                </c:pt>
                <c:pt idx="7212">
                  <c:v>02-02-2022</c:v>
                </c:pt>
                <c:pt idx="7213">
                  <c:v>02-02-2022</c:v>
                </c:pt>
                <c:pt idx="7214">
                  <c:v>02-02-2022</c:v>
                </c:pt>
                <c:pt idx="7215">
                  <c:v>02-02-2022</c:v>
                </c:pt>
                <c:pt idx="7216">
                  <c:v>02-02-2022</c:v>
                </c:pt>
                <c:pt idx="7217">
                  <c:v>02-02-2022</c:v>
                </c:pt>
                <c:pt idx="7218">
                  <c:v>02-02-2022</c:v>
                </c:pt>
                <c:pt idx="7219">
                  <c:v>02-02-2022</c:v>
                </c:pt>
                <c:pt idx="7220">
                  <c:v>02-02-2022</c:v>
                </c:pt>
                <c:pt idx="7221">
                  <c:v>02-02-2022</c:v>
                </c:pt>
                <c:pt idx="7222">
                  <c:v>02-02-2022</c:v>
                </c:pt>
                <c:pt idx="7223">
                  <c:v>02-02-2022</c:v>
                </c:pt>
                <c:pt idx="7224">
                  <c:v>02-02-2022</c:v>
                </c:pt>
                <c:pt idx="7225">
                  <c:v>02-02-2022</c:v>
                </c:pt>
                <c:pt idx="7226">
                  <c:v>02-02-2022</c:v>
                </c:pt>
                <c:pt idx="7227">
                  <c:v>02-02-2022</c:v>
                </c:pt>
                <c:pt idx="7228">
                  <c:v>02-02-2022</c:v>
                </c:pt>
                <c:pt idx="7229">
                  <c:v>02-02-2022</c:v>
                </c:pt>
                <c:pt idx="7230">
                  <c:v>02-02-2022</c:v>
                </c:pt>
                <c:pt idx="7231">
                  <c:v>02-02-2022</c:v>
                </c:pt>
                <c:pt idx="7232">
                  <c:v>02-02-2022</c:v>
                </c:pt>
                <c:pt idx="7233">
                  <c:v>03-02-2022</c:v>
                </c:pt>
                <c:pt idx="7234">
                  <c:v>03-02-2022</c:v>
                </c:pt>
                <c:pt idx="7235">
                  <c:v>03-02-2022</c:v>
                </c:pt>
                <c:pt idx="7236">
                  <c:v>03-02-2022</c:v>
                </c:pt>
                <c:pt idx="7237">
                  <c:v>03-02-2022</c:v>
                </c:pt>
                <c:pt idx="7238">
                  <c:v>03-02-2022</c:v>
                </c:pt>
                <c:pt idx="7239">
                  <c:v>03-02-2022</c:v>
                </c:pt>
                <c:pt idx="7240">
                  <c:v>03-02-2022</c:v>
                </c:pt>
                <c:pt idx="7241">
                  <c:v>03-02-2022</c:v>
                </c:pt>
                <c:pt idx="7242">
                  <c:v>03-02-2022</c:v>
                </c:pt>
                <c:pt idx="7243">
                  <c:v>03-02-2022</c:v>
                </c:pt>
                <c:pt idx="7244">
                  <c:v>03-02-2022</c:v>
                </c:pt>
                <c:pt idx="7245">
                  <c:v>03-02-2022</c:v>
                </c:pt>
                <c:pt idx="7246">
                  <c:v>03-02-2022</c:v>
                </c:pt>
                <c:pt idx="7247">
                  <c:v>03-02-2022</c:v>
                </c:pt>
                <c:pt idx="7248">
                  <c:v>03-02-2022</c:v>
                </c:pt>
                <c:pt idx="7249">
                  <c:v>03-02-2022</c:v>
                </c:pt>
                <c:pt idx="7250">
                  <c:v>03-02-2022</c:v>
                </c:pt>
                <c:pt idx="7251">
                  <c:v>03-02-2022</c:v>
                </c:pt>
                <c:pt idx="7252">
                  <c:v>03-02-2022</c:v>
                </c:pt>
                <c:pt idx="7253">
                  <c:v>04-02-2022</c:v>
                </c:pt>
                <c:pt idx="7254">
                  <c:v>04-02-2022</c:v>
                </c:pt>
                <c:pt idx="7255">
                  <c:v>04-02-2022</c:v>
                </c:pt>
                <c:pt idx="7256">
                  <c:v>04-02-2022</c:v>
                </c:pt>
                <c:pt idx="7257">
                  <c:v>04-02-2022</c:v>
                </c:pt>
                <c:pt idx="7258">
                  <c:v>04-02-2022</c:v>
                </c:pt>
                <c:pt idx="7259">
                  <c:v>04-02-2022</c:v>
                </c:pt>
                <c:pt idx="7260">
                  <c:v>04-02-2022</c:v>
                </c:pt>
                <c:pt idx="7261">
                  <c:v>04-02-2022</c:v>
                </c:pt>
                <c:pt idx="7262">
                  <c:v>04-02-2022</c:v>
                </c:pt>
                <c:pt idx="7263">
                  <c:v>04-02-2022</c:v>
                </c:pt>
                <c:pt idx="7264">
                  <c:v>04-02-2022</c:v>
                </c:pt>
                <c:pt idx="7265">
                  <c:v>04-02-2022</c:v>
                </c:pt>
                <c:pt idx="7266">
                  <c:v>04-02-2022</c:v>
                </c:pt>
                <c:pt idx="7267">
                  <c:v>04-02-2022</c:v>
                </c:pt>
                <c:pt idx="7268">
                  <c:v>04-02-2022</c:v>
                </c:pt>
                <c:pt idx="7269">
                  <c:v>04-02-2022</c:v>
                </c:pt>
                <c:pt idx="7270">
                  <c:v>04-02-2022</c:v>
                </c:pt>
                <c:pt idx="7271">
                  <c:v>04-02-2022</c:v>
                </c:pt>
                <c:pt idx="7272">
                  <c:v>04-02-2022</c:v>
                </c:pt>
                <c:pt idx="7273">
                  <c:v>04-02-2022</c:v>
                </c:pt>
                <c:pt idx="7274">
                  <c:v>04-02-2022</c:v>
                </c:pt>
                <c:pt idx="7275">
                  <c:v>04-02-2022</c:v>
                </c:pt>
                <c:pt idx="7276">
                  <c:v>04-02-2022</c:v>
                </c:pt>
                <c:pt idx="7277">
                  <c:v>04-02-2022</c:v>
                </c:pt>
                <c:pt idx="7278">
                  <c:v>04-02-2022</c:v>
                </c:pt>
                <c:pt idx="7279">
                  <c:v>04-02-2022</c:v>
                </c:pt>
                <c:pt idx="7280">
                  <c:v>04-02-2022</c:v>
                </c:pt>
                <c:pt idx="7281">
                  <c:v>04-02-2022</c:v>
                </c:pt>
                <c:pt idx="7282">
                  <c:v>04-02-2022</c:v>
                </c:pt>
                <c:pt idx="7283">
                  <c:v>04-02-2022</c:v>
                </c:pt>
                <c:pt idx="7284">
                  <c:v>04-02-2022</c:v>
                </c:pt>
                <c:pt idx="7285">
                  <c:v>05-02-2022</c:v>
                </c:pt>
                <c:pt idx="7286">
                  <c:v>05-02-2022</c:v>
                </c:pt>
                <c:pt idx="7287">
                  <c:v>05-02-2022</c:v>
                </c:pt>
                <c:pt idx="7288">
                  <c:v>05-02-2022</c:v>
                </c:pt>
                <c:pt idx="7289">
                  <c:v>05-02-2022</c:v>
                </c:pt>
                <c:pt idx="7290">
                  <c:v>05-02-2022</c:v>
                </c:pt>
                <c:pt idx="7291">
                  <c:v>05-02-2022</c:v>
                </c:pt>
                <c:pt idx="7292">
                  <c:v>05-02-2022</c:v>
                </c:pt>
                <c:pt idx="7293">
                  <c:v>05-02-2022</c:v>
                </c:pt>
                <c:pt idx="7294">
                  <c:v>05-02-2022</c:v>
                </c:pt>
                <c:pt idx="7295">
                  <c:v>05-02-2022</c:v>
                </c:pt>
                <c:pt idx="7296">
                  <c:v>05-02-2022</c:v>
                </c:pt>
                <c:pt idx="7297">
                  <c:v>05-02-2022</c:v>
                </c:pt>
                <c:pt idx="7298">
                  <c:v>05-02-2022</c:v>
                </c:pt>
                <c:pt idx="7299">
                  <c:v>05-02-2022</c:v>
                </c:pt>
                <c:pt idx="7300">
                  <c:v>05-02-2022</c:v>
                </c:pt>
                <c:pt idx="7301">
                  <c:v>05-02-2022</c:v>
                </c:pt>
                <c:pt idx="7302">
                  <c:v>05-02-2022</c:v>
                </c:pt>
                <c:pt idx="7303">
                  <c:v>05-02-2022</c:v>
                </c:pt>
                <c:pt idx="7304">
                  <c:v>05-02-2022</c:v>
                </c:pt>
                <c:pt idx="7305">
                  <c:v>05-02-2022</c:v>
                </c:pt>
                <c:pt idx="7306">
                  <c:v>05-02-2022</c:v>
                </c:pt>
                <c:pt idx="7307">
                  <c:v>05-02-2022</c:v>
                </c:pt>
                <c:pt idx="7308">
                  <c:v>05-02-2022</c:v>
                </c:pt>
                <c:pt idx="7309">
                  <c:v>05-02-2022</c:v>
                </c:pt>
                <c:pt idx="7310">
                  <c:v>05-02-2022</c:v>
                </c:pt>
                <c:pt idx="7311">
                  <c:v>05-02-2022</c:v>
                </c:pt>
                <c:pt idx="7312">
                  <c:v>05-02-2022</c:v>
                </c:pt>
                <c:pt idx="7313">
                  <c:v>05-02-2022</c:v>
                </c:pt>
                <c:pt idx="7314">
                  <c:v>05-02-2022</c:v>
                </c:pt>
                <c:pt idx="7315">
                  <c:v>05-02-2022</c:v>
                </c:pt>
                <c:pt idx="7316">
                  <c:v>05-02-2022</c:v>
                </c:pt>
                <c:pt idx="7317">
                  <c:v>05-02-2022</c:v>
                </c:pt>
                <c:pt idx="7318">
                  <c:v>05-02-2022</c:v>
                </c:pt>
                <c:pt idx="7319">
                  <c:v>05-02-2022</c:v>
                </c:pt>
                <c:pt idx="7320">
                  <c:v>05-02-2022</c:v>
                </c:pt>
                <c:pt idx="7321">
                  <c:v>05-02-2022</c:v>
                </c:pt>
                <c:pt idx="7322">
                  <c:v>05-02-2022</c:v>
                </c:pt>
                <c:pt idx="7323">
                  <c:v>05-02-2022</c:v>
                </c:pt>
                <c:pt idx="7324">
                  <c:v>05-02-2022</c:v>
                </c:pt>
                <c:pt idx="7325">
                  <c:v>05-02-2022</c:v>
                </c:pt>
                <c:pt idx="7326">
                  <c:v>05-02-2022</c:v>
                </c:pt>
                <c:pt idx="7327">
                  <c:v>05-02-2022</c:v>
                </c:pt>
                <c:pt idx="7328">
                  <c:v>05-02-2022</c:v>
                </c:pt>
                <c:pt idx="7329">
                  <c:v>05-02-2022</c:v>
                </c:pt>
                <c:pt idx="7330">
                  <c:v>06-02-2022</c:v>
                </c:pt>
                <c:pt idx="7331">
                  <c:v>06-02-2022</c:v>
                </c:pt>
                <c:pt idx="7332">
                  <c:v>06-02-2022</c:v>
                </c:pt>
                <c:pt idx="7333">
                  <c:v>06-02-2022</c:v>
                </c:pt>
                <c:pt idx="7334">
                  <c:v>06-02-2022</c:v>
                </c:pt>
                <c:pt idx="7335">
                  <c:v>06-02-2022</c:v>
                </c:pt>
                <c:pt idx="7336">
                  <c:v>06-02-2022</c:v>
                </c:pt>
                <c:pt idx="7337">
                  <c:v>06-02-2022</c:v>
                </c:pt>
                <c:pt idx="7338">
                  <c:v>06-02-2022</c:v>
                </c:pt>
                <c:pt idx="7339">
                  <c:v>06-02-2022</c:v>
                </c:pt>
                <c:pt idx="7340">
                  <c:v>06-02-2022</c:v>
                </c:pt>
                <c:pt idx="7341">
                  <c:v>06-02-2022</c:v>
                </c:pt>
                <c:pt idx="7342">
                  <c:v>06-02-2022</c:v>
                </c:pt>
                <c:pt idx="7343">
                  <c:v>06-02-2022</c:v>
                </c:pt>
                <c:pt idx="7344">
                  <c:v>06-02-2022</c:v>
                </c:pt>
                <c:pt idx="7345">
                  <c:v>06-02-2022</c:v>
                </c:pt>
                <c:pt idx="7346">
                  <c:v>06-02-2022</c:v>
                </c:pt>
                <c:pt idx="7347">
                  <c:v>06-02-2022</c:v>
                </c:pt>
                <c:pt idx="7348">
                  <c:v>06-02-2022</c:v>
                </c:pt>
                <c:pt idx="7349">
                  <c:v>06-02-2022</c:v>
                </c:pt>
                <c:pt idx="7350">
                  <c:v>06-02-2022</c:v>
                </c:pt>
                <c:pt idx="7351">
                  <c:v>06-02-2022</c:v>
                </c:pt>
                <c:pt idx="7352">
                  <c:v>06-02-2022</c:v>
                </c:pt>
                <c:pt idx="7353">
                  <c:v>06-02-2022</c:v>
                </c:pt>
                <c:pt idx="7354">
                  <c:v>07-02-2022</c:v>
                </c:pt>
                <c:pt idx="7355">
                  <c:v>07-02-2022</c:v>
                </c:pt>
                <c:pt idx="7356">
                  <c:v>07-02-2022</c:v>
                </c:pt>
                <c:pt idx="7357">
                  <c:v>07-02-2022</c:v>
                </c:pt>
                <c:pt idx="7358">
                  <c:v>07-02-2022</c:v>
                </c:pt>
                <c:pt idx="7359">
                  <c:v>07-02-2022</c:v>
                </c:pt>
                <c:pt idx="7360">
                  <c:v>07-02-2022</c:v>
                </c:pt>
                <c:pt idx="7361">
                  <c:v>07-02-2022</c:v>
                </c:pt>
                <c:pt idx="7362">
                  <c:v>07-02-2022</c:v>
                </c:pt>
                <c:pt idx="7363">
                  <c:v>07-02-2022</c:v>
                </c:pt>
                <c:pt idx="7364">
                  <c:v>07-02-2022</c:v>
                </c:pt>
                <c:pt idx="7365">
                  <c:v>07-02-2022</c:v>
                </c:pt>
                <c:pt idx="7366">
                  <c:v>07-02-2022</c:v>
                </c:pt>
                <c:pt idx="7367">
                  <c:v>07-02-2022</c:v>
                </c:pt>
                <c:pt idx="7368">
                  <c:v>07-02-2022</c:v>
                </c:pt>
                <c:pt idx="7369">
                  <c:v>07-02-2022</c:v>
                </c:pt>
                <c:pt idx="7370">
                  <c:v>07-02-2022</c:v>
                </c:pt>
                <c:pt idx="7371">
                  <c:v>07-02-2022</c:v>
                </c:pt>
                <c:pt idx="7372">
                  <c:v>07-02-2022</c:v>
                </c:pt>
                <c:pt idx="7373">
                  <c:v>07-02-2022</c:v>
                </c:pt>
                <c:pt idx="7374">
                  <c:v>07-02-2022</c:v>
                </c:pt>
                <c:pt idx="7375">
                  <c:v>07-02-2022</c:v>
                </c:pt>
                <c:pt idx="7376">
                  <c:v>07-02-2022</c:v>
                </c:pt>
                <c:pt idx="7377">
                  <c:v>07-02-2022</c:v>
                </c:pt>
                <c:pt idx="7378">
                  <c:v>07-02-2022</c:v>
                </c:pt>
                <c:pt idx="7379">
                  <c:v>07-02-2022</c:v>
                </c:pt>
                <c:pt idx="7380">
                  <c:v>07-02-2022</c:v>
                </c:pt>
                <c:pt idx="7381">
                  <c:v>07-02-2022</c:v>
                </c:pt>
                <c:pt idx="7382">
                  <c:v>07-02-2022</c:v>
                </c:pt>
                <c:pt idx="7383">
                  <c:v>07-02-2022</c:v>
                </c:pt>
                <c:pt idx="7384">
                  <c:v>07-02-2022</c:v>
                </c:pt>
                <c:pt idx="7385">
                  <c:v>07-02-2022</c:v>
                </c:pt>
                <c:pt idx="7386">
                  <c:v>07-02-2022</c:v>
                </c:pt>
                <c:pt idx="7387">
                  <c:v>07-02-2022</c:v>
                </c:pt>
                <c:pt idx="7388">
                  <c:v>07-02-2022</c:v>
                </c:pt>
                <c:pt idx="7389">
                  <c:v>08-02-2022</c:v>
                </c:pt>
                <c:pt idx="7390">
                  <c:v>08-02-2022</c:v>
                </c:pt>
                <c:pt idx="7391">
                  <c:v>08-02-2022</c:v>
                </c:pt>
                <c:pt idx="7392">
                  <c:v>08-02-2022</c:v>
                </c:pt>
                <c:pt idx="7393">
                  <c:v>08-02-2022</c:v>
                </c:pt>
                <c:pt idx="7394">
                  <c:v>08-02-2022</c:v>
                </c:pt>
                <c:pt idx="7395">
                  <c:v>08-02-2022</c:v>
                </c:pt>
                <c:pt idx="7396">
                  <c:v>08-02-2022</c:v>
                </c:pt>
                <c:pt idx="7397">
                  <c:v>08-02-2022</c:v>
                </c:pt>
                <c:pt idx="7398">
                  <c:v>08-02-2022</c:v>
                </c:pt>
                <c:pt idx="7399">
                  <c:v>08-02-2022</c:v>
                </c:pt>
                <c:pt idx="7400">
                  <c:v>08-02-2022</c:v>
                </c:pt>
                <c:pt idx="7401">
                  <c:v>08-02-2022</c:v>
                </c:pt>
                <c:pt idx="7402">
                  <c:v>08-02-2022</c:v>
                </c:pt>
                <c:pt idx="7403">
                  <c:v>08-02-2022</c:v>
                </c:pt>
                <c:pt idx="7404">
                  <c:v>08-02-2022</c:v>
                </c:pt>
                <c:pt idx="7405">
                  <c:v>08-02-2022</c:v>
                </c:pt>
                <c:pt idx="7406">
                  <c:v>08-02-2022</c:v>
                </c:pt>
                <c:pt idx="7407">
                  <c:v>08-02-2022</c:v>
                </c:pt>
                <c:pt idx="7408">
                  <c:v>08-02-2022</c:v>
                </c:pt>
                <c:pt idx="7409">
                  <c:v>08-02-2022</c:v>
                </c:pt>
                <c:pt idx="7410">
                  <c:v>08-02-2022</c:v>
                </c:pt>
                <c:pt idx="7411">
                  <c:v>08-02-2022</c:v>
                </c:pt>
                <c:pt idx="7412">
                  <c:v>08-02-2022</c:v>
                </c:pt>
                <c:pt idx="7413">
                  <c:v>08-02-2022</c:v>
                </c:pt>
                <c:pt idx="7414">
                  <c:v>08-02-2022</c:v>
                </c:pt>
                <c:pt idx="7415">
                  <c:v>08-02-2022</c:v>
                </c:pt>
                <c:pt idx="7416">
                  <c:v>08-02-2022</c:v>
                </c:pt>
                <c:pt idx="7417">
                  <c:v>09-02-2022</c:v>
                </c:pt>
                <c:pt idx="7418">
                  <c:v>09-02-2022</c:v>
                </c:pt>
                <c:pt idx="7419">
                  <c:v>09-02-2022</c:v>
                </c:pt>
                <c:pt idx="7420">
                  <c:v>09-02-2022</c:v>
                </c:pt>
                <c:pt idx="7421">
                  <c:v>09-02-2022</c:v>
                </c:pt>
                <c:pt idx="7422">
                  <c:v>09-02-2022</c:v>
                </c:pt>
                <c:pt idx="7423">
                  <c:v>09-02-2022</c:v>
                </c:pt>
                <c:pt idx="7424">
                  <c:v>09-02-2022</c:v>
                </c:pt>
                <c:pt idx="7425">
                  <c:v>09-02-2022</c:v>
                </c:pt>
                <c:pt idx="7426">
                  <c:v>09-02-2022</c:v>
                </c:pt>
                <c:pt idx="7427">
                  <c:v>09-02-2022</c:v>
                </c:pt>
                <c:pt idx="7428">
                  <c:v>09-02-2022</c:v>
                </c:pt>
                <c:pt idx="7429">
                  <c:v>09-02-2022</c:v>
                </c:pt>
                <c:pt idx="7430">
                  <c:v>09-02-2022</c:v>
                </c:pt>
                <c:pt idx="7431">
                  <c:v>09-02-2022</c:v>
                </c:pt>
                <c:pt idx="7432">
                  <c:v>09-02-2022</c:v>
                </c:pt>
                <c:pt idx="7433">
                  <c:v>09-02-2022</c:v>
                </c:pt>
                <c:pt idx="7434">
                  <c:v>09-02-2022</c:v>
                </c:pt>
                <c:pt idx="7435">
                  <c:v>09-02-2022</c:v>
                </c:pt>
                <c:pt idx="7436">
                  <c:v>09-02-2022</c:v>
                </c:pt>
                <c:pt idx="7437">
                  <c:v>09-02-2022</c:v>
                </c:pt>
                <c:pt idx="7438">
                  <c:v>09-02-2022</c:v>
                </c:pt>
                <c:pt idx="7439">
                  <c:v>09-02-2022</c:v>
                </c:pt>
                <c:pt idx="7440">
                  <c:v>09-02-2022</c:v>
                </c:pt>
                <c:pt idx="7441">
                  <c:v>09-02-2022</c:v>
                </c:pt>
                <c:pt idx="7442">
                  <c:v>09-02-2022</c:v>
                </c:pt>
                <c:pt idx="7443">
                  <c:v>09-02-2022</c:v>
                </c:pt>
                <c:pt idx="7444">
                  <c:v>09-02-2022</c:v>
                </c:pt>
                <c:pt idx="7445">
                  <c:v>09-02-2022</c:v>
                </c:pt>
                <c:pt idx="7446">
                  <c:v>09-02-2022</c:v>
                </c:pt>
                <c:pt idx="7447">
                  <c:v>10-02-2022</c:v>
                </c:pt>
                <c:pt idx="7448">
                  <c:v>10-02-2022</c:v>
                </c:pt>
                <c:pt idx="7449">
                  <c:v>10-02-2022</c:v>
                </c:pt>
                <c:pt idx="7450">
                  <c:v>10-02-2022</c:v>
                </c:pt>
                <c:pt idx="7451">
                  <c:v>10-02-2022</c:v>
                </c:pt>
                <c:pt idx="7452">
                  <c:v>10-02-2022</c:v>
                </c:pt>
                <c:pt idx="7453">
                  <c:v>10-02-2022</c:v>
                </c:pt>
                <c:pt idx="7454">
                  <c:v>10-02-2022</c:v>
                </c:pt>
                <c:pt idx="7455">
                  <c:v>10-02-2022</c:v>
                </c:pt>
                <c:pt idx="7456">
                  <c:v>10-02-2022</c:v>
                </c:pt>
                <c:pt idx="7457">
                  <c:v>10-02-2022</c:v>
                </c:pt>
                <c:pt idx="7458">
                  <c:v>10-02-2022</c:v>
                </c:pt>
                <c:pt idx="7459">
                  <c:v>10-02-2022</c:v>
                </c:pt>
                <c:pt idx="7460">
                  <c:v>10-02-2022</c:v>
                </c:pt>
                <c:pt idx="7461">
                  <c:v>10-02-2022</c:v>
                </c:pt>
                <c:pt idx="7462">
                  <c:v>10-02-2022</c:v>
                </c:pt>
                <c:pt idx="7463">
                  <c:v>10-02-2022</c:v>
                </c:pt>
                <c:pt idx="7464">
                  <c:v>10-02-2022</c:v>
                </c:pt>
                <c:pt idx="7465">
                  <c:v>10-02-2022</c:v>
                </c:pt>
                <c:pt idx="7466">
                  <c:v>10-02-2022</c:v>
                </c:pt>
                <c:pt idx="7467">
                  <c:v>10-02-2022</c:v>
                </c:pt>
                <c:pt idx="7468">
                  <c:v>10-02-2022</c:v>
                </c:pt>
                <c:pt idx="7469">
                  <c:v>10-02-2022</c:v>
                </c:pt>
                <c:pt idx="7470">
                  <c:v>10-02-2022</c:v>
                </c:pt>
                <c:pt idx="7471">
                  <c:v>10-02-2022</c:v>
                </c:pt>
                <c:pt idx="7472">
                  <c:v>10-02-2022</c:v>
                </c:pt>
                <c:pt idx="7473">
                  <c:v>10-02-2022</c:v>
                </c:pt>
                <c:pt idx="7474">
                  <c:v>10-02-2022</c:v>
                </c:pt>
                <c:pt idx="7475">
                  <c:v>10-02-2022</c:v>
                </c:pt>
                <c:pt idx="7476">
                  <c:v>10-02-2022</c:v>
                </c:pt>
                <c:pt idx="7477">
                  <c:v>10-02-2022</c:v>
                </c:pt>
                <c:pt idx="7478">
                  <c:v>10-02-2022</c:v>
                </c:pt>
                <c:pt idx="7479">
                  <c:v>10-02-2022</c:v>
                </c:pt>
                <c:pt idx="7480">
                  <c:v>10-02-2022</c:v>
                </c:pt>
                <c:pt idx="7481">
                  <c:v>10-02-2022</c:v>
                </c:pt>
                <c:pt idx="7482">
                  <c:v>10-02-2022</c:v>
                </c:pt>
                <c:pt idx="7483">
                  <c:v>10-02-2022</c:v>
                </c:pt>
                <c:pt idx="7484">
                  <c:v>10-02-2022</c:v>
                </c:pt>
                <c:pt idx="7485">
                  <c:v>10-02-2022</c:v>
                </c:pt>
                <c:pt idx="7486">
                  <c:v>10-02-2022</c:v>
                </c:pt>
                <c:pt idx="7487">
                  <c:v>10-02-2022</c:v>
                </c:pt>
                <c:pt idx="7488">
                  <c:v>10-02-2022</c:v>
                </c:pt>
                <c:pt idx="7489">
                  <c:v>10-02-2022</c:v>
                </c:pt>
                <c:pt idx="7490">
                  <c:v>10-02-2022</c:v>
                </c:pt>
                <c:pt idx="7491">
                  <c:v>10-02-2022</c:v>
                </c:pt>
                <c:pt idx="7492">
                  <c:v>10-02-2022</c:v>
                </c:pt>
                <c:pt idx="7493">
                  <c:v>11-02-2022</c:v>
                </c:pt>
                <c:pt idx="7494">
                  <c:v>11-02-2022</c:v>
                </c:pt>
                <c:pt idx="7495">
                  <c:v>11-02-2022</c:v>
                </c:pt>
                <c:pt idx="7496">
                  <c:v>11-02-2022</c:v>
                </c:pt>
                <c:pt idx="7497">
                  <c:v>11-02-2022</c:v>
                </c:pt>
                <c:pt idx="7498">
                  <c:v>11-02-2022</c:v>
                </c:pt>
                <c:pt idx="7499">
                  <c:v>11-02-2022</c:v>
                </c:pt>
                <c:pt idx="7500">
                  <c:v>11-02-2022</c:v>
                </c:pt>
                <c:pt idx="7501">
                  <c:v>11-02-2022</c:v>
                </c:pt>
                <c:pt idx="7502">
                  <c:v>11-02-2022</c:v>
                </c:pt>
                <c:pt idx="7503">
                  <c:v>11-02-2022</c:v>
                </c:pt>
                <c:pt idx="7504">
                  <c:v>11-02-2022</c:v>
                </c:pt>
                <c:pt idx="7505">
                  <c:v>11-02-2022</c:v>
                </c:pt>
                <c:pt idx="7506">
                  <c:v>11-02-2022</c:v>
                </c:pt>
                <c:pt idx="7507">
                  <c:v>11-02-2022</c:v>
                </c:pt>
                <c:pt idx="7508">
                  <c:v>11-02-2022</c:v>
                </c:pt>
                <c:pt idx="7509">
                  <c:v>11-02-2022</c:v>
                </c:pt>
                <c:pt idx="7510">
                  <c:v>11-02-2022</c:v>
                </c:pt>
                <c:pt idx="7511">
                  <c:v>11-02-2022</c:v>
                </c:pt>
                <c:pt idx="7512">
                  <c:v>11-02-2022</c:v>
                </c:pt>
                <c:pt idx="7513">
                  <c:v>11-02-2022</c:v>
                </c:pt>
                <c:pt idx="7514">
                  <c:v>11-02-2022</c:v>
                </c:pt>
                <c:pt idx="7515">
                  <c:v>11-02-2022</c:v>
                </c:pt>
                <c:pt idx="7516">
                  <c:v>11-02-2022</c:v>
                </c:pt>
                <c:pt idx="7517">
                  <c:v>11-02-2022</c:v>
                </c:pt>
                <c:pt idx="7518">
                  <c:v>11-02-2022</c:v>
                </c:pt>
                <c:pt idx="7519">
                  <c:v>11-02-2022</c:v>
                </c:pt>
                <c:pt idx="7520">
                  <c:v>11-02-2022</c:v>
                </c:pt>
                <c:pt idx="7521">
                  <c:v>11-02-2022</c:v>
                </c:pt>
                <c:pt idx="7522">
                  <c:v>11-02-2022</c:v>
                </c:pt>
                <c:pt idx="7523">
                  <c:v>11-02-2022</c:v>
                </c:pt>
                <c:pt idx="7524">
                  <c:v>11-02-2022</c:v>
                </c:pt>
                <c:pt idx="7525">
                  <c:v>11-02-2022</c:v>
                </c:pt>
                <c:pt idx="7526">
                  <c:v>11-02-2022</c:v>
                </c:pt>
                <c:pt idx="7527">
                  <c:v>11-02-2022</c:v>
                </c:pt>
                <c:pt idx="7528">
                  <c:v>11-02-2022</c:v>
                </c:pt>
                <c:pt idx="7529">
                  <c:v>11-02-2022</c:v>
                </c:pt>
                <c:pt idx="7530">
                  <c:v>11-02-2022</c:v>
                </c:pt>
                <c:pt idx="7531">
                  <c:v>11-02-2022</c:v>
                </c:pt>
                <c:pt idx="7532">
                  <c:v>11-02-2022</c:v>
                </c:pt>
                <c:pt idx="7533">
                  <c:v>11-02-2022</c:v>
                </c:pt>
                <c:pt idx="7534">
                  <c:v>11-02-2022</c:v>
                </c:pt>
                <c:pt idx="7535">
                  <c:v>11-02-2022</c:v>
                </c:pt>
                <c:pt idx="7536">
                  <c:v>11-02-2022</c:v>
                </c:pt>
                <c:pt idx="7537">
                  <c:v>11-02-2022</c:v>
                </c:pt>
                <c:pt idx="7538">
                  <c:v>11-02-2022</c:v>
                </c:pt>
                <c:pt idx="7539">
                  <c:v>12-02-2022</c:v>
                </c:pt>
                <c:pt idx="7540">
                  <c:v>12-02-2022</c:v>
                </c:pt>
                <c:pt idx="7541">
                  <c:v>12-02-2022</c:v>
                </c:pt>
                <c:pt idx="7542">
                  <c:v>12-02-2022</c:v>
                </c:pt>
                <c:pt idx="7543">
                  <c:v>12-02-2022</c:v>
                </c:pt>
                <c:pt idx="7544">
                  <c:v>12-02-2022</c:v>
                </c:pt>
                <c:pt idx="7545">
                  <c:v>12-02-2022</c:v>
                </c:pt>
                <c:pt idx="7546">
                  <c:v>12-02-2022</c:v>
                </c:pt>
                <c:pt idx="7547">
                  <c:v>12-02-2022</c:v>
                </c:pt>
                <c:pt idx="7548">
                  <c:v>12-02-2022</c:v>
                </c:pt>
                <c:pt idx="7549">
                  <c:v>12-02-2022</c:v>
                </c:pt>
                <c:pt idx="7550">
                  <c:v>12-02-2022</c:v>
                </c:pt>
                <c:pt idx="7551">
                  <c:v>12-02-2022</c:v>
                </c:pt>
                <c:pt idx="7552">
                  <c:v>12-02-2022</c:v>
                </c:pt>
                <c:pt idx="7553">
                  <c:v>12-02-2022</c:v>
                </c:pt>
                <c:pt idx="7554">
                  <c:v>12-02-2022</c:v>
                </c:pt>
                <c:pt idx="7555">
                  <c:v>12-02-2022</c:v>
                </c:pt>
                <c:pt idx="7556">
                  <c:v>12-02-2022</c:v>
                </c:pt>
                <c:pt idx="7557">
                  <c:v>12-02-2022</c:v>
                </c:pt>
                <c:pt idx="7558">
                  <c:v>12-02-2022</c:v>
                </c:pt>
                <c:pt idx="7559">
                  <c:v>12-02-2022</c:v>
                </c:pt>
                <c:pt idx="7560">
                  <c:v>12-02-2022</c:v>
                </c:pt>
                <c:pt idx="7561">
                  <c:v>12-02-2022</c:v>
                </c:pt>
                <c:pt idx="7562">
                  <c:v>12-02-2022</c:v>
                </c:pt>
                <c:pt idx="7563">
                  <c:v>12-02-2022</c:v>
                </c:pt>
                <c:pt idx="7564">
                  <c:v>12-02-2022</c:v>
                </c:pt>
                <c:pt idx="7565">
                  <c:v>12-02-2022</c:v>
                </c:pt>
                <c:pt idx="7566">
                  <c:v>12-02-2022</c:v>
                </c:pt>
                <c:pt idx="7567">
                  <c:v>12-02-2022</c:v>
                </c:pt>
                <c:pt idx="7568">
                  <c:v>12-02-2022</c:v>
                </c:pt>
                <c:pt idx="7569">
                  <c:v>12-02-2022</c:v>
                </c:pt>
                <c:pt idx="7570">
                  <c:v>12-02-2022</c:v>
                </c:pt>
                <c:pt idx="7571">
                  <c:v>12-02-2022</c:v>
                </c:pt>
                <c:pt idx="7572">
                  <c:v>12-02-2022</c:v>
                </c:pt>
                <c:pt idx="7573">
                  <c:v>12-02-2022</c:v>
                </c:pt>
                <c:pt idx="7574">
                  <c:v>12-02-2022</c:v>
                </c:pt>
                <c:pt idx="7575">
                  <c:v>12-02-2022</c:v>
                </c:pt>
                <c:pt idx="7576">
                  <c:v>12-02-2022</c:v>
                </c:pt>
                <c:pt idx="7577">
                  <c:v>12-02-2022</c:v>
                </c:pt>
                <c:pt idx="7578">
                  <c:v>12-02-2022</c:v>
                </c:pt>
                <c:pt idx="7579">
                  <c:v>12-02-2022</c:v>
                </c:pt>
                <c:pt idx="7580">
                  <c:v>12-02-2022</c:v>
                </c:pt>
                <c:pt idx="7581">
                  <c:v>13-02-2022</c:v>
                </c:pt>
                <c:pt idx="7582">
                  <c:v>13-02-2022</c:v>
                </c:pt>
                <c:pt idx="7583">
                  <c:v>13-02-2022</c:v>
                </c:pt>
                <c:pt idx="7584">
                  <c:v>13-02-2022</c:v>
                </c:pt>
                <c:pt idx="7585">
                  <c:v>13-02-2022</c:v>
                </c:pt>
                <c:pt idx="7586">
                  <c:v>13-02-2022</c:v>
                </c:pt>
                <c:pt idx="7587">
                  <c:v>13-02-2022</c:v>
                </c:pt>
                <c:pt idx="7588">
                  <c:v>13-02-2022</c:v>
                </c:pt>
                <c:pt idx="7589">
                  <c:v>13-02-2022</c:v>
                </c:pt>
                <c:pt idx="7590">
                  <c:v>13-02-2022</c:v>
                </c:pt>
                <c:pt idx="7591">
                  <c:v>13-02-2022</c:v>
                </c:pt>
                <c:pt idx="7592">
                  <c:v>13-02-2022</c:v>
                </c:pt>
                <c:pt idx="7593">
                  <c:v>13-02-2022</c:v>
                </c:pt>
                <c:pt idx="7594">
                  <c:v>13-02-2022</c:v>
                </c:pt>
                <c:pt idx="7595">
                  <c:v>13-02-2022</c:v>
                </c:pt>
                <c:pt idx="7596">
                  <c:v>13-02-2022</c:v>
                </c:pt>
                <c:pt idx="7597">
                  <c:v>13-02-2022</c:v>
                </c:pt>
                <c:pt idx="7598">
                  <c:v>13-02-2022</c:v>
                </c:pt>
                <c:pt idx="7599">
                  <c:v>13-02-2022</c:v>
                </c:pt>
                <c:pt idx="7600">
                  <c:v>13-02-2022</c:v>
                </c:pt>
                <c:pt idx="7601">
                  <c:v>14-02-2022</c:v>
                </c:pt>
                <c:pt idx="7602">
                  <c:v>14-02-2022</c:v>
                </c:pt>
                <c:pt idx="7603">
                  <c:v>14-02-2022</c:v>
                </c:pt>
                <c:pt idx="7604">
                  <c:v>14-02-2022</c:v>
                </c:pt>
                <c:pt idx="7605">
                  <c:v>14-02-2022</c:v>
                </c:pt>
                <c:pt idx="7606">
                  <c:v>14-02-2022</c:v>
                </c:pt>
                <c:pt idx="7607">
                  <c:v>14-02-2022</c:v>
                </c:pt>
                <c:pt idx="7608">
                  <c:v>14-02-2022</c:v>
                </c:pt>
                <c:pt idx="7609">
                  <c:v>14-02-2022</c:v>
                </c:pt>
                <c:pt idx="7610">
                  <c:v>14-02-2022</c:v>
                </c:pt>
                <c:pt idx="7611">
                  <c:v>14-02-2022</c:v>
                </c:pt>
                <c:pt idx="7612">
                  <c:v>14-02-2022</c:v>
                </c:pt>
                <c:pt idx="7613">
                  <c:v>14-02-2022</c:v>
                </c:pt>
                <c:pt idx="7614">
                  <c:v>14-02-2022</c:v>
                </c:pt>
                <c:pt idx="7615">
                  <c:v>14-02-2022</c:v>
                </c:pt>
                <c:pt idx="7616">
                  <c:v>14-02-2022</c:v>
                </c:pt>
                <c:pt idx="7617">
                  <c:v>14-02-2022</c:v>
                </c:pt>
                <c:pt idx="7618">
                  <c:v>14-02-2022</c:v>
                </c:pt>
                <c:pt idx="7619">
                  <c:v>14-02-2022</c:v>
                </c:pt>
                <c:pt idx="7620">
                  <c:v>14-02-2022</c:v>
                </c:pt>
                <c:pt idx="7621">
                  <c:v>14-02-2022</c:v>
                </c:pt>
                <c:pt idx="7622">
                  <c:v>14-02-2022</c:v>
                </c:pt>
                <c:pt idx="7623">
                  <c:v>14-02-2022</c:v>
                </c:pt>
                <c:pt idx="7624">
                  <c:v>14-02-2022</c:v>
                </c:pt>
                <c:pt idx="7625">
                  <c:v>14-02-2022</c:v>
                </c:pt>
                <c:pt idx="7626">
                  <c:v>14-02-2022</c:v>
                </c:pt>
                <c:pt idx="7627">
                  <c:v>14-02-2022</c:v>
                </c:pt>
                <c:pt idx="7628">
                  <c:v>14-02-2022</c:v>
                </c:pt>
                <c:pt idx="7629">
                  <c:v>14-02-2022</c:v>
                </c:pt>
                <c:pt idx="7630">
                  <c:v>15-02-2022</c:v>
                </c:pt>
                <c:pt idx="7631">
                  <c:v>15-02-2022</c:v>
                </c:pt>
                <c:pt idx="7632">
                  <c:v>15-02-2022</c:v>
                </c:pt>
                <c:pt idx="7633">
                  <c:v>15-02-2022</c:v>
                </c:pt>
                <c:pt idx="7634">
                  <c:v>15-02-2022</c:v>
                </c:pt>
                <c:pt idx="7635">
                  <c:v>15-02-2022</c:v>
                </c:pt>
                <c:pt idx="7636">
                  <c:v>15-02-2022</c:v>
                </c:pt>
                <c:pt idx="7637">
                  <c:v>15-02-2022</c:v>
                </c:pt>
                <c:pt idx="7638">
                  <c:v>15-02-2022</c:v>
                </c:pt>
                <c:pt idx="7639">
                  <c:v>15-02-2022</c:v>
                </c:pt>
                <c:pt idx="7640">
                  <c:v>15-02-2022</c:v>
                </c:pt>
                <c:pt idx="7641">
                  <c:v>15-02-2022</c:v>
                </c:pt>
                <c:pt idx="7642">
                  <c:v>15-02-2022</c:v>
                </c:pt>
                <c:pt idx="7643">
                  <c:v>15-02-2022</c:v>
                </c:pt>
                <c:pt idx="7644">
                  <c:v>15-02-2022</c:v>
                </c:pt>
                <c:pt idx="7645">
                  <c:v>15-02-2022</c:v>
                </c:pt>
                <c:pt idx="7646">
                  <c:v>15-02-2022</c:v>
                </c:pt>
                <c:pt idx="7647">
                  <c:v>15-02-2022</c:v>
                </c:pt>
                <c:pt idx="7648">
                  <c:v>15-02-2022</c:v>
                </c:pt>
                <c:pt idx="7649">
                  <c:v>15-02-2022</c:v>
                </c:pt>
                <c:pt idx="7650">
                  <c:v>16-02-2022</c:v>
                </c:pt>
                <c:pt idx="7651">
                  <c:v>16-02-2022</c:v>
                </c:pt>
                <c:pt idx="7652">
                  <c:v>16-02-2022</c:v>
                </c:pt>
                <c:pt idx="7653">
                  <c:v>16-02-2022</c:v>
                </c:pt>
                <c:pt idx="7654">
                  <c:v>16-02-2022</c:v>
                </c:pt>
                <c:pt idx="7655">
                  <c:v>16-02-2022</c:v>
                </c:pt>
                <c:pt idx="7656">
                  <c:v>16-02-2022</c:v>
                </c:pt>
                <c:pt idx="7657">
                  <c:v>16-02-2022</c:v>
                </c:pt>
                <c:pt idx="7658">
                  <c:v>16-02-2022</c:v>
                </c:pt>
                <c:pt idx="7659">
                  <c:v>16-02-2022</c:v>
                </c:pt>
                <c:pt idx="7660">
                  <c:v>16-02-2022</c:v>
                </c:pt>
                <c:pt idx="7661">
                  <c:v>16-02-2022</c:v>
                </c:pt>
                <c:pt idx="7662">
                  <c:v>16-02-2022</c:v>
                </c:pt>
                <c:pt idx="7663">
                  <c:v>16-02-2022</c:v>
                </c:pt>
                <c:pt idx="7664">
                  <c:v>16-02-2022</c:v>
                </c:pt>
                <c:pt idx="7665">
                  <c:v>16-02-2022</c:v>
                </c:pt>
                <c:pt idx="7666">
                  <c:v>16-02-2022</c:v>
                </c:pt>
                <c:pt idx="7667">
                  <c:v>16-02-2022</c:v>
                </c:pt>
                <c:pt idx="7668">
                  <c:v>16-02-2022</c:v>
                </c:pt>
                <c:pt idx="7669">
                  <c:v>16-02-2022</c:v>
                </c:pt>
                <c:pt idx="7670">
                  <c:v>16-02-2022</c:v>
                </c:pt>
                <c:pt idx="7671">
                  <c:v>16-02-2022</c:v>
                </c:pt>
                <c:pt idx="7672">
                  <c:v>16-02-2022</c:v>
                </c:pt>
                <c:pt idx="7673">
                  <c:v>16-02-2022</c:v>
                </c:pt>
                <c:pt idx="7674">
                  <c:v>16-02-2022</c:v>
                </c:pt>
                <c:pt idx="7675">
                  <c:v>16-02-2022</c:v>
                </c:pt>
                <c:pt idx="7676">
                  <c:v>16-02-2022</c:v>
                </c:pt>
                <c:pt idx="7677">
                  <c:v>16-02-2022</c:v>
                </c:pt>
                <c:pt idx="7678">
                  <c:v>16-02-2022</c:v>
                </c:pt>
                <c:pt idx="7679">
                  <c:v>16-02-2022</c:v>
                </c:pt>
                <c:pt idx="7680">
                  <c:v>16-02-2022</c:v>
                </c:pt>
                <c:pt idx="7681">
                  <c:v>16-02-2022</c:v>
                </c:pt>
                <c:pt idx="7682">
                  <c:v>16-02-2022</c:v>
                </c:pt>
                <c:pt idx="7683">
                  <c:v>16-02-2022</c:v>
                </c:pt>
                <c:pt idx="7684">
                  <c:v>16-02-2022</c:v>
                </c:pt>
                <c:pt idx="7685">
                  <c:v>16-02-2022</c:v>
                </c:pt>
                <c:pt idx="7686">
                  <c:v>16-02-2022</c:v>
                </c:pt>
                <c:pt idx="7687">
                  <c:v>16-02-2022</c:v>
                </c:pt>
                <c:pt idx="7688">
                  <c:v>16-02-2022</c:v>
                </c:pt>
                <c:pt idx="7689">
                  <c:v>16-02-2022</c:v>
                </c:pt>
                <c:pt idx="7690">
                  <c:v>16-02-2022</c:v>
                </c:pt>
                <c:pt idx="7691">
                  <c:v>16-02-2022</c:v>
                </c:pt>
                <c:pt idx="7692">
                  <c:v>16-02-2022</c:v>
                </c:pt>
                <c:pt idx="7693">
                  <c:v>17-02-2022</c:v>
                </c:pt>
                <c:pt idx="7694">
                  <c:v>17-02-2022</c:v>
                </c:pt>
                <c:pt idx="7695">
                  <c:v>17-02-2022</c:v>
                </c:pt>
                <c:pt idx="7696">
                  <c:v>17-02-2022</c:v>
                </c:pt>
                <c:pt idx="7697">
                  <c:v>17-02-2022</c:v>
                </c:pt>
                <c:pt idx="7698">
                  <c:v>17-02-2022</c:v>
                </c:pt>
                <c:pt idx="7699">
                  <c:v>17-02-2022</c:v>
                </c:pt>
                <c:pt idx="7700">
                  <c:v>17-02-2022</c:v>
                </c:pt>
                <c:pt idx="7701">
                  <c:v>17-02-2022</c:v>
                </c:pt>
                <c:pt idx="7702">
                  <c:v>17-02-2022</c:v>
                </c:pt>
                <c:pt idx="7703">
                  <c:v>17-02-2022</c:v>
                </c:pt>
                <c:pt idx="7704">
                  <c:v>17-02-2022</c:v>
                </c:pt>
                <c:pt idx="7705">
                  <c:v>17-02-2022</c:v>
                </c:pt>
                <c:pt idx="7706">
                  <c:v>17-02-2022</c:v>
                </c:pt>
                <c:pt idx="7707">
                  <c:v>17-02-2022</c:v>
                </c:pt>
                <c:pt idx="7708">
                  <c:v>17-02-2022</c:v>
                </c:pt>
                <c:pt idx="7709">
                  <c:v>17-02-2022</c:v>
                </c:pt>
                <c:pt idx="7710">
                  <c:v>17-02-2022</c:v>
                </c:pt>
                <c:pt idx="7711">
                  <c:v>17-02-2022</c:v>
                </c:pt>
                <c:pt idx="7712">
                  <c:v>17-02-2022</c:v>
                </c:pt>
                <c:pt idx="7713">
                  <c:v>17-02-2022</c:v>
                </c:pt>
                <c:pt idx="7714">
                  <c:v>17-02-2022</c:v>
                </c:pt>
                <c:pt idx="7715">
                  <c:v>17-02-2022</c:v>
                </c:pt>
                <c:pt idx="7716">
                  <c:v>17-02-2022</c:v>
                </c:pt>
                <c:pt idx="7717">
                  <c:v>17-02-2022</c:v>
                </c:pt>
                <c:pt idx="7718">
                  <c:v>17-02-2022</c:v>
                </c:pt>
                <c:pt idx="7719">
                  <c:v>17-02-2022</c:v>
                </c:pt>
                <c:pt idx="7720">
                  <c:v>17-02-2022</c:v>
                </c:pt>
                <c:pt idx="7721">
                  <c:v>17-02-2022</c:v>
                </c:pt>
                <c:pt idx="7722">
                  <c:v>17-02-2022</c:v>
                </c:pt>
                <c:pt idx="7723">
                  <c:v>17-02-2022</c:v>
                </c:pt>
                <c:pt idx="7724">
                  <c:v>17-02-2022</c:v>
                </c:pt>
                <c:pt idx="7725">
                  <c:v>17-02-2022</c:v>
                </c:pt>
                <c:pt idx="7726">
                  <c:v>17-02-2022</c:v>
                </c:pt>
                <c:pt idx="7727">
                  <c:v>17-02-2022</c:v>
                </c:pt>
                <c:pt idx="7728">
                  <c:v>17-02-2022</c:v>
                </c:pt>
                <c:pt idx="7729">
                  <c:v>17-02-2022</c:v>
                </c:pt>
                <c:pt idx="7730">
                  <c:v>17-02-2022</c:v>
                </c:pt>
                <c:pt idx="7731">
                  <c:v>17-02-2022</c:v>
                </c:pt>
                <c:pt idx="7732">
                  <c:v>17-02-2022</c:v>
                </c:pt>
                <c:pt idx="7733">
                  <c:v>17-02-2022</c:v>
                </c:pt>
                <c:pt idx="7734">
                  <c:v>17-02-2022</c:v>
                </c:pt>
                <c:pt idx="7735">
                  <c:v>17-02-2022</c:v>
                </c:pt>
                <c:pt idx="7736">
                  <c:v>17-02-2022</c:v>
                </c:pt>
                <c:pt idx="7737">
                  <c:v>17-02-2022</c:v>
                </c:pt>
                <c:pt idx="7738">
                  <c:v>17-02-2022</c:v>
                </c:pt>
                <c:pt idx="7739">
                  <c:v>17-02-2022</c:v>
                </c:pt>
                <c:pt idx="7740">
                  <c:v>17-02-2022</c:v>
                </c:pt>
                <c:pt idx="7741">
                  <c:v>17-02-2022</c:v>
                </c:pt>
                <c:pt idx="7742">
                  <c:v>17-02-2022</c:v>
                </c:pt>
                <c:pt idx="7743">
                  <c:v>18-02-2022</c:v>
                </c:pt>
                <c:pt idx="7744">
                  <c:v>18-02-2022</c:v>
                </c:pt>
                <c:pt idx="7745">
                  <c:v>18-02-2022</c:v>
                </c:pt>
                <c:pt idx="7746">
                  <c:v>18-02-2022</c:v>
                </c:pt>
                <c:pt idx="7747">
                  <c:v>18-02-2022</c:v>
                </c:pt>
                <c:pt idx="7748">
                  <c:v>18-02-2022</c:v>
                </c:pt>
                <c:pt idx="7749">
                  <c:v>18-02-2022</c:v>
                </c:pt>
                <c:pt idx="7750">
                  <c:v>18-02-2022</c:v>
                </c:pt>
                <c:pt idx="7751">
                  <c:v>18-02-2022</c:v>
                </c:pt>
                <c:pt idx="7752">
                  <c:v>18-02-2022</c:v>
                </c:pt>
                <c:pt idx="7753">
                  <c:v>18-02-2022</c:v>
                </c:pt>
                <c:pt idx="7754">
                  <c:v>18-02-2022</c:v>
                </c:pt>
                <c:pt idx="7755">
                  <c:v>18-02-2022</c:v>
                </c:pt>
                <c:pt idx="7756">
                  <c:v>18-02-2022</c:v>
                </c:pt>
                <c:pt idx="7757">
                  <c:v>18-02-2022</c:v>
                </c:pt>
                <c:pt idx="7758">
                  <c:v>18-02-2022</c:v>
                </c:pt>
                <c:pt idx="7759">
                  <c:v>18-02-2022</c:v>
                </c:pt>
                <c:pt idx="7760">
                  <c:v>18-02-2022</c:v>
                </c:pt>
                <c:pt idx="7761">
                  <c:v>18-02-2022</c:v>
                </c:pt>
                <c:pt idx="7762">
                  <c:v>18-02-2022</c:v>
                </c:pt>
                <c:pt idx="7763">
                  <c:v>18-02-2022</c:v>
                </c:pt>
                <c:pt idx="7764">
                  <c:v>18-02-2022</c:v>
                </c:pt>
                <c:pt idx="7765">
                  <c:v>18-02-2022</c:v>
                </c:pt>
                <c:pt idx="7766">
                  <c:v>18-02-2022</c:v>
                </c:pt>
                <c:pt idx="7767">
                  <c:v>18-02-2022</c:v>
                </c:pt>
                <c:pt idx="7768">
                  <c:v>18-02-2022</c:v>
                </c:pt>
                <c:pt idx="7769">
                  <c:v>18-02-2022</c:v>
                </c:pt>
                <c:pt idx="7770">
                  <c:v>18-02-2022</c:v>
                </c:pt>
                <c:pt idx="7771">
                  <c:v>18-02-2022</c:v>
                </c:pt>
                <c:pt idx="7772">
                  <c:v>18-02-2022</c:v>
                </c:pt>
                <c:pt idx="7773">
                  <c:v>18-02-2022</c:v>
                </c:pt>
                <c:pt idx="7774">
                  <c:v>18-02-2022</c:v>
                </c:pt>
                <c:pt idx="7775">
                  <c:v>18-02-2022</c:v>
                </c:pt>
                <c:pt idx="7776">
                  <c:v>18-02-2022</c:v>
                </c:pt>
                <c:pt idx="7777">
                  <c:v>18-02-2022</c:v>
                </c:pt>
                <c:pt idx="7778">
                  <c:v>18-02-2022</c:v>
                </c:pt>
                <c:pt idx="7779">
                  <c:v>18-02-2022</c:v>
                </c:pt>
                <c:pt idx="7780">
                  <c:v>18-02-2022</c:v>
                </c:pt>
                <c:pt idx="7781">
                  <c:v>18-02-2022</c:v>
                </c:pt>
                <c:pt idx="7782">
                  <c:v>18-02-2022</c:v>
                </c:pt>
                <c:pt idx="7783">
                  <c:v>18-02-2022</c:v>
                </c:pt>
                <c:pt idx="7784">
                  <c:v>18-02-2022</c:v>
                </c:pt>
                <c:pt idx="7785">
                  <c:v>18-02-2022</c:v>
                </c:pt>
                <c:pt idx="7786">
                  <c:v>19-02-2022</c:v>
                </c:pt>
                <c:pt idx="7787">
                  <c:v>19-02-2022</c:v>
                </c:pt>
                <c:pt idx="7788">
                  <c:v>19-02-2022</c:v>
                </c:pt>
                <c:pt idx="7789">
                  <c:v>19-02-2022</c:v>
                </c:pt>
                <c:pt idx="7790">
                  <c:v>19-02-2022</c:v>
                </c:pt>
                <c:pt idx="7791">
                  <c:v>19-02-2022</c:v>
                </c:pt>
                <c:pt idx="7792">
                  <c:v>19-02-2022</c:v>
                </c:pt>
                <c:pt idx="7793">
                  <c:v>19-02-2022</c:v>
                </c:pt>
                <c:pt idx="7794">
                  <c:v>19-02-2022</c:v>
                </c:pt>
                <c:pt idx="7795">
                  <c:v>19-02-2022</c:v>
                </c:pt>
                <c:pt idx="7796">
                  <c:v>19-02-2022</c:v>
                </c:pt>
                <c:pt idx="7797">
                  <c:v>19-02-2022</c:v>
                </c:pt>
                <c:pt idx="7798">
                  <c:v>19-02-2022</c:v>
                </c:pt>
                <c:pt idx="7799">
                  <c:v>19-02-2022</c:v>
                </c:pt>
                <c:pt idx="7800">
                  <c:v>19-02-2022</c:v>
                </c:pt>
                <c:pt idx="7801">
                  <c:v>19-02-2022</c:v>
                </c:pt>
                <c:pt idx="7802">
                  <c:v>19-02-2022</c:v>
                </c:pt>
                <c:pt idx="7803">
                  <c:v>19-02-2022</c:v>
                </c:pt>
                <c:pt idx="7804">
                  <c:v>19-02-2022</c:v>
                </c:pt>
                <c:pt idx="7805">
                  <c:v>19-02-2022</c:v>
                </c:pt>
                <c:pt idx="7806">
                  <c:v>19-02-2022</c:v>
                </c:pt>
                <c:pt idx="7807">
                  <c:v>19-02-2022</c:v>
                </c:pt>
                <c:pt idx="7808">
                  <c:v>19-02-2022</c:v>
                </c:pt>
                <c:pt idx="7809">
                  <c:v>19-02-2022</c:v>
                </c:pt>
                <c:pt idx="7810">
                  <c:v>19-02-2022</c:v>
                </c:pt>
                <c:pt idx="7811">
                  <c:v>19-02-2022</c:v>
                </c:pt>
                <c:pt idx="7812">
                  <c:v>19-02-2022</c:v>
                </c:pt>
                <c:pt idx="7813">
                  <c:v>19-02-2022</c:v>
                </c:pt>
                <c:pt idx="7814">
                  <c:v>19-02-2022</c:v>
                </c:pt>
                <c:pt idx="7815">
                  <c:v>19-02-2022</c:v>
                </c:pt>
                <c:pt idx="7816">
                  <c:v>19-02-2022</c:v>
                </c:pt>
                <c:pt idx="7817">
                  <c:v>19-02-2022</c:v>
                </c:pt>
                <c:pt idx="7818">
                  <c:v>19-02-2022</c:v>
                </c:pt>
                <c:pt idx="7819">
                  <c:v>19-02-2022</c:v>
                </c:pt>
                <c:pt idx="7820">
                  <c:v>19-02-2022</c:v>
                </c:pt>
                <c:pt idx="7821">
                  <c:v>19-02-2022</c:v>
                </c:pt>
                <c:pt idx="7822">
                  <c:v>19-02-2022</c:v>
                </c:pt>
                <c:pt idx="7823">
                  <c:v>19-02-2022</c:v>
                </c:pt>
                <c:pt idx="7824">
                  <c:v>19-02-2022</c:v>
                </c:pt>
                <c:pt idx="7825">
                  <c:v>19-02-2022</c:v>
                </c:pt>
                <c:pt idx="7826">
                  <c:v>19-02-2022</c:v>
                </c:pt>
                <c:pt idx="7827">
                  <c:v>19-02-2022</c:v>
                </c:pt>
                <c:pt idx="7828">
                  <c:v>19-02-2022</c:v>
                </c:pt>
                <c:pt idx="7829">
                  <c:v>19-02-2022</c:v>
                </c:pt>
                <c:pt idx="7830">
                  <c:v>19-02-2022</c:v>
                </c:pt>
                <c:pt idx="7831">
                  <c:v>19-02-2022</c:v>
                </c:pt>
                <c:pt idx="7832">
                  <c:v>19-02-2022</c:v>
                </c:pt>
                <c:pt idx="7833">
                  <c:v>19-02-2022</c:v>
                </c:pt>
                <c:pt idx="7834">
                  <c:v>19-02-2022</c:v>
                </c:pt>
                <c:pt idx="7835">
                  <c:v>19-02-2022</c:v>
                </c:pt>
                <c:pt idx="7836">
                  <c:v>20-02-2022</c:v>
                </c:pt>
                <c:pt idx="7837">
                  <c:v>20-02-2022</c:v>
                </c:pt>
                <c:pt idx="7838">
                  <c:v>20-02-2022</c:v>
                </c:pt>
                <c:pt idx="7839">
                  <c:v>20-02-2022</c:v>
                </c:pt>
                <c:pt idx="7840">
                  <c:v>20-02-2022</c:v>
                </c:pt>
                <c:pt idx="7841">
                  <c:v>20-02-2022</c:v>
                </c:pt>
                <c:pt idx="7842">
                  <c:v>20-02-2022</c:v>
                </c:pt>
                <c:pt idx="7843">
                  <c:v>20-02-2022</c:v>
                </c:pt>
                <c:pt idx="7844">
                  <c:v>20-02-2022</c:v>
                </c:pt>
                <c:pt idx="7845">
                  <c:v>20-02-2022</c:v>
                </c:pt>
                <c:pt idx="7846">
                  <c:v>20-02-2022</c:v>
                </c:pt>
                <c:pt idx="7847">
                  <c:v>20-02-2022</c:v>
                </c:pt>
                <c:pt idx="7848">
                  <c:v>20-02-2022</c:v>
                </c:pt>
                <c:pt idx="7849">
                  <c:v>20-02-2022</c:v>
                </c:pt>
                <c:pt idx="7850">
                  <c:v>20-02-2022</c:v>
                </c:pt>
                <c:pt idx="7851">
                  <c:v>20-02-2022</c:v>
                </c:pt>
                <c:pt idx="7852">
                  <c:v>20-02-2022</c:v>
                </c:pt>
                <c:pt idx="7853">
                  <c:v>20-02-2022</c:v>
                </c:pt>
                <c:pt idx="7854">
                  <c:v>20-02-2022</c:v>
                </c:pt>
                <c:pt idx="7855">
                  <c:v>20-02-2022</c:v>
                </c:pt>
                <c:pt idx="7856">
                  <c:v>20-02-2022</c:v>
                </c:pt>
                <c:pt idx="7857">
                  <c:v>20-02-2022</c:v>
                </c:pt>
                <c:pt idx="7858">
                  <c:v>20-02-2022</c:v>
                </c:pt>
                <c:pt idx="7859">
                  <c:v>20-02-2022</c:v>
                </c:pt>
                <c:pt idx="7860">
                  <c:v>20-02-2022</c:v>
                </c:pt>
                <c:pt idx="7861">
                  <c:v>20-02-2022</c:v>
                </c:pt>
                <c:pt idx="7862">
                  <c:v>20-02-2022</c:v>
                </c:pt>
                <c:pt idx="7863">
                  <c:v>20-02-2022</c:v>
                </c:pt>
                <c:pt idx="7864">
                  <c:v>20-02-2022</c:v>
                </c:pt>
                <c:pt idx="7865">
                  <c:v>20-02-2022</c:v>
                </c:pt>
                <c:pt idx="7866">
                  <c:v>20-02-2022</c:v>
                </c:pt>
                <c:pt idx="7867">
                  <c:v>20-02-2022</c:v>
                </c:pt>
                <c:pt idx="7868">
                  <c:v>20-02-2022</c:v>
                </c:pt>
                <c:pt idx="7869">
                  <c:v>20-02-2022</c:v>
                </c:pt>
                <c:pt idx="7870">
                  <c:v>20-02-2022</c:v>
                </c:pt>
                <c:pt idx="7871">
                  <c:v>20-02-2022</c:v>
                </c:pt>
                <c:pt idx="7872">
                  <c:v>20-02-2022</c:v>
                </c:pt>
                <c:pt idx="7873">
                  <c:v>20-02-2022</c:v>
                </c:pt>
                <c:pt idx="7874">
                  <c:v>20-02-2022</c:v>
                </c:pt>
                <c:pt idx="7875">
                  <c:v>20-02-2022</c:v>
                </c:pt>
                <c:pt idx="7876">
                  <c:v>20-02-2022</c:v>
                </c:pt>
                <c:pt idx="7877">
                  <c:v>20-02-2022</c:v>
                </c:pt>
                <c:pt idx="7878">
                  <c:v>20-02-2022</c:v>
                </c:pt>
                <c:pt idx="7879">
                  <c:v>20-02-2022</c:v>
                </c:pt>
                <c:pt idx="7880">
                  <c:v>20-02-2022</c:v>
                </c:pt>
                <c:pt idx="7881">
                  <c:v>20-02-2022</c:v>
                </c:pt>
                <c:pt idx="7882">
                  <c:v>20-02-2022</c:v>
                </c:pt>
                <c:pt idx="7883">
                  <c:v>20-02-2022</c:v>
                </c:pt>
                <c:pt idx="7884">
                  <c:v>20-02-2022</c:v>
                </c:pt>
                <c:pt idx="7885">
                  <c:v>20-02-2022</c:v>
                </c:pt>
                <c:pt idx="7886">
                  <c:v>21-02-2022</c:v>
                </c:pt>
                <c:pt idx="7887">
                  <c:v>21-02-2022</c:v>
                </c:pt>
                <c:pt idx="7888">
                  <c:v>21-02-2022</c:v>
                </c:pt>
                <c:pt idx="7889">
                  <c:v>21-02-2022</c:v>
                </c:pt>
                <c:pt idx="7890">
                  <c:v>21-02-2022</c:v>
                </c:pt>
                <c:pt idx="7891">
                  <c:v>21-02-2022</c:v>
                </c:pt>
                <c:pt idx="7892">
                  <c:v>21-02-2022</c:v>
                </c:pt>
                <c:pt idx="7893">
                  <c:v>21-02-2022</c:v>
                </c:pt>
                <c:pt idx="7894">
                  <c:v>21-02-2022</c:v>
                </c:pt>
                <c:pt idx="7895">
                  <c:v>21-02-2022</c:v>
                </c:pt>
                <c:pt idx="7896">
                  <c:v>21-02-2022</c:v>
                </c:pt>
                <c:pt idx="7897">
                  <c:v>21-02-2022</c:v>
                </c:pt>
                <c:pt idx="7898">
                  <c:v>21-02-2022</c:v>
                </c:pt>
                <c:pt idx="7899">
                  <c:v>21-02-2022</c:v>
                </c:pt>
                <c:pt idx="7900">
                  <c:v>21-02-2022</c:v>
                </c:pt>
                <c:pt idx="7901">
                  <c:v>21-02-2022</c:v>
                </c:pt>
                <c:pt idx="7902">
                  <c:v>21-02-2022</c:v>
                </c:pt>
                <c:pt idx="7903">
                  <c:v>21-02-2022</c:v>
                </c:pt>
                <c:pt idx="7904">
                  <c:v>21-02-2022</c:v>
                </c:pt>
                <c:pt idx="7905">
                  <c:v>21-02-2022</c:v>
                </c:pt>
                <c:pt idx="7906">
                  <c:v>21-02-2022</c:v>
                </c:pt>
                <c:pt idx="7907">
                  <c:v>21-02-2022</c:v>
                </c:pt>
                <c:pt idx="7908">
                  <c:v>21-02-2022</c:v>
                </c:pt>
                <c:pt idx="7909">
                  <c:v>21-02-2022</c:v>
                </c:pt>
                <c:pt idx="7910">
                  <c:v>21-02-2022</c:v>
                </c:pt>
                <c:pt idx="7911">
                  <c:v>21-02-2022</c:v>
                </c:pt>
                <c:pt idx="7912">
                  <c:v>21-02-2022</c:v>
                </c:pt>
                <c:pt idx="7913">
                  <c:v>21-02-2022</c:v>
                </c:pt>
                <c:pt idx="7914">
                  <c:v>21-02-2022</c:v>
                </c:pt>
                <c:pt idx="7915">
                  <c:v>21-02-2022</c:v>
                </c:pt>
                <c:pt idx="7916">
                  <c:v>21-02-2022</c:v>
                </c:pt>
                <c:pt idx="7917">
                  <c:v>21-02-2022</c:v>
                </c:pt>
                <c:pt idx="7918">
                  <c:v>21-02-2022</c:v>
                </c:pt>
                <c:pt idx="7919">
                  <c:v>21-02-2022</c:v>
                </c:pt>
                <c:pt idx="7920">
                  <c:v>21-02-2022</c:v>
                </c:pt>
                <c:pt idx="7921">
                  <c:v>21-02-2022</c:v>
                </c:pt>
                <c:pt idx="7922">
                  <c:v>21-02-2022</c:v>
                </c:pt>
                <c:pt idx="7923">
                  <c:v>21-02-2022</c:v>
                </c:pt>
                <c:pt idx="7924">
                  <c:v>21-02-2022</c:v>
                </c:pt>
                <c:pt idx="7925">
                  <c:v>21-02-2022</c:v>
                </c:pt>
                <c:pt idx="7926">
                  <c:v>21-02-2022</c:v>
                </c:pt>
                <c:pt idx="7927">
                  <c:v>21-02-2022</c:v>
                </c:pt>
                <c:pt idx="7928">
                  <c:v>21-02-2022</c:v>
                </c:pt>
                <c:pt idx="7929">
                  <c:v>21-02-2022</c:v>
                </c:pt>
                <c:pt idx="7930">
                  <c:v>21-02-2022</c:v>
                </c:pt>
                <c:pt idx="7931">
                  <c:v>21-02-2022</c:v>
                </c:pt>
                <c:pt idx="7932">
                  <c:v>21-02-2022</c:v>
                </c:pt>
                <c:pt idx="7933">
                  <c:v>21-02-2022</c:v>
                </c:pt>
                <c:pt idx="7934">
                  <c:v>21-02-2022</c:v>
                </c:pt>
                <c:pt idx="7935">
                  <c:v>21-02-2022</c:v>
                </c:pt>
                <c:pt idx="7936">
                  <c:v>22-02-2022</c:v>
                </c:pt>
                <c:pt idx="7937">
                  <c:v>22-02-2022</c:v>
                </c:pt>
                <c:pt idx="7938">
                  <c:v>22-02-2022</c:v>
                </c:pt>
                <c:pt idx="7939">
                  <c:v>22-02-2022</c:v>
                </c:pt>
                <c:pt idx="7940">
                  <c:v>22-02-2022</c:v>
                </c:pt>
                <c:pt idx="7941">
                  <c:v>22-02-2022</c:v>
                </c:pt>
                <c:pt idx="7942">
                  <c:v>22-02-2022</c:v>
                </c:pt>
                <c:pt idx="7943">
                  <c:v>22-02-2022</c:v>
                </c:pt>
                <c:pt idx="7944">
                  <c:v>22-02-2022</c:v>
                </c:pt>
                <c:pt idx="7945">
                  <c:v>22-02-2022</c:v>
                </c:pt>
                <c:pt idx="7946">
                  <c:v>22-02-2022</c:v>
                </c:pt>
                <c:pt idx="7947">
                  <c:v>22-02-2022</c:v>
                </c:pt>
                <c:pt idx="7948">
                  <c:v>22-02-2022</c:v>
                </c:pt>
                <c:pt idx="7949">
                  <c:v>22-02-2022</c:v>
                </c:pt>
                <c:pt idx="7950">
                  <c:v>22-02-2022</c:v>
                </c:pt>
                <c:pt idx="7951">
                  <c:v>22-02-2022</c:v>
                </c:pt>
                <c:pt idx="7952">
                  <c:v>22-02-2022</c:v>
                </c:pt>
                <c:pt idx="7953">
                  <c:v>22-02-2022</c:v>
                </c:pt>
                <c:pt idx="7954">
                  <c:v>22-02-2022</c:v>
                </c:pt>
                <c:pt idx="7955">
                  <c:v>22-02-2022</c:v>
                </c:pt>
                <c:pt idx="7956">
                  <c:v>22-02-2022</c:v>
                </c:pt>
                <c:pt idx="7957">
                  <c:v>22-02-2022</c:v>
                </c:pt>
                <c:pt idx="7958">
                  <c:v>22-02-2022</c:v>
                </c:pt>
                <c:pt idx="7959">
                  <c:v>22-02-2022</c:v>
                </c:pt>
                <c:pt idx="7960">
                  <c:v>22-02-2022</c:v>
                </c:pt>
                <c:pt idx="7961">
                  <c:v>22-02-2022</c:v>
                </c:pt>
                <c:pt idx="7962">
                  <c:v>22-02-2022</c:v>
                </c:pt>
                <c:pt idx="7963">
                  <c:v>22-02-2022</c:v>
                </c:pt>
                <c:pt idx="7964">
                  <c:v>22-02-2022</c:v>
                </c:pt>
                <c:pt idx="7965">
                  <c:v>22-02-2022</c:v>
                </c:pt>
                <c:pt idx="7966">
                  <c:v>22-02-2022</c:v>
                </c:pt>
                <c:pt idx="7967">
                  <c:v>22-02-2022</c:v>
                </c:pt>
                <c:pt idx="7968">
                  <c:v>22-02-2022</c:v>
                </c:pt>
                <c:pt idx="7969">
                  <c:v>22-02-2022</c:v>
                </c:pt>
                <c:pt idx="7970">
                  <c:v>22-02-2022</c:v>
                </c:pt>
                <c:pt idx="7971">
                  <c:v>22-02-2022</c:v>
                </c:pt>
                <c:pt idx="7972">
                  <c:v>22-02-2022</c:v>
                </c:pt>
                <c:pt idx="7973">
                  <c:v>22-02-2022</c:v>
                </c:pt>
                <c:pt idx="7974">
                  <c:v>22-02-2022</c:v>
                </c:pt>
                <c:pt idx="7975">
                  <c:v>22-02-2022</c:v>
                </c:pt>
                <c:pt idx="7976">
                  <c:v>22-02-2022</c:v>
                </c:pt>
                <c:pt idx="7977">
                  <c:v>22-02-2022</c:v>
                </c:pt>
                <c:pt idx="7978">
                  <c:v>22-02-2022</c:v>
                </c:pt>
                <c:pt idx="7979">
                  <c:v>22-02-2022</c:v>
                </c:pt>
                <c:pt idx="7980">
                  <c:v>22-02-2022</c:v>
                </c:pt>
                <c:pt idx="7981">
                  <c:v>22-02-2022</c:v>
                </c:pt>
                <c:pt idx="7982">
                  <c:v>22-02-2022</c:v>
                </c:pt>
                <c:pt idx="7983">
                  <c:v>22-02-2022</c:v>
                </c:pt>
                <c:pt idx="7984">
                  <c:v>22-02-2022</c:v>
                </c:pt>
                <c:pt idx="7985">
                  <c:v>22-02-2022</c:v>
                </c:pt>
                <c:pt idx="7986">
                  <c:v>23-02-2022</c:v>
                </c:pt>
                <c:pt idx="7987">
                  <c:v>23-02-2022</c:v>
                </c:pt>
                <c:pt idx="7988">
                  <c:v>23-02-2022</c:v>
                </c:pt>
                <c:pt idx="7989">
                  <c:v>23-02-2022</c:v>
                </c:pt>
                <c:pt idx="7990">
                  <c:v>23-02-2022</c:v>
                </c:pt>
                <c:pt idx="7991">
                  <c:v>23-02-2022</c:v>
                </c:pt>
                <c:pt idx="7992">
                  <c:v>23-02-2022</c:v>
                </c:pt>
                <c:pt idx="7993">
                  <c:v>23-02-2022</c:v>
                </c:pt>
                <c:pt idx="7994">
                  <c:v>23-02-2022</c:v>
                </c:pt>
                <c:pt idx="7995">
                  <c:v>23-02-2022</c:v>
                </c:pt>
                <c:pt idx="7996">
                  <c:v>23-02-2022</c:v>
                </c:pt>
                <c:pt idx="7997">
                  <c:v>23-02-2022</c:v>
                </c:pt>
                <c:pt idx="7998">
                  <c:v>23-02-2022</c:v>
                </c:pt>
                <c:pt idx="7999">
                  <c:v>23-02-2022</c:v>
                </c:pt>
                <c:pt idx="8000">
                  <c:v>23-02-2022</c:v>
                </c:pt>
                <c:pt idx="8001">
                  <c:v>23-02-2022</c:v>
                </c:pt>
                <c:pt idx="8002">
                  <c:v>23-02-2022</c:v>
                </c:pt>
                <c:pt idx="8003">
                  <c:v>23-02-2022</c:v>
                </c:pt>
                <c:pt idx="8004">
                  <c:v>23-02-2022</c:v>
                </c:pt>
                <c:pt idx="8005">
                  <c:v>23-02-2022</c:v>
                </c:pt>
                <c:pt idx="8006">
                  <c:v>23-02-2022</c:v>
                </c:pt>
                <c:pt idx="8007">
                  <c:v>23-02-2022</c:v>
                </c:pt>
                <c:pt idx="8008">
                  <c:v>23-02-2022</c:v>
                </c:pt>
                <c:pt idx="8009">
                  <c:v>23-02-2022</c:v>
                </c:pt>
                <c:pt idx="8010">
                  <c:v>23-02-2022</c:v>
                </c:pt>
                <c:pt idx="8011">
                  <c:v>23-02-2022</c:v>
                </c:pt>
                <c:pt idx="8012">
                  <c:v>23-02-2022</c:v>
                </c:pt>
                <c:pt idx="8013">
                  <c:v>23-02-2022</c:v>
                </c:pt>
                <c:pt idx="8014">
                  <c:v>23-02-2022</c:v>
                </c:pt>
                <c:pt idx="8015">
                  <c:v>23-02-2022</c:v>
                </c:pt>
                <c:pt idx="8016">
                  <c:v>23-02-2022</c:v>
                </c:pt>
                <c:pt idx="8017">
                  <c:v>23-02-2022</c:v>
                </c:pt>
                <c:pt idx="8018">
                  <c:v>23-02-2022</c:v>
                </c:pt>
                <c:pt idx="8019">
                  <c:v>23-02-2022</c:v>
                </c:pt>
                <c:pt idx="8020">
                  <c:v>23-02-2022</c:v>
                </c:pt>
                <c:pt idx="8021">
                  <c:v>23-02-2022</c:v>
                </c:pt>
                <c:pt idx="8022">
                  <c:v>23-02-2022</c:v>
                </c:pt>
                <c:pt idx="8023">
                  <c:v>23-02-2022</c:v>
                </c:pt>
                <c:pt idx="8024">
                  <c:v>23-02-2022</c:v>
                </c:pt>
                <c:pt idx="8025">
                  <c:v>23-02-2022</c:v>
                </c:pt>
                <c:pt idx="8026">
                  <c:v>23-02-2022</c:v>
                </c:pt>
                <c:pt idx="8027">
                  <c:v>23-02-2022</c:v>
                </c:pt>
                <c:pt idx="8028">
                  <c:v>23-02-2022</c:v>
                </c:pt>
                <c:pt idx="8029">
                  <c:v>23-02-2022</c:v>
                </c:pt>
                <c:pt idx="8030">
                  <c:v>23-02-2022</c:v>
                </c:pt>
                <c:pt idx="8031">
                  <c:v>23-02-2022</c:v>
                </c:pt>
                <c:pt idx="8032">
                  <c:v>23-02-2022</c:v>
                </c:pt>
                <c:pt idx="8033">
                  <c:v>23-02-2022</c:v>
                </c:pt>
                <c:pt idx="8034">
                  <c:v>24-02-2022</c:v>
                </c:pt>
                <c:pt idx="8035">
                  <c:v>24-02-2022</c:v>
                </c:pt>
                <c:pt idx="8036">
                  <c:v>24-02-2022</c:v>
                </c:pt>
                <c:pt idx="8037">
                  <c:v>24-02-2022</c:v>
                </c:pt>
                <c:pt idx="8038">
                  <c:v>24-02-2022</c:v>
                </c:pt>
                <c:pt idx="8039">
                  <c:v>24-02-2022</c:v>
                </c:pt>
                <c:pt idx="8040">
                  <c:v>24-02-2022</c:v>
                </c:pt>
                <c:pt idx="8041">
                  <c:v>24-02-2022</c:v>
                </c:pt>
                <c:pt idx="8042">
                  <c:v>24-02-2022</c:v>
                </c:pt>
                <c:pt idx="8043">
                  <c:v>24-02-2022</c:v>
                </c:pt>
                <c:pt idx="8044">
                  <c:v>24-02-2022</c:v>
                </c:pt>
                <c:pt idx="8045">
                  <c:v>24-02-2022</c:v>
                </c:pt>
                <c:pt idx="8046">
                  <c:v>24-02-2022</c:v>
                </c:pt>
                <c:pt idx="8047">
                  <c:v>24-02-2022</c:v>
                </c:pt>
                <c:pt idx="8048">
                  <c:v>24-02-2022</c:v>
                </c:pt>
                <c:pt idx="8049">
                  <c:v>24-02-2022</c:v>
                </c:pt>
                <c:pt idx="8050">
                  <c:v>24-02-2022</c:v>
                </c:pt>
                <c:pt idx="8051">
                  <c:v>24-02-2022</c:v>
                </c:pt>
                <c:pt idx="8052">
                  <c:v>24-02-2022</c:v>
                </c:pt>
                <c:pt idx="8053">
                  <c:v>24-02-2022</c:v>
                </c:pt>
                <c:pt idx="8054">
                  <c:v>24-02-2022</c:v>
                </c:pt>
                <c:pt idx="8055">
                  <c:v>24-02-2022</c:v>
                </c:pt>
                <c:pt idx="8056">
                  <c:v>24-02-2022</c:v>
                </c:pt>
                <c:pt idx="8057">
                  <c:v>24-02-2022</c:v>
                </c:pt>
                <c:pt idx="8058">
                  <c:v>24-02-2022</c:v>
                </c:pt>
                <c:pt idx="8059">
                  <c:v>24-02-2022</c:v>
                </c:pt>
                <c:pt idx="8060">
                  <c:v>24-02-2022</c:v>
                </c:pt>
                <c:pt idx="8061">
                  <c:v>24-02-2022</c:v>
                </c:pt>
                <c:pt idx="8062">
                  <c:v>24-02-2022</c:v>
                </c:pt>
                <c:pt idx="8063">
                  <c:v>24-02-2022</c:v>
                </c:pt>
                <c:pt idx="8064">
                  <c:v>24-02-2022</c:v>
                </c:pt>
                <c:pt idx="8065">
                  <c:v>24-02-2022</c:v>
                </c:pt>
                <c:pt idx="8066">
                  <c:v>24-02-2022</c:v>
                </c:pt>
                <c:pt idx="8067">
                  <c:v>24-02-2022</c:v>
                </c:pt>
                <c:pt idx="8068">
                  <c:v>24-02-2022</c:v>
                </c:pt>
                <c:pt idx="8069">
                  <c:v>24-02-2022</c:v>
                </c:pt>
                <c:pt idx="8070">
                  <c:v>24-02-2022</c:v>
                </c:pt>
                <c:pt idx="8071">
                  <c:v>24-02-2022</c:v>
                </c:pt>
                <c:pt idx="8072">
                  <c:v>24-02-2022</c:v>
                </c:pt>
                <c:pt idx="8073">
                  <c:v>24-02-2022</c:v>
                </c:pt>
                <c:pt idx="8074">
                  <c:v>24-02-2022</c:v>
                </c:pt>
                <c:pt idx="8075">
                  <c:v>24-02-2022</c:v>
                </c:pt>
                <c:pt idx="8076">
                  <c:v>24-02-2022</c:v>
                </c:pt>
                <c:pt idx="8077">
                  <c:v>24-02-2022</c:v>
                </c:pt>
                <c:pt idx="8078">
                  <c:v>24-02-2022</c:v>
                </c:pt>
                <c:pt idx="8079">
                  <c:v>24-02-2022</c:v>
                </c:pt>
                <c:pt idx="8080">
                  <c:v>24-02-2022</c:v>
                </c:pt>
                <c:pt idx="8081">
                  <c:v>24-02-2022</c:v>
                </c:pt>
                <c:pt idx="8082">
                  <c:v>24-02-2022</c:v>
                </c:pt>
                <c:pt idx="8083">
                  <c:v>24-02-2022</c:v>
                </c:pt>
                <c:pt idx="8084">
                  <c:v>24-02-2022</c:v>
                </c:pt>
                <c:pt idx="8085">
                  <c:v>25-02-2022</c:v>
                </c:pt>
                <c:pt idx="8086">
                  <c:v>25-02-2022</c:v>
                </c:pt>
                <c:pt idx="8087">
                  <c:v>25-02-2022</c:v>
                </c:pt>
                <c:pt idx="8088">
                  <c:v>25-02-2022</c:v>
                </c:pt>
                <c:pt idx="8089">
                  <c:v>25-02-2022</c:v>
                </c:pt>
                <c:pt idx="8090">
                  <c:v>25-02-2022</c:v>
                </c:pt>
                <c:pt idx="8091">
                  <c:v>25-02-2022</c:v>
                </c:pt>
                <c:pt idx="8092">
                  <c:v>25-02-2022</c:v>
                </c:pt>
                <c:pt idx="8093">
                  <c:v>25-02-2022</c:v>
                </c:pt>
                <c:pt idx="8094">
                  <c:v>25-02-2022</c:v>
                </c:pt>
                <c:pt idx="8095">
                  <c:v>25-02-2022</c:v>
                </c:pt>
                <c:pt idx="8096">
                  <c:v>25-02-2022</c:v>
                </c:pt>
                <c:pt idx="8097">
                  <c:v>25-02-2022</c:v>
                </c:pt>
                <c:pt idx="8098">
                  <c:v>25-02-2022</c:v>
                </c:pt>
                <c:pt idx="8099">
                  <c:v>25-02-2022</c:v>
                </c:pt>
                <c:pt idx="8100">
                  <c:v>25-02-2022</c:v>
                </c:pt>
                <c:pt idx="8101">
                  <c:v>25-02-2022</c:v>
                </c:pt>
                <c:pt idx="8102">
                  <c:v>25-02-2022</c:v>
                </c:pt>
                <c:pt idx="8103">
                  <c:v>25-02-2022</c:v>
                </c:pt>
                <c:pt idx="8104">
                  <c:v>25-02-2022</c:v>
                </c:pt>
                <c:pt idx="8105">
                  <c:v>25-02-2022</c:v>
                </c:pt>
                <c:pt idx="8106">
                  <c:v>25-02-2022</c:v>
                </c:pt>
                <c:pt idx="8107">
                  <c:v>25-02-2022</c:v>
                </c:pt>
                <c:pt idx="8108">
                  <c:v>25-02-2022</c:v>
                </c:pt>
                <c:pt idx="8109">
                  <c:v>25-02-2022</c:v>
                </c:pt>
                <c:pt idx="8110">
                  <c:v>25-02-2022</c:v>
                </c:pt>
                <c:pt idx="8111">
                  <c:v>25-02-2022</c:v>
                </c:pt>
                <c:pt idx="8112">
                  <c:v>25-02-2022</c:v>
                </c:pt>
                <c:pt idx="8113">
                  <c:v>25-02-2022</c:v>
                </c:pt>
                <c:pt idx="8114">
                  <c:v>25-02-2022</c:v>
                </c:pt>
                <c:pt idx="8115">
                  <c:v>25-02-2022</c:v>
                </c:pt>
                <c:pt idx="8116">
                  <c:v>25-02-2022</c:v>
                </c:pt>
                <c:pt idx="8117">
                  <c:v>25-02-2022</c:v>
                </c:pt>
                <c:pt idx="8118">
                  <c:v>25-02-2022</c:v>
                </c:pt>
                <c:pt idx="8119">
                  <c:v>25-02-2022</c:v>
                </c:pt>
                <c:pt idx="8120">
                  <c:v>25-02-2022</c:v>
                </c:pt>
                <c:pt idx="8121">
                  <c:v>25-02-2022</c:v>
                </c:pt>
                <c:pt idx="8122">
                  <c:v>25-02-2022</c:v>
                </c:pt>
                <c:pt idx="8123">
                  <c:v>25-02-2022</c:v>
                </c:pt>
                <c:pt idx="8124">
                  <c:v>25-02-2022</c:v>
                </c:pt>
                <c:pt idx="8125">
                  <c:v>25-02-2022</c:v>
                </c:pt>
                <c:pt idx="8126">
                  <c:v>25-02-2022</c:v>
                </c:pt>
                <c:pt idx="8127">
                  <c:v>25-02-2022</c:v>
                </c:pt>
                <c:pt idx="8128">
                  <c:v>25-02-2022</c:v>
                </c:pt>
                <c:pt idx="8129">
                  <c:v>25-02-2022</c:v>
                </c:pt>
                <c:pt idx="8130">
                  <c:v>25-02-2022</c:v>
                </c:pt>
                <c:pt idx="8131">
                  <c:v>25-02-2022</c:v>
                </c:pt>
                <c:pt idx="8132">
                  <c:v>25-02-2022</c:v>
                </c:pt>
                <c:pt idx="8133">
                  <c:v>25-02-2022</c:v>
                </c:pt>
                <c:pt idx="8134">
                  <c:v>25-02-2022</c:v>
                </c:pt>
                <c:pt idx="8135">
                  <c:v>25-02-2022</c:v>
                </c:pt>
                <c:pt idx="8136">
                  <c:v>26-02-2022</c:v>
                </c:pt>
                <c:pt idx="8137">
                  <c:v>26-02-2022</c:v>
                </c:pt>
                <c:pt idx="8138">
                  <c:v>26-02-2022</c:v>
                </c:pt>
                <c:pt idx="8139">
                  <c:v>26-02-2022</c:v>
                </c:pt>
                <c:pt idx="8140">
                  <c:v>26-02-2022</c:v>
                </c:pt>
                <c:pt idx="8141">
                  <c:v>26-02-2022</c:v>
                </c:pt>
                <c:pt idx="8142">
                  <c:v>26-02-2022</c:v>
                </c:pt>
                <c:pt idx="8143">
                  <c:v>26-02-2022</c:v>
                </c:pt>
                <c:pt idx="8144">
                  <c:v>26-02-2022</c:v>
                </c:pt>
                <c:pt idx="8145">
                  <c:v>26-02-2022</c:v>
                </c:pt>
                <c:pt idx="8146">
                  <c:v>26-02-2022</c:v>
                </c:pt>
                <c:pt idx="8147">
                  <c:v>26-02-2022</c:v>
                </c:pt>
                <c:pt idx="8148">
                  <c:v>26-02-2022</c:v>
                </c:pt>
                <c:pt idx="8149">
                  <c:v>26-02-2022</c:v>
                </c:pt>
                <c:pt idx="8150">
                  <c:v>26-02-2022</c:v>
                </c:pt>
                <c:pt idx="8151">
                  <c:v>26-02-2022</c:v>
                </c:pt>
                <c:pt idx="8152">
                  <c:v>26-02-2022</c:v>
                </c:pt>
                <c:pt idx="8153">
                  <c:v>26-02-2022</c:v>
                </c:pt>
                <c:pt idx="8154">
                  <c:v>26-02-2022</c:v>
                </c:pt>
                <c:pt idx="8155">
                  <c:v>26-02-2022</c:v>
                </c:pt>
                <c:pt idx="8156">
                  <c:v>26-02-2022</c:v>
                </c:pt>
                <c:pt idx="8157">
                  <c:v>26-02-2022</c:v>
                </c:pt>
                <c:pt idx="8158">
                  <c:v>26-02-2022</c:v>
                </c:pt>
                <c:pt idx="8159">
                  <c:v>26-02-2022</c:v>
                </c:pt>
                <c:pt idx="8160">
                  <c:v>26-02-2022</c:v>
                </c:pt>
                <c:pt idx="8161">
                  <c:v>26-02-2022</c:v>
                </c:pt>
                <c:pt idx="8162">
                  <c:v>26-02-2022</c:v>
                </c:pt>
                <c:pt idx="8163">
                  <c:v>26-02-2022</c:v>
                </c:pt>
                <c:pt idx="8164">
                  <c:v>26-02-2022</c:v>
                </c:pt>
                <c:pt idx="8165">
                  <c:v>26-02-2022</c:v>
                </c:pt>
                <c:pt idx="8166">
                  <c:v>26-02-2022</c:v>
                </c:pt>
                <c:pt idx="8167">
                  <c:v>26-02-2022</c:v>
                </c:pt>
                <c:pt idx="8168">
                  <c:v>26-02-2022</c:v>
                </c:pt>
                <c:pt idx="8169">
                  <c:v>26-02-2022</c:v>
                </c:pt>
                <c:pt idx="8170">
                  <c:v>26-02-2022</c:v>
                </c:pt>
                <c:pt idx="8171">
                  <c:v>26-02-2022</c:v>
                </c:pt>
                <c:pt idx="8172">
                  <c:v>26-02-2022</c:v>
                </c:pt>
                <c:pt idx="8173">
                  <c:v>26-02-2022</c:v>
                </c:pt>
                <c:pt idx="8174">
                  <c:v>26-02-2022</c:v>
                </c:pt>
                <c:pt idx="8175">
                  <c:v>26-02-2022</c:v>
                </c:pt>
                <c:pt idx="8176">
                  <c:v>26-02-2022</c:v>
                </c:pt>
                <c:pt idx="8177">
                  <c:v>26-02-2022</c:v>
                </c:pt>
                <c:pt idx="8178">
                  <c:v>26-02-2022</c:v>
                </c:pt>
                <c:pt idx="8179">
                  <c:v>26-02-2022</c:v>
                </c:pt>
                <c:pt idx="8180">
                  <c:v>26-02-2022</c:v>
                </c:pt>
                <c:pt idx="8181">
                  <c:v>26-02-2022</c:v>
                </c:pt>
                <c:pt idx="8182">
                  <c:v>26-02-2022</c:v>
                </c:pt>
                <c:pt idx="8183">
                  <c:v>26-02-2022</c:v>
                </c:pt>
                <c:pt idx="8184">
                  <c:v>26-02-2022</c:v>
                </c:pt>
                <c:pt idx="8185">
                  <c:v>26-02-2022</c:v>
                </c:pt>
                <c:pt idx="8186">
                  <c:v>26-02-2022</c:v>
                </c:pt>
                <c:pt idx="8187">
                  <c:v>27-02-2022</c:v>
                </c:pt>
                <c:pt idx="8188">
                  <c:v>27-02-2022</c:v>
                </c:pt>
                <c:pt idx="8189">
                  <c:v>27-02-2022</c:v>
                </c:pt>
                <c:pt idx="8190">
                  <c:v>27-02-2022</c:v>
                </c:pt>
                <c:pt idx="8191">
                  <c:v>27-02-2022</c:v>
                </c:pt>
                <c:pt idx="8192">
                  <c:v>27-02-2022</c:v>
                </c:pt>
                <c:pt idx="8193">
                  <c:v>27-02-2022</c:v>
                </c:pt>
                <c:pt idx="8194">
                  <c:v>27-02-2022</c:v>
                </c:pt>
                <c:pt idx="8195">
                  <c:v>27-02-2022</c:v>
                </c:pt>
                <c:pt idx="8196">
                  <c:v>27-02-2022</c:v>
                </c:pt>
                <c:pt idx="8197">
                  <c:v>27-02-2022</c:v>
                </c:pt>
                <c:pt idx="8198">
                  <c:v>27-02-2022</c:v>
                </c:pt>
                <c:pt idx="8199">
                  <c:v>27-02-2022</c:v>
                </c:pt>
                <c:pt idx="8200">
                  <c:v>27-02-2022</c:v>
                </c:pt>
                <c:pt idx="8201">
                  <c:v>27-02-2022</c:v>
                </c:pt>
                <c:pt idx="8202">
                  <c:v>27-02-2022</c:v>
                </c:pt>
                <c:pt idx="8203">
                  <c:v>27-02-2022</c:v>
                </c:pt>
                <c:pt idx="8204">
                  <c:v>27-02-2022</c:v>
                </c:pt>
                <c:pt idx="8205">
                  <c:v>27-02-2022</c:v>
                </c:pt>
                <c:pt idx="8206">
                  <c:v>27-02-2022</c:v>
                </c:pt>
                <c:pt idx="8207">
                  <c:v>27-02-2022</c:v>
                </c:pt>
                <c:pt idx="8208">
                  <c:v>27-02-2022</c:v>
                </c:pt>
                <c:pt idx="8209">
                  <c:v>27-02-2022</c:v>
                </c:pt>
                <c:pt idx="8210">
                  <c:v>27-02-2022</c:v>
                </c:pt>
                <c:pt idx="8211">
                  <c:v>27-02-2022</c:v>
                </c:pt>
                <c:pt idx="8212">
                  <c:v>27-02-2022</c:v>
                </c:pt>
                <c:pt idx="8213">
                  <c:v>27-02-2022</c:v>
                </c:pt>
                <c:pt idx="8214">
                  <c:v>27-02-2022</c:v>
                </c:pt>
                <c:pt idx="8215">
                  <c:v>27-02-2022</c:v>
                </c:pt>
                <c:pt idx="8216">
                  <c:v>27-02-2022</c:v>
                </c:pt>
                <c:pt idx="8217">
                  <c:v>27-02-2022</c:v>
                </c:pt>
                <c:pt idx="8218">
                  <c:v>27-02-2022</c:v>
                </c:pt>
                <c:pt idx="8219">
                  <c:v>27-02-2022</c:v>
                </c:pt>
                <c:pt idx="8220">
                  <c:v>27-02-2022</c:v>
                </c:pt>
                <c:pt idx="8221">
                  <c:v>27-02-2022</c:v>
                </c:pt>
                <c:pt idx="8222">
                  <c:v>27-02-2022</c:v>
                </c:pt>
                <c:pt idx="8223">
                  <c:v>27-02-2022</c:v>
                </c:pt>
                <c:pt idx="8224">
                  <c:v>27-02-2022</c:v>
                </c:pt>
                <c:pt idx="8225">
                  <c:v>27-02-2022</c:v>
                </c:pt>
                <c:pt idx="8226">
                  <c:v>27-02-2022</c:v>
                </c:pt>
                <c:pt idx="8227">
                  <c:v>27-02-2022</c:v>
                </c:pt>
                <c:pt idx="8228">
                  <c:v>27-02-2022</c:v>
                </c:pt>
                <c:pt idx="8229">
                  <c:v>27-02-2022</c:v>
                </c:pt>
                <c:pt idx="8230">
                  <c:v>27-02-2022</c:v>
                </c:pt>
                <c:pt idx="8231">
                  <c:v>27-02-2022</c:v>
                </c:pt>
                <c:pt idx="8232">
                  <c:v>27-02-2022</c:v>
                </c:pt>
                <c:pt idx="8233">
                  <c:v>27-02-2022</c:v>
                </c:pt>
                <c:pt idx="8234">
                  <c:v>27-02-2022</c:v>
                </c:pt>
                <c:pt idx="8235">
                  <c:v>27-02-2022</c:v>
                </c:pt>
                <c:pt idx="8236">
                  <c:v>27-02-2022</c:v>
                </c:pt>
                <c:pt idx="8237">
                  <c:v>27-02-2022</c:v>
                </c:pt>
                <c:pt idx="8238">
                  <c:v>28-02-2022</c:v>
                </c:pt>
                <c:pt idx="8239">
                  <c:v>28-02-2022</c:v>
                </c:pt>
                <c:pt idx="8240">
                  <c:v>28-02-2022</c:v>
                </c:pt>
                <c:pt idx="8241">
                  <c:v>28-02-2022</c:v>
                </c:pt>
                <c:pt idx="8242">
                  <c:v>28-02-2022</c:v>
                </c:pt>
                <c:pt idx="8243">
                  <c:v>28-02-2022</c:v>
                </c:pt>
                <c:pt idx="8244">
                  <c:v>28-02-2022</c:v>
                </c:pt>
                <c:pt idx="8245">
                  <c:v>28-02-2022</c:v>
                </c:pt>
                <c:pt idx="8246">
                  <c:v>28-02-2022</c:v>
                </c:pt>
                <c:pt idx="8247">
                  <c:v>28-02-2022</c:v>
                </c:pt>
                <c:pt idx="8248">
                  <c:v>28-02-2022</c:v>
                </c:pt>
                <c:pt idx="8249">
                  <c:v>28-02-2022</c:v>
                </c:pt>
                <c:pt idx="8250">
                  <c:v>28-02-2022</c:v>
                </c:pt>
                <c:pt idx="8251">
                  <c:v>28-02-2022</c:v>
                </c:pt>
                <c:pt idx="8252">
                  <c:v>28-02-2022</c:v>
                </c:pt>
                <c:pt idx="8253">
                  <c:v>28-02-2022</c:v>
                </c:pt>
                <c:pt idx="8254">
                  <c:v>28-02-2022</c:v>
                </c:pt>
                <c:pt idx="8255">
                  <c:v>28-02-2022</c:v>
                </c:pt>
                <c:pt idx="8256">
                  <c:v>28-02-2022</c:v>
                </c:pt>
                <c:pt idx="8257">
                  <c:v>28-02-2022</c:v>
                </c:pt>
                <c:pt idx="8258">
                  <c:v>28-02-2022</c:v>
                </c:pt>
                <c:pt idx="8259">
                  <c:v>28-02-2022</c:v>
                </c:pt>
                <c:pt idx="8260">
                  <c:v>28-02-2022</c:v>
                </c:pt>
                <c:pt idx="8261">
                  <c:v>28-02-2022</c:v>
                </c:pt>
                <c:pt idx="8262">
                  <c:v>28-02-2022</c:v>
                </c:pt>
                <c:pt idx="8263">
                  <c:v>28-02-2022</c:v>
                </c:pt>
                <c:pt idx="8264">
                  <c:v>28-02-2022</c:v>
                </c:pt>
                <c:pt idx="8265">
                  <c:v>28-02-2022</c:v>
                </c:pt>
                <c:pt idx="8266">
                  <c:v>28-02-2022</c:v>
                </c:pt>
                <c:pt idx="8267">
                  <c:v>28-02-2022</c:v>
                </c:pt>
                <c:pt idx="8268">
                  <c:v>28-02-2022</c:v>
                </c:pt>
                <c:pt idx="8269">
                  <c:v>28-02-2022</c:v>
                </c:pt>
                <c:pt idx="8270">
                  <c:v>28-02-2022</c:v>
                </c:pt>
                <c:pt idx="8271">
                  <c:v>28-02-2022</c:v>
                </c:pt>
                <c:pt idx="8272">
                  <c:v>28-02-2022</c:v>
                </c:pt>
                <c:pt idx="8273">
                  <c:v>28-02-2022</c:v>
                </c:pt>
                <c:pt idx="8274">
                  <c:v>28-02-2022</c:v>
                </c:pt>
                <c:pt idx="8275">
                  <c:v>28-02-2022</c:v>
                </c:pt>
                <c:pt idx="8276">
                  <c:v>28-02-2022</c:v>
                </c:pt>
                <c:pt idx="8277">
                  <c:v>28-02-2022</c:v>
                </c:pt>
                <c:pt idx="8278">
                  <c:v>28-02-2022</c:v>
                </c:pt>
                <c:pt idx="8279">
                  <c:v>28-02-2022</c:v>
                </c:pt>
                <c:pt idx="8280">
                  <c:v>28-02-2022</c:v>
                </c:pt>
                <c:pt idx="8281">
                  <c:v>28-02-2022</c:v>
                </c:pt>
                <c:pt idx="8282">
                  <c:v>28-02-2022</c:v>
                </c:pt>
                <c:pt idx="8283">
                  <c:v>28-02-2022</c:v>
                </c:pt>
                <c:pt idx="8284">
                  <c:v>28-02-2022</c:v>
                </c:pt>
                <c:pt idx="8285">
                  <c:v>28-02-2022</c:v>
                </c:pt>
                <c:pt idx="8286">
                  <c:v>28-02-2022</c:v>
                </c:pt>
                <c:pt idx="8287">
                  <c:v>28-02-2022</c:v>
                </c:pt>
                <c:pt idx="8288">
                  <c:v>28-02-2022</c:v>
                </c:pt>
                <c:pt idx="8289">
                  <c:v>01-03-2022</c:v>
                </c:pt>
                <c:pt idx="8290">
                  <c:v>01-03-2022</c:v>
                </c:pt>
                <c:pt idx="8291">
                  <c:v>01-03-2022</c:v>
                </c:pt>
                <c:pt idx="8292">
                  <c:v>01-03-2022</c:v>
                </c:pt>
                <c:pt idx="8293">
                  <c:v>01-03-2022</c:v>
                </c:pt>
                <c:pt idx="8294">
                  <c:v>01-03-2022</c:v>
                </c:pt>
                <c:pt idx="8295">
                  <c:v>01-03-2022</c:v>
                </c:pt>
                <c:pt idx="8296">
                  <c:v>01-03-2022</c:v>
                </c:pt>
                <c:pt idx="8297">
                  <c:v>01-03-2022</c:v>
                </c:pt>
                <c:pt idx="8298">
                  <c:v>01-03-2022</c:v>
                </c:pt>
                <c:pt idx="8299">
                  <c:v>01-03-2022</c:v>
                </c:pt>
                <c:pt idx="8300">
                  <c:v>01-03-2022</c:v>
                </c:pt>
                <c:pt idx="8301">
                  <c:v>01-03-2022</c:v>
                </c:pt>
                <c:pt idx="8302">
                  <c:v>01-03-2022</c:v>
                </c:pt>
                <c:pt idx="8303">
                  <c:v>01-03-2022</c:v>
                </c:pt>
                <c:pt idx="8304">
                  <c:v>01-03-2022</c:v>
                </c:pt>
                <c:pt idx="8305">
                  <c:v>01-03-2022</c:v>
                </c:pt>
                <c:pt idx="8306">
                  <c:v>01-03-2022</c:v>
                </c:pt>
                <c:pt idx="8307">
                  <c:v>01-03-2022</c:v>
                </c:pt>
                <c:pt idx="8308">
                  <c:v>01-03-2022</c:v>
                </c:pt>
                <c:pt idx="8309">
                  <c:v>01-03-2022</c:v>
                </c:pt>
                <c:pt idx="8310">
                  <c:v>01-03-2022</c:v>
                </c:pt>
                <c:pt idx="8311">
                  <c:v>01-03-2022</c:v>
                </c:pt>
                <c:pt idx="8312">
                  <c:v>01-03-2022</c:v>
                </c:pt>
                <c:pt idx="8313">
                  <c:v>01-03-2022</c:v>
                </c:pt>
                <c:pt idx="8314">
                  <c:v>01-03-2022</c:v>
                </c:pt>
                <c:pt idx="8315">
                  <c:v>01-03-2022</c:v>
                </c:pt>
                <c:pt idx="8316">
                  <c:v>01-03-2022</c:v>
                </c:pt>
                <c:pt idx="8317">
                  <c:v>01-03-2022</c:v>
                </c:pt>
                <c:pt idx="8318">
                  <c:v>01-03-2022</c:v>
                </c:pt>
                <c:pt idx="8319">
                  <c:v>01-03-2022</c:v>
                </c:pt>
                <c:pt idx="8320">
                  <c:v>01-03-2022</c:v>
                </c:pt>
                <c:pt idx="8321">
                  <c:v>01-03-2022</c:v>
                </c:pt>
                <c:pt idx="8322">
                  <c:v>01-03-2022</c:v>
                </c:pt>
                <c:pt idx="8323">
                  <c:v>01-03-2022</c:v>
                </c:pt>
                <c:pt idx="8324">
                  <c:v>01-03-2022</c:v>
                </c:pt>
                <c:pt idx="8325">
                  <c:v>01-03-2022</c:v>
                </c:pt>
                <c:pt idx="8326">
                  <c:v>01-03-2022</c:v>
                </c:pt>
                <c:pt idx="8327">
                  <c:v>01-03-2022</c:v>
                </c:pt>
                <c:pt idx="8328">
                  <c:v>01-03-2022</c:v>
                </c:pt>
                <c:pt idx="8329">
                  <c:v>01-03-2022</c:v>
                </c:pt>
                <c:pt idx="8330">
                  <c:v>01-03-2022</c:v>
                </c:pt>
                <c:pt idx="8331">
                  <c:v>01-03-2022</c:v>
                </c:pt>
                <c:pt idx="8332">
                  <c:v>01-03-2022</c:v>
                </c:pt>
                <c:pt idx="8333">
                  <c:v>01-03-2022</c:v>
                </c:pt>
                <c:pt idx="8334">
                  <c:v>01-03-2022</c:v>
                </c:pt>
                <c:pt idx="8335">
                  <c:v>01-03-2022</c:v>
                </c:pt>
                <c:pt idx="8336">
                  <c:v>01-03-2022</c:v>
                </c:pt>
                <c:pt idx="8337">
                  <c:v>01-03-2022</c:v>
                </c:pt>
                <c:pt idx="8338">
                  <c:v>01-03-2022</c:v>
                </c:pt>
                <c:pt idx="8339">
                  <c:v>01-03-2022</c:v>
                </c:pt>
                <c:pt idx="8340">
                  <c:v>02-03-2022</c:v>
                </c:pt>
                <c:pt idx="8341">
                  <c:v>02-03-2022</c:v>
                </c:pt>
                <c:pt idx="8342">
                  <c:v>02-03-2022</c:v>
                </c:pt>
                <c:pt idx="8343">
                  <c:v>02-03-2022</c:v>
                </c:pt>
                <c:pt idx="8344">
                  <c:v>02-03-2022</c:v>
                </c:pt>
                <c:pt idx="8345">
                  <c:v>02-03-2022</c:v>
                </c:pt>
                <c:pt idx="8346">
                  <c:v>02-03-2022</c:v>
                </c:pt>
                <c:pt idx="8347">
                  <c:v>02-03-2022</c:v>
                </c:pt>
                <c:pt idx="8348">
                  <c:v>02-03-2022</c:v>
                </c:pt>
                <c:pt idx="8349">
                  <c:v>02-03-2022</c:v>
                </c:pt>
                <c:pt idx="8350">
                  <c:v>02-03-2022</c:v>
                </c:pt>
                <c:pt idx="8351">
                  <c:v>02-03-2022</c:v>
                </c:pt>
                <c:pt idx="8352">
                  <c:v>02-03-2022</c:v>
                </c:pt>
                <c:pt idx="8353">
                  <c:v>02-03-2022</c:v>
                </c:pt>
                <c:pt idx="8354">
                  <c:v>02-03-2022</c:v>
                </c:pt>
                <c:pt idx="8355">
                  <c:v>02-03-2022</c:v>
                </c:pt>
                <c:pt idx="8356">
                  <c:v>02-03-2022</c:v>
                </c:pt>
                <c:pt idx="8357">
                  <c:v>02-03-2022</c:v>
                </c:pt>
                <c:pt idx="8358">
                  <c:v>02-03-2022</c:v>
                </c:pt>
                <c:pt idx="8359">
                  <c:v>02-03-2022</c:v>
                </c:pt>
                <c:pt idx="8360">
                  <c:v>02-03-2022</c:v>
                </c:pt>
                <c:pt idx="8361">
                  <c:v>02-03-2022</c:v>
                </c:pt>
                <c:pt idx="8362">
                  <c:v>02-03-2022</c:v>
                </c:pt>
                <c:pt idx="8363">
                  <c:v>02-03-2022</c:v>
                </c:pt>
                <c:pt idx="8364">
                  <c:v>02-03-2022</c:v>
                </c:pt>
                <c:pt idx="8365">
                  <c:v>02-03-2022</c:v>
                </c:pt>
                <c:pt idx="8366">
                  <c:v>02-03-2022</c:v>
                </c:pt>
                <c:pt idx="8367">
                  <c:v>02-03-2022</c:v>
                </c:pt>
                <c:pt idx="8368">
                  <c:v>02-03-2022</c:v>
                </c:pt>
                <c:pt idx="8369">
                  <c:v>02-03-2022</c:v>
                </c:pt>
                <c:pt idx="8370">
                  <c:v>02-03-2022</c:v>
                </c:pt>
                <c:pt idx="8371">
                  <c:v>02-03-2022</c:v>
                </c:pt>
                <c:pt idx="8372">
                  <c:v>02-03-2022</c:v>
                </c:pt>
                <c:pt idx="8373">
                  <c:v>02-03-2022</c:v>
                </c:pt>
                <c:pt idx="8374">
                  <c:v>02-03-2022</c:v>
                </c:pt>
                <c:pt idx="8375">
                  <c:v>02-03-2022</c:v>
                </c:pt>
                <c:pt idx="8376">
                  <c:v>02-03-2022</c:v>
                </c:pt>
                <c:pt idx="8377">
                  <c:v>02-03-2022</c:v>
                </c:pt>
                <c:pt idx="8378">
                  <c:v>02-03-2022</c:v>
                </c:pt>
                <c:pt idx="8379">
                  <c:v>02-03-2022</c:v>
                </c:pt>
                <c:pt idx="8380">
                  <c:v>02-03-2022</c:v>
                </c:pt>
                <c:pt idx="8381">
                  <c:v>02-03-2022</c:v>
                </c:pt>
                <c:pt idx="8382">
                  <c:v>02-03-2022</c:v>
                </c:pt>
                <c:pt idx="8383">
                  <c:v>02-03-2022</c:v>
                </c:pt>
                <c:pt idx="8384">
                  <c:v>02-03-2022</c:v>
                </c:pt>
                <c:pt idx="8385">
                  <c:v>02-03-2022</c:v>
                </c:pt>
                <c:pt idx="8386">
                  <c:v>02-03-2022</c:v>
                </c:pt>
                <c:pt idx="8387">
                  <c:v>02-03-2022</c:v>
                </c:pt>
                <c:pt idx="8388">
                  <c:v>02-03-2022</c:v>
                </c:pt>
                <c:pt idx="8389">
                  <c:v>02-03-2022</c:v>
                </c:pt>
                <c:pt idx="8390">
                  <c:v>02-03-2022</c:v>
                </c:pt>
                <c:pt idx="8391">
                  <c:v>03-03-2022</c:v>
                </c:pt>
                <c:pt idx="8392">
                  <c:v>03-03-2022</c:v>
                </c:pt>
                <c:pt idx="8393">
                  <c:v>03-03-2022</c:v>
                </c:pt>
                <c:pt idx="8394">
                  <c:v>03-03-2022</c:v>
                </c:pt>
                <c:pt idx="8395">
                  <c:v>03-03-2022</c:v>
                </c:pt>
                <c:pt idx="8396">
                  <c:v>03-03-2022</c:v>
                </c:pt>
                <c:pt idx="8397">
                  <c:v>03-03-2022</c:v>
                </c:pt>
                <c:pt idx="8398">
                  <c:v>03-03-2022</c:v>
                </c:pt>
                <c:pt idx="8399">
                  <c:v>03-03-2022</c:v>
                </c:pt>
                <c:pt idx="8400">
                  <c:v>03-03-2022</c:v>
                </c:pt>
                <c:pt idx="8401">
                  <c:v>03-03-2022</c:v>
                </c:pt>
                <c:pt idx="8402">
                  <c:v>03-03-2022</c:v>
                </c:pt>
                <c:pt idx="8403">
                  <c:v>03-03-2022</c:v>
                </c:pt>
                <c:pt idx="8404">
                  <c:v>03-03-2022</c:v>
                </c:pt>
                <c:pt idx="8405">
                  <c:v>03-03-2022</c:v>
                </c:pt>
                <c:pt idx="8406">
                  <c:v>03-03-2022</c:v>
                </c:pt>
                <c:pt idx="8407">
                  <c:v>03-03-2022</c:v>
                </c:pt>
                <c:pt idx="8408">
                  <c:v>03-03-2022</c:v>
                </c:pt>
                <c:pt idx="8409">
                  <c:v>03-03-2022</c:v>
                </c:pt>
                <c:pt idx="8410">
                  <c:v>03-03-2022</c:v>
                </c:pt>
                <c:pt idx="8411">
                  <c:v>03-03-2022</c:v>
                </c:pt>
                <c:pt idx="8412">
                  <c:v>03-03-2022</c:v>
                </c:pt>
                <c:pt idx="8413">
                  <c:v>03-03-2022</c:v>
                </c:pt>
                <c:pt idx="8414">
                  <c:v>03-03-2022</c:v>
                </c:pt>
                <c:pt idx="8415">
                  <c:v>03-03-2022</c:v>
                </c:pt>
                <c:pt idx="8416">
                  <c:v>03-03-2022</c:v>
                </c:pt>
                <c:pt idx="8417">
                  <c:v>03-03-2022</c:v>
                </c:pt>
                <c:pt idx="8418">
                  <c:v>03-03-2022</c:v>
                </c:pt>
                <c:pt idx="8419">
                  <c:v>03-03-2022</c:v>
                </c:pt>
                <c:pt idx="8420">
                  <c:v>03-03-2022</c:v>
                </c:pt>
                <c:pt idx="8421">
                  <c:v>03-03-2022</c:v>
                </c:pt>
                <c:pt idx="8422">
                  <c:v>03-03-2022</c:v>
                </c:pt>
                <c:pt idx="8423">
                  <c:v>03-03-2022</c:v>
                </c:pt>
                <c:pt idx="8424">
                  <c:v>03-03-2022</c:v>
                </c:pt>
                <c:pt idx="8425">
                  <c:v>03-03-2022</c:v>
                </c:pt>
                <c:pt idx="8426">
                  <c:v>03-03-2022</c:v>
                </c:pt>
                <c:pt idx="8427">
                  <c:v>03-03-2022</c:v>
                </c:pt>
                <c:pt idx="8428">
                  <c:v>03-03-2022</c:v>
                </c:pt>
                <c:pt idx="8429">
                  <c:v>03-03-2022</c:v>
                </c:pt>
                <c:pt idx="8430">
                  <c:v>03-03-2022</c:v>
                </c:pt>
                <c:pt idx="8431">
                  <c:v>03-03-2022</c:v>
                </c:pt>
                <c:pt idx="8432">
                  <c:v>03-03-2022</c:v>
                </c:pt>
                <c:pt idx="8433">
                  <c:v>03-03-2022</c:v>
                </c:pt>
                <c:pt idx="8434">
                  <c:v>03-03-2022</c:v>
                </c:pt>
                <c:pt idx="8435">
                  <c:v>03-03-2022</c:v>
                </c:pt>
                <c:pt idx="8436">
                  <c:v>03-03-2022</c:v>
                </c:pt>
                <c:pt idx="8437">
                  <c:v>03-03-2022</c:v>
                </c:pt>
                <c:pt idx="8438">
                  <c:v>03-03-2022</c:v>
                </c:pt>
                <c:pt idx="8439">
                  <c:v>03-03-2022</c:v>
                </c:pt>
                <c:pt idx="8440">
                  <c:v>03-03-2022</c:v>
                </c:pt>
                <c:pt idx="8441">
                  <c:v>03-03-2022</c:v>
                </c:pt>
                <c:pt idx="8442">
                  <c:v>04-03-2022</c:v>
                </c:pt>
                <c:pt idx="8443">
                  <c:v>04-03-2022</c:v>
                </c:pt>
                <c:pt idx="8444">
                  <c:v>04-03-2022</c:v>
                </c:pt>
                <c:pt idx="8445">
                  <c:v>04-03-2022</c:v>
                </c:pt>
                <c:pt idx="8446">
                  <c:v>04-03-2022</c:v>
                </c:pt>
                <c:pt idx="8447">
                  <c:v>04-03-2022</c:v>
                </c:pt>
                <c:pt idx="8448">
                  <c:v>04-03-2022</c:v>
                </c:pt>
                <c:pt idx="8449">
                  <c:v>04-03-2022</c:v>
                </c:pt>
                <c:pt idx="8450">
                  <c:v>04-03-2022</c:v>
                </c:pt>
                <c:pt idx="8451">
                  <c:v>04-03-2022</c:v>
                </c:pt>
                <c:pt idx="8452">
                  <c:v>04-03-2022</c:v>
                </c:pt>
                <c:pt idx="8453">
                  <c:v>04-03-2022</c:v>
                </c:pt>
                <c:pt idx="8454">
                  <c:v>04-03-2022</c:v>
                </c:pt>
                <c:pt idx="8455">
                  <c:v>04-03-2022</c:v>
                </c:pt>
                <c:pt idx="8456">
                  <c:v>04-03-2022</c:v>
                </c:pt>
                <c:pt idx="8457">
                  <c:v>04-03-2022</c:v>
                </c:pt>
                <c:pt idx="8458">
                  <c:v>04-03-2022</c:v>
                </c:pt>
                <c:pt idx="8459">
                  <c:v>04-03-2022</c:v>
                </c:pt>
                <c:pt idx="8460">
                  <c:v>04-03-2022</c:v>
                </c:pt>
                <c:pt idx="8461">
                  <c:v>04-03-2022</c:v>
                </c:pt>
                <c:pt idx="8462">
                  <c:v>04-03-2022</c:v>
                </c:pt>
                <c:pt idx="8463">
                  <c:v>04-03-2022</c:v>
                </c:pt>
                <c:pt idx="8464">
                  <c:v>04-03-2022</c:v>
                </c:pt>
                <c:pt idx="8465">
                  <c:v>04-03-2022</c:v>
                </c:pt>
                <c:pt idx="8466">
                  <c:v>04-03-2022</c:v>
                </c:pt>
                <c:pt idx="8467">
                  <c:v>04-03-2022</c:v>
                </c:pt>
                <c:pt idx="8468">
                  <c:v>04-03-2022</c:v>
                </c:pt>
                <c:pt idx="8469">
                  <c:v>04-03-2022</c:v>
                </c:pt>
                <c:pt idx="8470">
                  <c:v>04-03-2022</c:v>
                </c:pt>
                <c:pt idx="8471">
                  <c:v>04-03-2022</c:v>
                </c:pt>
                <c:pt idx="8472">
                  <c:v>04-03-2022</c:v>
                </c:pt>
                <c:pt idx="8473">
                  <c:v>04-03-2022</c:v>
                </c:pt>
                <c:pt idx="8474">
                  <c:v>04-03-2022</c:v>
                </c:pt>
                <c:pt idx="8475">
                  <c:v>04-03-2022</c:v>
                </c:pt>
                <c:pt idx="8476">
                  <c:v>04-03-2022</c:v>
                </c:pt>
                <c:pt idx="8477">
                  <c:v>04-03-2022</c:v>
                </c:pt>
                <c:pt idx="8478">
                  <c:v>04-03-2022</c:v>
                </c:pt>
                <c:pt idx="8479">
                  <c:v>04-03-2022</c:v>
                </c:pt>
                <c:pt idx="8480">
                  <c:v>04-03-2022</c:v>
                </c:pt>
                <c:pt idx="8481">
                  <c:v>04-03-2022</c:v>
                </c:pt>
                <c:pt idx="8482">
                  <c:v>04-03-2022</c:v>
                </c:pt>
                <c:pt idx="8483">
                  <c:v>04-03-2022</c:v>
                </c:pt>
                <c:pt idx="8484">
                  <c:v>04-03-2022</c:v>
                </c:pt>
                <c:pt idx="8485">
                  <c:v>04-03-2022</c:v>
                </c:pt>
                <c:pt idx="8486">
                  <c:v>04-03-2022</c:v>
                </c:pt>
                <c:pt idx="8487">
                  <c:v>04-03-2022</c:v>
                </c:pt>
                <c:pt idx="8488">
                  <c:v>04-03-2022</c:v>
                </c:pt>
                <c:pt idx="8489">
                  <c:v>04-03-2022</c:v>
                </c:pt>
                <c:pt idx="8490">
                  <c:v>04-03-2022</c:v>
                </c:pt>
                <c:pt idx="8491">
                  <c:v>04-03-2022</c:v>
                </c:pt>
                <c:pt idx="8492">
                  <c:v>04-03-2022</c:v>
                </c:pt>
                <c:pt idx="8493">
                  <c:v>05-03-2022</c:v>
                </c:pt>
                <c:pt idx="8494">
                  <c:v>05-03-2022</c:v>
                </c:pt>
                <c:pt idx="8495">
                  <c:v>05-03-2022</c:v>
                </c:pt>
                <c:pt idx="8496">
                  <c:v>05-03-2022</c:v>
                </c:pt>
                <c:pt idx="8497">
                  <c:v>05-03-2022</c:v>
                </c:pt>
                <c:pt idx="8498">
                  <c:v>05-03-2022</c:v>
                </c:pt>
                <c:pt idx="8499">
                  <c:v>05-03-2022</c:v>
                </c:pt>
                <c:pt idx="8500">
                  <c:v>05-03-2022</c:v>
                </c:pt>
                <c:pt idx="8501">
                  <c:v>05-03-2022</c:v>
                </c:pt>
                <c:pt idx="8502">
                  <c:v>05-03-2022</c:v>
                </c:pt>
                <c:pt idx="8503">
                  <c:v>05-03-2022</c:v>
                </c:pt>
                <c:pt idx="8504">
                  <c:v>05-03-2022</c:v>
                </c:pt>
                <c:pt idx="8505">
                  <c:v>05-03-2022</c:v>
                </c:pt>
                <c:pt idx="8506">
                  <c:v>05-03-2022</c:v>
                </c:pt>
                <c:pt idx="8507">
                  <c:v>05-03-2022</c:v>
                </c:pt>
                <c:pt idx="8508">
                  <c:v>05-03-2022</c:v>
                </c:pt>
                <c:pt idx="8509">
                  <c:v>05-03-2022</c:v>
                </c:pt>
                <c:pt idx="8510">
                  <c:v>05-03-2022</c:v>
                </c:pt>
                <c:pt idx="8511">
                  <c:v>05-03-2022</c:v>
                </c:pt>
                <c:pt idx="8512">
                  <c:v>05-03-2022</c:v>
                </c:pt>
                <c:pt idx="8513">
                  <c:v>05-03-2022</c:v>
                </c:pt>
                <c:pt idx="8514">
                  <c:v>05-03-2022</c:v>
                </c:pt>
                <c:pt idx="8515">
                  <c:v>05-03-2022</c:v>
                </c:pt>
                <c:pt idx="8516">
                  <c:v>05-03-2022</c:v>
                </c:pt>
                <c:pt idx="8517">
                  <c:v>05-03-2022</c:v>
                </c:pt>
                <c:pt idx="8518">
                  <c:v>05-03-2022</c:v>
                </c:pt>
                <c:pt idx="8519">
                  <c:v>05-03-2022</c:v>
                </c:pt>
                <c:pt idx="8520">
                  <c:v>05-03-2022</c:v>
                </c:pt>
                <c:pt idx="8521">
                  <c:v>05-03-2022</c:v>
                </c:pt>
                <c:pt idx="8522">
                  <c:v>05-03-2022</c:v>
                </c:pt>
                <c:pt idx="8523">
                  <c:v>05-03-2022</c:v>
                </c:pt>
                <c:pt idx="8524">
                  <c:v>05-03-2022</c:v>
                </c:pt>
                <c:pt idx="8525">
                  <c:v>05-03-2022</c:v>
                </c:pt>
                <c:pt idx="8526">
                  <c:v>05-03-2022</c:v>
                </c:pt>
                <c:pt idx="8527">
                  <c:v>05-03-2022</c:v>
                </c:pt>
                <c:pt idx="8528">
                  <c:v>05-03-2022</c:v>
                </c:pt>
                <c:pt idx="8529">
                  <c:v>05-03-2022</c:v>
                </c:pt>
                <c:pt idx="8530">
                  <c:v>05-03-2022</c:v>
                </c:pt>
                <c:pt idx="8531">
                  <c:v>05-03-2022</c:v>
                </c:pt>
                <c:pt idx="8532">
                  <c:v>05-03-2022</c:v>
                </c:pt>
                <c:pt idx="8533">
                  <c:v>05-03-2022</c:v>
                </c:pt>
                <c:pt idx="8534">
                  <c:v>05-03-2022</c:v>
                </c:pt>
                <c:pt idx="8535">
                  <c:v>05-03-2022</c:v>
                </c:pt>
                <c:pt idx="8536">
                  <c:v>05-03-2022</c:v>
                </c:pt>
                <c:pt idx="8537">
                  <c:v>05-03-2022</c:v>
                </c:pt>
                <c:pt idx="8538">
                  <c:v>05-03-2022</c:v>
                </c:pt>
                <c:pt idx="8539">
                  <c:v>05-03-2022</c:v>
                </c:pt>
                <c:pt idx="8540">
                  <c:v>05-03-2022</c:v>
                </c:pt>
                <c:pt idx="8541">
                  <c:v>06-03-2022</c:v>
                </c:pt>
                <c:pt idx="8542">
                  <c:v>06-03-2022</c:v>
                </c:pt>
                <c:pt idx="8543">
                  <c:v>06-03-2022</c:v>
                </c:pt>
                <c:pt idx="8544">
                  <c:v>06-03-2022</c:v>
                </c:pt>
                <c:pt idx="8545">
                  <c:v>06-03-2022</c:v>
                </c:pt>
                <c:pt idx="8546">
                  <c:v>06-03-2022</c:v>
                </c:pt>
                <c:pt idx="8547">
                  <c:v>06-03-2022</c:v>
                </c:pt>
                <c:pt idx="8548">
                  <c:v>06-03-2022</c:v>
                </c:pt>
                <c:pt idx="8549">
                  <c:v>06-03-2022</c:v>
                </c:pt>
                <c:pt idx="8550">
                  <c:v>06-03-2022</c:v>
                </c:pt>
                <c:pt idx="8551">
                  <c:v>06-03-2022</c:v>
                </c:pt>
                <c:pt idx="8552">
                  <c:v>06-03-2022</c:v>
                </c:pt>
                <c:pt idx="8553">
                  <c:v>06-03-2022</c:v>
                </c:pt>
                <c:pt idx="8554">
                  <c:v>06-03-2022</c:v>
                </c:pt>
                <c:pt idx="8555">
                  <c:v>06-03-2022</c:v>
                </c:pt>
                <c:pt idx="8556">
                  <c:v>06-03-2022</c:v>
                </c:pt>
                <c:pt idx="8557">
                  <c:v>06-03-2022</c:v>
                </c:pt>
                <c:pt idx="8558">
                  <c:v>06-03-2022</c:v>
                </c:pt>
                <c:pt idx="8559">
                  <c:v>06-03-2022</c:v>
                </c:pt>
                <c:pt idx="8560">
                  <c:v>06-03-2022</c:v>
                </c:pt>
                <c:pt idx="8561">
                  <c:v>06-03-2022</c:v>
                </c:pt>
                <c:pt idx="8562">
                  <c:v>06-03-2022</c:v>
                </c:pt>
                <c:pt idx="8563">
                  <c:v>06-03-2022</c:v>
                </c:pt>
                <c:pt idx="8564">
                  <c:v>06-03-2022</c:v>
                </c:pt>
                <c:pt idx="8565">
                  <c:v>06-03-2022</c:v>
                </c:pt>
                <c:pt idx="8566">
                  <c:v>06-03-2022</c:v>
                </c:pt>
                <c:pt idx="8567">
                  <c:v>06-03-2022</c:v>
                </c:pt>
                <c:pt idx="8568">
                  <c:v>06-03-2022</c:v>
                </c:pt>
                <c:pt idx="8569">
                  <c:v>06-03-2022</c:v>
                </c:pt>
                <c:pt idx="8570">
                  <c:v>06-03-2022</c:v>
                </c:pt>
                <c:pt idx="8571">
                  <c:v>06-03-2022</c:v>
                </c:pt>
                <c:pt idx="8572">
                  <c:v>06-03-2022</c:v>
                </c:pt>
                <c:pt idx="8573">
                  <c:v>06-03-2022</c:v>
                </c:pt>
                <c:pt idx="8574">
                  <c:v>06-03-2022</c:v>
                </c:pt>
                <c:pt idx="8575">
                  <c:v>06-03-2022</c:v>
                </c:pt>
                <c:pt idx="8576">
                  <c:v>06-03-2022</c:v>
                </c:pt>
                <c:pt idx="8577">
                  <c:v>06-03-2022</c:v>
                </c:pt>
                <c:pt idx="8578">
                  <c:v>06-03-2022</c:v>
                </c:pt>
                <c:pt idx="8579">
                  <c:v>06-03-2022</c:v>
                </c:pt>
                <c:pt idx="8580">
                  <c:v>06-03-2022</c:v>
                </c:pt>
                <c:pt idx="8581">
                  <c:v>06-03-2022</c:v>
                </c:pt>
                <c:pt idx="8582">
                  <c:v>06-03-2022</c:v>
                </c:pt>
                <c:pt idx="8583">
                  <c:v>06-03-2022</c:v>
                </c:pt>
                <c:pt idx="8584">
                  <c:v>06-03-2022</c:v>
                </c:pt>
                <c:pt idx="8585">
                  <c:v>06-03-2022</c:v>
                </c:pt>
                <c:pt idx="8586">
                  <c:v>06-03-2022</c:v>
                </c:pt>
                <c:pt idx="8587">
                  <c:v>06-03-2022</c:v>
                </c:pt>
                <c:pt idx="8588">
                  <c:v>06-03-2022</c:v>
                </c:pt>
                <c:pt idx="8589">
                  <c:v>06-03-2022</c:v>
                </c:pt>
                <c:pt idx="8590">
                  <c:v>06-03-2022</c:v>
                </c:pt>
                <c:pt idx="8591">
                  <c:v>06-03-2022</c:v>
                </c:pt>
                <c:pt idx="8592">
                  <c:v>07-03-2022</c:v>
                </c:pt>
                <c:pt idx="8593">
                  <c:v>07-03-2022</c:v>
                </c:pt>
                <c:pt idx="8594">
                  <c:v>07-03-2022</c:v>
                </c:pt>
                <c:pt idx="8595">
                  <c:v>07-03-2022</c:v>
                </c:pt>
                <c:pt idx="8596">
                  <c:v>07-03-2022</c:v>
                </c:pt>
                <c:pt idx="8597">
                  <c:v>07-03-2022</c:v>
                </c:pt>
                <c:pt idx="8598">
                  <c:v>07-03-2022</c:v>
                </c:pt>
                <c:pt idx="8599">
                  <c:v>07-03-2022</c:v>
                </c:pt>
                <c:pt idx="8600">
                  <c:v>07-03-2022</c:v>
                </c:pt>
                <c:pt idx="8601">
                  <c:v>07-03-2022</c:v>
                </c:pt>
                <c:pt idx="8602">
                  <c:v>07-03-2022</c:v>
                </c:pt>
                <c:pt idx="8603">
                  <c:v>07-03-2022</c:v>
                </c:pt>
                <c:pt idx="8604">
                  <c:v>07-03-2022</c:v>
                </c:pt>
                <c:pt idx="8605">
                  <c:v>07-03-2022</c:v>
                </c:pt>
                <c:pt idx="8606">
                  <c:v>07-03-2022</c:v>
                </c:pt>
                <c:pt idx="8607">
                  <c:v>07-03-2022</c:v>
                </c:pt>
                <c:pt idx="8608">
                  <c:v>07-03-2022</c:v>
                </c:pt>
                <c:pt idx="8609">
                  <c:v>07-03-2022</c:v>
                </c:pt>
                <c:pt idx="8610">
                  <c:v>07-03-2022</c:v>
                </c:pt>
                <c:pt idx="8611">
                  <c:v>07-03-2022</c:v>
                </c:pt>
                <c:pt idx="8612">
                  <c:v>07-03-2022</c:v>
                </c:pt>
                <c:pt idx="8613">
                  <c:v>07-03-2022</c:v>
                </c:pt>
                <c:pt idx="8614">
                  <c:v>07-03-2022</c:v>
                </c:pt>
                <c:pt idx="8615">
                  <c:v>07-03-2022</c:v>
                </c:pt>
                <c:pt idx="8616">
                  <c:v>07-03-2022</c:v>
                </c:pt>
                <c:pt idx="8617">
                  <c:v>07-03-2022</c:v>
                </c:pt>
                <c:pt idx="8618">
                  <c:v>07-03-2022</c:v>
                </c:pt>
                <c:pt idx="8619">
                  <c:v>07-03-2022</c:v>
                </c:pt>
                <c:pt idx="8620">
                  <c:v>07-03-2022</c:v>
                </c:pt>
                <c:pt idx="8621">
                  <c:v>07-03-2022</c:v>
                </c:pt>
                <c:pt idx="8622">
                  <c:v>07-03-2022</c:v>
                </c:pt>
                <c:pt idx="8623">
                  <c:v>07-03-2022</c:v>
                </c:pt>
                <c:pt idx="8624">
                  <c:v>07-03-2022</c:v>
                </c:pt>
                <c:pt idx="8625">
                  <c:v>07-03-2022</c:v>
                </c:pt>
                <c:pt idx="8626">
                  <c:v>07-03-2022</c:v>
                </c:pt>
                <c:pt idx="8627">
                  <c:v>07-03-2022</c:v>
                </c:pt>
                <c:pt idx="8628">
                  <c:v>07-03-2022</c:v>
                </c:pt>
                <c:pt idx="8629">
                  <c:v>07-03-2022</c:v>
                </c:pt>
                <c:pt idx="8630">
                  <c:v>07-03-2022</c:v>
                </c:pt>
                <c:pt idx="8631">
                  <c:v>07-03-2022</c:v>
                </c:pt>
                <c:pt idx="8632">
                  <c:v>07-03-2022</c:v>
                </c:pt>
                <c:pt idx="8633">
                  <c:v>07-03-2022</c:v>
                </c:pt>
                <c:pt idx="8634">
                  <c:v>07-03-2022</c:v>
                </c:pt>
                <c:pt idx="8635">
                  <c:v>07-03-2022</c:v>
                </c:pt>
                <c:pt idx="8636">
                  <c:v>07-03-2022</c:v>
                </c:pt>
                <c:pt idx="8637">
                  <c:v>07-03-2022</c:v>
                </c:pt>
                <c:pt idx="8638">
                  <c:v>07-03-2022</c:v>
                </c:pt>
                <c:pt idx="8639">
                  <c:v>07-03-2022</c:v>
                </c:pt>
                <c:pt idx="8640">
                  <c:v>07-03-2022</c:v>
                </c:pt>
                <c:pt idx="8641">
                  <c:v>07-03-2022</c:v>
                </c:pt>
                <c:pt idx="8642">
                  <c:v>07-03-2022</c:v>
                </c:pt>
                <c:pt idx="8643">
                  <c:v>08-03-2022</c:v>
                </c:pt>
                <c:pt idx="8644">
                  <c:v>08-03-2022</c:v>
                </c:pt>
                <c:pt idx="8645">
                  <c:v>08-03-2022</c:v>
                </c:pt>
                <c:pt idx="8646">
                  <c:v>08-03-2022</c:v>
                </c:pt>
                <c:pt idx="8647">
                  <c:v>08-03-2022</c:v>
                </c:pt>
                <c:pt idx="8648">
                  <c:v>08-03-2022</c:v>
                </c:pt>
                <c:pt idx="8649">
                  <c:v>08-03-2022</c:v>
                </c:pt>
                <c:pt idx="8650">
                  <c:v>08-03-2022</c:v>
                </c:pt>
                <c:pt idx="8651">
                  <c:v>08-03-2022</c:v>
                </c:pt>
                <c:pt idx="8652">
                  <c:v>08-03-2022</c:v>
                </c:pt>
                <c:pt idx="8653">
                  <c:v>08-03-2022</c:v>
                </c:pt>
                <c:pt idx="8654">
                  <c:v>08-03-2022</c:v>
                </c:pt>
                <c:pt idx="8655">
                  <c:v>08-03-2022</c:v>
                </c:pt>
                <c:pt idx="8656">
                  <c:v>08-03-2022</c:v>
                </c:pt>
                <c:pt idx="8657">
                  <c:v>08-03-2022</c:v>
                </c:pt>
                <c:pt idx="8658">
                  <c:v>08-03-2022</c:v>
                </c:pt>
                <c:pt idx="8659">
                  <c:v>08-03-2022</c:v>
                </c:pt>
                <c:pt idx="8660">
                  <c:v>08-03-2022</c:v>
                </c:pt>
                <c:pt idx="8661">
                  <c:v>08-03-2022</c:v>
                </c:pt>
                <c:pt idx="8662">
                  <c:v>08-03-2022</c:v>
                </c:pt>
                <c:pt idx="8663">
                  <c:v>08-03-2022</c:v>
                </c:pt>
                <c:pt idx="8664">
                  <c:v>08-03-2022</c:v>
                </c:pt>
                <c:pt idx="8665">
                  <c:v>08-03-2022</c:v>
                </c:pt>
                <c:pt idx="8666">
                  <c:v>08-03-2022</c:v>
                </c:pt>
                <c:pt idx="8667">
                  <c:v>08-03-2022</c:v>
                </c:pt>
                <c:pt idx="8668">
                  <c:v>08-03-2022</c:v>
                </c:pt>
                <c:pt idx="8669">
                  <c:v>08-03-2022</c:v>
                </c:pt>
                <c:pt idx="8670">
                  <c:v>08-03-2022</c:v>
                </c:pt>
                <c:pt idx="8671">
                  <c:v>08-03-2022</c:v>
                </c:pt>
                <c:pt idx="8672">
                  <c:v>08-03-2022</c:v>
                </c:pt>
                <c:pt idx="8673">
                  <c:v>08-03-2022</c:v>
                </c:pt>
                <c:pt idx="8674">
                  <c:v>08-03-2022</c:v>
                </c:pt>
                <c:pt idx="8675">
                  <c:v>08-03-2022</c:v>
                </c:pt>
                <c:pt idx="8676">
                  <c:v>08-03-2022</c:v>
                </c:pt>
                <c:pt idx="8677">
                  <c:v>08-03-2022</c:v>
                </c:pt>
                <c:pt idx="8678">
                  <c:v>08-03-2022</c:v>
                </c:pt>
                <c:pt idx="8679">
                  <c:v>08-03-2022</c:v>
                </c:pt>
                <c:pt idx="8680">
                  <c:v>08-03-2022</c:v>
                </c:pt>
                <c:pt idx="8681">
                  <c:v>08-03-2022</c:v>
                </c:pt>
                <c:pt idx="8682">
                  <c:v>08-03-2022</c:v>
                </c:pt>
                <c:pt idx="8683">
                  <c:v>08-03-2022</c:v>
                </c:pt>
                <c:pt idx="8684">
                  <c:v>08-03-2022</c:v>
                </c:pt>
                <c:pt idx="8685">
                  <c:v>08-03-2022</c:v>
                </c:pt>
                <c:pt idx="8686">
                  <c:v>08-03-2022</c:v>
                </c:pt>
                <c:pt idx="8687">
                  <c:v>08-03-2022</c:v>
                </c:pt>
                <c:pt idx="8688">
                  <c:v>09-03-2022</c:v>
                </c:pt>
                <c:pt idx="8689">
                  <c:v>09-03-2022</c:v>
                </c:pt>
                <c:pt idx="8690">
                  <c:v>09-03-2022</c:v>
                </c:pt>
                <c:pt idx="8691">
                  <c:v>09-03-2022</c:v>
                </c:pt>
                <c:pt idx="8692">
                  <c:v>09-03-2022</c:v>
                </c:pt>
                <c:pt idx="8693">
                  <c:v>09-03-2022</c:v>
                </c:pt>
                <c:pt idx="8694">
                  <c:v>09-03-2022</c:v>
                </c:pt>
                <c:pt idx="8695">
                  <c:v>09-03-2022</c:v>
                </c:pt>
                <c:pt idx="8696">
                  <c:v>09-03-2022</c:v>
                </c:pt>
                <c:pt idx="8697">
                  <c:v>09-03-2022</c:v>
                </c:pt>
                <c:pt idx="8698">
                  <c:v>09-03-2022</c:v>
                </c:pt>
                <c:pt idx="8699">
                  <c:v>09-03-2022</c:v>
                </c:pt>
                <c:pt idx="8700">
                  <c:v>09-03-2022</c:v>
                </c:pt>
                <c:pt idx="8701">
                  <c:v>09-03-2022</c:v>
                </c:pt>
                <c:pt idx="8702">
                  <c:v>09-03-2022</c:v>
                </c:pt>
                <c:pt idx="8703">
                  <c:v>09-03-2022</c:v>
                </c:pt>
                <c:pt idx="8704">
                  <c:v>09-03-2022</c:v>
                </c:pt>
                <c:pt idx="8705">
                  <c:v>09-03-2022</c:v>
                </c:pt>
                <c:pt idx="8706">
                  <c:v>09-03-2022</c:v>
                </c:pt>
                <c:pt idx="8707">
                  <c:v>09-03-2022</c:v>
                </c:pt>
                <c:pt idx="8708">
                  <c:v>09-03-2022</c:v>
                </c:pt>
                <c:pt idx="8709">
                  <c:v>09-03-2022</c:v>
                </c:pt>
                <c:pt idx="8710">
                  <c:v>09-03-2022</c:v>
                </c:pt>
                <c:pt idx="8711">
                  <c:v>09-03-2022</c:v>
                </c:pt>
                <c:pt idx="8712">
                  <c:v>09-03-2022</c:v>
                </c:pt>
                <c:pt idx="8713">
                  <c:v>09-03-2022</c:v>
                </c:pt>
                <c:pt idx="8714">
                  <c:v>09-03-2022</c:v>
                </c:pt>
                <c:pt idx="8715">
                  <c:v>09-03-2022</c:v>
                </c:pt>
                <c:pt idx="8716">
                  <c:v>09-03-2022</c:v>
                </c:pt>
                <c:pt idx="8717">
                  <c:v>09-03-2022</c:v>
                </c:pt>
                <c:pt idx="8718">
                  <c:v>09-03-2022</c:v>
                </c:pt>
                <c:pt idx="8719">
                  <c:v>09-03-2022</c:v>
                </c:pt>
                <c:pt idx="8720">
                  <c:v>09-03-2022</c:v>
                </c:pt>
                <c:pt idx="8721">
                  <c:v>09-03-2022</c:v>
                </c:pt>
                <c:pt idx="8722">
                  <c:v>09-03-2022</c:v>
                </c:pt>
                <c:pt idx="8723">
                  <c:v>09-03-2022</c:v>
                </c:pt>
                <c:pt idx="8724">
                  <c:v>09-03-2022</c:v>
                </c:pt>
                <c:pt idx="8725">
                  <c:v>09-03-2022</c:v>
                </c:pt>
                <c:pt idx="8726">
                  <c:v>09-03-2022</c:v>
                </c:pt>
                <c:pt idx="8727">
                  <c:v>09-03-2022</c:v>
                </c:pt>
                <c:pt idx="8728">
                  <c:v>09-03-2022</c:v>
                </c:pt>
                <c:pt idx="8729">
                  <c:v>09-03-2022</c:v>
                </c:pt>
                <c:pt idx="8730">
                  <c:v>09-03-2022</c:v>
                </c:pt>
                <c:pt idx="8731">
                  <c:v>09-03-2022</c:v>
                </c:pt>
                <c:pt idx="8732">
                  <c:v>09-03-2022</c:v>
                </c:pt>
                <c:pt idx="8733">
                  <c:v>09-03-2022</c:v>
                </c:pt>
                <c:pt idx="8734">
                  <c:v>09-03-2022</c:v>
                </c:pt>
                <c:pt idx="8735">
                  <c:v>09-03-2022</c:v>
                </c:pt>
                <c:pt idx="8736">
                  <c:v>09-03-2022</c:v>
                </c:pt>
                <c:pt idx="8737">
                  <c:v>09-03-2022</c:v>
                </c:pt>
                <c:pt idx="8738">
                  <c:v>09-03-2022</c:v>
                </c:pt>
                <c:pt idx="8739">
                  <c:v>10-03-2022</c:v>
                </c:pt>
                <c:pt idx="8740">
                  <c:v>10-03-2022</c:v>
                </c:pt>
                <c:pt idx="8741">
                  <c:v>10-03-2022</c:v>
                </c:pt>
                <c:pt idx="8742">
                  <c:v>10-03-2022</c:v>
                </c:pt>
                <c:pt idx="8743">
                  <c:v>10-03-2022</c:v>
                </c:pt>
                <c:pt idx="8744">
                  <c:v>10-03-2022</c:v>
                </c:pt>
                <c:pt idx="8745">
                  <c:v>10-03-2022</c:v>
                </c:pt>
                <c:pt idx="8746">
                  <c:v>10-03-2022</c:v>
                </c:pt>
                <c:pt idx="8747">
                  <c:v>10-03-2022</c:v>
                </c:pt>
                <c:pt idx="8748">
                  <c:v>10-03-2022</c:v>
                </c:pt>
                <c:pt idx="8749">
                  <c:v>10-03-2022</c:v>
                </c:pt>
                <c:pt idx="8750">
                  <c:v>10-03-2022</c:v>
                </c:pt>
                <c:pt idx="8751">
                  <c:v>10-03-2022</c:v>
                </c:pt>
                <c:pt idx="8752">
                  <c:v>10-03-2022</c:v>
                </c:pt>
                <c:pt idx="8753">
                  <c:v>10-03-2022</c:v>
                </c:pt>
                <c:pt idx="8754">
                  <c:v>10-03-2022</c:v>
                </c:pt>
                <c:pt idx="8755">
                  <c:v>10-03-2022</c:v>
                </c:pt>
                <c:pt idx="8756">
                  <c:v>10-03-2022</c:v>
                </c:pt>
                <c:pt idx="8757">
                  <c:v>10-03-2022</c:v>
                </c:pt>
                <c:pt idx="8758">
                  <c:v>10-03-2022</c:v>
                </c:pt>
                <c:pt idx="8759">
                  <c:v>10-03-2022</c:v>
                </c:pt>
                <c:pt idx="8760">
                  <c:v>10-03-2022</c:v>
                </c:pt>
                <c:pt idx="8761">
                  <c:v>10-03-2022</c:v>
                </c:pt>
                <c:pt idx="8762">
                  <c:v>10-03-2022</c:v>
                </c:pt>
                <c:pt idx="8763">
                  <c:v>10-03-2022</c:v>
                </c:pt>
                <c:pt idx="8764">
                  <c:v>10-03-2022</c:v>
                </c:pt>
                <c:pt idx="8765">
                  <c:v>10-03-2022</c:v>
                </c:pt>
                <c:pt idx="8766">
                  <c:v>10-03-2022</c:v>
                </c:pt>
                <c:pt idx="8767">
                  <c:v>10-03-2022</c:v>
                </c:pt>
                <c:pt idx="8768">
                  <c:v>10-03-2022</c:v>
                </c:pt>
                <c:pt idx="8769">
                  <c:v>10-03-2022</c:v>
                </c:pt>
                <c:pt idx="8770">
                  <c:v>10-03-2022</c:v>
                </c:pt>
                <c:pt idx="8771">
                  <c:v>10-03-2022</c:v>
                </c:pt>
                <c:pt idx="8772">
                  <c:v>10-03-2022</c:v>
                </c:pt>
                <c:pt idx="8773">
                  <c:v>10-03-2022</c:v>
                </c:pt>
                <c:pt idx="8774">
                  <c:v>10-03-2022</c:v>
                </c:pt>
                <c:pt idx="8775">
                  <c:v>10-03-2022</c:v>
                </c:pt>
                <c:pt idx="8776">
                  <c:v>10-03-2022</c:v>
                </c:pt>
                <c:pt idx="8777">
                  <c:v>10-03-2022</c:v>
                </c:pt>
                <c:pt idx="8778">
                  <c:v>10-03-2022</c:v>
                </c:pt>
                <c:pt idx="8779">
                  <c:v>10-03-2022</c:v>
                </c:pt>
                <c:pt idx="8780">
                  <c:v>10-03-2022</c:v>
                </c:pt>
                <c:pt idx="8781">
                  <c:v>10-03-2022</c:v>
                </c:pt>
                <c:pt idx="8782">
                  <c:v>10-03-2022</c:v>
                </c:pt>
                <c:pt idx="8783">
                  <c:v>10-03-2022</c:v>
                </c:pt>
                <c:pt idx="8784">
                  <c:v>10-03-2022</c:v>
                </c:pt>
                <c:pt idx="8785">
                  <c:v>10-03-2022</c:v>
                </c:pt>
                <c:pt idx="8786">
                  <c:v>10-03-2022</c:v>
                </c:pt>
                <c:pt idx="8787">
                  <c:v>10-03-2022</c:v>
                </c:pt>
                <c:pt idx="8788">
                  <c:v>10-03-2022</c:v>
                </c:pt>
                <c:pt idx="8789">
                  <c:v>10-03-2022</c:v>
                </c:pt>
                <c:pt idx="8790">
                  <c:v>11-03-2022</c:v>
                </c:pt>
                <c:pt idx="8791">
                  <c:v>11-03-2022</c:v>
                </c:pt>
                <c:pt idx="8792">
                  <c:v>11-03-2022</c:v>
                </c:pt>
                <c:pt idx="8793">
                  <c:v>11-03-2022</c:v>
                </c:pt>
                <c:pt idx="8794">
                  <c:v>11-03-2022</c:v>
                </c:pt>
                <c:pt idx="8795">
                  <c:v>11-03-2022</c:v>
                </c:pt>
                <c:pt idx="8796">
                  <c:v>11-03-2022</c:v>
                </c:pt>
                <c:pt idx="8797">
                  <c:v>11-03-2022</c:v>
                </c:pt>
                <c:pt idx="8798">
                  <c:v>11-03-2022</c:v>
                </c:pt>
                <c:pt idx="8799">
                  <c:v>11-03-2022</c:v>
                </c:pt>
                <c:pt idx="8800">
                  <c:v>11-03-2022</c:v>
                </c:pt>
                <c:pt idx="8801">
                  <c:v>11-03-2022</c:v>
                </c:pt>
                <c:pt idx="8802">
                  <c:v>11-03-2022</c:v>
                </c:pt>
                <c:pt idx="8803">
                  <c:v>11-03-2022</c:v>
                </c:pt>
                <c:pt idx="8804">
                  <c:v>11-03-2022</c:v>
                </c:pt>
                <c:pt idx="8805">
                  <c:v>11-03-2022</c:v>
                </c:pt>
                <c:pt idx="8806">
                  <c:v>11-03-2022</c:v>
                </c:pt>
                <c:pt idx="8807">
                  <c:v>11-03-2022</c:v>
                </c:pt>
                <c:pt idx="8808">
                  <c:v>11-03-2022</c:v>
                </c:pt>
                <c:pt idx="8809">
                  <c:v>11-03-2022</c:v>
                </c:pt>
                <c:pt idx="8810">
                  <c:v>11-03-2022</c:v>
                </c:pt>
                <c:pt idx="8811">
                  <c:v>11-03-2022</c:v>
                </c:pt>
                <c:pt idx="8812">
                  <c:v>11-03-2022</c:v>
                </c:pt>
                <c:pt idx="8813">
                  <c:v>11-03-2022</c:v>
                </c:pt>
                <c:pt idx="8814">
                  <c:v>11-03-2022</c:v>
                </c:pt>
                <c:pt idx="8815">
                  <c:v>11-03-2022</c:v>
                </c:pt>
                <c:pt idx="8816">
                  <c:v>11-03-2022</c:v>
                </c:pt>
                <c:pt idx="8817">
                  <c:v>11-03-2022</c:v>
                </c:pt>
                <c:pt idx="8818">
                  <c:v>11-03-2022</c:v>
                </c:pt>
                <c:pt idx="8819">
                  <c:v>11-03-2022</c:v>
                </c:pt>
                <c:pt idx="8820">
                  <c:v>11-03-2022</c:v>
                </c:pt>
                <c:pt idx="8821">
                  <c:v>11-03-2022</c:v>
                </c:pt>
                <c:pt idx="8822">
                  <c:v>11-03-2022</c:v>
                </c:pt>
                <c:pt idx="8823">
                  <c:v>11-03-2022</c:v>
                </c:pt>
                <c:pt idx="8824">
                  <c:v>11-03-2022</c:v>
                </c:pt>
                <c:pt idx="8825">
                  <c:v>11-03-2022</c:v>
                </c:pt>
                <c:pt idx="8826">
                  <c:v>11-03-2022</c:v>
                </c:pt>
                <c:pt idx="8827">
                  <c:v>11-03-2022</c:v>
                </c:pt>
                <c:pt idx="8828">
                  <c:v>11-03-2022</c:v>
                </c:pt>
                <c:pt idx="8829">
                  <c:v>11-03-2022</c:v>
                </c:pt>
                <c:pt idx="8830">
                  <c:v>11-03-2022</c:v>
                </c:pt>
                <c:pt idx="8831">
                  <c:v>11-03-2022</c:v>
                </c:pt>
                <c:pt idx="8832">
                  <c:v>11-03-2022</c:v>
                </c:pt>
                <c:pt idx="8833">
                  <c:v>11-03-2022</c:v>
                </c:pt>
                <c:pt idx="8834">
                  <c:v>11-03-2022</c:v>
                </c:pt>
                <c:pt idx="8835">
                  <c:v>12-03-2022</c:v>
                </c:pt>
                <c:pt idx="8836">
                  <c:v>12-03-2022</c:v>
                </c:pt>
                <c:pt idx="8837">
                  <c:v>12-03-2022</c:v>
                </c:pt>
                <c:pt idx="8838">
                  <c:v>12-03-2022</c:v>
                </c:pt>
                <c:pt idx="8839">
                  <c:v>12-03-2022</c:v>
                </c:pt>
                <c:pt idx="8840">
                  <c:v>12-03-2022</c:v>
                </c:pt>
                <c:pt idx="8841">
                  <c:v>12-03-2022</c:v>
                </c:pt>
                <c:pt idx="8842">
                  <c:v>12-03-2022</c:v>
                </c:pt>
                <c:pt idx="8843">
                  <c:v>12-03-2022</c:v>
                </c:pt>
                <c:pt idx="8844">
                  <c:v>12-03-2022</c:v>
                </c:pt>
                <c:pt idx="8845">
                  <c:v>12-03-2022</c:v>
                </c:pt>
                <c:pt idx="8846">
                  <c:v>12-03-2022</c:v>
                </c:pt>
                <c:pt idx="8847">
                  <c:v>12-03-2022</c:v>
                </c:pt>
                <c:pt idx="8848">
                  <c:v>12-03-2022</c:v>
                </c:pt>
                <c:pt idx="8849">
                  <c:v>12-03-2022</c:v>
                </c:pt>
                <c:pt idx="8850">
                  <c:v>12-03-2022</c:v>
                </c:pt>
                <c:pt idx="8851">
                  <c:v>12-03-2022</c:v>
                </c:pt>
                <c:pt idx="8852">
                  <c:v>12-03-2022</c:v>
                </c:pt>
                <c:pt idx="8853">
                  <c:v>12-03-2022</c:v>
                </c:pt>
                <c:pt idx="8854">
                  <c:v>12-03-2022</c:v>
                </c:pt>
                <c:pt idx="8855">
                  <c:v>12-03-2022</c:v>
                </c:pt>
                <c:pt idx="8856">
                  <c:v>12-03-2022</c:v>
                </c:pt>
                <c:pt idx="8857">
                  <c:v>12-03-2022</c:v>
                </c:pt>
                <c:pt idx="8858">
                  <c:v>12-03-2022</c:v>
                </c:pt>
                <c:pt idx="8859">
                  <c:v>12-03-2022</c:v>
                </c:pt>
                <c:pt idx="8860">
                  <c:v>12-03-2022</c:v>
                </c:pt>
                <c:pt idx="8861">
                  <c:v>12-03-2022</c:v>
                </c:pt>
                <c:pt idx="8862">
                  <c:v>12-03-2022</c:v>
                </c:pt>
                <c:pt idx="8863">
                  <c:v>12-03-2022</c:v>
                </c:pt>
                <c:pt idx="8864">
                  <c:v>12-03-2022</c:v>
                </c:pt>
                <c:pt idx="8865">
                  <c:v>12-03-2022</c:v>
                </c:pt>
                <c:pt idx="8866">
                  <c:v>12-03-2022</c:v>
                </c:pt>
                <c:pt idx="8867">
                  <c:v>12-03-2022</c:v>
                </c:pt>
                <c:pt idx="8868">
                  <c:v>12-03-2022</c:v>
                </c:pt>
                <c:pt idx="8869">
                  <c:v>12-03-2022</c:v>
                </c:pt>
                <c:pt idx="8870">
                  <c:v>12-03-2022</c:v>
                </c:pt>
                <c:pt idx="8871">
                  <c:v>12-03-2022</c:v>
                </c:pt>
                <c:pt idx="8872">
                  <c:v>12-03-2022</c:v>
                </c:pt>
                <c:pt idx="8873">
                  <c:v>12-03-2022</c:v>
                </c:pt>
                <c:pt idx="8874">
                  <c:v>12-03-2022</c:v>
                </c:pt>
                <c:pt idx="8875">
                  <c:v>12-03-2022</c:v>
                </c:pt>
                <c:pt idx="8876">
                  <c:v>12-03-2022</c:v>
                </c:pt>
                <c:pt idx="8877">
                  <c:v>12-03-2022</c:v>
                </c:pt>
                <c:pt idx="8878">
                  <c:v>12-03-2022</c:v>
                </c:pt>
                <c:pt idx="8879">
                  <c:v>12-03-2022</c:v>
                </c:pt>
                <c:pt idx="8880">
                  <c:v>13-03-2022</c:v>
                </c:pt>
                <c:pt idx="8881">
                  <c:v>13-03-2022</c:v>
                </c:pt>
                <c:pt idx="8882">
                  <c:v>13-03-2022</c:v>
                </c:pt>
                <c:pt idx="8883">
                  <c:v>13-03-2022</c:v>
                </c:pt>
                <c:pt idx="8884">
                  <c:v>13-03-2022</c:v>
                </c:pt>
                <c:pt idx="8885">
                  <c:v>13-03-2022</c:v>
                </c:pt>
                <c:pt idx="8886">
                  <c:v>13-03-2022</c:v>
                </c:pt>
                <c:pt idx="8887">
                  <c:v>13-03-2022</c:v>
                </c:pt>
                <c:pt idx="8888">
                  <c:v>13-03-2022</c:v>
                </c:pt>
                <c:pt idx="8889">
                  <c:v>13-03-2022</c:v>
                </c:pt>
                <c:pt idx="8890">
                  <c:v>13-03-2022</c:v>
                </c:pt>
                <c:pt idx="8891">
                  <c:v>13-03-2022</c:v>
                </c:pt>
                <c:pt idx="8892">
                  <c:v>13-03-2022</c:v>
                </c:pt>
                <c:pt idx="8893">
                  <c:v>13-03-2022</c:v>
                </c:pt>
                <c:pt idx="8894">
                  <c:v>13-03-2022</c:v>
                </c:pt>
                <c:pt idx="8895">
                  <c:v>13-03-2022</c:v>
                </c:pt>
                <c:pt idx="8896">
                  <c:v>13-03-2022</c:v>
                </c:pt>
                <c:pt idx="8897">
                  <c:v>13-03-2022</c:v>
                </c:pt>
                <c:pt idx="8898">
                  <c:v>13-03-2022</c:v>
                </c:pt>
                <c:pt idx="8899">
                  <c:v>13-03-2022</c:v>
                </c:pt>
                <c:pt idx="8900">
                  <c:v>13-03-2022</c:v>
                </c:pt>
                <c:pt idx="8901">
                  <c:v>13-03-2022</c:v>
                </c:pt>
                <c:pt idx="8902">
                  <c:v>13-03-2022</c:v>
                </c:pt>
                <c:pt idx="8903">
                  <c:v>13-03-2022</c:v>
                </c:pt>
                <c:pt idx="8904">
                  <c:v>13-03-2022</c:v>
                </c:pt>
                <c:pt idx="8905">
                  <c:v>13-03-2022</c:v>
                </c:pt>
                <c:pt idx="8906">
                  <c:v>13-03-2022</c:v>
                </c:pt>
                <c:pt idx="8907">
                  <c:v>13-03-2022</c:v>
                </c:pt>
                <c:pt idx="8908">
                  <c:v>13-03-2022</c:v>
                </c:pt>
                <c:pt idx="8909">
                  <c:v>13-03-2022</c:v>
                </c:pt>
                <c:pt idx="8910">
                  <c:v>13-03-2022</c:v>
                </c:pt>
                <c:pt idx="8911">
                  <c:v>13-03-2022</c:v>
                </c:pt>
                <c:pt idx="8912">
                  <c:v>13-03-2022</c:v>
                </c:pt>
                <c:pt idx="8913">
                  <c:v>13-03-2022</c:v>
                </c:pt>
                <c:pt idx="8914">
                  <c:v>13-03-2022</c:v>
                </c:pt>
                <c:pt idx="8915">
                  <c:v>13-03-2022</c:v>
                </c:pt>
                <c:pt idx="8916">
                  <c:v>13-03-2022</c:v>
                </c:pt>
                <c:pt idx="8917">
                  <c:v>13-03-2022</c:v>
                </c:pt>
                <c:pt idx="8918">
                  <c:v>13-03-2022</c:v>
                </c:pt>
                <c:pt idx="8919">
                  <c:v>13-03-2022</c:v>
                </c:pt>
                <c:pt idx="8920">
                  <c:v>14-03-2022</c:v>
                </c:pt>
                <c:pt idx="8921">
                  <c:v>14-03-2022</c:v>
                </c:pt>
                <c:pt idx="8922">
                  <c:v>14-03-2022</c:v>
                </c:pt>
                <c:pt idx="8923">
                  <c:v>14-03-2022</c:v>
                </c:pt>
                <c:pt idx="8924">
                  <c:v>14-03-2022</c:v>
                </c:pt>
                <c:pt idx="8925">
                  <c:v>14-03-2022</c:v>
                </c:pt>
                <c:pt idx="8926">
                  <c:v>14-03-2022</c:v>
                </c:pt>
                <c:pt idx="8927">
                  <c:v>14-03-2022</c:v>
                </c:pt>
                <c:pt idx="8928">
                  <c:v>14-03-2022</c:v>
                </c:pt>
                <c:pt idx="8929">
                  <c:v>14-03-2022</c:v>
                </c:pt>
                <c:pt idx="8930">
                  <c:v>14-03-2022</c:v>
                </c:pt>
                <c:pt idx="8931">
                  <c:v>14-03-2022</c:v>
                </c:pt>
                <c:pt idx="8932">
                  <c:v>14-03-2022</c:v>
                </c:pt>
                <c:pt idx="8933">
                  <c:v>14-03-2022</c:v>
                </c:pt>
                <c:pt idx="8934">
                  <c:v>14-03-2022</c:v>
                </c:pt>
                <c:pt idx="8935">
                  <c:v>14-03-2022</c:v>
                </c:pt>
                <c:pt idx="8936">
                  <c:v>14-03-2022</c:v>
                </c:pt>
                <c:pt idx="8937">
                  <c:v>14-03-2022</c:v>
                </c:pt>
                <c:pt idx="8938">
                  <c:v>14-03-2022</c:v>
                </c:pt>
                <c:pt idx="8939">
                  <c:v>14-03-2022</c:v>
                </c:pt>
                <c:pt idx="8940">
                  <c:v>14-03-2022</c:v>
                </c:pt>
                <c:pt idx="8941">
                  <c:v>14-03-2022</c:v>
                </c:pt>
                <c:pt idx="8942">
                  <c:v>14-03-2022</c:v>
                </c:pt>
                <c:pt idx="8943">
                  <c:v>14-03-2022</c:v>
                </c:pt>
                <c:pt idx="8944">
                  <c:v>14-03-2022</c:v>
                </c:pt>
                <c:pt idx="8945">
                  <c:v>14-03-2022</c:v>
                </c:pt>
                <c:pt idx="8946">
                  <c:v>14-03-2022</c:v>
                </c:pt>
                <c:pt idx="8947">
                  <c:v>14-03-2022</c:v>
                </c:pt>
                <c:pt idx="8948">
                  <c:v>14-03-2022</c:v>
                </c:pt>
                <c:pt idx="8949">
                  <c:v>14-03-2022</c:v>
                </c:pt>
                <c:pt idx="8950">
                  <c:v>14-03-2022</c:v>
                </c:pt>
                <c:pt idx="8951">
                  <c:v>14-03-2022</c:v>
                </c:pt>
                <c:pt idx="8952">
                  <c:v>14-03-2022</c:v>
                </c:pt>
                <c:pt idx="8953">
                  <c:v>14-03-2022</c:v>
                </c:pt>
                <c:pt idx="8954">
                  <c:v>14-03-2022</c:v>
                </c:pt>
                <c:pt idx="8955">
                  <c:v>14-03-2022</c:v>
                </c:pt>
                <c:pt idx="8956">
                  <c:v>14-03-2022</c:v>
                </c:pt>
                <c:pt idx="8957">
                  <c:v>14-03-2022</c:v>
                </c:pt>
                <c:pt idx="8958">
                  <c:v>14-03-2022</c:v>
                </c:pt>
                <c:pt idx="8959">
                  <c:v>14-03-2022</c:v>
                </c:pt>
                <c:pt idx="8960">
                  <c:v>15-03-2022</c:v>
                </c:pt>
                <c:pt idx="8961">
                  <c:v>15-03-2022</c:v>
                </c:pt>
                <c:pt idx="8962">
                  <c:v>15-03-2022</c:v>
                </c:pt>
                <c:pt idx="8963">
                  <c:v>15-03-2022</c:v>
                </c:pt>
                <c:pt idx="8964">
                  <c:v>15-03-2022</c:v>
                </c:pt>
                <c:pt idx="8965">
                  <c:v>15-03-2022</c:v>
                </c:pt>
                <c:pt idx="8966">
                  <c:v>15-03-2022</c:v>
                </c:pt>
                <c:pt idx="8967">
                  <c:v>15-03-2022</c:v>
                </c:pt>
                <c:pt idx="8968">
                  <c:v>15-03-2022</c:v>
                </c:pt>
                <c:pt idx="8969">
                  <c:v>15-03-2022</c:v>
                </c:pt>
                <c:pt idx="8970">
                  <c:v>15-03-2022</c:v>
                </c:pt>
                <c:pt idx="8971">
                  <c:v>15-03-2022</c:v>
                </c:pt>
                <c:pt idx="8972">
                  <c:v>15-03-2022</c:v>
                </c:pt>
                <c:pt idx="8973">
                  <c:v>15-03-2022</c:v>
                </c:pt>
                <c:pt idx="8974">
                  <c:v>15-03-2022</c:v>
                </c:pt>
                <c:pt idx="8975">
                  <c:v>15-03-2022</c:v>
                </c:pt>
                <c:pt idx="8976">
                  <c:v>15-03-2022</c:v>
                </c:pt>
                <c:pt idx="8977">
                  <c:v>15-03-2022</c:v>
                </c:pt>
                <c:pt idx="8978">
                  <c:v>15-03-2022</c:v>
                </c:pt>
                <c:pt idx="8979">
                  <c:v>15-03-2022</c:v>
                </c:pt>
                <c:pt idx="8980">
                  <c:v>15-03-2022</c:v>
                </c:pt>
                <c:pt idx="8981">
                  <c:v>15-03-2022</c:v>
                </c:pt>
                <c:pt idx="8982">
                  <c:v>15-03-2022</c:v>
                </c:pt>
                <c:pt idx="8983">
                  <c:v>15-03-2022</c:v>
                </c:pt>
                <c:pt idx="8984">
                  <c:v>15-03-2022</c:v>
                </c:pt>
                <c:pt idx="8985">
                  <c:v>15-03-2022</c:v>
                </c:pt>
                <c:pt idx="8986">
                  <c:v>15-03-2022</c:v>
                </c:pt>
                <c:pt idx="8987">
                  <c:v>15-03-2022</c:v>
                </c:pt>
                <c:pt idx="8988">
                  <c:v>15-03-2022</c:v>
                </c:pt>
                <c:pt idx="8989">
                  <c:v>15-03-2022</c:v>
                </c:pt>
                <c:pt idx="8990">
                  <c:v>15-03-2022</c:v>
                </c:pt>
                <c:pt idx="8991">
                  <c:v>15-03-2022</c:v>
                </c:pt>
                <c:pt idx="8992">
                  <c:v>15-03-2022</c:v>
                </c:pt>
                <c:pt idx="8993">
                  <c:v>15-03-2022</c:v>
                </c:pt>
                <c:pt idx="8994">
                  <c:v>15-03-2022</c:v>
                </c:pt>
                <c:pt idx="8995">
                  <c:v>15-03-2022</c:v>
                </c:pt>
                <c:pt idx="8996">
                  <c:v>15-03-2022</c:v>
                </c:pt>
                <c:pt idx="8997">
                  <c:v>15-03-2022</c:v>
                </c:pt>
                <c:pt idx="8998">
                  <c:v>15-03-2022</c:v>
                </c:pt>
                <c:pt idx="8999">
                  <c:v>15-03-2022</c:v>
                </c:pt>
                <c:pt idx="9000">
                  <c:v>15-03-2022</c:v>
                </c:pt>
                <c:pt idx="9001">
                  <c:v>15-03-2022</c:v>
                </c:pt>
                <c:pt idx="9002">
                  <c:v>15-03-2022</c:v>
                </c:pt>
                <c:pt idx="9003">
                  <c:v>15-03-2022</c:v>
                </c:pt>
                <c:pt idx="9004">
                  <c:v>15-03-2022</c:v>
                </c:pt>
                <c:pt idx="9005">
                  <c:v>15-03-2022</c:v>
                </c:pt>
                <c:pt idx="9006">
                  <c:v>15-03-2022</c:v>
                </c:pt>
                <c:pt idx="9007">
                  <c:v>15-03-2022</c:v>
                </c:pt>
                <c:pt idx="9008">
                  <c:v>16-03-2022</c:v>
                </c:pt>
                <c:pt idx="9009">
                  <c:v>16-03-2022</c:v>
                </c:pt>
                <c:pt idx="9010">
                  <c:v>16-03-2022</c:v>
                </c:pt>
                <c:pt idx="9011">
                  <c:v>16-03-2022</c:v>
                </c:pt>
                <c:pt idx="9012">
                  <c:v>16-03-2022</c:v>
                </c:pt>
                <c:pt idx="9013">
                  <c:v>16-03-2022</c:v>
                </c:pt>
                <c:pt idx="9014">
                  <c:v>16-03-2022</c:v>
                </c:pt>
                <c:pt idx="9015">
                  <c:v>16-03-2022</c:v>
                </c:pt>
                <c:pt idx="9016">
                  <c:v>16-03-2022</c:v>
                </c:pt>
                <c:pt idx="9017">
                  <c:v>16-03-2022</c:v>
                </c:pt>
                <c:pt idx="9018">
                  <c:v>16-03-2022</c:v>
                </c:pt>
                <c:pt idx="9019">
                  <c:v>16-03-2022</c:v>
                </c:pt>
                <c:pt idx="9020">
                  <c:v>16-03-2022</c:v>
                </c:pt>
                <c:pt idx="9021">
                  <c:v>16-03-2022</c:v>
                </c:pt>
                <c:pt idx="9022">
                  <c:v>16-03-2022</c:v>
                </c:pt>
                <c:pt idx="9023">
                  <c:v>16-03-2022</c:v>
                </c:pt>
                <c:pt idx="9024">
                  <c:v>16-03-2022</c:v>
                </c:pt>
                <c:pt idx="9025">
                  <c:v>16-03-2022</c:v>
                </c:pt>
                <c:pt idx="9026">
                  <c:v>16-03-2022</c:v>
                </c:pt>
                <c:pt idx="9027">
                  <c:v>16-03-2022</c:v>
                </c:pt>
                <c:pt idx="9028">
                  <c:v>16-03-2022</c:v>
                </c:pt>
                <c:pt idx="9029">
                  <c:v>16-03-2022</c:v>
                </c:pt>
                <c:pt idx="9030">
                  <c:v>16-03-2022</c:v>
                </c:pt>
                <c:pt idx="9031">
                  <c:v>16-03-2022</c:v>
                </c:pt>
                <c:pt idx="9032">
                  <c:v>16-03-2022</c:v>
                </c:pt>
                <c:pt idx="9033">
                  <c:v>16-03-2022</c:v>
                </c:pt>
                <c:pt idx="9034">
                  <c:v>16-03-2022</c:v>
                </c:pt>
                <c:pt idx="9035">
                  <c:v>16-03-2022</c:v>
                </c:pt>
                <c:pt idx="9036">
                  <c:v>16-03-2022</c:v>
                </c:pt>
                <c:pt idx="9037">
                  <c:v>16-03-2022</c:v>
                </c:pt>
                <c:pt idx="9038">
                  <c:v>16-03-2022</c:v>
                </c:pt>
                <c:pt idx="9039">
                  <c:v>16-03-2022</c:v>
                </c:pt>
                <c:pt idx="9040">
                  <c:v>16-03-2022</c:v>
                </c:pt>
                <c:pt idx="9041">
                  <c:v>16-03-2022</c:v>
                </c:pt>
                <c:pt idx="9042">
                  <c:v>16-03-2022</c:v>
                </c:pt>
                <c:pt idx="9043">
                  <c:v>16-03-2022</c:v>
                </c:pt>
                <c:pt idx="9044">
                  <c:v>16-03-2022</c:v>
                </c:pt>
                <c:pt idx="9045">
                  <c:v>16-03-2022</c:v>
                </c:pt>
                <c:pt idx="9046">
                  <c:v>16-03-2022</c:v>
                </c:pt>
                <c:pt idx="9047">
                  <c:v>16-03-2022</c:v>
                </c:pt>
                <c:pt idx="9048">
                  <c:v>16-03-2022</c:v>
                </c:pt>
                <c:pt idx="9049">
                  <c:v>16-03-2022</c:v>
                </c:pt>
                <c:pt idx="9050">
                  <c:v>16-03-2022</c:v>
                </c:pt>
                <c:pt idx="9051">
                  <c:v>16-03-2022</c:v>
                </c:pt>
                <c:pt idx="9052">
                  <c:v>16-03-2022</c:v>
                </c:pt>
                <c:pt idx="9053">
                  <c:v>16-03-2022</c:v>
                </c:pt>
                <c:pt idx="9054">
                  <c:v>16-03-2022</c:v>
                </c:pt>
                <c:pt idx="9055">
                  <c:v>16-03-2022</c:v>
                </c:pt>
                <c:pt idx="9056">
                  <c:v>17-03-2022</c:v>
                </c:pt>
                <c:pt idx="9057">
                  <c:v>17-03-2022</c:v>
                </c:pt>
                <c:pt idx="9058">
                  <c:v>17-03-2022</c:v>
                </c:pt>
                <c:pt idx="9059">
                  <c:v>17-03-2022</c:v>
                </c:pt>
                <c:pt idx="9060">
                  <c:v>17-03-2022</c:v>
                </c:pt>
                <c:pt idx="9061">
                  <c:v>17-03-2022</c:v>
                </c:pt>
                <c:pt idx="9062">
                  <c:v>17-03-2022</c:v>
                </c:pt>
                <c:pt idx="9063">
                  <c:v>17-03-2022</c:v>
                </c:pt>
                <c:pt idx="9064">
                  <c:v>17-03-2022</c:v>
                </c:pt>
                <c:pt idx="9065">
                  <c:v>17-03-2022</c:v>
                </c:pt>
                <c:pt idx="9066">
                  <c:v>17-03-2022</c:v>
                </c:pt>
                <c:pt idx="9067">
                  <c:v>17-03-2022</c:v>
                </c:pt>
                <c:pt idx="9068">
                  <c:v>17-03-2022</c:v>
                </c:pt>
                <c:pt idx="9069">
                  <c:v>17-03-2022</c:v>
                </c:pt>
                <c:pt idx="9070">
                  <c:v>17-03-2022</c:v>
                </c:pt>
                <c:pt idx="9071">
                  <c:v>17-03-2022</c:v>
                </c:pt>
                <c:pt idx="9072">
                  <c:v>17-03-2022</c:v>
                </c:pt>
                <c:pt idx="9073">
                  <c:v>17-03-2022</c:v>
                </c:pt>
                <c:pt idx="9074">
                  <c:v>17-03-2022</c:v>
                </c:pt>
                <c:pt idx="9075">
                  <c:v>17-03-2022</c:v>
                </c:pt>
                <c:pt idx="9076">
                  <c:v>17-03-2022</c:v>
                </c:pt>
                <c:pt idx="9077">
                  <c:v>17-03-2022</c:v>
                </c:pt>
                <c:pt idx="9078">
                  <c:v>17-03-2022</c:v>
                </c:pt>
                <c:pt idx="9079">
                  <c:v>17-03-2022</c:v>
                </c:pt>
                <c:pt idx="9080">
                  <c:v>17-03-2022</c:v>
                </c:pt>
                <c:pt idx="9081">
                  <c:v>17-03-2022</c:v>
                </c:pt>
                <c:pt idx="9082">
                  <c:v>17-03-2022</c:v>
                </c:pt>
                <c:pt idx="9083">
                  <c:v>17-03-2022</c:v>
                </c:pt>
                <c:pt idx="9084">
                  <c:v>17-03-2022</c:v>
                </c:pt>
                <c:pt idx="9085">
                  <c:v>17-03-2022</c:v>
                </c:pt>
                <c:pt idx="9086">
                  <c:v>17-03-2022</c:v>
                </c:pt>
                <c:pt idx="9087">
                  <c:v>17-03-2022</c:v>
                </c:pt>
                <c:pt idx="9088">
                  <c:v>17-03-2022</c:v>
                </c:pt>
                <c:pt idx="9089">
                  <c:v>17-03-2022</c:v>
                </c:pt>
                <c:pt idx="9090">
                  <c:v>17-03-2022</c:v>
                </c:pt>
                <c:pt idx="9091">
                  <c:v>17-03-2022</c:v>
                </c:pt>
                <c:pt idx="9092">
                  <c:v>17-03-2022</c:v>
                </c:pt>
                <c:pt idx="9093">
                  <c:v>17-03-2022</c:v>
                </c:pt>
                <c:pt idx="9094">
                  <c:v>17-03-2022</c:v>
                </c:pt>
                <c:pt idx="9095">
                  <c:v>17-03-2022</c:v>
                </c:pt>
                <c:pt idx="9096">
                  <c:v>17-03-2022</c:v>
                </c:pt>
                <c:pt idx="9097">
                  <c:v>17-03-2022</c:v>
                </c:pt>
                <c:pt idx="9098">
                  <c:v>17-03-2022</c:v>
                </c:pt>
                <c:pt idx="9099">
                  <c:v>17-03-2022</c:v>
                </c:pt>
                <c:pt idx="9100">
                  <c:v>17-03-2022</c:v>
                </c:pt>
                <c:pt idx="9101">
                  <c:v>18-03-2022</c:v>
                </c:pt>
                <c:pt idx="9102">
                  <c:v>18-03-2022</c:v>
                </c:pt>
                <c:pt idx="9103">
                  <c:v>18-03-2022</c:v>
                </c:pt>
                <c:pt idx="9104">
                  <c:v>18-03-2022</c:v>
                </c:pt>
                <c:pt idx="9105">
                  <c:v>18-03-2022</c:v>
                </c:pt>
                <c:pt idx="9106">
                  <c:v>18-03-2022</c:v>
                </c:pt>
                <c:pt idx="9107">
                  <c:v>18-03-2022</c:v>
                </c:pt>
                <c:pt idx="9108">
                  <c:v>18-03-2022</c:v>
                </c:pt>
                <c:pt idx="9109">
                  <c:v>18-03-2022</c:v>
                </c:pt>
                <c:pt idx="9110">
                  <c:v>18-03-2022</c:v>
                </c:pt>
                <c:pt idx="9111">
                  <c:v>18-03-2022</c:v>
                </c:pt>
                <c:pt idx="9112">
                  <c:v>18-03-2022</c:v>
                </c:pt>
                <c:pt idx="9113">
                  <c:v>18-03-2022</c:v>
                </c:pt>
                <c:pt idx="9114">
                  <c:v>18-03-2022</c:v>
                </c:pt>
                <c:pt idx="9115">
                  <c:v>18-03-2022</c:v>
                </c:pt>
                <c:pt idx="9116">
                  <c:v>18-03-2022</c:v>
                </c:pt>
                <c:pt idx="9117">
                  <c:v>18-03-2022</c:v>
                </c:pt>
                <c:pt idx="9118">
                  <c:v>18-03-2022</c:v>
                </c:pt>
                <c:pt idx="9119">
                  <c:v>18-03-2022</c:v>
                </c:pt>
                <c:pt idx="9120">
                  <c:v>18-03-2022</c:v>
                </c:pt>
                <c:pt idx="9121">
                  <c:v>18-03-2022</c:v>
                </c:pt>
                <c:pt idx="9122">
                  <c:v>18-03-2022</c:v>
                </c:pt>
                <c:pt idx="9123">
                  <c:v>18-03-2022</c:v>
                </c:pt>
                <c:pt idx="9124">
                  <c:v>18-03-2022</c:v>
                </c:pt>
                <c:pt idx="9125">
                  <c:v>18-03-2022</c:v>
                </c:pt>
                <c:pt idx="9126">
                  <c:v>18-03-2022</c:v>
                </c:pt>
                <c:pt idx="9127">
                  <c:v>18-03-2022</c:v>
                </c:pt>
                <c:pt idx="9128">
                  <c:v>18-03-2022</c:v>
                </c:pt>
                <c:pt idx="9129">
                  <c:v>18-03-2022</c:v>
                </c:pt>
                <c:pt idx="9130">
                  <c:v>18-03-2022</c:v>
                </c:pt>
                <c:pt idx="9131">
                  <c:v>18-03-2022</c:v>
                </c:pt>
                <c:pt idx="9132">
                  <c:v>18-03-2022</c:v>
                </c:pt>
                <c:pt idx="9133">
                  <c:v>18-03-2022</c:v>
                </c:pt>
                <c:pt idx="9134">
                  <c:v>18-03-2022</c:v>
                </c:pt>
                <c:pt idx="9135">
                  <c:v>18-03-2022</c:v>
                </c:pt>
                <c:pt idx="9136">
                  <c:v>18-03-2022</c:v>
                </c:pt>
                <c:pt idx="9137">
                  <c:v>18-03-2022</c:v>
                </c:pt>
                <c:pt idx="9138">
                  <c:v>18-03-2022</c:v>
                </c:pt>
                <c:pt idx="9139">
                  <c:v>18-03-2022</c:v>
                </c:pt>
                <c:pt idx="9140">
                  <c:v>18-03-2022</c:v>
                </c:pt>
                <c:pt idx="9141">
                  <c:v>19-03-2022</c:v>
                </c:pt>
                <c:pt idx="9142">
                  <c:v>19-03-2022</c:v>
                </c:pt>
                <c:pt idx="9143">
                  <c:v>19-03-2022</c:v>
                </c:pt>
                <c:pt idx="9144">
                  <c:v>19-03-2022</c:v>
                </c:pt>
                <c:pt idx="9145">
                  <c:v>19-03-2022</c:v>
                </c:pt>
                <c:pt idx="9146">
                  <c:v>19-03-2022</c:v>
                </c:pt>
                <c:pt idx="9147">
                  <c:v>19-03-2022</c:v>
                </c:pt>
                <c:pt idx="9148">
                  <c:v>19-03-2022</c:v>
                </c:pt>
                <c:pt idx="9149">
                  <c:v>19-03-2022</c:v>
                </c:pt>
                <c:pt idx="9150">
                  <c:v>19-03-2022</c:v>
                </c:pt>
                <c:pt idx="9151">
                  <c:v>19-03-2022</c:v>
                </c:pt>
                <c:pt idx="9152">
                  <c:v>19-03-2022</c:v>
                </c:pt>
                <c:pt idx="9153">
                  <c:v>19-03-2022</c:v>
                </c:pt>
                <c:pt idx="9154">
                  <c:v>19-03-2022</c:v>
                </c:pt>
                <c:pt idx="9155">
                  <c:v>19-03-2022</c:v>
                </c:pt>
                <c:pt idx="9156">
                  <c:v>19-03-2022</c:v>
                </c:pt>
                <c:pt idx="9157">
                  <c:v>19-03-2022</c:v>
                </c:pt>
                <c:pt idx="9158">
                  <c:v>19-03-2022</c:v>
                </c:pt>
                <c:pt idx="9159">
                  <c:v>19-03-2022</c:v>
                </c:pt>
                <c:pt idx="9160">
                  <c:v>19-03-2022</c:v>
                </c:pt>
                <c:pt idx="9161">
                  <c:v>19-03-2022</c:v>
                </c:pt>
                <c:pt idx="9162">
                  <c:v>19-03-2022</c:v>
                </c:pt>
                <c:pt idx="9163">
                  <c:v>19-03-2022</c:v>
                </c:pt>
                <c:pt idx="9164">
                  <c:v>19-03-2022</c:v>
                </c:pt>
                <c:pt idx="9165">
                  <c:v>19-03-2022</c:v>
                </c:pt>
                <c:pt idx="9166">
                  <c:v>19-03-2022</c:v>
                </c:pt>
                <c:pt idx="9167">
                  <c:v>19-03-2022</c:v>
                </c:pt>
                <c:pt idx="9168">
                  <c:v>19-03-2022</c:v>
                </c:pt>
                <c:pt idx="9169">
                  <c:v>19-03-2022</c:v>
                </c:pt>
                <c:pt idx="9170">
                  <c:v>19-03-2022</c:v>
                </c:pt>
                <c:pt idx="9171">
                  <c:v>19-03-2022</c:v>
                </c:pt>
                <c:pt idx="9172">
                  <c:v>19-03-2022</c:v>
                </c:pt>
                <c:pt idx="9173">
                  <c:v>19-03-2022</c:v>
                </c:pt>
                <c:pt idx="9174">
                  <c:v>19-03-2022</c:v>
                </c:pt>
                <c:pt idx="9175">
                  <c:v>19-03-2022</c:v>
                </c:pt>
                <c:pt idx="9176">
                  <c:v>19-03-2022</c:v>
                </c:pt>
                <c:pt idx="9177">
                  <c:v>19-03-2022</c:v>
                </c:pt>
                <c:pt idx="9178">
                  <c:v>19-03-2022</c:v>
                </c:pt>
                <c:pt idx="9179">
                  <c:v>19-03-2022</c:v>
                </c:pt>
                <c:pt idx="9180">
                  <c:v>19-03-2022</c:v>
                </c:pt>
                <c:pt idx="9181">
                  <c:v>19-03-2022</c:v>
                </c:pt>
                <c:pt idx="9182">
                  <c:v>19-03-2022</c:v>
                </c:pt>
                <c:pt idx="9183">
                  <c:v>19-03-2022</c:v>
                </c:pt>
                <c:pt idx="9184">
                  <c:v>19-03-2022</c:v>
                </c:pt>
                <c:pt idx="9185">
                  <c:v>19-03-2022</c:v>
                </c:pt>
                <c:pt idx="9186">
                  <c:v>20-03-2022</c:v>
                </c:pt>
                <c:pt idx="9187">
                  <c:v>20-03-2022</c:v>
                </c:pt>
                <c:pt idx="9188">
                  <c:v>20-03-2022</c:v>
                </c:pt>
                <c:pt idx="9189">
                  <c:v>20-03-2022</c:v>
                </c:pt>
                <c:pt idx="9190">
                  <c:v>20-03-2022</c:v>
                </c:pt>
                <c:pt idx="9191">
                  <c:v>20-03-2022</c:v>
                </c:pt>
                <c:pt idx="9192">
                  <c:v>20-03-2022</c:v>
                </c:pt>
                <c:pt idx="9193">
                  <c:v>20-03-2022</c:v>
                </c:pt>
                <c:pt idx="9194">
                  <c:v>20-03-2022</c:v>
                </c:pt>
                <c:pt idx="9195">
                  <c:v>20-03-2022</c:v>
                </c:pt>
                <c:pt idx="9196">
                  <c:v>20-03-2022</c:v>
                </c:pt>
                <c:pt idx="9197">
                  <c:v>20-03-2022</c:v>
                </c:pt>
                <c:pt idx="9198">
                  <c:v>20-03-2022</c:v>
                </c:pt>
                <c:pt idx="9199">
                  <c:v>20-03-2022</c:v>
                </c:pt>
                <c:pt idx="9200">
                  <c:v>20-03-2022</c:v>
                </c:pt>
                <c:pt idx="9201">
                  <c:v>20-03-2022</c:v>
                </c:pt>
                <c:pt idx="9202">
                  <c:v>20-03-2022</c:v>
                </c:pt>
                <c:pt idx="9203">
                  <c:v>20-03-2022</c:v>
                </c:pt>
                <c:pt idx="9204">
                  <c:v>20-03-2022</c:v>
                </c:pt>
                <c:pt idx="9205">
                  <c:v>20-03-2022</c:v>
                </c:pt>
                <c:pt idx="9206">
                  <c:v>20-03-2022</c:v>
                </c:pt>
                <c:pt idx="9207">
                  <c:v>20-03-2022</c:v>
                </c:pt>
                <c:pt idx="9208">
                  <c:v>20-03-2022</c:v>
                </c:pt>
                <c:pt idx="9209">
                  <c:v>20-03-2022</c:v>
                </c:pt>
                <c:pt idx="9210">
                  <c:v>20-03-2022</c:v>
                </c:pt>
                <c:pt idx="9211">
                  <c:v>20-03-2022</c:v>
                </c:pt>
                <c:pt idx="9212">
                  <c:v>20-03-2022</c:v>
                </c:pt>
                <c:pt idx="9213">
                  <c:v>20-03-2022</c:v>
                </c:pt>
                <c:pt idx="9214">
                  <c:v>20-03-2022</c:v>
                </c:pt>
                <c:pt idx="9215">
                  <c:v>20-03-2022</c:v>
                </c:pt>
                <c:pt idx="9216">
                  <c:v>20-03-2022</c:v>
                </c:pt>
                <c:pt idx="9217">
                  <c:v>20-03-2022</c:v>
                </c:pt>
                <c:pt idx="9218">
                  <c:v>20-03-2022</c:v>
                </c:pt>
                <c:pt idx="9219">
                  <c:v>20-03-2022</c:v>
                </c:pt>
                <c:pt idx="9220">
                  <c:v>20-03-2022</c:v>
                </c:pt>
                <c:pt idx="9221">
                  <c:v>20-03-2022</c:v>
                </c:pt>
                <c:pt idx="9222">
                  <c:v>20-03-2022</c:v>
                </c:pt>
                <c:pt idx="9223">
                  <c:v>20-03-2022</c:v>
                </c:pt>
                <c:pt idx="9224">
                  <c:v>20-03-2022</c:v>
                </c:pt>
                <c:pt idx="9225">
                  <c:v>20-03-2022</c:v>
                </c:pt>
                <c:pt idx="9226">
                  <c:v>21-03-2022</c:v>
                </c:pt>
                <c:pt idx="9227">
                  <c:v>21-03-2022</c:v>
                </c:pt>
                <c:pt idx="9228">
                  <c:v>21-03-2022</c:v>
                </c:pt>
                <c:pt idx="9229">
                  <c:v>21-03-2022</c:v>
                </c:pt>
                <c:pt idx="9230">
                  <c:v>21-03-2022</c:v>
                </c:pt>
                <c:pt idx="9231">
                  <c:v>21-03-2022</c:v>
                </c:pt>
                <c:pt idx="9232">
                  <c:v>21-03-2022</c:v>
                </c:pt>
                <c:pt idx="9233">
                  <c:v>21-03-2022</c:v>
                </c:pt>
                <c:pt idx="9234">
                  <c:v>21-03-2022</c:v>
                </c:pt>
                <c:pt idx="9235">
                  <c:v>21-03-2022</c:v>
                </c:pt>
                <c:pt idx="9236">
                  <c:v>21-03-2022</c:v>
                </c:pt>
                <c:pt idx="9237">
                  <c:v>21-03-2022</c:v>
                </c:pt>
                <c:pt idx="9238">
                  <c:v>21-03-2022</c:v>
                </c:pt>
                <c:pt idx="9239">
                  <c:v>21-03-2022</c:v>
                </c:pt>
                <c:pt idx="9240">
                  <c:v>21-03-2022</c:v>
                </c:pt>
                <c:pt idx="9241">
                  <c:v>21-03-2022</c:v>
                </c:pt>
                <c:pt idx="9242">
                  <c:v>21-03-2022</c:v>
                </c:pt>
                <c:pt idx="9243">
                  <c:v>21-03-2022</c:v>
                </c:pt>
                <c:pt idx="9244">
                  <c:v>21-03-2022</c:v>
                </c:pt>
                <c:pt idx="9245">
                  <c:v>21-03-2022</c:v>
                </c:pt>
                <c:pt idx="9246">
                  <c:v>21-03-2022</c:v>
                </c:pt>
                <c:pt idx="9247">
                  <c:v>21-03-2022</c:v>
                </c:pt>
                <c:pt idx="9248">
                  <c:v>21-03-2022</c:v>
                </c:pt>
                <c:pt idx="9249">
                  <c:v>21-03-2022</c:v>
                </c:pt>
                <c:pt idx="9250">
                  <c:v>21-03-2022</c:v>
                </c:pt>
                <c:pt idx="9251">
                  <c:v>21-03-2022</c:v>
                </c:pt>
                <c:pt idx="9252">
                  <c:v>21-03-2022</c:v>
                </c:pt>
                <c:pt idx="9253">
                  <c:v>21-03-2022</c:v>
                </c:pt>
                <c:pt idx="9254">
                  <c:v>21-03-2022</c:v>
                </c:pt>
                <c:pt idx="9255">
                  <c:v>21-03-2022</c:v>
                </c:pt>
                <c:pt idx="9256">
                  <c:v>21-03-2022</c:v>
                </c:pt>
                <c:pt idx="9257">
                  <c:v>21-03-2022</c:v>
                </c:pt>
                <c:pt idx="9258">
                  <c:v>21-03-2022</c:v>
                </c:pt>
                <c:pt idx="9259">
                  <c:v>21-03-2022</c:v>
                </c:pt>
                <c:pt idx="9260">
                  <c:v>21-03-2022</c:v>
                </c:pt>
                <c:pt idx="9261">
                  <c:v>21-03-2022</c:v>
                </c:pt>
                <c:pt idx="9262">
                  <c:v>21-03-2022</c:v>
                </c:pt>
                <c:pt idx="9263">
                  <c:v>21-03-2022</c:v>
                </c:pt>
                <c:pt idx="9264">
                  <c:v>21-03-2022</c:v>
                </c:pt>
                <c:pt idx="9265">
                  <c:v>21-03-2022</c:v>
                </c:pt>
                <c:pt idx="9266">
                  <c:v>21-03-2022</c:v>
                </c:pt>
                <c:pt idx="9267">
                  <c:v>21-03-2022</c:v>
                </c:pt>
                <c:pt idx="9268">
                  <c:v>21-03-2022</c:v>
                </c:pt>
                <c:pt idx="9269">
                  <c:v>21-03-2022</c:v>
                </c:pt>
                <c:pt idx="9270">
                  <c:v>21-03-2022</c:v>
                </c:pt>
                <c:pt idx="9271">
                  <c:v>21-03-2022</c:v>
                </c:pt>
                <c:pt idx="9272">
                  <c:v>21-03-2022</c:v>
                </c:pt>
                <c:pt idx="9273">
                  <c:v>21-03-2022</c:v>
                </c:pt>
                <c:pt idx="9274">
                  <c:v>21-03-2022</c:v>
                </c:pt>
                <c:pt idx="9275">
                  <c:v>21-03-2022</c:v>
                </c:pt>
                <c:pt idx="9276">
                  <c:v>22-03-2022</c:v>
                </c:pt>
                <c:pt idx="9277">
                  <c:v>22-03-2022</c:v>
                </c:pt>
                <c:pt idx="9278">
                  <c:v>22-03-2022</c:v>
                </c:pt>
                <c:pt idx="9279">
                  <c:v>22-03-2022</c:v>
                </c:pt>
                <c:pt idx="9280">
                  <c:v>22-03-2022</c:v>
                </c:pt>
                <c:pt idx="9281">
                  <c:v>22-03-2022</c:v>
                </c:pt>
                <c:pt idx="9282">
                  <c:v>22-03-2022</c:v>
                </c:pt>
                <c:pt idx="9283">
                  <c:v>22-03-2022</c:v>
                </c:pt>
                <c:pt idx="9284">
                  <c:v>22-03-2022</c:v>
                </c:pt>
                <c:pt idx="9285">
                  <c:v>22-03-2022</c:v>
                </c:pt>
                <c:pt idx="9286">
                  <c:v>22-03-2022</c:v>
                </c:pt>
                <c:pt idx="9287">
                  <c:v>22-03-2022</c:v>
                </c:pt>
                <c:pt idx="9288">
                  <c:v>22-03-2022</c:v>
                </c:pt>
                <c:pt idx="9289">
                  <c:v>22-03-2022</c:v>
                </c:pt>
                <c:pt idx="9290">
                  <c:v>22-03-2022</c:v>
                </c:pt>
                <c:pt idx="9291">
                  <c:v>22-03-2022</c:v>
                </c:pt>
                <c:pt idx="9292">
                  <c:v>22-03-2022</c:v>
                </c:pt>
                <c:pt idx="9293">
                  <c:v>22-03-2022</c:v>
                </c:pt>
                <c:pt idx="9294">
                  <c:v>22-03-2022</c:v>
                </c:pt>
                <c:pt idx="9295">
                  <c:v>22-03-2022</c:v>
                </c:pt>
                <c:pt idx="9296">
                  <c:v>22-03-2022</c:v>
                </c:pt>
                <c:pt idx="9297">
                  <c:v>22-03-2022</c:v>
                </c:pt>
                <c:pt idx="9298">
                  <c:v>22-03-2022</c:v>
                </c:pt>
                <c:pt idx="9299">
                  <c:v>22-03-2022</c:v>
                </c:pt>
                <c:pt idx="9300">
                  <c:v>22-03-2022</c:v>
                </c:pt>
                <c:pt idx="9301">
                  <c:v>22-03-2022</c:v>
                </c:pt>
                <c:pt idx="9302">
                  <c:v>22-03-2022</c:v>
                </c:pt>
                <c:pt idx="9303">
                  <c:v>22-03-2022</c:v>
                </c:pt>
                <c:pt idx="9304">
                  <c:v>22-03-2022</c:v>
                </c:pt>
                <c:pt idx="9305">
                  <c:v>22-03-2022</c:v>
                </c:pt>
                <c:pt idx="9306">
                  <c:v>22-03-2022</c:v>
                </c:pt>
                <c:pt idx="9307">
                  <c:v>22-03-2022</c:v>
                </c:pt>
                <c:pt idx="9308">
                  <c:v>22-03-2022</c:v>
                </c:pt>
                <c:pt idx="9309">
                  <c:v>22-03-2022</c:v>
                </c:pt>
                <c:pt idx="9310">
                  <c:v>22-03-2022</c:v>
                </c:pt>
                <c:pt idx="9311">
                  <c:v>22-03-2022</c:v>
                </c:pt>
                <c:pt idx="9312">
                  <c:v>22-03-2022</c:v>
                </c:pt>
                <c:pt idx="9313">
                  <c:v>22-03-2022</c:v>
                </c:pt>
                <c:pt idx="9314">
                  <c:v>22-03-2022</c:v>
                </c:pt>
                <c:pt idx="9315">
                  <c:v>22-03-2022</c:v>
                </c:pt>
                <c:pt idx="9316">
                  <c:v>22-03-2022</c:v>
                </c:pt>
                <c:pt idx="9317">
                  <c:v>22-03-2022</c:v>
                </c:pt>
                <c:pt idx="9318">
                  <c:v>22-03-2022</c:v>
                </c:pt>
                <c:pt idx="9319">
                  <c:v>22-03-2022</c:v>
                </c:pt>
                <c:pt idx="9320">
                  <c:v>22-03-2022</c:v>
                </c:pt>
                <c:pt idx="9321">
                  <c:v>22-03-2022</c:v>
                </c:pt>
                <c:pt idx="9322">
                  <c:v>22-03-2022</c:v>
                </c:pt>
                <c:pt idx="9323">
                  <c:v>22-03-2022</c:v>
                </c:pt>
                <c:pt idx="9324">
                  <c:v>22-03-2022</c:v>
                </c:pt>
                <c:pt idx="9325">
                  <c:v>23-03-2022</c:v>
                </c:pt>
                <c:pt idx="9326">
                  <c:v>23-03-2022</c:v>
                </c:pt>
                <c:pt idx="9327">
                  <c:v>23-03-2022</c:v>
                </c:pt>
                <c:pt idx="9328">
                  <c:v>23-03-2022</c:v>
                </c:pt>
                <c:pt idx="9329">
                  <c:v>23-03-2022</c:v>
                </c:pt>
                <c:pt idx="9330">
                  <c:v>23-03-2022</c:v>
                </c:pt>
                <c:pt idx="9331">
                  <c:v>23-03-2022</c:v>
                </c:pt>
                <c:pt idx="9332">
                  <c:v>23-03-2022</c:v>
                </c:pt>
                <c:pt idx="9333">
                  <c:v>23-03-2022</c:v>
                </c:pt>
                <c:pt idx="9334">
                  <c:v>23-03-2022</c:v>
                </c:pt>
                <c:pt idx="9335">
                  <c:v>23-03-2022</c:v>
                </c:pt>
                <c:pt idx="9336">
                  <c:v>23-03-2022</c:v>
                </c:pt>
                <c:pt idx="9337">
                  <c:v>23-03-2022</c:v>
                </c:pt>
                <c:pt idx="9338">
                  <c:v>23-03-2022</c:v>
                </c:pt>
                <c:pt idx="9339">
                  <c:v>23-03-2022</c:v>
                </c:pt>
                <c:pt idx="9340">
                  <c:v>23-03-2022</c:v>
                </c:pt>
                <c:pt idx="9341">
                  <c:v>23-03-2022</c:v>
                </c:pt>
                <c:pt idx="9342">
                  <c:v>23-03-2022</c:v>
                </c:pt>
                <c:pt idx="9343">
                  <c:v>23-03-2022</c:v>
                </c:pt>
                <c:pt idx="9344">
                  <c:v>23-03-2022</c:v>
                </c:pt>
                <c:pt idx="9345">
                  <c:v>23-03-2022</c:v>
                </c:pt>
                <c:pt idx="9346">
                  <c:v>23-03-2022</c:v>
                </c:pt>
                <c:pt idx="9347">
                  <c:v>23-03-2022</c:v>
                </c:pt>
                <c:pt idx="9348">
                  <c:v>23-03-2022</c:v>
                </c:pt>
                <c:pt idx="9349">
                  <c:v>23-03-2022</c:v>
                </c:pt>
                <c:pt idx="9350">
                  <c:v>23-03-2022</c:v>
                </c:pt>
                <c:pt idx="9351">
                  <c:v>23-03-2022</c:v>
                </c:pt>
                <c:pt idx="9352">
                  <c:v>23-03-2022</c:v>
                </c:pt>
                <c:pt idx="9353">
                  <c:v>23-03-2022</c:v>
                </c:pt>
                <c:pt idx="9354">
                  <c:v>23-03-2022</c:v>
                </c:pt>
                <c:pt idx="9355">
                  <c:v>23-03-2022</c:v>
                </c:pt>
                <c:pt idx="9356">
                  <c:v>23-03-2022</c:v>
                </c:pt>
                <c:pt idx="9357">
                  <c:v>23-03-2022</c:v>
                </c:pt>
                <c:pt idx="9358">
                  <c:v>23-03-2022</c:v>
                </c:pt>
                <c:pt idx="9359">
                  <c:v>23-03-2022</c:v>
                </c:pt>
                <c:pt idx="9360">
                  <c:v>23-03-2022</c:v>
                </c:pt>
                <c:pt idx="9361">
                  <c:v>23-03-2022</c:v>
                </c:pt>
                <c:pt idx="9362">
                  <c:v>23-03-2022</c:v>
                </c:pt>
                <c:pt idx="9363">
                  <c:v>23-03-2022</c:v>
                </c:pt>
                <c:pt idx="9364">
                  <c:v>23-03-2022</c:v>
                </c:pt>
                <c:pt idx="9365">
                  <c:v>23-03-2022</c:v>
                </c:pt>
                <c:pt idx="9366">
                  <c:v>23-03-2022</c:v>
                </c:pt>
                <c:pt idx="9367">
                  <c:v>23-03-2022</c:v>
                </c:pt>
                <c:pt idx="9368">
                  <c:v>23-03-2022</c:v>
                </c:pt>
                <c:pt idx="9369">
                  <c:v>23-03-2022</c:v>
                </c:pt>
                <c:pt idx="9370">
                  <c:v>23-03-2022</c:v>
                </c:pt>
                <c:pt idx="9371">
                  <c:v>23-03-2022</c:v>
                </c:pt>
                <c:pt idx="9372">
                  <c:v>23-03-2022</c:v>
                </c:pt>
                <c:pt idx="9373">
                  <c:v>24-03-2022</c:v>
                </c:pt>
                <c:pt idx="9374">
                  <c:v>24-03-2022</c:v>
                </c:pt>
                <c:pt idx="9375">
                  <c:v>24-03-2022</c:v>
                </c:pt>
                <c:pt idx="9376">
                  <c:v>24-03-2022</c:v>
                </c:pt>
                <c:pt idx="9377">
                  <c:v>24-03-2022</c:v>
                </c:pt>
                <c:pt idx="9378">
                  <c:v>24-03-2022</c:v>
                </c:pt>
                <c:pt idx="9379">
                  <c:v>24-03-2022</c:v>
                </c:pt>
                <c:pt idx="9380">
                  <c:v>24-03-2022</c:v>
                </c:pt>
                <c:pt idx="9381">
                  <c:v>24-03-2022</c:v>
                </c:pt>
                <c:pt idx="9382">
                  <c:v>24-03-2022</c:v>
                </c:pt>
                <c:pt idx="9383">
                  <c:v>24-03-2022</c:v>
                </c:pt>
                <c:pt idx="9384">
                  <c:v>24-03-2022</c:v>
                </c:pt>
                <c:pt idx="9385">
                  <c:v>24-03-2022</c:v>
                </c:pt>
                <c:pt idx="9386">
                  <c:v>24-03-2022</c:v>
                </c:pt>
                <c:pt idx="9387">
                  <c:v>24-03-2022</c:v>
                </c:pt>
                <c:pt idx="9388">
                  <c:v>24-03-2022</c:v>
                </c:pt>
                <c:pt idx="9389">
                  <c:v>24-03-2022</c:v>
                </c:pt>
                <c:pt idx="9390">
                  <c:v>24-03-2022</c:v>
                </c:pt>
                <c:pt idx="9391">
                  <c:v>24-03-2022</c:v>
                </c:pt>
                <c:pt idx="9392">
                  <c:v>24-03-2022</c:v>
                </c:pt>
                <c:pt idx="9393">
                  <c:v>24-03-2022</c:v>
                </c:pt>
                <c:pt idx="9394">
                  <c:v>24-03-2022</c:v>
                </c:pt>
                <c:pt idx="9395">
                  <c:v>24-03-2022</c:v>
                </c:pt>
                <c:pt idx="9396">
                  <c:v>24-03-2022</c:v>
                </c:pt>
                <c:pt idx="9397">
                  <c:v>24-03-2022</c:v>
                </c:pt>
                <c:pt idx="9398">
                  <c:v>24-03-2022</c:v>
                </c:pt>
                <c:pt idx="9399">
                  <c:v>24-03-2022</c:v>
                </c:pt>
                <c:pt idx="9400">
                  <c:v>24-03-2022</c:v>
                </c:pt>
                <c:pt idx="9401">
                  <c:v>24-03-2022</c:v>
                </c:pt>
                <c:pt idx="9402">
                  <c:v>24-03-2022</c:v>
                </c:pt>
                <c:pt idx="9403">
                  <c:v>24-03-2022</c:v>
                </c:pt>
                <c:pt idx="9404">
                  <c:v>24-03-2022</c:v>
                </c:pt>
                <c:pt idx="9405">
                  <c:v>24-03-2022</c:v>
                </c:pt>
                <c:pt idx="9406">
                  <c:v>24-03-2022</c:v>
                </c:pt>
                <c:pt idx="9407">
                  <c:v>24-03-2022</c:v>
                </c:pt>
                <c:pt idx="9408">
                  <c:v>24-03-2022</c:v>
                </c:pt>
                <c:pt idx="9409">
                  <c:v>24-03-2022</c:v>
                </c:pt>
                <c:pt idx="9410">
                  <c:v>24-03-2022</c:v>
                </c:pt>
                <c:pt idx="9411">
                  <c:v>24-03-2022</c:v>
                </c:pt>
                <c:pt idx="9412">
                  <c:v>24-03-2022</c:v>
                </c:pt>
                <c:pt idx="9413">
                  <c:v>24-03-2022</c:v>
                </c:pt>
                <c:pt idx="9414">
                  <c:v>24-03-2022</c:v>
                </c:pt>
                <c:pt idx="9415">
                  <c:v>24-03-2022</c:v>
                </c:pt>
                <c:pt idx="9416">
                  <c:v>24-03-2022</c:v>
                </c:pt>
                <c:pt idx="9417">
                  <c:v>24-03-2022</c:v>
                </c:pt>
                <c:pt idx="9418">
                  <c:v>24-03-2022</c:v>
                </c:pt>
                <c:pt idx="9419">
                  <c:v>24-03-2022</c:v>
                </c:pt>
                <c:pt idx="9420">
                  <c:v>24-03-2022</c:v>
                </c:pt>
                <c:pt idx="9421">
                  <c:v>25-03-2022</c:v>
                </c:pt>
                <c:pt idx="9422">
                  <c:v>25-03-2022</c:v>
                </c:pt>
                <c:pt idx="9423">
                  <c:v>25-03-2022</c:v>
                </c:pt>
                <c:pt idx="9424">
                  <c:v>25-03-2022</c:v>
                </c:pt>
                <c:pt idx="9425">
                  <c:v>25-03-2022</c:v>
                </c:pt>
                <c:pt idx="9426">
                  <c:v>25-03-2022</c:v>
                </c:pt>
                <c:pt idx="9427">
                  <c:v>25-03-2022</c:v>
                </c:pt>
                <c:pt idx="9428">
                  <c:v>25-03-2022</c:v>
                </c:pt>
                <c:pt idx="9429">
                  <c:v>25-03-2022</c:v>
                </c:pt>
                <c:pt idx="9430">
                  <c:v>25-03-2022</c:v>
                </c:pt>
                <c:pt idx="9431">
                  <c:v>25-03-2022</c:v>
                </c:pt>
                <c:pt idx="9432">
                  <c:v>25-03-2022</c:v>
                </c:pt>
                <c:pt idx="9433">
                  <c:v>25-03-2022</c:v>
                </c:pt>
                <c:pt idx="9434">
                  <c:v>25-03-2022</c:v>
                </c:pt>
                <c:pt idx="9435">
                  <c:v>25-03-2022</c:v>
                </c:pt>
                <c:pt idx="9436">
                  <c:v>25-03-2022</c:v>
                </c:pt>
                <c:pt idx="9437">
                  <c:v>25-03-2022</c:v>
                </c:pt>
                <c:pt idx="9438">
                  <c:v>25-03-2022</c:v>
                </c:pt>
                <c:pt idx="9439">
                  <c:v>25-03-2022</c:v>
                </c:pt>
                <c:pt idx="9440">
                  <c:v>25-03-2022</c:v>
                </c:pt>
                <c:pt idx="9441">
                  <c:v>25-03-2022</c:v>
                </c:pt>
                <c:pt idx="9442">
                  <c:v>25-03-2022</c:v>
                </c:pt>
                <c:pt idx="9443">
                  <c:v>25-03-2022</c:v>
                </c:pt>
                <c:pt idx="9444">
                  <c:v>25-03-2022</c:v>
                </c:pt>
                <c:pt idx="9445">
                  <c:v>25-03-2022</c:v>
                </c:pt>
                <c:pt idx="9446">
                  <c:v>25-03-2022</c:v>
                </c:pt>
                <c:pt idx="9447">
                  <c:v>25-03-2022</c:v>
                </c:pt>
                <c:pt idx="9448">
                  <c:v>25-03-2022</c:v>
                </c:pt>
                <c:pt idx="9449">
                  <c:v>25-03-2022</c:v>
                </c:pt>
                <c:pt idx="9450">
                  <c:v>25-03-2022</c:v>
                </c:pt>
                <c:pt idx="9451">
                  <c:v>25-03-2022</c:v>
                </c:pt>
                <c:pt idx="9452">
                  <c:v>25-03-2022</c:v>
                </c:pt>
                <c:pt idx="9453">
                  <c:v>25-03-2022</c:v>
                </c:pt>
                <c:pt idx="9454">
                  <c:v>25-03-2022</c:v>
                </c:pt>
                <c:pt idx="9455">
                  <c:v>25-03-2022</c:v>
                </c:pt>
                <c:pt idx="9456">
                  <c:v>25-03-2022</c:v>
                </c:pt>
                <c:pt idx="9457">
                  <c:v>25-03-2022</c:v>
                </c:pt>
                <c:pt idx="9458">
                  <c:v>25-03-2022</c:v>
                </c:pt>
                <c:pt idx="9459">
                  <c:v>25-03-2022</c:v>
                </c:pt>
                <c:pt idx="9460">
                  <c:v>25-03-2022</c:v>
                </c:pt>
                <c:pt idx="9461">
                  <c:v>26-03-2022</c:v>
                </c:pt>
                <c:pt idx="9462">
                  <c:v>26-03-2022</c:v>
                </c:pt>
                <c:pt idx="9463">
                  <c:v>26-03-2022</c:v>
                </c:pt>
                <c:pt idx="9464">
                  <c:v>26-03-2022</c:v>
                </c:pt>
                <c:pt idx="9465">
                  <c:v>26-03-2022</c:v>
                </c:pt>
                <c:pt idx="9466">
                  <c:v>26-03-2022</c:v>
                </c:pt>
                <c:pt idx="9467">
                  <c:v>26-03-2022</c:v>
                </c:pt>
                <c:pt idx="9468">
                  <c:v>26-03-2022</c:v>
                </c:pt>
                <c:pt idx="9469">
                  <c:v>26-03-2022</c:v>
                </c:pt>
                <c:pt idx="9470">
                  <c:v>26-03-2022</c:v>
                </c:pt>
                <c:pt idx="9471">
                  <c:v>26-03-2022</c:v>
                </c:pt>
                <c:pt idx="9472">
                  <c:v>26-03-2022</c:v>
                </c:pt>
                <c:pt idx="9473">
                  <c:v>26-03-2022</c:v>
                </c:pt>
                <c:pt idx="9474">
                  <c:v>26-03-2022</c:v>
                </c:pt>
                <c:pt idx="9475">
                  <c:v>26-03-2022</c:v>
                </c:pt>
                <c:pt idx="9476">
                  <c:v>26-03-2022</c:v>
                </c:pt>
                <c:pt idx="9477">
                  <c:v>26-03-2022</c:v>
                </c:pt>
                <c:pt idx="9478">
                  <c:v>26-03-2022</c:v>
                </c:pt>
                <c:pt idx="9479">
                  <c:v>26-03-2022</c:v>
                </c:pt>
                <c:pt idx="9480">
                  <c:v>26-03-2022</c:v>
                </c:pt>
                <c:pt idx="9481">
                  <c:v>26-03-2022</c:v>
                </c:pt>
                <c:pt idx="9482">
                  <c:v>26-03-2022</c:v>
                </c:pt>
                <c:pt idx="9483">
                  <c:v>26-03-2022</c:v>
                </c:pt>
                <c:pt idx="9484">
                  <c:v>26-03-2022</c:v>
                </c:pt>
                <c:pt idx="9485">
                  <c:v>26-03-2022</c:v>
                </c:pt>
                <c:pt idx="9486">
                  <c:v>26-03-2022</c:v>
                </c:pt>
                <c:pt idx="9487">
                  <c:v>26-03-2022</c:v>
                </c:pt>
                <c:pt idx="9488">
                  <c:v>26-03-2022</c:v>
                </c:pt>
                <c:pt idx="9489">
                  <c:v>26-03-2022</c:v>
                </c:pt>
                <c:pt idx="9490">
                  <c:v>26-03-2022</c:v>
                </c:pt>
                <c:pt idx="9491">
                  <c:v>26-03-2022</c:v>
                </c:pt>
                <c:pt idx="9492">
                  <c:v>26-03-2022</c:v>
                </c:pt>
                <c:pt idx="9493">
                  <c:v>26-03-2022</c:v>
                </c:pt>
                <c:pt idx="9494">
                  <c:v>26-03-2022</c:v>
                </c:pt>
                <c:pt idx="9495">
                  <c:v>26-03-2022</c:v>
                </c:pt>
                <c:pt idx="9496">
                  <c:v>26-03-2022</c:v>
                </c:pt>
                <c:pt idx="9497">
                  <c:v>26-03-2022</c:v>
                </c:pt>
                <c:pt idx="9498">
                  <c:v>26-03-2022</c:v>
                </c:pt>
                <c:pt idx="9499">
                  <c:v>26-03-2022</c:v>
                </c:pt>
                <c:pt idx="9500">
                  <c:v>26-03-2022</c:v>
                </c:pt>
                <c:pt idx="9501">
                  <c:v>26-03-2022</c:v>
                </c:pt>
                <c:pt idx="9502">
                  <c:v>26-03-2022</c:v>
                </c:pt>
                <c:pt idx="9503">
                  <c:v>27-03-2022</c:v>
                </c:pt>
                <c:pt idx="9504">
                  <c:v>27-03-2022</c:v>
                </c:pt>
                <c:pt idx="9505">
                  <c:v>27-03-2022</c:v>
                </c:pt>
                <c:pt idx="9506">
                  <c:v>27-03-2022</c:v>
                </c:pt>
                <c:pt idx="9507">
                  <c:v>27-03-2022</c:v>
                </c:pt>
                <c:pt idx="9508">
                  <c:v>27-03-2022</c:v>
                </c:pt>
                <c:pt idx="9509">
                  <c:v>27-03-2022</c:v>
                </c:pt>
                <c:pt idx="9510">
                  <c:v>27-03-2022</c:v>
                </c:pt>
                <c:pt idx="9511">
                  <c:v>27-03-2022</c:v>
                </c:pt>
                <c:pt idx="9512">
                  <c:v>27-03-2022</c:v>
                </c:pt>
                <c:pt idx="9513">
                  <c:v>27-03-2022</c:v>
                </c:pt>
                <c:pt idx="9514">
                  <c:v>27-03-2022</c:v>
                </c:pt>
                <c:pt idx="9515">
                  <c:v>27-03-2022</c:v>
                </c:pt>
                <c:pt idx="9516">
                  <c:v>27-03-2022</c:v>
                </c:pt>
                <c:pt idx="9517">
                  <c:v>27-03-2022</c:v>
                </c:pt>
                <c:pt idx="9518">
                  <c:v>27-03-2022</c:v>
                </c:pt>
                <c:pt idx="9519">
                  <c:v>27-03-2022</c:v>
                </c:pt>
                <c:pt idx="9520">
                  <c:v>27-03-2022</c:v>
                </c:pt>
                <c:pt idx="9521">
                  <c:v>27-03-2022</c:v>
                </c:pt>
                <c:pt idx="9522">
                  <c:v>27-03-2022</c:v>
                </c:pt>
                <c:pt idx="9523">
                  <c:v>27-03-2022</c:v>
                </c:pt>
                <c:pt idx="9524">
                  <c:v>27-03-2022</c:v>
                </c:pt>
                <c:pt idx="9525">
                  <c:v>27-03-2022</c:v>
                </c:pt>
                <c:pt idx="9526">
                  <c:v>27-03-2022</c:v>
                </c:pt>
                <c:pt idx="9527">
                  <c:v>27-03-2022</c:v>
                </c:pt>
                <c:pt idx="9528">
                  <c:v>27-03-2022</c:v>
                </c:pt>
                <c:pt idx="9529">
                  <c:v>27-03-2022</c:v>
                </c:pt>
                <c:pt idx="9530">
                  <c:v>27-03-2022</c:v>
                </c:pt>
                <c:pt idx="9531">
                  <c:v>27-03-2022</c:v>
                </c:pt>
                <c:pt idx="9532">
                  <c:v>27-03-2022</c:v>
                </c:pt>
                <c:pt idx="9533">
                  <c:v>27-03-2022</c:v>
                </c:pt>
                <c:pt idx="9534">
                  <c:v>27-03-2022</c:v>
                </c:pt>
                <c:pt idx="9535">
                  <c:v>27-03-2022</c:v>
                </c:pt>
                <c:pt idx="9536">
                  <c:v>27-03-2022</c:v>
                </c:pt>
                <c:pt idx="9537">
                  <c:v>27-03-2022</c:v>
                </c:pt>
                <c:pt idx="9538">
                  <c:v>27-03-2022</c:v>
                </c:pt>
                <c:pt idx="9539">
                  <c:v>27-03-2022</c:v>
                </c:pt>
                <c:pt idx="9540">
                  <c:v>27-03-2022</c:v>
                </c:pt>
                <c:pt idx="9541">
                  <c:v>27-03-2022</c:v>
                </c:pt>
                <c:pt idx="9542">
                  <c:v>27-03-2022</c:v>
                </c:pt>
                <c:pt idx="9543">
                  <c:v>28-03-2022</c:v>
                </c:pt>
                <c:pt idx="9544">
                  <c:v>28-03-2022</c:v>
                </c:pt>
                <c:pt idx="9545">
                  <c:v>28-03-2022</c:v>
                </c:pt>
                <c:pt idx="9546">
                  <c:v>28-03-2022</c:v>
                </c:pt>
                <c:pt idx="9547">
                  <c:v>28-03-2022</c:v>
                </c:pt>
                <c:pt idx="9548">
                  <c:v>28-03-2022</c:v>
                </c:pt>
                <c:pt idx="9549">
                  <c:v>28-03-2022</c:v>
                </c:pt>
                <c:pt idx="9550">
                  <c:v>28-03-2022</c:v>
                </c:pt>
                <c:pt idx="9551">
                  <c:v>28-03-2022</c:v>
                </c:pt>
                <c:pt idx="9552">
                  <c:v>28-03-2022</c:v>
                </c:pt>
                <c:pt idx="9553">
                  <c:v>28-03-2022</c:v>
                </c:pt>
                <c:pt idx="9554">
                  <c:v>28-03-2022</c:v>
                </c:pt>
                <c:pt idx="9555">
                  <c:v>28-03-2022</c:v>
                </c:pt>
                <c:pt idx="9556">
                  <c:v>28-03-2022</c:v>
                </c:pt>
                <c:pt idx="9557">
                  <c:v>28-03-2022</c:v>
                </c:pt>
                <c:pt idx="9558">
                  <c:v>28-03-2022</c:v>
                </c:pt>
                <c:pt idx="9559">
                  <c:v>28-03-2022</c:v>
                </c:pt>
                <c:pt idx="9560">
                  <c:v>28-03-2022</c:v>
                </c:pt>
                <c:pt idx="9561">
                  <c:v>28-03-2022</c:v>
                </c:pt>
                <c:pt idx="9562">
                  <c:v>28-03-2022</c:v>
                </c:pt>
                <c:pt idx="9563">
                  <c:v>28-03-2022</c:v>
                </c:pt>
                <c:pt idx="9564">
                  <c:v>28-03-2022</c:v>
                </c:pt>
                <c:pt idx="9565">
                  <c:v>28-03-2022</c:v>
                </c:pt>
                <c:pt idx="9566">
                  <c:v>28-03-2022</c:v>
                </c:pt>
                <c:pt idx="9567">
                  <c:v>28-03-2022</c:v>
                </c:pt>
                <c:pt idx="9568">
                  <c:v>28-03-2022</c:v>
                </c:pt>
                <c:pt idx="9569">
                  <c:v>28-03-2022</c:v>
                </c:pt>
                <c:pt idx="9570">
                  <c:v>28-03-2022</c:v>
                </c:pt>
                <c:pt idx="9571">
                  <c:v>28-03-2022</c:v>
                </c:pt>
                <c:pt idx="9572">
                  <c:v>28-03-2022</c:v>
                </c:pt>
                <c:pt idx="9573">
                  <c:v>28-03-2022</c:v>
                </c:pt>
                <c:pt idx="9574">
                  <c:v>28-03-2022</c:v>
                </c:pt>
                <c:pt idx="9575">
                  <c:v>28-03-2022</c:v>
                </c:pt>
                <c:pt idx="9576">
                  <c:v>28-03-2022</c:v>
                </c:pt>
                <c:pt idx="9577">
                  <c:v>28-03-2022</c:v>
                </c:pt>
                <c:pt idx="9578">
                  <c:v>28-03-2022</c:v>
                </c:pt>
                <c:pt idx="9579">
                  <c:v>28-03-2022</c:v>
                </c:pt>
                <c:pt idx="9580">
                  <c:v>28-03-2022</c:v>
                </c:pt>
                <c:pt idx="9581">
                  <c:v>28-03-2022</c:v>
                </c:pt>
                <c:pt idx="9582">
                  <c:v>28-03-2022</c:v>
                </c:pt>
                <c:pt idx="9583">
                  <c:v>28-03-2022</c:v>
                </c:pt>
                <c:pt idx="9584">
                  <c:v>28-03-2022</c:v>
                </c:pt>
                <c:pt idx="9585">
                  <c:v>28-03-2022</c:v>
                </c:pt>
                <c:pt idx="9586">
                  <c:v>28-03-2022</c:v>
                </c:pt>
                <c:pt idx="9587">
                  <c:v>28-03-2022</c:v>
                </c:pt>
                <c:pt idx="9588">
                  <c:v>28-03-2022</c:v>
                </c:pt>
                <c:pt idx="9589">
                  <c:v>28-03-2022</c:v>
                </c:pt>
                <c:pt idx="9590">
                  <c:v>29-03-2022</c:v>
                </c:pt>
                <c:pt idx="9591">
                  <c:v>29-03-2022</c:v>
                </c:pt>
                <c:pt idx="9592">
                  <c:v>29-03-2022</c:v>
                </c:pt>
                <c:pt idx="9593">
                  <c:v>29-03-2022</c:v>
                </c:pt>
                <c:pt idx="9594">
                  <c:v>29-03-2022</c:v>
                </c:pt>
                <c:pt idx="9595">
                  <c:v>29-03-2022</c:v>
                </c:pt>
                <c:pt idx="9596">
                  <c:v>29-03-2022</c:v>
                </c:pt>
                <c:pt idx="9597">
                  <c:v>29-03-2022</c:v>
                </c:pt>
                <c:pt idx="9598">
                  <c:v>29-03-2022</c:v>
                </c:pt>
                <c:pt idx="9599">
                  <c:v>29-03-2022</c:v>
                </c:pt>
                <c:pt idx="9600">
                  <c:v>29-03-2022</c:v>
                </c:pt>
                <c:pt idx="9601">
                  <c:v>29-03-2022</c:v>
                </c:pt>
                <c:pt idx="9602">
                  <c:v>29-03-2022</c:v>
                </c:pt>
                <c:pt idx="9603">
                  <c:v>29-03-2022</c:v>
                </c:pt>
                <c:pt idx="9604">
                  <c:v>29-03-2022</c:v>
                </c:pt>
                <c:pt idx="9605">
                  <c:v>29-03-2022</c:v>
                </c:pt>
                <c:pt idx="9606">
                  <c:v>29-03-2022</c:v>
                </c:pt>
                <c:pt idx="9607">
                  <c:v>29-03-2022</c:v>
                </c:pt>
                <c:pt idx="9608">
                  <c:v>29-03-2022</c:v>
                </c:pt>
                <c:pt idx="9609">
                  <c:v>29-03-2022</c:v>
                </c:pt>
                <c:pt idx="9610">
                  <c:v>29-03-2022</c:v>
                </c:pt>
                <c:pt idx="9611">
                  <c:v>29-03-2022</c:v>
                </c:pt>
                <c:pt idx="9612">
                  <c:v>29-03-2022</c:v>
                </c:pt>
                <c:pt idx="9613">
                  <c:v>29-03-2022</c:v>
                </c:pt>
                <c:pt idx="9614">
                  <c:v>29-03-2022</c:v>
                </c:pt>
                <c:pt idx="9615">
                  <c:v>29-03-2022</c:v>
                </c:pt>
                <c:pt idx="9616">
                  <c:v>29-03-2022</c:v>
                </c:pt>
                <c:pt idx="9617">
                  <c:v>29-03-2022</c:v>
                </c:pt>
                <c:pt idx="9618">
                  <c:v>29-03-2022</c:v>
                </c:pt>
                <c:pt idx="9619">
                  <c:v>29-03-2022</c:v>
                </c:pt>
                <c:pt idx="9620">
                  <c:v>29-03-2022</c:v>
                </c:pt>
                <c:pt idx="9621">
                  <c:v>29-03-2022</c:v>
                </c:pt>
                <c:pt idx="9622">
                  <c:v>29-03-2022</c:v>
                </c:pt>
                <c:pt idx="9623">
                  <c:v>29-03-2022</c:v>
                </c:pt>
                <c:pt idx="9624">
                  <c:v>29-03-2022</c:v>
                </c:pt>
                <c:pt idx="9625">
                  <c:v>29-03-2022</c:v>
                </c:pt>
                <c:pt idx="9626">
                  <c:v>29-03-2022</c:v>
                </c:pt>
                <c:pt idx="9627">
                  <c:v>29-03-2022</c:v>
                </c:pt>
                <c:pt idx="9628">
                  <c:v>29-03-2022</c:v>
                </c:pt>
                <c:pt idx="9629">
                  <c:v>29-03-2022</c:v>
                </c:pt>
                <c:pt idx="9630">
                  <c:v>30-03-2022</c:v>
                </c:pt>
                <c:pt idx="9631">
                  <c:v>30-03-2022</c:v>
                </c:pt>
                <c:pt idx="9632">
                  <c:v>30-03-2022</c:v>
                </c:pt>
                <c:pt idx="9633">
                  <c:v>30-03-2022</c:v>
                </c:pt>
                <c:pt idx="9634">
                  <c:v>30-03-2022</c:v>
                </c:pt>
                <c:pt idx="9635">
                  <c:v>30-03-2022</c:v>
                </c:pt>
                <c:pt idx="9636">
                  <c:v>30-03-2022</c:v>
                </c:pt>
                <c:pt idx="9637">
                  <c:v>30-03-2022</c:v>
                </c:pt>
                <c:pt idx="9638">
                  <c:v>30-03-2022</c:v>
                </c:pt>
                <c:pt idx="9639">
                  <c:v>30-03-2022</c:v>
                </c:pt>
                <c:pt idx="9640">
                  <c:v>30-03-2022</c:v>
                </c:pt>
                <c:pt idx="9641">
                  <c:v>30-03-2022</c:v>
                </c:pt>
                <c:pt idx="9642">
                  <c:v>30-03-2022</c:v>
                </c:pt>
                <c:pt idx="9643">
                  <c:v>30-03-2022</c:v>
                </c:pt>
                <c:pt idx="9644">
                  <c:v>30-03-2022</c:v>
                </c:pt>
                <c:pt idx="9645">
                  <c:v>30-03-2022</c:v>
                </c:pt>
                <c:pt idx="9646">
                  <c:v>30-03-2022</c:v>
                </c:pt>
                <c:pt idx="9647">
                  <c:v>30-03-2022</c:v>
                </c:pt>
                <c:pt idx="9648">
                  <c:v>30-03-2022</c:v>
                </c:pt>
                <c:pt idx="9649">
                  <c:v>30-03-2022</c:v>
                </c:pt>
                <c:pt idx="9650">
                  <c:v>30-03-2022</c:v>
                </c:pt>
                <c:pt idx="9651">
                  <c:v>30-03-2022</c:v>
                </c:pt>
                <c:pt idx="9652">
                  <c:v>30-03-2022</c:v>
                </c:pt>
                <c:pt idx="9653">
                  <c:v>30-03-2022</c:v>
                </c:pt>
                <c:pt idx="9654">
                  <c:v>30-03-2022</c:v>
                </c:pt>
                <c:pt idx="9655">
                  <c:v>30-03-2022</c:v>
                </c:pt>
                <c:pt idx="9656">
                  <c:v>30-03-2022</c:v>
                </c:pt>
                <c:pt idx="9657">
                  <c:v>30-03-2022</c:v>
                </c:pt>
                <c:pt idx="9658">
                  <c:v>30-03-2022</c:v>
                </c:pt>
                <c:pt idx="9659">
                  <c:v>30-03-2022</c:v>
                </c:pt>
                <c:pt idx="9660">
                  <c:v>30-03-2022</c:v>
                </c:pt>
                <c:pt idx="9661">
                  <c:v>30-03-2022</c:v>
                </c:pt>
                <c:pt idx="9662">
                  <c:v>30-03-2022</c:v>
                </c:pt>
                <c:pt idx="9663">
                  <c:v>30-03-2022</c:v>
                </c:pt>
                <c:pt idx="9664">
                  <c:v>30-03-2022</c:v>
                </c:pt>
                <c:pt idx="9665">
                  <c:v>30-03-2022</c:v>
                </c:pt>
                <c:pt idx="9666">
                  <c:v>30-03-2022</c:v>
                </c:pt>
                <c:pt idx="9667">
                  <c:v>30-03-2022</c:v>
                </c:pt>
                <c:pt idx="9668">
                  <c:v>30-03-2022</c:v>
                </c:pt>
                <c:pt idx="9669">
                  <c:v>30-03-2022</c:v>
                </c:pt>
                <c:pt idx="9670">
                  <c:v>30-03-2022</c:v>
                </c:pt>
                <c:pt idx="9671">
                  <c:v>30-03-2022</c:v>
                </c:pt>
                <c:pt idx="9672">
                  <c:v>30-03-2022</c:v>
                </c:pt>
                <c:pt idx="9673">
                  <c:v>30-03-2022</c:v>
                </c:pt>
                <c:pt idx="9674">
                  <c:v>30-03-2022</c:v>
                </c:pt>
                <c:pt idx="9675">
                  <c:v>30-03-2022</c:v>
                </c:pt>
                <c:pt idx="9676">
                  <c:v>30-03-2022</c:v>
                </c:pt>
                <c:pt idx="9677">
                  <c:v>30-03-2022</c:v>
                </c:pt>
                <c:pt idx="9678">
                  <c:v>30-03-2022</c:v>
                </c:pt>
                <c:pt idx="9679">
                  <c:v>30-03-2022</c:v>
                </c:pt>
                <c:pt idx="9680">
                  <c:v>30-03-2022</c:v>
                </c:pt>
                <c:pt idx="9681">
                  <c:v>31-03-2022</c:v>
                </c:pt>
                <c:pt idx="9682">
                  <c:v>31-03-2022</c:v>
                </c:pt>
                <c:pt idx="9683">
                  <c:v>31-03-2022</c:v>
                </c:pt>
                <c:pt idx="9684">
                  <c:v>31-03-2022</c:v>
                </c:pt>
                <c:pt idx="9685">
                  <c:v>31-03-2022</c:v>
                </c:pt>
                <c:pt idx="9686">
                  <c:v>31-03-2022</c:v>
                </c:pt>
                <c:pt idx="9687">
                  <c:v>31-03-2022</c:v>
                </c:pt>
                <c:pt idx="9688">
                  <c:v>31-03-2022</c:v>
                </c:pt>
                <c:pt idx="9689">
                  <c:v>31-03-2022</c:v>
                </c:pt>
                <c:pt idx="9690">
                  <c:v>31-03-2022</c:v>
                </c:pt>
                <c:pt idx="9691">
                  <c:v>31-03-2022</c:v>
                </c:pt>
                <c:pt idx="9692">
                  <c:v>31-03-2022</c:v>
                </c:pt>
                <c:pt idx="9693">
                  <c:v>31-03-2022</c:v>
                </c:pt>
                <c:pt idx="9694">
                  <c:v>31-03-2022</c:v>
                </c:pt>
                <c:pt idx="9695">
                  <c:v>31-03-2022</c:v>
                </c:pt>
                <c:pt idx="9696">
                  <c:v>31-03-2022</c:v>
                </c:pt>
                <c:pt idx="9697">
                  <c:v>31-03-2022</c:v>
                </c:pt>
                <c:pt idx="9698">
                  <c:v>31-03-2022</c:v>
                </c:pt>
                <c:pt idx="9699">
                  <c:v>31-03-2022</c:v>
                </c:pt>
                <c:pt idx="9700">
                  <c:v>31-03-2022</c:v>
                </c:pt>
                <c:pt idx="9701">
                  <c:v>31-03-2022</c:v>
                </c:pt>
                <c:pt idx="9702">
                  <c:v>31-03-2022</c:v>
                </c:pt>
                <c:pt idx="9703">
                  <c:v>31-03-2022</c:v>
                </c:pt>
                <c:pt idx="9704">
                  <c:v>31-03-2022</c:v>
                </c:pt>
                <c:pt idx="9705">
                  <c:v>31-03-2022</c:v>
                </c:pt>
                <c:pt idx="9706">
                  <c:v>31-03-2022</c:v>
                </c:pt>
                <c:pt idx="9707">
                  <c:v>31-03-2022</c:v>
                </c:pt>
                <c:pt idx="9708">
                  <c:v>31-03-2022</c:v>
                </c:pt>
                <c:pt idx="9709">
                  <c:v>31-03-2022</c:v>
                </c:pt>
                <c:pt idx="9710">
                  <c:v>31-03-2022</c:v>
                </c:pt>
                <c:pt idx="9711">
                  <c:v>31-03-2022</c:v>
                </c:pt>
                <c:pt idx="9712">
                  <c:v>31-03-2022</c:v>
                </c:pt>
                <c:pt idx="9713">
                  <c:v>31-03-2022</c:v>
                </c:pt>
                <c:pt idx="9714">
                  <c:v>31-03-2022</c:v>
                </c:pt>
                <c:pt idx="9715">
                  <c:v>31-03-2022</c:v>
                </c:pt>
                <c:pt idx="9716">
                  <c:v>31-03-2022</c:v>
                </c:pt>
                <c:pt idx="9717">
                  <c:v>31-03-2022</c:v>
                </c:pt>
                <c:pt idx="9718">
                  <c:v>31-03-2022</c:v>
                </c:pt>
                <c:pt idx="9719">
                  <c:v>31-03-2022</c:v>
                </c:pt>
                <c:pt idx="9720">
                  <c:v>31-03-2022</c:v>
                </c:pt>
                <c:pt idx="9721">
                  <c:v>31-03-2022</c:v>
                </c:pt>
                <c:pt idx="9722">
                  <c:v>31-03-2022</c:v>
                </c:pt>
                <c:pt idx="9723">
                  <c:v>31-03-2022</c:v>
                </c:pt>
                <c:pt idx="9724">
                  <c:v>31-03-2022</c:v>
                </c:pt>
                <c:pt idx="9725">
                  <c:v>31-03-2022</c:v>
                </c:pt>
                <c:pt idx="9726">
                  <c:v>31-03-2022</c:v>
                </c:pt>
                <c:pt idx="9727">
                  <c:v>31-03-2022</c:v>
                </c:pt>
                <c:pt idx="9728">
                  <c:v>31-03-2022</c:v>
                </c:pt>
                <c:pt idx="9729">
                  <c:v>31-03-2022</c:v>
                </c:pt>
                <c:pt idx="9730">
                  <c:v>31-03-2022</c:v>
                </c:pt>
                <c:pt idx="9731">
                  <c:v>01-04-2022</c:v>
                </c:pt>
                <c:pt idx="9732">
                  <c:v>01-04-2022</c:v>
                </c:pt>
                <c:pt idx="9733">
                  <c:v>01-04-2022</c:v>
                </c:pt>
                <c:pt idx="9734">
                  <c:v>01-04-2022</c:v>
                </c:pt>
                <c:pt idx="9735">
                  <c:v>01-04-2022</c:v>
                </c:pt>
                <c:pt idx="9736">
                  <c:v>01-04-2022</c:v>
                </c:pt>
                <c:pt idx="9737">
                  <c:v>01-04-2022</c:v>
                </c:pt>
                <c:pt idx="9738">
                  <c:v>01-04-2022</c:v>
                </c:pt>
                <c:pt idx="9739">
                  <c:v>01-04-2022</c:v>
                </c:pt>
                <c:pt idx="9740">
                  <c:v>01-04-2022</c:v>
                </c:pt>
                <c:pt idx="9741">
                  <c:v>01-04-2022</c:v>
                </c:pt>
                <c:pt idx="9742">
                  <c:v>01-04-2022</c:v>
                </c:pt>
                <c:pt idx="9743">
                  <c:v>01-04-2022</c:v>
                </c:pt>
                <c:pt idx="9744">
                  <c:v>01-04-2022</c:v>
                </c:pt>
                <c:pt idx="9745">
                  <c:v>01-04-2022</c:v>
                </c:pt>
                <c:pt idx="9746">
                  <c:v>01-04-2022</c:v>
                </c:pt>
                <c:pt idx="9747">
                  <c:v>01-04-2022</c:v>
                </c:pt>
                <c:pt idx="9748">
                  <c:v>01-04-2022</c:v>
                </c:pt>
                <c:pt idx="9749">
                  <c:v>01-04-2022</c:v>
                </c:pt>
                <c:pt idx="9750">
                  <c:v>01-04-2022</c:v>
                </c:pt>
                <c:pt idx="9751">
                  <c:v>01-04-2022</c:v>
                </c:pt>
                <c:pt idx="9752">
                  <c:v>01-04-2022</c:v>
                </c:pt>
                <c:pt idx="9753">
                  <c:v>01-04-2022</c:v>
                </c:pt>
                <c:pt idx="9754">
                  <c:v>01-04-2022</c:v>
                </c:pt>
                <c:pt idx="9755">
                  <c:v>01-04-2022</c:v>
                </c:pt>
                <c:pt idx="9756">
                  <c:v>01-04-2022</c:v>
                </c:pt>
                <c:pt idx="9757">
                  <c:v>01-04-2022</c:v>
                </c:pt>
                <c:pt idx="9758">
                  <c:v>01-04-2022</c:v>
                </c:pt>
                <c:pt idx="9759">
                  <c:v>01-04-2022</c:v>
                </c:pt>
                <c:pt idx="9760">
                  <c:v>01-04-2022</c:v>
                </c:pt>
                <c:pt idx="9761">
                  <c:v>01-04-2022</c:v>
                </c:pt>
                <c:pt idx="9762">
                  <c:v>01-04-2022</c:v>
                </c:pt>
                <c:pt idx="9763">
                  <c:v>01-04-2022</c:v>
                </c:pt>
                <c:pt idx="9764">
                  <c:v>01-04-2022</c:v>
                </c:pt>
                <c:pt idx="9765">
                  <c:v>01-04-2022</c:v>
                </c:pt>
                <c:pt idx="9766">
                  <c:v>01-04-2022</c:v>
                </c:pt>
                <c:pt idx="9767">
                  <c:v>01-04-2022</c:v>
                </c:pt>
                <c:pt idx="9768">
                  <c:v>01-04-2022</c:v>
                </c:pt>
                <c:pt idx="9769">
                  <c:v>01-04-2022</c:v>
                </c:pt>
                <c:pt idx="9770">
                  <c:v>01-04-2022</c:v>
                </c:pt>
                <c:pt idx="9771">
                  <c:v>03-04-2022</c:v>
                </c:pt>
                <c:pt idx="9772">
                  <c:v>03-04-2022</c:v>
                </c:pt>
                <c:pt idx="9773">
                  <c:v>03-04-2022</c:v>
                </c:pt>
                <c:pt idx="9774">
                  <c:v>03-04-2022</c:v>
                </c:pt>
                <c:pt idx="9775">
                  <c:v>03-04-2022</c:v>
                </c:pt>
                <c:pt idx="9776">
                  <c:v>03-04-2022</c:v>
                </c:pt>
                <c:pt idx="9777">
                  <c:v>03-04-2022</c:v>
                </c:pt>
                <c:pt idx="9778">
                  <c:v>03-04-2022</c:v>
                </c:pt>
                <c:pt idx="9779">
                  <c:v>03-04-2022</c:v>
                </c:pt>
                <c:pt idx="9780">
                  <c:v>03-04-2022</c:v>
                </c:pt>
                <c:pt idx="9781">
                  <c:v>03-04-2022</c:v>
                </c:pt>
                <c:pt idx="9782">
                  <c:v>03-04-2022</c:v>
                </c:pt>
                <c:pt idx="9783">
                  <c:v>03-04-2022</c:v>
                </c:pt>
                <c:pt idx="9784">
                  <c:v>03-04-2022</c:v>
                </c:pt>
                <c:pt idx="9785">
                  <c:v>03-04-2022</c:v>
                </c:pt>
                <c:pt idx="9786">
                  <c:v>03-04-2022</c:v>
                </c:pt>
                <c:pt idx="9787">
                  <c:v>03-04-2022</c:v>
                </c:pt>
                <c:pt idx="9788">
                  <c:v>03-04-2022</c:v>
                </c:pt>
                <c:pt idx="9789">
                  <c:v>03-04-2022</c:v>
                </c:pt>
                <c:pt idx="9790">
                  <c:v>03-04-2022</c:v>
                </c:pt>
                <c:pt idx="9791">
                  <c:v>03-04-2022</c:v>
                </c:pt>
                <c:pt idx="9792">
                  <c:v>03-04-2022</c:v>
                </c:pt>
                <c:pt idx="9793">
                  <c:v>03-04-2022</c:v>
                </c:pt>
                <c:pt idx="9794">
                  <c:v>03-04-2022</c:v>
                </c:pt>
                <c:pt idx="9795">
                  <c:v>03-04-2022</c:v>
                </c:pt>
                <c:pt idx="9796">
                  <c:v>03-04-2022</c:v>
                </c:pt>
                <c:pt idx="9797">
                  <c:v>03-04-2022</c:v>
                </c:pt>
                <c:pt idx="9798">
                  <c:v>03-04-2022</c:v>
                </c:pt>
                <c:pt idx="9799">
                  <c:v>03-04-2022</c:v>
                </c:pt>
                <c:pt idx="9800">
                  <c:v>03-04-2022</c:v>
                </c:pt>
                <c:pt idx="9801">
                  <c:v>03-04-2022</c:v>
                </c:pt>
                <c:pt idx="9802">
                  <c:v>03-04-2022</c:v>
                </c:pt>
                <c:pt idx="9803">
                  <c:v>03-04-2022</c:v>
                </c:pt>
                <c:pt idx="9804">
                  <c:v>03-04-2022</c:v>
                </c:pt>
                <c:pt idx="9805">
                  <c:v>03-04-2022</c:v>
                </c:pt>
                <c:pt idx="9806">
                  <c:v>03-04-2022</c:v>
                </c:pt>
                <c:pt idx="9807">
                  <c:v>03-04-2022</c:v>
                </c:pt>
                <c:pt idx="9808">
                  <c:v>03-04-2022</c:v>
                </c:pt>
                <c:pt idx="9809">
                  <c:v>03-04-2022</c:v>
                </c:pt>
                <c:pt idx="9810">
                  <c:v>03-04-2022</c:v>
                </c:pt>
                <c:pt idx="9811">
                  <c:v>04-04-2022</c:v>
                </c:pt>
                <c:pt idx="9812">
                  <c:v>04-04-2022</c:v>
                </c:pt>
                <c:pt idx="9813">
                  <c:v>04-04-2022</c:v>
                </c:pt>
                <c:pt idx="9814">
                  <c:v>04-04-2022</c:v>
                </c:pt>
                <c:pt idx="9815">
                  <c:v>04-04-2022</c:v>
                </c:pt>
                <c:pt idx="9816">
                  <c:v>04-04-2022</c:v>
                </c:pt>
                <c:pt idx="9817">
                  <c:v>04-04-2022</c:v>
                </c:pt>
                <c:pt idx="9818">
                  <c:v>04-04-2022</c:v>
                </c:pt>
                <c:pt idx="9819">
                  <c:v>04-04-2022</c:v>
                </c:pt>
                <c:pt idx="9820">
                  <c:v>04-04-2022</c:v>
                </c:pt>
                <c:pt idx="9821">
                  <c:v>04-04-2022</c:v>
                </c:pt>
                <c:pt idx="9822">
                  <c:v>04-04-2022</c:v>
                </c:pt>
                <c:pt idx="9823">
                  <c:v>04-04-2022</c:v>
                </c:pt>
                <c:pt idx="9824">
                  <c:v>04-04-2022</c:v>
                </c:pt>
                <c:pt idx="9825">
                  <c:v>04-04-2022</c:v>
                </c:pt>
                <c:pt idx="9826">
                  <c:v>04-04-2022</c:v>
                </c:pt>
                <c:pt idx="9827">
                  <c:v>04-04-2022</c:v>
                </c:pt>
                <c:pt idx="9828">
                  <c:v>04-04-2022</c:v>
                </c:pt>
                <c:pt idx="9829">
                  <c:v>04-04-2022</c:v>
                </c:pt>
                <c:pt idx="9830">
                  <c:v>04-04-2022</c:v>
                </c:pt>
                <c:pt idx="9831">
                  <c:v>04-04-2022</c:v>
                </c:pt>
                <c:pt idx="9832">
                  <c:v>04-04-2022</c:v>
                </c:pt>
                <c:pt idx="9833">
                  <c:v>04-04-2022</c:v>
                </c:pt>
                <c:pt idx="9834">
                  <c:v>04-04-2022</c:v>
                </c:pt>
                <c:pt idx="9835">
                  <c:v>04-04-2022</c:v>
                </c:pt>
                <c:pt idx="9836">
                  <c:v>04-04-2022</c:v>
                </c:pt>
                <c:pt idx="9837">
                  <c:v>04-04-2022</c:v>
                </c:pt>
                <c:pt idx="9838">
                  <c:v>04-04-2022</c:v>
                </c:pt>
                <c:pt idx="9839">
                  <c:v>04-04-2022</c:v>
                </c:pt>
                <c:pt idx="9840">
                  <c:v>04-04-2022</c:v>
                </c:pt>
                <c:pt idx="9841">
                  <c:v>04-04-2022</c:v>
                </c:pt>
                <c:pt idx="9842">
                  <c:v>04-04-2022</c:v>
                </c:pt>
                <c:pt idx="9843">
                  <c:v>04-04-2022</c:v>
                </c:pt>
                <c:pt idx="9844">
                  <c:v>04-04-2022</c:v>
                </c:pt>
                <c:pt idx="9845">
                  <c:v>04-04-2022</c:v>
                </c:pt>
                <c:pt idx="9846">
                  <c:v>04-04-2022</c:v>
                </c:pt>
                <c:pt idx="9847">
                  <c:v>04-04-2022</c:v>
                </c:pt>
                <c:pt idx="9848">
                  <c:v>04-04-2022</c:v>
                </c:pt>
                <c:pt idx="9849">
                  <c:v>04-04-2022</c:v>
                </c:pt>
                <c:pt idx="9850">
                  <c:v>04-04-2022</c:v>
                </c:pt>
                <c:pt idx="9851">
                  <c:v>05-04-2022</c:v>
                </c:pt>
                <c:pt idx="9852">
                  <c:v>05-04-2022</c:v>
                </c:pt>
                <c:pt idx="9853">
                  <c:v>05-04-2022</c:v>
                </c:pt>
                <c:pt idx="9854">
                  <c:v>05-04-2022</c:v>
                </c:pt>
                <c:pt idx="9855">
                  <c:v>05-04-2022</c:v>
                </c:pt>
                <c:pt idx="9856">
                  <c:v>05-04-2022</c:v>
                </c:pt>
                <c:pt idx="9857">
                  <c:v>05-04-2022</c:v>
                </c:pt>
                <c:pt idx="9858">
                  <c:v>05-04-2022</c:v>
                </c:pt>
                <c:pt idx="9859">
                  <c:v>05-04-2022</c:v>
                </c:pt>
                <c:pt idx="9860">
                  <c:v>05-04-2022</c:v>
                </c:pt>
                <c:pt idx="9861">
                  <c:v>05-04-2022</c:v>
                </c:pt>
                <c:pt idx="9862">
                  <c:v>05-04-2022</c:v>
                </c:pt>
                <c:pt idx="9863">
                  <c:v>05-04-2022</c:v>
                </c:pt>
                <c:pt idx="9864">
                  <c:v>05-04-2022</c:v>
                </c:pt>
                <c:pt idx="9865">
                  <c:v>05-04-2022</c:v>
                </c:pt>
                <c:pt idx="9866">
                  <c:v>05-04-2022</c:v>
                </c:pt>
                <c:pt idx="9867">
                  <c:v>05-04-2022</c:v>
                </c:pt>
                <c:pt idx="9868">
                  <c:v>05-04-2022</c:v>
                </c:pt>
                <c:pt idx="9869">
                  <c:v>05-04-2022</c:v>
                </c:pt>
                <c:pt idx="9870">
                  <c:v>05-04-2022</c:v>
                </c:pt>
                <c:pt idx="9871">
                  <c:v>05-04-2022</c:v>
                </c:pt>
                <c:pt idx="9872">
                  <c:v>05-04-2022</c:v>
                </c:pt>
                <c:pt idx="9873">
                  <c:v>05-04-2022</c:v>
                </c:pt>
                <c:pt idx="9874">
                  <c:v>05-04-2022</c:v>
                </c:pt>
                <c:pt idx="9875">
                  <c:v>05-04-2022</c:v>
                </c:pt>
                <c:pt idx="9876">
                  <c:v>05-04-2022</c:v>
                </c:pt>
                <c:pt idx="9877">
                  <c:v>05-04-2022</c:v>
                </c:pt>
                <c:pt idx="9878">
                  <c:v>05-04-2022</c:v>
                </c:pt>
                <c:pt idx="9879">
                  <c:v>05-04-2022</c:v>
                </c:pt>
                <c:pt idx="9880">
                  <c:v>05-04-2022</c:v>
                </c:pt>
                <c:pt idx="9881">
                  <c:v>05-04-2022</c:v>
                </c:pt>
                <c:pt idx="9882">
                  <c:v>05-04-2022</c:v>
                </c:pt>
                <c:pt idx="9883">
                  <c:v>05-04-2022</c:v>
                </c:pt>
                <c:pt idx="9884">
                  <c:v>05-04-2022</c:v>
                </c:pt>
                <c:pt idx="9885">
                  <c:v>05-04-2022</c:v>
                </c:pt>
                <c:pt idx="9886">
                  <c:v>05-04-2022</c:v>
                </c:pt>
                <c:pt idx="9887">
                  <c:v>05-04-2022</c:v>
                </c:pt>
                <c:pt idx="9888">
                  <c:v>05-04-2022</c:v>
                </c:pt>
                <c:pt idx="9889">
                  <c:v>05-04-2022</c:v>
                </c:pt>
                <c:pt idx="9890">
                  <c:v>05-04-2022</c:v>
                </c:pt>
                <c:pt idx="9891">
                  <c:v>06-04-2022</c:v>
                </c:pt>
                <c:pt idx="9892">
                  <c:v>06-04-2022</c:v>
                </c:pt>
                <c:pt idx="9893">
                  <c:v>06-04-2022</c:v>
                </c:pt>
                <c:pt idx="9894">
                  <c:v>06-04-2022</c:v>
                </c:pt>
                <c:pt idx="9895">
                  <c:v>06-04-2022</c:v>
                </c:pt>
                <c:pt idx="9896">
                  <c:v>06-04-2022</c:v>
                </c:pt>
                <c:pt idx="9897">
                  <c:v>06-04-2022</c:v>
                </c:pt>
                <c:pt idx="9898">
                  <c:v>06-04-2022</c:v>
                </c:pt>
                <c:pt idx="9899">
                  <c:v>06-04-2022</c:v>
                </c:pt>
                <c:pt idx="9900">
                  <c:v>06-04-2022</c:v>
                </c:pt>
                <c:pt idx="9901">
                  <c:v>06-04-2022</c:v>
                </c:pt>
                <c:pt idx="9902">
                  <c:v>06-04-2022</c:v>
                </c:pt>
                <c:pt idx="9903">
                  <c:v>06-04-2022</c:v>
                </c:pt>
                <c:pt idx="9904">
                  <c:v>06-04-2022</c:v>
                </c:pt>
                <c:pt idx="9905">
                  <c:v>06-04-2022</c:v>
                </c:pt>
                <c:pt idx="9906">
                  <c:v>06-04-2022</c:v>
                </c:pt>
                <c:pt idx="9907">
                  <c:v>06-04-2022</c:v>
                </c:pt>
                <c:pt idx="9908">
                  <c:v>06-04-2022</c:v>
                </c:pt>
                <c:pt idx="9909">
                  <c:v>06-04-2022</c:v>
                </c:pt>
                <c:pt idx="9910">
                  <c:v>06-04-2022</c:v>
                </c:pt>
                <c:pt idx="9911">
                  <c:v>06-04-2022</c:v>
                </c:pt>
                <c:pt idx="9912">
                  <c:v>06-04-2022</c:v>
                </c:pt>
                <c:pt idx="9913">
                  <c:v>06-04-2022</c:v>
                </c:pt>
                <c:pt idx="9914">
                  <c:v>06-04-2022</c:v>
                </c:pt>
                <c:pt idx="9915">
                  <c:v>06-04-2022</c:v>
                </c:pt>
                <c:pt idx="9916">
                  <c:v>06-04-2022</c:v>
                </c:pt>
                <c:pt idx="9917">
                  <c:v>06-04-2022</c:v>
                </c:pt>
                <c:pt idx="9918">
                  <c:v>06-04-2022</c:v>
                </c:pt>
                <c:pt idx="9919">
                  <c:v>06-04-2022</c:v>
                </c:pt>
                <c:pt idx="9920">
                  <c:v>06-04-2022</c:v>
                </c:pt>
                <c:pt idx="9921">
                  <c:v>06-04-2022</c:v>
                </c:pt>
                <c:pt idx="9922">
                  <c:v>06-04-2022</c:v>
                </c:pt>
                <c:pt idx="9923">
                  <c:v>06-04-2022</c:v>
                </c:pt>
                <c:pt idx="9924">
                  <c:v>06-04-2022</c:v>
                </c:pt>
                <c:pt idx="9925">
                  <c:v>06-04-2022</c:v>
                </c:pt>
                <c:pt idx="9926">
                  <c:v>06-04-2022</c:v>
                </c:pt>
                <c:pt idx="9927">
                  <c:v>06-04-2022</c:v>
                </c:pt>
                <c:pt idx="9928">
                  <c:v>06-04-2022</c:v>
                </c:pt>
                <c:pt idx="9929">
                  <c:v>06-04-2022</c:v>
                </c:pt>
                <c:pt idx="9930">
                  <c:v>06-04-2022</c:v>
                </c:pt>
                <c:pt idx="9931">
                  <c:v>07-04-2022</c:v>
                </c:pt>
                <c:pt idx="9932">
                  <c:v>07-04-2022</c:v>
                </c:pt>
                <c:pt idx="9933">
                  <c:v>07-04-2022</c:v>
                </c:pt>
                <c:pt idx="9934">
                  <c:v>07-04-2022</c:v>
                </c:pt>
                <c:pt idx="9935">
                  <c:v>07-04-2022</c:v>
                </c:pt>
                <c:pt idx="9936">
                  <c:v>07-04-2022</c:v>
                </c:pt>
                <c:pt idx="9937">
                  <c:v>07-04-2022</c:v>
                </c:pt>
                <c:pt idx="9938">
                  <c:v>07-04-2022</c:v>
                </c:pt>
                <c:pt idx="9939">
                  <c:v>07-04-2022</c:v>
                </c:pt>
                <c:pt idx="9940">
                  <c:v>07-04-2022</c:v>
                </c:pt>
                <c:pt idx="9941">
                  <c:v>07-04-2022</c:v>
                </c:pt>
                <c:pt idx="9942">
                  <c:v>07-04-2022</c:v>
                </c:pt>
                <c:pt idx="9943">
                  <c:v>07-04-2022</c:v>
                </c:pt>
                <c:pt idx="9944">
                  <c:v>07-04-2022</c:v>
                </c:pt>
                <c:pt idx="9945">
                  <c:v>07-04-2022</c:v>
                </c:pt>
                <c:pt idx="9946">
                  <c:v>07-04-2022</c:v>
                </c:pt>
                <c:pt idx="9947">
                  <c:v>07-04-2022</c:v>
                </c:pt>
                <c:pt idx="9948">
                  <c:v>07-04-2022</c:v>
                </c:pt>
                <c:pt idx="9949">
                  <c:v>07-04-2022</c:v>
                </c:pt>
                <c:pt idx="9950">
                  <c:v>07-04-2022</c:v>
                </c:pt>
                <c:pt idx="9951">
                  <c:v>07-04-2022</c:v>
                </c:pt>
                <c:pt idx="9952">
                  <c:v>07-04-2022</c:v>
                </c:pt>
                <c:pt idx="9953">
                  <c:v>07-04-2022</c:v>
                </c:pt>
                <c:pt idx="9954">
                  <c:v>07-04-2022</c:v>
                </c:pt>
                <c:pt idx="9955">
                  <c:v>07-04-2022</c:v>
                </c:pt>
                <c:pt idx="9956">
                  <c:v>07-04-2022</c:v>
                </c:pt>
                <c:pt idx="9957">
                  <c:v>07-04-2022</c:v>
                </c:pt>
                <c:pt idx="9958">
                  <c:v>07-04-2022</c:v>
                </c:pt>
                <c:pt idx="9959">
                  <c:v>07-04-2022</c:v>
                </c:pt>
                <c:pt idx="9960">
                  <c:v>07-04-2022</c:v>
                </c:pt>
                <c:pt idx="9961">
                  <c:v>07-04-2022</c:v>
                </c:pt>
                <c:pt idx="9962">
                  <c:v>07-04-2022</c:v>
                </c:pt>
                <c:pt idx="9963">
                  <c:v>07-04-2022</c:v>
                </c:pt>
                <c:pt idx="9964">
                  <c:v>07-04-2022</c:v>
                </c:pt>
                <c:pt idx="9965">
                  <c:v>07-04-2022</c:v>
                </c:pt>
                <c:pt idx="9966">
                  <c:v>07-04-2022</c:v>
                </c:pt>
                <c:pt idx="9967">
                  <c:v>07-04-2022</c:v>
                </c:pt>
                <c:pt idx="9968">
                  <c:v>07-04-2022</c:v>
                </c:pt>
                <c:pt idx="9969">
                  <c:v>07-04-2022</c:v>
                </c:pt>
                <c:pt idx="9970">
                  <c:v>07-04-2022</c:v>
                </c:pt>
                <c:pt idx="9971">
                  <c:v>08-04-2022</c:v>
                </c:pt>
                <c:pt idx="9972">
                  <c:v>08-04-2022</c:v>
                </c:pt>
                <c:pt idx="9973">
                  <c:v>08-04-2022</c:v>
                </c:pt>
                <c:pt idx="9974">
                  <c:v>08-04-2022</c:v>
                </c:pt>
                <c:pt idx="9975">
                  <c:v>08-04-2022</c:v>
                </c:pt>
                <c:pt idx="9976">
                  <c:v>08-04-2022</c:v>
                </c:pt>
                <c:pt idx="9977">
                  <c:v>08-04-2022</c:v>
                </c:pt>
                <c:pt idx="9978">
                  <c:v>08-04-2022</c:v>
                </c:pt>
                <c:pt idx="9979">
                  <c:v>08-04-2022</c:v>
                </c:pt>
                <c:pt idx="9980">
                  <c:v>08-04-2022</c:v>
                </c:pt>
                <c:pt idx="9981">
                  <c:v>08-04-2022</c:v>
                </c:pt>
                <c:pt idx="9982">
                  <c:v>08-04-2022</c:v>
                </c:pt>
                <c:pt idx="9983">
                  <c:v>08-04-2022</c:v>
                </c:pt>
                <c:pt idx="9984">
                  <c:v>08-04-2022</c:v>
                </c:pt>
                <c:pt idx="9985">
                  <c:v>08-04-2022</c:v>
                </c:pt>
                <c:pt idx="9986">
                  <c:v>08-04-2022</c:v>
                </c:pt>
                <c:pt idx="9987">
                  <c:v>08-04-2022</c:v>
                </c:pt>
                <c:pt idx="9988">
                  <c:v>08-04-2022</c:v>
                </c:pt>
                <c:pt idx="9989">
                  <c:v>08-04-2022</c:v>
                </c:pt>
                <c:pt idx="9990">
                  <c:v>08-04-2022</c:v>
                </c:pt>
                <c:pt idx="9991">
                  <c:v>08-04-2022</c:v>
                </c:pt>
                <c:pt idx="9992">
                  <c:v>08-04-2022</c:v>
                </c:pt>
                <c:pt idx="9993">
                  <c:v>08-04-2022</c:v>
                </c:pt>
                <c:pt idx="9994">
                  <c:v>08-04-2022</c:v>
                </c:pt>
                <c:pt idx="9995">
                  <c:v>08-04-2022</c:v>
                </c:pt>
                <c:pt idx="9996">
                  <c:v>08-04-2022</c:v>
                </c:pt>
                <c:pt idx="9997">
                  <c:v>08-04-2022</c:v>
                </c:pt>
                <c:pt idx="9998">
                  <c:v>08-04-2022</c:v>
                </c:pt>
                <c:pt idx="9999">
                  <c:v>08-04-2022</c:v>
                </c:pt>
                <c:pt idx="10000">
                  <c:v>08-04-2022</c:v>
                </c:pt>
                <c:pt idx="10001">
                  <c:v>08-04-2022</c:v>
                </c:pt>
                <c:pt idx="10002">
                  <c:v>08-04-2022</c:v>
                </c:pt>
                <c:pt idx="10003">
                  <c:v>08-04-2022</c:v>
                </c:pt>
                <c:pt idx="10004">
                  <c:v>08-04-2022</c:v>
                </c:pt>
                <c:pt idx="10005">
                  <c:v>08-04-2022</c:v>
                </c:pt>
                <c:pt idx="10006">
                  <c:v>08-04-2022</c:v>
                </c:pt>
                <c:pt idx="10007">
                  <c:v>08-04-2022</c:v>
                </c:pt>
                <c:pt idx="10008">
                  <c:v>08-04-2022</c:v>
                </c:pt>
                <c:pt idx="10009">
                  <c:v>08-04-2022</c:v>
                </c:pt>
                <c:pt idx="10010">
                  <c:v>08-04-2022</c:v>
                </c:pt>
                <c:pt idx="10011">
                  <c:v>09-04-2022</c:v>
                </c:pt>
                <c:pt idx="10012">
                  <c:v>09-04-2022</c:v>
                </c:pt>
                <c:pt idx="10013">
                  <c:v>09-04-2022</c:v>
                </c:pt>
                <c:pt idx="10014">
                  <c:v>09-04-2022</c:v>
                </c:pt>
                <c:pt idx="10015">
                  <c:v>09-04-2022</c:v>
                </c:pt>
                <c:pt idx="10016">
                  <c:v>09-04-2022</c:v>
                </c:pt>
                <c:pt idx="10017">
                  <c:v>09-04-2022</c:v>
                </c:pt>
                <c:pt idx="10018">
                  <c:v>09-04-2022</c:v>
                </c:pt>
                <c:pt idx="10019">
                  <c:v>09-04-2022</c:v>
                </c:pt>
                <c:pt idx="10020">
                  <c:v>09-04-2022</c:v>
                </c:pt>
                <c:pt idx="10021">
                  <c:v>09-04-2022</c:v>
                </c:pt>
                <c:pt idx="10022">
                  <c:v>09-04-2022</c:v>
                </c:pt>
                <c:pt idx="10023">
                  <c:v>09-04-2022</c:v>
                </c:pt>
                <c:pt idx="10024">
                  <c:v>09-04-2022</c:v>
                </c:pt>
                <c:pt idx="10025">
                  <c:v>09-04-2022</c:v>
                </c:pt>
                <c:pt idx="10026">
                  <c:v>09-04-2022</c:v>
                </c:pt>
                <c:pt idx="10027">
                  <c:v>09-04-2022</c:v>
                </c:pt>
                <c:pt idx="10028">
                  <c:v>09-04-2022</c:v>
                </c:pt>
                <c:pt idx="10029">
                  <c:v>09-04-2022</c:v>
                </c:pt>
                <c:pt idx="10030">
                  <c:v>09-04-2022</c:v>
                </c:pt>
                <c:pt idx="10031">
                  <c:v>09-04-2022</c:v>
                </c:pt>
                <c:pt idx="10032">
                  <c:v>09-04-2022</c:v>
                </c:pt>
                <c:pt idx="10033">
                  <c:v>09-04-2022</c:v>
                </c:pt>
                <c:pt idx="10034">
                  <c:v>09-04-2022</c:v>
                </c:pt>
                <c:pt idx="10035">
                  <c:v>09-04-2022</c:v>
                </c:pt>
                <c:pt idx="10036">
                  <c:v>09-04-2022</c:v>
                </c:pt>
                <c:pt idx="10037">
                  <c:v>09-04-2022</c:v>
                </c:pt>
                <c:pt idx="10038">
                  <c:v>09-04-2022</c:v>
                </c:pt>
                <c:pt idx="10039">
                  <c:v>09-04-2022</c:v>
                </c:pt>
                <c:pt idx="10040">
                  <c:v>09-04-2022</c:v>
                </c:pt>
                <c:pt idx="10041">
                  <c:v>09-04-2022</c:v>
                </c:pt>
                <c:pt idx="10042">
                  <c:v>09-04-2022</c:v>
                </c:pt>
                <c:pt idx="10043">
                  <c:v>09-04-2022</c:v>
                </c:pt>
                <c:pt idx="10044">
                  <c:v>09-04-2022</c:v>
                </c:pt>
                <c:pt idx="10045">
                  <c:v>09-04-2022</c:v>
                </c:pt>
                <c:pt idx="10046">
                  <c:v>09-04-2022</c:v>
                </c:pt>
                <c:pt idx="10047">
                  <c:v>09-04-2022</c:v>
                </c:pt>
                <c:pt idx="10048">
                  <c:v>09-04-2022</c:v>
                </c:pt>
                <c:pt idx="10049">
                  <c:v>09-04-2022</c:v>
                </c:pt>
                <c:pt idx="10050">
                  <c:v>09-04-2022</c:v>
                </c:pt>
                <c:pt idx="10051">
                  <c:v>10-04-2022</c:v>
                </c:pt>
                <c:pt idx="10052">
                  <c:v>10-04-2022</c:v>
                </c:pt>
                <c:pt idx="10053">
                  <c:v>10-04-2022</c:v>
                </c:pt>
                <c:pt idx="10054">
                  <c:v>10-04-2022</c:v>
                </c:pt>
                <c:pt idx="10055">
                  <c:v>10-04-2022</c:v>
                </c:pt>
                <c:pt idx="10056">
                  <c:v>10-04-2022</c:v>
                </c:pt>
                <c:pt idx="10057">
                  <c:v>10-04-2022</c:v>
                </c:pt>
                <c:pt idx="10058">
                  <c:v>10-04-2022</c:v>
                </c:pt>
                <c:pt idx="10059">
                  <c:v>10-04-2022</c:v>
                </c:pt>
                <c:pt idx="10060">
                  <c:v>10-04-2022</c:v>
                </c:pt>
                <c:pt idx="10061">
                  <c:v>10-04-2022</c:v>
                </c:pt>
                <c:pt idx="10062">
                  <c:v>10-04-2022</c:v>
                </c:pt>
                <c:pt idx="10063">
                  <c:v>10-04-2022</c:v>
                </c:pt>
                <c:pt idx="10064">
                  <c:v>10-04-2022</c:v>
                </c:pt>
                <c:pt idx="10065">
                  <c:v>10-04-2022</c:v>
                </c:pt>
                <c:pt idx="10066">
                  <c:v>10-04-2022</c:v>
                </c:pt>
                <c:pt idx="10067">
                  <c:v>10-04-2022</c:v>
                </c:pt>
                <c:pt idx="10068">
                  <c:v>10-04-2022</c:v>
                </c:pt>
                <c:pt idx="10069">
                  <c:v>10-04-2022</c:v>
                </c:pt>
                <c:pt idx="10070">
                  <c:v>10-04-2022</c:v>
                </c:pt>
                <c:pt idx="10071">
                  <c:v>10-04-2022</c:v>
                </c:pt>
                <c:pt idx="10072">
                  <c:v>10-04-2022</c:v>
                </c:pt>
                <c:pt idx="10073">
                  <c:v>10-04-2022</c:v>
                </c:pt>
                <c:pt idx="10074">
                  <c:v>10-04-2022</c:v>
                </c:pt>
                <c:pt idx="10075">
                  <c:v>10-04-2022</c:v>
                </c:pt>
                <c:pt idx="10076">
                  <c:v>10-04-2022</c:v>
                </c:pt>
                <c:pt idx="10077">
                  <c:v>10-04-2022</c:v>
                </c:pt>
                <c:pt idx="10078">
                  <c:v>10-04-2022</c:v>
                </c:pt>
                <c:pt idx="10079">
                  <c:v>10-04-2022</c:v>
                </c:pt>
                <c:pt idx="10080">
                  <c:v>10-04-2022</c:v>
                </c:pt>
                <c:pt idx="10081">
                  <c:v>10-04-2022</c:v>
                </c:pt>
                <c:pt idx="10082">
                  <c:v>10-04-2022</c:v>
                </c:pt>
                <c:pt idx="10083">
                  <c:v>10-04-2022</c:v>
                </c:pt>
                <c:pt idx="10084">
                  <c:v>10-04-2022</c:v>
                </c:pt>
                <c:pt idx="10085">
                  <c:v>10-04-2022</c:v>
                </c:pt>
                <c:pt idx="10086">
                  <c:v>10-04-2022</c:v>
                </c:pt>
                <c:pt idx="10087">
                  <c:v>10-04-2022</c:v>
                </c:pt>
                <c:pt idx="10088">
                  <c:v>10-04-2022</c:v>
                </c:pt>
                <c:pt idx="10089">
                  <c:v>10-04-2022</c:v>
                </c:pt>
                <c:pt idx="10090">
                  <c:v>10-04-2022</c:v>
                </c:pt>
                <c:pt idx="10091">
                  <c:v>10-04-2022</c:v>
                </c:pt>
                <c:pt idx="10092">
                  <c:v>10-04-2022</c:v>
                </c:pt>
                <c:pt idx="10093">
                  <c:v>10-04-2022</c:v>
                </c:pt>
                <c:pt idx="10094">
                  <c:v>10-04-2022</c:v>
                </c:pt>
                <c:pt idx="10095">
                  <c:v>10-04-2022</c:v>
                </c:pt>
                <c:pt idx="10096">
                  <c:v>10-04-2022</c:v>
                </c:pt>
                <c:pt idx="10097">
                  <c:v>10-04-2022</c:v>
                </c:pt>
                <c:pt idx="10098">
                  <c:v>10-04-2022</c:v>
                </c:pt>
                <c:pt idx="10099">
                  <c:v>10-04-2022</c:v>
                </c:pt>
                <c:pt idx="10100">
                  <c:v>11-04-2022</c:v>
                </c:pt>
                <c:pt idx="10101">
                  <c:v>11-04-2022</c:v>
                </c:pt>
                <c:pt idx="10102">
                  <c:v>11-04-2022</c:v>
                </c:pt>
                <c:pt idx="10103">
                  <c:v>11-04-2022</c:v>
                </c:pt>
                <c:pt idx="10104">
                  <c:v>11-04-2022</c:v>
                </c:pt>
                <c:pt idx="10105">
                  <c:v>11-04-2022</c:v>
                </c:pt>
                <c:pt idx="10106">
                  <c:v>11-04-2022</c:v>
                </c:pt>
                <c:pt idx="10107">
                  <c:v>11-04-2022</c:v>
                </c:pt>
                <c:pt idx="10108">
                  <c:v>11-04-2022</c:v>
                </c:pt>
                <c:pt idx="10109">
                  <c:v>11-04-2022</c:v>
                </c:pt>
                <c:pt idx="10110">
                  <c:v>11-04-2022</c:v>
                </c:pt>
                <c:pt idx="10111">
                  <c:v>11-04-2022</c:v>
                </c:pt>
                <c:pt idx="10112">
                  <c:v>11-04-2022</c:v>
                </c:pt>
                <c:pt idx="10113">
                  <c:v>11-04-2022</c:v>
                </c:pt>
                <c:pt idx="10114">
                  <c:v>11-04-2022</c:v>
                </c:pt>
                <c:pt idx="10115">
                  <c:v>11-04-2022</c:v>
                </c:pt>
                <c:pt idx="10116">
                  <c:v>11-04-2022</c:v>
                </c:pt>
                <c:pt idx="10117">
                  <c:v>11-04-2022</c:v>
                </c:pt>
                <c:pt idx="10118">
                  <c:v>11-04-2022</c:v>
                </c:pt>
                <c:pt idx="10119">
                  <c:v>11-04-2022</c:v>
                </c:pt>
                <c:pt idx="10120">
                  <c:v>11-04-2022</c:v>
                </c:pt>
                <c:pt idx="10121">
                  <c:v>11-04-2022</c:v>
                </c:pt>
                <c:pt idx="10122">
                  <c:v>11-04-2022</c:v>
                </c:pt>
                <c:pt idx="10123">
                  <c:v>11-04-2022</c:v>
                </c:pt>
                <c:pt idx="10124">
                  <c:v>11-04-2022</c:v>
                </c:pt>
                <c:pt idx="10125">
                  <c:v>11-04-2022</c:v>
                </c:pt>
                <c:pt idx="10126">
                  <c:v>11-04-2022</c:v>
                </c:pt>
                <c:pt idx="10127">
                  <c:v>11-04-2022</c:v>
                </c:pt>
                <c:pt idx="10128">
                  <c:v>11-04-2022</c:v>
                </c:pt>
                <c:pt idx="10129">
                  <c:v>11-04-2022</c:v>
                </c:pt>
                <c:pt idx="10130">
                  <c:v>11-04-2022</c:v>
                </c:pt>
                <c:pt idx="10131">
                  <c:v>11-04-2022</c:v>
                </c:pt>
                <c:pt idx="10132">
                  <c:v>11-04-2022</c:v>
                </c:pt>
                <c:pt idx="10133">
                  <c:v>11-04-2022</c:v>
                </c:pt>
                <c:pt idx="10134">
                  <c:v>11-04-2022</c:v>
                </c:pt>
                <c:pt idx="10135">
                  <c:v>11-04-2022</c:v>
                </c:pt>
                <c:pt idx="10136">
                  <c:v>11-04-2022</c:v>
                </c:pt>
                <c:pt idx="10137">
                  <c:v>11-04-2022</c:v>
                </c:pt>
                <c:pt idx="10138">
                  <c:v>11-04-2022</c:v>
                </c:pt>
                <c:pt idx="10139">
                  <c:v>11-04-2022</c:v>
                </c:pt>
                <c:pt idx="10140">
                  <c:v>11-04-2022</c:v>
                </c:pt>
                <c:pt idx="10141">
                  <c:v>11-04-2022</c:v>
                </c:pt>
                <c:pt idx="10142">
                  <c:v>11-04-2022</c:v>
                </c:pt>
                <c:pt idx="10143">
                  <c:v>11-04-2022</c:v>
                </c:pt>
                <c:pt idx="10144">
                  <c:v>11-04-2022</c:v>
                </c:pt>
                <c:pt idx="10145">
                  <c:v>11-04-2022</c:v>
                </c:pt>
                <c:pt idx="10146">
                  <c:v>11-04-2022</c:v>
                </c:pt>
                <c:pt idx="10147">
                  <c:v>12-04-2022</c:v>
                </c:pt>
                <c:pt idx="10148">
                  <c:v>12-04-2022</c:v>
                </c:pt>
                <c:pt idx="10149">
                  <c:v>12-04-2022</c:v>
                </c:pt>
                <c:pt idx="10150">
                  <c:v>12-04-2022</c:v>
                </c:pt>
                <c:pt idx="10151">
                  <c:v>12-04-2022</c:v>
                </c:pt>
                <c:pt idx="10152">
                  <c:v>12-04-2022</c:v>
                </c:pt>
                <c:pt idx="10153">
                  <c:v>12-04-2022</c:v>
                </c:pt>
                <c:pt idx="10154">
                  <c:v>12-04-2022</c:v>
                </c:pt>
                <c:pt idx="10155">
                  <c:v>12-04-2022</c:v>
                </c:pt>
                <c:pt idx="10156">
                  <c:v>12-04-2022</c:v>
                </c:pt>
                <c:pt idx="10157">
                  <c:v>12-04-2022</c:v>
                </c:pt>
                <c:pt idx="10158">
                  <c:v>12-04-2022</c:v>
                </c:pt>
                <c:pt idx="10159">
                  <c:v>12-04-2022</c:v>
                </c:pt>
                <c:pt idx="10160">
                  <c:v>12-04-2022</c:v>
                </c:pt>
                <c:pt idx="10161">
                  <c:v>12-04-2022</c:v>
                </c:pt>
                <c:pt idx="10162">
                  <c:v>12-04-2022</c:v>
                </c:pt>
                <c:pt idx="10163">
                  <c:v>12-04-2022</c:v>
                </c:pt>
                <c:pt idx="10164">
                  <c:v>12-04-2022</c:v>
                </c:pt>
                <c:pt idx="10165">
                  <c:v>12-04-2022</c:v>
                </c:pt>
                <c:pt idx="10166">
                  <c:v>12-04-2022</c:v>
                </c:pt>
                <c:pt idx="10167">
                  <c:v>12-04-2022</c:v>
                </c:pt>
                <c:pt idx="10168">
                  <c:v>12-04-2022</c:v>
                </c:pt>
                <c:pt idx="10169">
                  <c:v>12-04-2022</c:v>
                </c:pt>
                <c:pt idx="10170">
                  <c:v>12-04-2022</c:v>
                </c:pt>
                <c:pt idx="10171">
                  <c:v>12-04-2022</c:v>
                </c:pt>
                <c:pt idx="10172">
                  <c:v>12-04-2022</c:v>
                </c:pt>
                <c:pt idx="10173">
                  <c:v>12-04-2022</c:v>
                </c:pt>
                <c:pt idx="10174">
                  <c:v>12-04-2022</c:v>
                </c:pt>
                <c:pt idx="10175">
                  <c:v>12-04-2022</c:v>
                </c:pt>
                <c:pt idx="10176">
                  <c:v>12-04-2022</c:v>
                </c:pt>
                <c:pt idx="10177">
                  <c:v>12-04-2022</c:v>
                </c:pt>
                <c:pt idx="10178">
                  <c:v>12-04-2022</c:v>
                </c:pt>
                <c:pt idx="10179">
                  <c:v>12-04-2022</c:v>
                </c:pt>
                <c:pt idx="10180">
                  <c:v>12-04-2022</c:v>
                </c:pt>
                <c:pt idx="10181">
                  <c:v>12-04-2022</c:v>
                </c:pt>
                <c:pt idx="10182">
                  <c:v>12-04-2022</c:v>
                </c:pt>
                <c:pt idx="10183">
                  <c:v>12-04-2022</c:v>
                </c:pt>
                <c:pt idx="10184">
                  <c:v>12-04-2022</c:v>
                </c:pt>
                <c:pt idx="10185">
                  <c:v>12-04-2022</c:v>
                </c:pt>
                <c:pt idx="10186">
                  <c:v>12-04-2022</c:v>
                </c:pt>
                <c:pt idx="10187">
                  <c:v>13-04-2022</c:v>
                </c:pt>
                <c:pt idx="10188">
                  <c:v>13-04-2022</c:v>
                </c:pt>
                <c:pt idx="10189">
                  <c:v>13-04-2022</c:v>
                </c:pt>
                <c:pt idx="10190">
                  <c:v>13-04-2022</c:v>
                </c:pt>
                <c:pt idx="10191">
                  <c:v>13-04-2022</c:v>
                </c:pt>
                <c:pt idx="10192">
                  <c:v>13-04-2022</c:v>
                </c:pt>
                <c:pt idx="10193">
                  <c:v>13-04-2022</c:v>
                </c:pt>
                <c:pt idx="10194">
                  <c:v>13-04-2022</c:v>
                </c:pt>
                <c:pt idx="10195">
                  <c:v>13-04-2022</c:v>
                </c:pt>
                <c:pt idx="10196">
                  <c:v>13-04-2022</c:v>
                </c:pt>
                <c:pt idx="10197">
                  <c:v>13-04-2022</c:v>
                </c:pt>
                <c:pt idx="10198">
                  <c:v>13-04-2022</c:v>
                </c:pt>
                <c:pt idx="10199">
                  <c:v>13-04-2022</c:v>
                </c:pt>
                <c:pt idx="10200">
                  <c:v>13-04-2022</c:v>
                </c:pt>
                <c:pt idx="10201">
                  <c:v>13-04-2022</c:v>
                </c:pt>
                <c:pt idx="10202">
                  <c:v>13-04-2022</c:v>
                </c:pt>
                <c:pt idx="10203">
                  <c:v>13-04-2022</c:v>
                </c:pt>
                <c:pt idx="10204">
                  <c:v>13-04-2022</c:v>
                </c:pt>
                <c:pt idx="10205">
                  <c:v>13-04-2022</c:v>
                </c:pt>
                <c:pt idx="10206">
                  <c:v>13-04-2022</c:v>
                </c:pt>
                <c:pt idx="10207">
                  <c:v>13-04-2022</c:v>
                </c:pt>
                <c:pt idx="10208">
                  <c:v>13-04-2022</c:v>
                </c:pt>
                <c:pt idx="10209">
                  <c:v>13-04-2022</c:v>
                </c:pt>
                <c:pt idx="10210">
                  <c:v>13-04-2022</c:v>
                </c:pt>
                <c:pt idx="10211">
                  <c:v>13-04-2022</c:v>
                </c:pt>
                <c:pt idx="10212">
                  <c:v>13-04-2022</c:v>
                </c:pt>
                <c:pt idx="10213">
                  <c:v>13-04-2022</c:v>
                </c:pt>
                <c:pt idx="10214">
                  <c:v>13-04-2022</c:v>
                </c:pt>
                <c:pt idx="10215">
                  <c:v>13-04-2022</c:v>
                </c:pt>
                <c:pt idx="10216">
                  <c:v>13-04-2022</c:v>
                </c:pt>
                <c:pt idx="10217">
                  <c:v>13-04-2022</c:v>
                </c:pt>
                <c:pt idx="10218">
                  <c:v>13-04-2022</c:v>
                </c:pt>
                <c:pt idx="10219">
                  <c:v>13-04-2022</c:v>
                </c:pt>
                <c:pt idx="10220">
                  <c:v>13-04-2022</c:v>
                </c:pt>
                <c:pt idx="10221">
                  <c:v>13-04-2022</c:v>
                </c:pt>
                <c:pt idx="10222">
                  <c:v>13-04-2022</c:v>
                </c:pt>
                <c:pt idx="10223">
                  <c:v>13-04-2022</c:v>
                </c:pt>
                <c:pt idx="10224">
                  <c:v>13-04-2022</c:v>
                </c:pt>
                <c:pt idx="10225">
                  <c:v>13-04-2022</c:v>
                </c:pt>
                <c:pt idx="10226">
                  <c:v>13-04-2022</c:v>
                </c:pt>
                <c:pt idx="10227">
                  <c:v>14-04-2022</c:v>
                </c:pt>
                <c:pt idx="10228">
                  <c:v>14-04-2022</c:v>
                </c:pt>
                <c:pt idx="10229">
                  <c:v>14-04-2022</c:v>
                </c:pt>
                <c:pt idx="10230">
                  <c:v>14-04-2022</c:v>
                </c:pt>
                <c:pt idx="10231">
                  <c:v>14-04-2022</c:v>
                </c:pt>
                <c:pt idx="10232">
                  <c:v>14-04-2022</c:v>
                </c:pt>
                <c:pt idx="10233">
                  <c:v>14-04-2022</c:v>
                </c:pt>
                <c:pt idx="10234">
                  <c:v>14-04-2022</c:v>
                </c:pt>
                <c:pt idx="10235">
                  <c:v>14-04-2022</c:v>
                </c:pt>
                <c:pt idx="10236">
                  <c:v>14-04-2022</c:v>
                </c:pt>
                <c:pt idx="10237">
                  <c:v>14-04-2022</c:v>
                </c:pt>
                <c:pt idx="10238">
                  <c:v>14-04-2022</c:v>
                </c:pt>
                <c:pt idx="10239">
                  <c:v>14-04-2022</c:v>
                </c:pt>
                <c:pt idx="10240">
                  <c:v>14-04-2022</c:v>
                </c:pt>
                <c:pt idx="10241">
                  <c:v>14-04-2022</c:v>
                </c:pt>
                <c:pt idx="10242">
                  <c:v>14-04-2022</c:v>
                </c:pt>
                <c:pt idx="10243">
                  <c:v>14-04-2022</c:v>
                </c:pt>
                <c:pt idx="10244">
                  <c:v>14-04-2022</c:v>
                </c:pt>
                <c:pt idx="10245">
                  <c:v>14-04-2022</c:v>
                </c:pt>
                <c:pt idx="10246">
                  <c:v>14-04-2022</c:v>
                </c:pt>
                <c:pt idx="10247">
                  <c:v>14-04-2022</c:v>
                </c:pt>
                <c:pt idx="10248">
                  <c:v>14-04-2022</c:v>
                </c:pt>
                <c:pt idx="10249">
                  <c:v>14-04-2022</c:v>
                </c:pt>
                <c:pt idx="10250">
                  <c:v>14-04-2022</c:v>
                </c:pt>
                <c:pt idx="10251">
                  <c:v>14-04-2022</c:v>
                </c:pt>
                <c:pt idx="10252">
                  <c:v>14-04-2022</c:v>
                </c:pt>
                <c:pt idx="10253">
                  <c:v>14-04-2022</c:v>
                </c:pt>
                <c:pt idx="10254">
                  <c:v>14-04-2022</c:v>
                </c:pt>
                <c:pt idx="10255">
                  <c:v>14-04-2022</c:v>
                </c:pt>
                <c:pt idx="10256">
                  <c:v>14-04-2022</c:v>
                </c:pt>
                <c:pt idx="10257">
                  <c:v>14-04-2022</c:v>
                </c:pt>
                <c:pt idx="10258">
                  <c:v>14-04-2022</c:v>
                </c:pt>
                <c:pt idx="10259">
                  <c:v>14-04-2022</c:v>
                </c:pt>
                <c:pt idx="10260">
                  <c:v>14-04-2022</c:v>
                </c:pt>
                <c:pt idx="10261">
                  <c:v>14-04-2022</c:v>
                </c:pt>
                <c:pt idx="10262">
                  <c:v>14-04-2022</c:v>
                </c:pt>
                <c:pt idx="10263">
                  <c:v>14-04-2022</c:v>
                </c:pt>
                <c:pt idx="10264">
                  <c:v>14-04-2022</c:v>
                </c:pt>
                <c:pt idx="10265">
                  <c:v>14-04-2022</c:v>
                </c:pt>
                <c:pt idx="10266">
                  <c:v>14-04-2022</c:v>
                </c:pt>
                <c:pt idx="10267">
                  <c:v>15-04-2022</c:v>
                </c:pt>
                <c:pt idx="10268">
                  <c:v>15-04-2022</c:v>
                </c:pt>
                <c:pt idx="10269">
                  <c:v>15-04-2022</c:v>
                </c:pt>
                <c:pt idx="10270">
                  <c:v>15-04-2022</c:v>
                </c:pt>
                <c:pt idx="10271">
                  <c:v>15-04-2022</c:v>
                </c:pt>
                <c:pt idx="10272">
                  <c:v>15-04-2022</c:v>
                </c:pt>
                <c:pt idx="10273">
                  <c:v>15-04-2022</c:v>
                </c:pt>
                <c:pt idx="10274">
                  <c:v>15-04-2022</c:v>
                </c:pt>
                <c:pt idx="10275">
                  <c:v>15-04-2022</c:v>
                </c:pt>
                <c:pt idx="10276">
                  <c:v>15-04-2022</c:v>
                </c:pt>
                <c:pt idx="10277">
                  <c:v>15-04-2022</c:v>
                </c:pt>
                <c:pt idx="10278">
                  <c:v>15-04-2022</c:v>
                </c:pt>
                <c:pt idx="10279">
                  <c:v>15-04-2022</c:v>
                </c:pt>
                <c:pt idx="10280">
                  <c:v>15-04-2022</c:v>
                </c:pt>
                <c:pt idx="10281">
                  <c:v>15-04-2022</c:v>
                </c:pt>
                <c:pt idx="10282">
                  <c:v>15-04-2022</c:v>
                </c:pt>
                <c:pt idx="10283">
                  <c:v>15-04-2022</c:v>
                </c:pt>
                <c:pt idx="10284">
                  <c:v>15-04-2022</c:v>
                </c:pt>
                <c:pt idx="10285">
                  <c:v>15-04-2022</c:v>
                </c:pt>
                <c:pt idx="10286">
                  <c:v>15-04-2022</c:v>
                </c:pt>
                <c:pt idx="10287">
                  <c:v>15-04-2022</c:v>
                </c:pt>
                <c:pt idx="10288">
                  <c:v>15-04-2022</c:v>
                </c:pt>
                <c:pt idx="10289">
                  <c:v>15-04-2022</c:v>
                </c:pt>
                <c:pt idx="10290">
                  <c:v>15-04-2022</c:v>
                </c:pt>
                <c:pt idx="10291">
                  <c:v>15-04-2022</c:v>
                </c:pt>
                <c:pt idx="10292">
                  <c:v>15-04-2022</c:v>
                </c:pt>
                <c:pt idx="10293">
                  <c:v>15-04-2022</c:v>
                </c:pt>
                <c:pt idx="10294">
                  <c:v>15-04-2022</c:v>
                </c:pt>
                <c:pt idx="10295">
                  <c:v>15-04-2022</c:v>
                </c:pt>
                <c:pt idx="10296">
                  <c:v>15-04-2022</c:v>
                </c:pt>
                <c:pt idx="10297">
                  <c:v>15-04-2022</c:v>
                </c:pt>
                <c:pt idx="10298">
                  <c:v>15-04-2022</c:v>
                </c:pt>
                <c:pt idx="10299">
                  <c:v>15-04-2022</c:v>
                </c:pt>
                <c:pt idx="10300">
                  <c:v>15-04-2022</c:v>
                </c:pt>
                <c:pt idx="10301">
                  <c:v>15-04-2022</c:v>
                </c:pt>
                <c:pt idx="10302">
                  <c:v>15-04-2022</c:v>
                </c:pt>
                <c:pt idx="10303">
                  <c:v>15-04-2022</c:v>
                </c:pt>
                <c:pt idx="10304">
                  <c:v>15-04-2022</c:v>
                </c:pt>
                <c:pt idx="10305">
                  <c:v>15-04-2022</c:v>
                </c:pt>
                <c:pt idx="10306">
                  <c:v>15-04-2022</c:v>
                </c:pt>
                <c:pt idx="10307">
                  <c:v>16-04-2022</c:v>
                </c:pt>
                <c:pt idx="10308">
                  <c:v>16-04-2022</c:v>
                </c:pt>
                <c:pt idx="10309">
                  <c:v>16-04-2022</c:v>
                </c:pt>
                <c:pt idx="10310">
                  <c:v>16-04-2022</c:v>
                </c:pt>
                <c:pt idx="10311">
                  <c:v>16-04-2022</c:v>
                </c:pt>
                <c:pt idx="10312">
                  <c:v>16-04-2022</c:v>
                </c:pt>
                <c:pt idx="10313">
                  <c:v>16-04-2022</c:v>
                </c:pt>
                <c:pt idx="10314">
                  <c:v>16-04-2022</c:v>
                </c:pt>
                <c:pt idx="10315">
                  <c:v>16-04-2022</c:v>
                </c:pt>
                <c:pt idx="10316">
                  <c:v>16-04-2022</c:v>
                </c:pt>
                <c:pt idx="10317">
                  <c:v>16-04-2022</c:v>
                </c:pt>
                <c:pt idx="10318">
                  <c:v>16-04-2022</c:v>
                </c:pt>
                <c:pt idx="10319">
                  <c:v>16-04-2022</c:v>
                </c:pt>
                <c:pt idx="10320">
                  <c:v>16-04-2022</c:v>
                </c:pt>
                <c:pt idx="10321">
                  <c:v>16-04-2022</c:v>
                </c:pt>
                <c:pt idx="10322">
                  <c:v>16-04-2022</c:v>
                </c:pt>
                <c:pt idx="10323">
                  <c:v>16-04-2022</c:v>
                </c:pt>
                <c:pt idx="10324">
                  <c:v>16-04-2022</c:v>
                </c:pt>
                <c:pt idx="10325">
                  <c:v>16-04-2022</c:v>
                </c:pt>
                <c:pt idx="10326">
                  <c:v>16-04-2022</c:v>
                </c:pt>
                <c:pt idx="10327">
                  <c:v>16-04-2022</c:v>
                </c:pt>
                <c:pt idx="10328">
                  <c:v>16-04-2022</c:v>
                </c:pt>
                <c:pt idx="10329">
                  <c:v>16-04-2022</c:v>
                </c:pt>
                <c:pt idx="10330">
                  <c:v>16-04-2022</c:v>
                </c:pt>
                <c:pt idx="10331">
                  <c:v>16-04-2022</c:v>
                </c:pt>
                <c:pt idx="10332">
                  <c:v>16-04-2022</c:v>
                </c:pt>
                <c:pt idx="10333">
                  <c:v>16-04-2022</c:v>
                </c:pt>
                <c:pt idx="10334">
                  <c:v>16-04-2022</c:v>
                </c:pt>
                <c:pt idx="10335">
                  <c:v>16-04-2022</c:v>
                </c:pt>
                <c:pt idx="10336">
                  <c:v>16-04-2022</c:v>
                </c:pt>
                <c:pt idx="10337">
                  <c:v>16-04-2022</c:v>
                </c:pt>
                <c:pt idx="10338">
                  <c:v>16-04-2022</c:v>
                </c:pt>
                <c:pt idx="10339">
                  <c:v>16-04-2022</c:v>
                </c:pt>
                <c:pt idx="10340">
                  <c:v>16-04-2022</c:v>
                </c:pt>
                <c:pt idx="10341">
                  <c:v>16-04-2022</c:v>
                </c:pt>
                <c:pt idx="10342">
                  <c:v>16-04-2022</c:v>
                </c:pt>
                <c:pt idx="10343">
                  <c:v>16-04-2022</c:v>
                </c:pt>
                <c:pt idx="10344">
                  <c:v>16-04-2022</c:v>
                </c:pt>
                <c:pt idx="10345">
                  <c:v>16-04-2022</c:v>
                </c:pt>
                <c:pt idx="10346">
                  <c:v>16-04-2022</c:v>
                </c:pt>
                <c:pt idx="10347">
                  <c:v>17-04-2022</c:v>
                </c:pt>
                <c:pt idx="10348">
                  <c:v>17-04-2022</c:v>
                </c:pt>
                <c:pt idx="10349">
                  <c:v>17-04-2022</c:v>
                </c:pt>
                <c:pt idx="10350">
                  <c:v>17-04-2022</c:v>
                </c:pt>
                <c:pt idx="10351">
                  <c:v>17-04-2022</c:v>
                </c:pt>
                <c:pt idx="10352">
                  <c:v>17-04-2022</c:v>
                </c:pt>
                <c:pt idx="10353">
                  <c:v>17-04-2022</c:v>
                </c:pt>
                <c:pt idx="10354">
                  <c:v>17-04-2022</c:v>
                </c:pt>
                <c:pt idx="10355">
                  <c:v>17-04-2022</c:v>
                </c:pt>
                <c:pt idx="10356">
                  <c:v>17-04-2022</c:v>
                </c:pt>
                <c:pt idx="10357">
                  <c:v>17-04-2022</c:v>
                </c:pt>
                <c:pt idx="10358">
                  <c:v>17-04-2022</c:v>
                </c:pt>
                <c:pt idx="10359">
                  <c:v>17-04-2022</c:v>
                </c:pt>
                <c:pt idx="10360">
                  <c:v>17-04-2022</c:v>
                </c:pt>
                <c:pt idx="10361">
                  <c:v>17-04-2022</c:v>
                </c:pt>
                <c:pt idx="10362">
                  <c:v>17-04-2022</c:v>
                </c:pt>
                <c:pt idx="10363">
                  <c:v>17-04-2022</c:v>
                </c:pt>
                <c:pt idx="10364">
                  <c:v>17-04-2022</c:v>
                </c:pt>
                <c:pt idx="10365">
                  <c:v>17-04-2022</c:v>
                </c:pt>
                <c:pt idx="10366">
                  <c:v>17-04-2022</c:v>
                </c:pt>
                <c:pt idx="10367">
                  <c:v>17-04-2022</c:v>
                </c:pt>
                <c:pt idx="10368">
                  <c:v>17-04-2022</c:v>
                </c:pt>
                <c:pt idx="10369">
                  <c:v>17-04-2022</c:v>
                </c:pt>
                <c:pt idx="10370">
                  <c:v>17-04-2022</c:v>
                </c:pt>
                <c:pt idx="10371">
                  <c:v>17-04-2022</c:v>
                </c:pt>
                <c:pt idx="10372">
                  <c:v>17-04-2022</c:v>
                </c:pt>
                <c:pt idx="10373">
                  <c:v>17-04-2022</c:v>
                </c:pt>
                <c:pt idx="10374">
                  <c:v>17-04-2022</c:v>
                </c:pt>
                <c:pt idx="10375">
                  <c:v>17-04-2022</c:v>
                </c:pt>
                <c:pt idx="10376">
                  <c:v>17-04-2022</c:v>
                </c:pt>
                <c:pt idx="10377">
                  <c:v>17-04-2022</c:v>
                </c:pt>
                <c:pt idx="10378">
                  <c:v>17-04-2022</c:v>
                </c:pt>
                <c:pt idx="10379">
                  <c:v>17-04-2022</c:v>
                </c:pt>
                <c:pt idx="10380">
                  <c:v>17-04-2022</c:v>
                </c:pt>
                <c:pt idx="10381">
                  <c:v>17-04-2022</c:v>
                </c:pt>
                <c:pt idx="10382">
                  <c:v>17-04-2022</c:v>
                </c:pt>
                <c:pt idx="10383">
                  <c:v>17-04-2022</c:v>
                </c:pt>
                <c:pt idx="10384">
                  <c:v>17-04-2022</c:v>
                </c:pt>
                <c:pt idx="10385">
                  <c:v>17-04-2022</c:v>
                </c:pt>
                <c:pt idx="10386">
                  <c:v>17-04-2022</c:v>
                </c:pt>
                <c:pt idx="10387">
                  <c:v>18-04-2022</c:v>
                </c:pt>
                <c:pt idx="10388">
                  <c:v>18-04-2022</c:v>
                </c:pt>
                <c:pt idx="10389">
                  <c:v>18-04-2022</c:v>
                </c:pt>
                <c:pt idx="10390">
                  <c:v>18-04-2022</c:v>
                </c:pt>
                <c:pt idx="10391">
                  <c:v>18-04-2022</c:v>
                </c:pt>
                <c:pt idx="10392">
                  <c:v>18-04-2022</c:v>
                </c:pt>
                <c:pt idx="10393">
                  <c:v>18-04-2022</c:v>
                </c:pt>
                <c:pt idx="10394">
                  <c:v>18-04-2022</c:v>
                </c:pt>
                <c:pt idx="10395">
                  <c:v>18-04-2022</c:v>
                </c:pt>
                <c:pt idx="10396">
                  <c:v>18-04-2022</c:v>
                </c:pt>
                <c:pt idx="10397">
                  <c:v>18-04-2022</c:v>
                </c:pt>
                <c:pt idx="10398">
                  <c:v>18-04-2022</c:v>
                </c:pt>
                <c:pt idx="10399">
                  <c:v>18-04-2022</c:v>
                </c:pt>
                <c:pt idx="10400">
                  <c:v>18-04-2022</c:v>
                </c:pt>
                <c:pt idx="10401">
                  <c:v>18-04-2022</c:v>
                </c:pt>
                <c:pt idx="10402">
                  <c:v>18-04-2022</c:v>
                </c:pt>
                <c:pt idx="10403">
                  <c:v>18-04-2022</c:v>
                </c:pt>
                <c:pt idx="10404">
                  <c:v>18-04-2022</c:v>
                </c:pt>
                <c:pt idx="10405">
                  <c:v>18-04-2022</c:v>
                </c:pt>
                <c:pt idx="10406">
                  <c:v>18-04-2022</c:v>
                </c:pt>
                <c:pt idx="10407">
                  <c:v>18-04-2022</c:v>
                </c:pt>
                <c:pt idx="10408">
                  <c:v>18-04-2022</c:v>
                </c:pt>
                <c:pt idx="10409">
                  <c:v>18-04-2022</c:v>
                </c:pt>
                <c:pt idx="10410">
                  <c:v>18-04-2022</c:v>
                </c:pt>
                <c:pt idx="10411">
                  <c:v>18-04-2022</c:v>
                </c:pt>
                <c:pt idx="10412">
                  <c:v>18-04-2022</c:v>
                </c:pt>
                <c:pt idx="10413">
                  <c:v>18-04-2022</c:v>
                </c:pt>
                <c:pt idx="10414">
                  <c:v>18-04-2022</c:v>
                </c:pt>
                <c:pt idx="10415">
                  <c:v>18-04-2022</c:v>
                </c:pt>
                <c:pt idx="10416">
                  <c:v>18-04-2022</c:v>
                </c:pt>
                <c:pt idx="10417">
                  <c:v>18-04-2022</c:v>
                </c:pt>
                <c:pt idx="10418">
                  <c:v>18-04-2022</c:v>
                </c:pt>
                <c:pt idx="10419">
                  <c:v>18-04-2022</c:v>
                </c:pt>
                <c:pt idx="10420">
                  <c:v>18-04-2022</c:v>
                </c:pt>
                <c:pt idx="10421">
                  <c:v>18-04-2022</c:v>
                </c:pt>
                <c:pt idx="10422">
                  <c:v>18-04-2022</c:v>
                </c:pt>
                <c:pt idx="10423">
                  <c:v>18-04-2022</c:v>
                </c:pt>
                <c:pt idx="10424">
                  <c:v>18-04-2022</c:v>
                </c:pt>
                <c:pt idx="10425">
                  <c:v>18-04-2022</c:v>
                </c:pt>
                <c:pt idx="10426">
                  <c:v>18-04-2022</c:v>
                </c:pt>
                <c:pt idx="10427">
                  <c:v>19-04-2022</c:v>
                </c:pt>
                <c:pt idx="10428">
                  <c:v>19-04-2022</c:v>
                </c:pt>
                <c:pt idx="10429">
                  <c:v>19-04-2022</c:v>
                </c:pt>
                <c:pt idx="10430">
                  <c:v>19-04-2022</c:v>
                </c:pt>
                <c:pt idx="10431">
                  <c:v>19-04-2022</c:v>
                </c:pt>
                <c:pt idx="10432">
                  <c:v>19-04-2022</c:v>
                </c:pt>
                <c:pt idx="10433">
                  <c:v>19-04-2022</c:v>
                </c:pt>
                <c:pt idx="10434">
                  <c:v>19-04-2022</c:v>
                </c:pt>
                <c:pt idx="10435">
                  <c:v>19-04-2022</c:v>
                </c:pt>
                <c:pt idx="10436">
                  <c:v>19-04-2022</c:v>
                </c:pt>
                <c:pt idx="10437">
                  <c:v>19-04-2022</c:v>
                </c:pt>
                <c:pt idx="10438">
                  <c:v>19-04-2022</c:v>
                </c:pt>
                <c:pt idx="10439">
                  <c:v>19-04-2022</c:v>
                </c:pt>
                <c:pt idx="10440">
                  <c:v>19-04-2022</c:v>
                </c:pt>
                <c:pt idx="10441">
                  <c:v>19-04-2022</c:v>
                </c:pt>
                <c:pt idx="10442">
                  <c:v>19-04-2022</c:v>
                </c:pt>
                <c:pt idx="10443">
                  <c:v>19-04-2022</c:v>
                </c:pt>
                <c:pt idx="10444">
                  <c:v>19-04-2022</c:v>
                </c:pt>
                <c:pt idx="10445">
                  <c:v>19-04-2022</c:v>
                </c:pt>
                <c:pt idx="10446">
                  <c:v>19-04-2022</c:v>
                </c:pt>
                <c:pt idx="10447">
                  <c:v>19-04-2022</c:v>
                </c:pt>
                <c:pt idx="10448">
                  <c:v>19-04-2022</c:v>
                </c:pt>
                <c:pt idx="10449">
                  <c:v>19-04-2022</c:v>
                </c:pt>
                <c:pt idx="10450">
                  <c:v>19-04-2022</c:v>
                </c:pt>
                <c:pt idx="10451">
                  <c:v>19-04-2022</c:v>
                </c:pt>
                <c:pt idx="10452">
                  <c:v>19-04-2022</c:v>
                </c:pt>
                <c:pt idx="10453">
                  <c:v>19-04-2022</c:v>
                </c:pt>
                <c:pt idx="10454">
                  <c:v>19-04-2022</c:v>
                </c:pt>
                <c:pt idx="10455">
                  <c:v>19-04-2022</c:v>
                </c:pt>
                <c:pt idx="10456">
                  <c:v>19-04-2022</c:v>
                </c:pt>
                <c:pt idx="10457">
                  <c:v>19-04-2022</c:v>
                </c:pt>
                <c:pt idx="10458">
                  <c:v>19-04-2022</c:v>
                </c:pt>
                <c:pt idx="10459">
                  <c:v>19-04-2022</c:v>
                </c:pt>
                <c:pt idx="10460">
                  <c:v>19-04-2022</c:v>
                </c:pt>
                <c:pt idx="10461">
                  <c:v>19-04-2022</c:v>
                </c:pt>
                <c:pt idx="10462">
                  <c:v>19-04-2022</c:v>
                </c:pt>
                <c:pt idx="10463">
                  <c:v>19-04-2022</c:v>
                </c:pt>
                <c:pt idx="10464">
                  <c:v>19-04-2022</c:v>
                </c:pt>
                <c:pt idx="10465">
                  <c:v>19-04-2022</c:v>
                </c:pt>
                <c:pt idx="10466">
                  <c:v>19-04-2022</c:v>
                </c:pt>
                <c:pt idx="10467">
                  <c:v>20-04-2022</c:v>
                </c:pt>
                <c:pt idx="10468">
                  <c:v>20-04-2022</c:v>
                </c:pt>
                <c:pt idx="10469">
                  <c:v>20-04-2022</c:v>
                </c:pt>
                <c:pt idx="10470">
                  <c:v>20-04-2022</c:v>
                </c:pt>
                <c:pt idx="10471">
                  <c:v>20-04-2022</c:v>
                </c:pt>
                <c:pt idx="10472">
                  <c:v>20-04-2022</c:v>
                </c:pt>
                <c:pt idx="10473">
                  <c:v>20-04-2022</c:v>
                </c:pt>
                <c:pt idx="10474">
                  <c:v>20-04-2022</c:v>
                </c:pt>
                <c:pt idx="10475">
                  <c:v>20-04-2022</c:v>
                </c:pt>
                <c:pt idx="10476">
                  <c:v>20-04-2022</c:v>
                </c:pt>
                <c:pt idx="10477">
                  <c:v>20-04-2022</c:v>
                </c:pt>
                <c:pt idx="10478">
                  <c:v>20-04-2022</c:v>
                </c:pt>
                <c:pt idx="10479">
                  <c:v>20-04-2022</c:v>
                </c:pt>
                <c:pt idx="10480">
                  <c:v>20-04-2022</c:v>
                </c:pt>
                <c:pt idx="10481">
                  <c:v>20-04-2022</c:v>
                </c:pt>
                <c:pt idx="10482">
                  <c:v>20-04-2022</c:v>
                </c:pt>
                <c:pt idx="10483">
                  <c:v>20-04-2022</c:v>
                </c:pt>
                <c:pt idx="10484">
                  <c:v>20-04-2022</c:v>
                </c:pt>
                <c:pt idx="10485">
                  <c:v>20-04-2022</c:v>
                </c:pt>
                <c:pt idx="10486">
                  <c:v>20-04-2022</c:v>
                </c:pt>
                <c:pt idx="10487">
                  <c:v>20-04-2022</c:v>
                </c:pt>
                <c:pt idx="10488">
                  <c:v>20-04-2022</c:v>
                </c:pt>
                <c:pt idx="10489">
                  <c:v>20-04-2022</c:v>
                </c:pt>
                <c:pt idx="10490">
                  <c:v>20-04-2022</c:v>
                </c:pt>
                <c:pt idx="10491">
                  <c:v>20-04-2022</c:v>
                </c:pt>
                <c:pt idx="10492">
                  <c:v>20-04-2022</c:v>
                </c:pt>
                <c:pt idx="10493">
                  <c:v>20-04-2022</c:v>
                </c:pt>
                <c:pt idx="10494">
                  <c:v>20-04-2022</c:v>
                </c:pt>
                <c:pt idx="10495">
                  <c:v>20-04-2022</c:v>
                </c:pt>
                <c:pt idx="10496">
                  <c:v>20-04-2022</c:v>
                </c:pt>
                <c:pt idx="10497">
                  <c:v>20-04-2022</c:v>
                </c:pt>
                <c:pt idx="10498">
                  <c:v>20-04-2022</c:v>
                </c:pt>
                <c:pt idx="10499">
                  <c:v>20-04-2022</c:v>
                </c:pt>
                <c:pt idx="10500">
                  <c:v>20-04-2022</c:v>
                </c:pt>
                <c:pt idx="10501">
                  <c:v>20-04-2022</c:v>
                </c:pt>
                <c:pt idx="10502">
                  <c:v>20-04-2022</c:v>
                </c:pt>
                <c:pt idx="10503">
                  <c:v>20-04-2022</c:v>
                </c:pt>
                <c:pt idx="10504">
                  <c:v>20-04-2022</c:v>
                </c:pt>
                <c:pt idx="10505">
                  <c:v>20-04-2022</c:v>
                </c:pt>
                <c:pt idx="10506">
                  <c:v>20-04-2022</c:v>
                </c:pt>
                <c:pt idx="10507">
                  <c:v>21-04-2022</c:v>
                </c:pt>
                <c:pt idx="10508">
                  <c:v>21-04-2022</c:v>
                </c:pt>
                <c:pt idx="10509">
                  <c:v>21-04-2022</c:v>
                </c:pt>
                <c:pt idx="10510">
                  <c:v>21-04-2022</c:v>
                </c:pt>
                <c:pt idx="10511">
                  <c:v>21-04-2022</c:v>
                </c:pt>
                <c:pt idx="10512">
                  <c:v>21-04-2022</c:v>
                </c:pt>
                <c:pt idx="10513">
                  <c:v>21-04-2022</c:v>
                </c:pt>
                <c:pt idx="10514">
                  <c:v>21-04-2022</c:v>
                </c:pt>
                <c:pt idx="10515">
                  <c:v>21-04-2022</c:v>
                </c:pt>
                <c:pt idx="10516">
                  <c:v>21-04-2022</c:v>
                </c:pt>
                <c:pt idx="10517">
                  <c:v>21-04-2022</c:v>
                </c:pt>
                <c:pt idx="10518">
                  <c:v>21-04-2022</c:v>
                </c:pt>
                <c:pt idx="10519">
                  <c:v>21-04-2022</c:v>
                </c:pt>
                <c:pt idx="10520">
                  <c:v>21-04-2022</c:v>
                </c:pt>
                <c:pt idx="10521">
                  <c:v>21-04-2022</c:v>
                </c:pt>
                <c:pt idx="10522">
                  <c:v>21-04-2022</c:v>
                </c:pt>
                <c:pt idx="10523">
                  <c:v>21-04-2022</c:v>
                </c:pt>
                <c:pt idx="10524">
                  <c:v>21-04-2022</c:v>
                </c:pt>
                <c:pt idx="10525">
                  <c:v>21-04-2022</c:v>
                </c:pt>
                <c:pt idx="10526">
                  <c:v>21-04-2022</c:v>
                </c:pt>
                <c:pt idx="10527">
                  <c:v>21-04-2022</c:v>
                </c:pt>
                <c:pt idx="10528">
                  <c:v>21-04-2022</c:v>
                </c:pt>
                <c:pt idx="10529">
                  <c:v>21-04-2022</c:v>
                </c:pt>
                <c:pt idx="10530">
                  <c:v>21-04-2022</c:v>
                </c:pt>
                <c:pt idx="10531">
                  <c:v>21-04-2022</c:v>
                </c:pt>
                <c:pt idx="10532">
                  <c:v>21-04-2022</c:v>
                </c:pt>
                <c:pt idx="10533">
                  <c:v>21-04-2022</c:v>
                </c:pt>
                <c:pt idx="10534">
                  <c:v>21-04-2022</c:v>
                </c:pt>
                <c:pt idx="10535">
                  <c:v>21-04-2022</c:v>
                </c:pt>
                <c:pt idx="10536">
                  <c:v>21-04-2022</c:v>
                </c:pt>
                <c:pt idx="10537">
                  <c:v>21-04-2022</c:v>
                </c:pt>
                <c:pt idx="10538">
                  <c:v>21-04-2022</c:v>
                </c:pt>
                <c:pt idx="10539">
                  <c:v>21-04-2022</c:v>
                </c:pt>
                <c:pt idx="10540">
                  <c:v>21-04-2022</c:v>
                </c:pt>
                <c:pt idx="10541">
                  <c:v>21-04-2022</c:v>
                </c:pt>
                <c:pt idx="10542">
                  <c:v>21-04-2022</c:v>
                </c:pt>
                <c:pt idx="10543">
                  <c:v>21-04-2022</c:v>
                </c:pt>
                <c:pt idx="10544">
                  <c:v>21-04-2022</c:v>
                </c:pt>
                <c:pt idx="10545">
                  <c:v>21-04-2022</c:v>
                </c:pt>
                <c:pt idx="10546">
                  <c:v>21-04-2022</c:v>
                </c:pt>
                <c:pt idx="10547">
                  <c:v>22-04-2022</c:v>
                </c:pt>
                <c:pt idx="10548">
                  <c:v>22-04-2022</c:v>
                </c:pt>
                <c:pt idx="10549">
                  <c:v>22-04-2022</c:v>
                </c:pt>
                <c:pt idx="10550">
                  <c:v>22-04-2022</c:v>
                </c:pt>
                <c:pt idx="10551">
                  <c:v>22-04-2022</c:v>
                </c:pt>
                <c:pt idx="10552">
                  <c:v>22-04-2022</c:v>
                </c:pt>
                <c:pt idx="10553">
                  <c:v>22-04-2022</c:v>
                </c:pt>
                <c:pt idx="10554">
                  <c:v>22-04-2022</c:v>
                </c:pt>
                <c:pt idx="10555">
                  <c:v>22-04-2022</c:v>
                </c:pt>
                <c:pt idx="10556">
                  <c:v>22-04-2022</c:v>
                </c:pt>
                <c:pt idx="10557">
                  <c:v>22-04-2022</c:v>
                </c:pt>
                <c:pt idx="10558">
                  <c:v>22-04-2022</c:v>
                </c:pt>
                <c:pt idx="10559">
                  <c:v>22-04-2022</c:v>
                </c:pt>
                <c:pt idx="10560">
                  <c:v>22-04-2022</c:v>
                </c:pt>
                <c:pt idx="10561">
                  <c:v>22-04-2022</c:v>
                </c:pt>
                <c:pt idx="10562">
                  <c:v>22-04-2022</c:v>
                </c:pt>
                <c:pt idx="10563">
                  <c:v>22-04-2022</c:v>
                </c:pt>
                <c:pt idx="10564">
                  <c:v>22-04-2022</c:v>
                </c:pt>
                <c:pt idx="10565">
                  <c:v>22-04-2022</c:v>
                </c:pt>
                <c:pt idx="10566">
                  <c:v>22-04-2022</c:v>
                </c:pt>
                <c:pt idx="10567">
                  <c:v>22-04-2022</c:v>
                </c:pt>
                <c:pt idx="10568">
                  <c:v>22-04-2022</c:v>
                </c:pt>
                <c:pt idx="10569">
                  <c:v>22-04-2022</c:v>
                </c:pt>
                <c:pt idx="10570">
                  <c:v>22-04-2022</c:v>
                </c:pt>
                <c:pt idx="10571">
                  <c:v>22-04-2022</c:v>
                </c:pt>
                <c:pt idx="10572">
                  <c:v>22-04-2022</c:v>
                </c:pt>
                <c:pt idx="10573">
                  <c:v>22-04-2022</c:v>
                </c:pt>
                <c:pt idx="10574">
                  <c:v>22-04-2022</c:v>
                </c:pt>
                <c:pt idx="10575">
                  <c:v>22-04-2022</c:v>
                </c:pt>
                <c:pt idx="10576">
                  <c:v>22-04-2022</c:v>
                </c:pt>
                <c:pt idx="10577">
                  <c:v>22-04-2022</c:v>
                </c:pt>
                <c:pt idx="10578">
                  <c:v>22-04-2022</c:v>
                </c:pt>
                <c:pt idx="10579">
                  <c:v>22-04-2022</c:v>
                </c:pt>
                <c:pt idx="10580">
                  <c:v>22-04-2022</c:v>
                </c:pt>
                <c:pt idx="10581">
                  <c:v>22-04-2022</c:v>
                </c:pt>
                <c:pt idx="10582">
                  <c:v>22-04-2022</c:v>
                </c:pt>
                <c:pt idx="10583">
                  <c:v>22-04-2022</c:v>
                </c:pt>
                <c:pt idx="10584">
                  <c:v>22-04-2022</c:v>
                </c:pt>
                <c:pt idx="10585">
                  <c:v>22-04-2022</c:v>
                </c:pt>
                <c:pt idx="10586">
                  <c:v>22-04-2022</c:v>
                </c:pt>
                <c:pt idx="10587">
                  <c:v>23-04-2022</c:v>
                </c:pt>
                <c:pt idx="10588">
                  <c:v>23-04-2022</c:v>
                </c:pt>
                <c:pt idx="10589">
                  <c:v>23-04-2022</c:v>
                </c:pt>
                <c:pt idx="10590">
                  <c:v>23-04-2022</c:v>
                </c:pt>
                <c:pt idx="10591">
                  <c:v>23-04-2022</c:v>
                </c:pt>
                <c:pt idx="10592">
                  <c:v>23-04-2022</c:v>
                </c:pt>
                <c:pt idx="10593">
                  <c:v>23-04-2022</c:v>
                </c:pt>
                <c:pt idx="10594">
                  <c:v>23-04-2022</c:v>
                </c:pt>
                <c:pt idx="10595">
                  <c:v>23-04-2022</c:v>
                </c:pt>
                <c:pt idx="10596">
                  <c:v>23-04-2022</c:v>
                </c:pt>
                <c:pt idx="10597">
                  <c:v>23-04-2022</c:v>
                </c:pt>
                <c:pt idx="10598">
                  <c:v>23-04-2022</c:v>
                </c:pt>
                <c:pt idx="10599">
                  <c:v>23-04-2022</c:v>
                </c:pt>
                <c:pt idx="10600">
                  <c:v>23-04-2022</c:v>
                </c:pt>
                <c:pt idx="10601">
                  <c:v>23-04-2022</c:v>
                </c:pt>
                <c:pt idx="10602">
                  <c:v>23-04-2022</c:v>
                </c:pt>
                <c:pt idx="10603">
                  <c:v>23-04-2022</c:v>
                </c:pt>
                <c:pt idx="10604">
                  <c:v>23-04-2022</c:v>
                </c:pt>
                <c:pt idx="10605">
                  <c:v>23-04-2022</c:v>
                </c:pt>
                <c:pt idx="10606">
                  <c:v>23-04-2022</c:v>
                </c:pt>
                <c:pt idx="10607">
                  <c:v>23-04-2022</c:v>
                </c:pt>
                <c:pt idx="10608">
                  <c:v>23-04-2022</c:v>
                </c:pt>
                <c:pt idx="10609">
                  <c:v>23-04-2022</c:v>
                </c:pt>
                <c:pt idx="10610">
                  <c:v>23-04-2022</c:v>
                </c:pt>
                <c:pt idx="10611">
                  <c:v>23-04-2022</c:v>
                </c:pt>
                <c:pt idx="10612">
                  <c:v>23-04-2022</c:v>
                </c:pt>
                <c:pt idx="10613">
                  <c:v>23-04-2022</c:v>
                </c:pt>
                <c:pt idx="10614">
                  <c:v>23-04-2022</c:v>
                </c:pt>
                <c:pt idx="10615">
                  <c:v>23-04-2022</c:v>
                </c:pt>
                <c:pt idx="10616">
                  <c:v>23-04-2022</c:v>
                </c:pt>
                <c:pt idx="10617">
                  <c:v>23-04-2022</c:v>
                </c:pt>
                <c:pt idx="10618">
                  <c:v>23-04-2022</c:v>
                </c:pt>
                <c:pt idx="10619">
                  <c:v>23-04-2022</c:v>
                </c:pt>
                <c:pt idx="10620">
                  <c:v>23-04-2022</c:v>
                </c:pt>
                <c:pt idx="10621">
                  <c:v>23-04-2022</c:v>
                </c:pt>
                <c:pt idx="10622">
                  <c:v>23-04-2022</c:v>
                </c:pt>
                <c:pt idx="10623">
                  <c:v>23-04-2022</c:v>
                </c:pt>
                <c:pt idx="10624">
                  <c:v>23-04-2022</c:v>
                </c:pt>
                <c:pt idx="10625">
                  <c:v>23-04-2022</c:v>
                </c:pt>
                <c:pt idx="10626">
                  <c:v>23-04-2022</c:v>
                </c:pt>
                <c:pt idx="10627">
                  <c:v>23-04-2022</c:v>
                </c:pt>
                <c:pt idx="10628">
                  <c:v>23-04-2022</c:v>
                </c:pt>
                <c:pt idx="10629">
                  <c:v>23-04-2022</c:v>
                </c:pt>
                <c:pt idx="10630">
                  <c:v>23-04-2022</c:v>
                </c:pt>
                <c:pt idx="10631">
                  <c:v>23-04-2022</c:v>
                </c:pt>
                <c:pt idx="10632">
                  <c:v>23-04-2022</c:v>
                </c:pt>
                <c:pt idx="10633">
                  <c:v>23-04-2022</c:v>
                </c:pt>
                <c:pt idx="10634">
                  <c:v>23-04-2022</c:v>
                </c:pt>
                <c:pt idx="10635">
                  <c:v>23-04-2022</c:v>
                </c:pt>
                <c:pt idx="10636">
                  <c:v>23-04-2022</c:v>
                </c:pt>
                <c:pt idx="10637">
                  <c:v>23-04-2022</c:v>
                </c:pt>
                <c:pt idx="10638">
                  <c:v>23-04-2022</c:v>
                </c:pt>
                <c:pt idx="10639">
                  <c:v>24-04-2022</c:v>
                </c:pt>
                <c:pt idx="10640">
                  <c:v>24-04-2022</c:v>
                </c:pt>
                <c:pt idx="10641">
                  <c:v>24-04-2022</c:v>
                </c:pt>
                <c:pt idx="10642">
                  <c:v>24-04-2022</c:v>
                </c:pt>
                <c:pt idx="10643">
                  <c:v>24-04-2022</c:v>
                </c:pt>
                <c:pt idx="10644">
                  <c:v>24-04-2022</c:v>
                </c:pt>
                <c:pt idx="10645">
                  <c:v>24-04-2022</c:v>
                </c:pt>
                <c:pt idx="10646">
                  <c:v>24-04-2022</c:v>
                </c:pt>
                <c:pt idx="10647">
                  <c:v>24-04-2022</c:v>
                </c:pt>
                <c:pt idx="10648">
                  <c:v>24-04-2022</c:v>
                </c:pt>
                <c:pt idx="10649">
                  <c:v>24-04-2022</c:v>
                </c:pt>
                <c:pt idx="10650">
                  <c:v>24-04-2022</c:v>
                </c:pt>
                <c:pt idx="10651">
                  <c:v>24-04-2022</c:v>
                </c:pt>
                <c:pt idx="10652">
                  <c:v>24-04-2022</c:v>
                </c:pt>
                <c:pt idx="10653">
                  <c:v>24-04-2022</c:v>
                </c:pt>
                <c:pt idx="10654">
                  <c:v>24-04-2022</c:v>
                </c:pt>
                <c:pt idx="10655">
                  <c:v>24-04-2022</c:v>
                </c:pt>
                <c:pt idx="10656">
                  <c:v>24-04-2022</c:v>
                </c:pt>
                <c:pt idx="10657">
                  <c:v>24-04-2022</c:v>
                </c:pt>
                <c:pt idx="10658">
                  <c:v>24-04-2022</c:v>
                </c:pt>
                <c:pt idx="10659">
                  <c:v>24-04-2022</c:v>
                </c:pt>
                <c:pt idx="10660">
                  <c:v>24-04-2022</c:v>
                </c:pt>
                <c:pt idx="10661">
                  <c:v>24-04-2022</c:v>
                </c:pt>
                <c:pt idx="10662">
                  <c:v>24-04-2022</c:v>
                </c:pt>
                <c:pt idx="10663">
                  <c:v>24-04-2022</c:v>
                </c:pt>
                <c:pt idx="10664">
                  <c:v>24-04-2022</c:v>
                </c:pt>
                <c:pt idx="10665">
                  <c:v>24-04-2022</c:v>
                </c:pt>
                <c:pt idx="10666">
                  <c:v>24-04-2022</c:v>
                </c:pt>
                <c:pt idx="10667">
                  <c:v>24-04-2022</c:v>
                </c:pt>
                <c:pt idx="10668">
                  <c:v>24-04-2022</c:v>
                </c:pt>
                <c:pt idx="10669">
                  <c:v>24-04-2022</c:v>
                </c:pt>
                <c:pt idx="10670">
                  <c:v>24-04-2022</c:v>
                </c:pt>
                <c:pt idx="10671">
                  <c:v>24-04-2022</c:v>
                </c:pt>
                <c:pt idx="10672">
                  <c:v>24-04-2022</c:v>
                </c:pt>
                <c:pt idx="10673">
                  <c:v>24-04-2022</c:v>
                </c:pt>
                <c:pt idx="10674">
                  <c:v>24-04-2022</c:v>
                </c:pt>
                <c:pt idx="10675">
                  <c:v>24-04-2022</c:v>
                </c:pt>
                <c:pt idx="10676">
                  <c:v>24-04-2022</c:v>
                </c:pt>
                <c:pt idx="10677">
                  <c:v>24-04-2022</c:v>
                </c:pt>
                <c:pt idx="10678">
                  <c:v>24-04-2022</c:v>
                </c:pt>
                <c:pt idx="10679">
                  <c:v>24-04-2022</c:v>
                </c:pt>
                <c:pt idx="10680">
                  <c:v>24-04-2022</c:v>
                </c:pt>
                <c:pt idx="10681">
                  <c:v>24-04-2022</c:v>
                </c:pt>
                <c:pt idx="10682">
                  <c:v>24-04-2022</c:v>
                </c:pt>
                <c:pt idx="10683">
                  <c:v>24-04-2022</c:v>
                </c:pt>
                <c:pt idx="10684">
                  <c:v>24-04-2022</c:v>
                </c:pt>
                <c:pt idx="10685">
                  <c:v>24-04-2022</c:v>
                </c:pt>
                <c:pt idx="10686">
                  <c:v>24-04-2022</c:v>
                </c:pt>
                <c:pt idx="10687">
                  <c:v>24-04-2022</c:v>
                </c:pt>
                <c:pt idx="10688">
                  <c:v>24-04-2022</c:v>
                </c:pt>
                <c:pt idx="10689">
                  <c:v>24-04-2022</c:v>
                </c:pt>
                <c:pt idx="10690">
                  <c:v>24-04-2022</c:v>
                </c:pt>
                <c:pt idx="10691">
                  <c:v>25-04-2022</c:v>
                </c:pt>
                <c:pt idx="10692">
                  <c:v>25-04-2022</c:v>
                </c:pt>
                <c:pt idx="10693">
                  <c:v>25-04-2022</c:v>
                </c:pt>
                <c:pt idx="10694">
                  <c:v>25-04-2022</c:v>
                </c:pt>
                <c:pt idx="10695">
                  <c:v>25-04-2022</c:v>
                </c:pt>
                <c:pt idx="10696">
                  <c:v>25-04-2022</c:v>
                </c:pt>
                <c:pt idx="10697">
                  <c:v>25-04-2022</c:v>
                </c:pt>
                <c:pt idx="10698">
                  <c:v>25-04-2022</c:v>
                </c:pt>
                <c:pt idx="10699">
                  <c:v>25-04-2022</c:v>
                </c:pt>
                <c:pt idx="10700">
                  <c:v>25-04-2022</c:v>
                </c:pt>
                <c:pt idx="10701">
                  <c:v>25-04-2022</c:v>
                </c:pt>
                <c:pt idx="10702">
                  <c:v>25-04-2022</c:v>
                </c:pt>
                <c:pt idx="10703">
                  <c:v>25-04-2022</c:v>
                </c:pt>
                <c:pt idx="10704">
                  <c:v>25-04-2022</c:v>
                </c:pt>
                <c:pt idx="10705">
                  <c:v>25-04-2022</c:v>
                </c:pt>
                <c:pt idx="10706">
                  <c:v>25-04-2022</c:v>
                </c:pt>
                <c:pt idx="10707">
                  <c:v>25-04-2022</c:v>
                </c:pt>
                <c:pt idx="10708">
                  <c:v>25-04-2022</c:v>
                </c:pt>
                <c:pt idx="10709">
                  <c:v>25-04-2022</c:v>
                </c:pt>
                <c:pt idx="10710">
                  <c:v>25-04-2022</c:v>
                </c:pt>
                <c:pt idx="10711">
                  <c:v>25-04-2022</c:v>
                </c:pt>
                <c:pt idx="10712">
                  <c:v>25-04-2022</c:v>
                </c:pt>
                <c:pt idx="10713">
                  <c:v>25-04-2022</c:v>
                </c:pt>
                <c:pt idx="10714">
                  <c:v>25-04-2022</c:v>
                </c:pt>
                <c:pt idx="10715">
                  <c:v>25-04-2022</c:v>
                </c:pt>
                <c:pt idx="10716">
                  <c:v>25-04-2022</c:v>
                </c:pt>
                <c:pt idx="10717">
                  <c:v>25-04-2022</c:v>
                </c:pt>
                <c:pt idx="10718">
                  <c:v>25-04-2022</c:v>
                </c:pt>
                <c:pt idx="10719">
                  <c:v>25-04-2022</c:v>
                </c:pt>
                <c:pt idx="10720">
                  <c:v>25-04-2022</c:v>
                </c:pt>
                <c:pt idx="10721">
                  <c:v>25-04-2022</c:v>
                </c:pt>
                <c:pt idx="10722">
                  <c:v>25-04-2022</c:v>
                </c:pt>
                <c:pt idx="10723">
                  <c:v>25-04-2022</c:v>
                </c:pt>
                <c:pt idx="10724">
                  <c:v>25-04-2022</c:v>
                </c:pt>
                <c:pt idx="10725">
                  <c:v>25-04-2022</c:v>
                </c:pt>
                <c:pt idx="10726">
                  <c:v>25-04-2022</c:v>
                </c:pt>
                <c:pt idx="10727">
                  <c:v>25-04-2022</c:v>
                </c:pt>
                <c:pt idx="10728">
                  <c:v>25-04-2022</c:v>
                </c:pt>
                <c:pt idx="10729">
                  <c:v>25-04-2022</c:v>
                </c:pt>
                <c:pt idx="10730">
                  <c:v>25-04-2022</c:v>
                </c:pt>
                <c:pt idx="10731">
                  <c:v>25-04-2022</c:v>
                </c:pt>
                <c:pt idx="10732">
                  <c:v>25-04-2022</c:v>
                </c:pt>
                <c:pt idx="10733">
                  <c:v>25-04-2022</c:v>
                </c:pt>
                <c:pt idx="10734">
                  <c:v>25-04-2022</c:v>
                </c:pt>
                <c:pt idx="10735">
                  <c:v>25-04-2022</c:v>
                </c:pt>
                <c:pt idx="10736">
                  <c:v>25-04-2022</c:v>
                </c:pt>
                <c:pt idx="10737">
                  <c:v>25-04-2022</c:v>
                </c:pt>
                <c:pt idx="10738">
                  <c:v>25-04-2022</c:v>
                </c:pt>
                <c:pt idx="10739">
                  <c:v>25-04-2022</c:v>
                </c:pt>
                <c:pt idx="10740">
                  <c:v>25-04-2022</c:v>
                </c:pt>
                <c:pt idx="10741">
                  <c:v>25-04-2022</c:v>
                </c:pt>
                <c:pt idx="10742">
                  <c:v>25-04-2022</c:v>
                </c:pt>
                <c:pt idx="10743">
                  <c:v>26-04-2022</c:v>
                </c:pt>
                <c:pt idx="10744">
                  <c:v>26-04-2022</c:v>
                </c:pt>
                <c:pt idx="10745">
                  <c:v>26-04-2022</c:v>
                </c:pt>
                <c:pt idx="10746">
                  <c:v>26-04-2022</c:v>
                </c:pt>
                <c:pt idx="10747">
                  <c:v>26-04-2022</c:v>
                </c:pt>
                <c:pt idx="10748">
                  <c:v>26-04-2022</c:v>
                </c:pt>
                <c:pt idx="10749">
                  <c:v>26-04-2022</c:v>
                </c:pt>
                <c:pt idx="10750">
                  <c:v>26-04-2022</c:v>
                </c:pt>
                <c:pt idx="10751">
                  <c:v>26-04-2022</c:v>
                </c:pt>
                <c:pt idx="10752">
                  <c:v>26-04-2022</c:v>
                </c:pt>
                <c:pt idx="10753">
                  <c:v>26-04-2022</c:v>
                </c:pt>
                <c:pt idx="10754">
                  <c:v>26-04-2022</c:v>
                </c:pt>
                <c:pt idx="10755">
                  <c:v>26-04-2022</c:v>
                </c:pt>
                <c:pt idx="10756">
                  <c:v>26-04-2022</c:v>
                </c:pt>
                <c:pt idx="10757">
                  <c:v>26-04-2022</c:v>
                </c:pt>
                <c:pt idx="10758">
                  <c:v>26-04-2022</c:v>
                </c:pt>
                <c:pt idx="10759">
                  <c:v>26-04-2022</c:v>
                </c:pt>
                <c:pt idx="10760">
                  <c:v>26-04-2022</c:v>
                </c:pt>
                <c:pt idx="10761">
                  <c:v>26-04-2022</c:v>
                </c:pt>
                <c:pt idx="10762">
                  <c:v>26-04-2022</c:v>
                </c:pt>
                <c:pt idx="10763">
                  <c:v>26-04-2022</c:v>
                </c:pt>
                <c:pt idx="10764">
                  <c:v>26-04-2022</c:v>
                </c:pt>
                <c:pt idx="10765">
                  <c:v>26-04-2022</c:v>
                </c:pt>
                <c:pt idx="10766">
                  <c:v>26-04-2022</c:v>
                </c:pt>
                <c:pt idx="10767">
                  <c:v>26-04-2022</c:v>
                </c:pt>
                <c:pt idx="10768">
                  <c:v>26-04-2022</c:v>
                </c:pt>
                <c:pt idx="10769">
                  <c:v>26-04-2022</c:v>
                </c:pt>
                <c:pt idx="10770">
                  <c:v>26-04-2022</c:v>
                </c:pt>
                <c:pt idx="10771">
                  <c:v>26-04-2022</c:v>
                </c:pt>
                <c:pt idx="10772">
                  <c:v>26-04-2022</c:v>
                </c:pt>
                <c:pt idx="10773">
                  <c:v>26-04-2022</c:v>
                </c:pt>
                <c:pt idx="10774">
                  <c:v>26-04-2022</c:v>
                </c:pt>
                <c:pt idx="10775">
                  <c:v>26-04-2022</c:v>
                </c:pt>
                <c:pt idx="10776">
                  <c:v>26-04-2022</c:v>
                </c:pt>
                <c:pt idx="10777">
                  <c:v>26-04-2022</c:v>
                </c:pt>
                <c:pt idx="10778">
                  <c:v>26-04-2022</c:v>
                </c:pt>
                <c:pt idx="10779">
                  <c:v>26-04-2022</c:v>
                </c:pt>
                <c:pt idx="10780">
                  <c:v>26-04-2022</c:v>
                </c:pt>
                <c:pt idx="10781">
                  <c:v>26-04-2022</c:v>
                </c:pt>
                <c:pt idx="10782">
                  <c:v>26-04-2022</c:v>
                </c:pt>
                <c:pt idx="10783">
                  <c:v>26-04-2022</c:v>
                </c:pt>
                <c:pt idx="10784">
                  <c:v>26-04-2022</c:v>
                </c:pt>
                <c:pt idx="10785">
                  <c:v>26-04-2022</c:v>
                </c:pt>
                <c:pt idx="10786">
                  <c:v>26-04-2022</c:v>
                </c:pt>
                <c:pt idx="10787">
                  <c:v>26-04-2022</c:v>
                </c:pt>
                <c:pt idx="10788">
                  <c:v>26-04-2022</c:v>
                </c:pt>
                <c:pt idx="10789">
                  <c:v>26-04-2022</c:v>
                </c:pt>
                <c:pt idx="10790">
                  <c:v>26-04-2022</c:v>
                </c:pt>
                <c:pt idx="10791">
                  <c:v>26-04-2022</c:v>
                </c:pt>
                <c:pt idx="10792">
                  <c:v>26-04-2022</c:v>
                </c:pt>
                <c:pt idx="10793">
                  <c:v>26-04-2022</c:v>
                </c:pt>
                <c:pt idx="10794">
                  <c:v>27-04-2022</c:v>
                </c:pt>
                <c:pt idx="10795">
                  <c:v>27-04-2022</c:v>
                </c:pt>
                <c:pt idx="10796">
                  <c:v>27-04-2022</c:v>
                </c:pt>
                <c:pt idx="10797">
                  <c:v>27-04-2022</c:v>
                </c:pt>
                <c:pt idx="10798">
                  <c:v>27-04-2022</c:v>
                </c:pt>
                <c:pt idx="10799">
                  <c:v>27-04-2022</c:v>
                </c:pt>
                <c:pt idx="10800">
                  <c:v>27-04-2022</c:v>
                </c:pt>
                <c:pt idx="10801">
                  <c:v>27-04-2022</c:v>
                </c:pt>
                <c:pt idx="10802">
                  <c:v>27-04-2022</c:v>
                </c:pt>
                <c:pt idx="10803">
                  <c:v>27-04-2022</c:v>
                </c:pt>
                <c:pt idx="10804">
                  <c:v>27-04-2022</c:v>
                </c:pt>
                <c:pt idx="10805">
                  <c:v>27-04-2022</c:v>
                </c:pt>
                <c:pt idx="10806">
                  <c:v>27-04-2022</c:v>
                </c:pt>
                <c:pt idx="10807">
                  <c:v>27-04-2022</c:v>
                </c:pt>
                <c:pt idx="10808">
                  <c:v>27-04-2022</c:v>
                </c:pt>
                <c:pt idx="10809">
                  <c:v>27-04-2022</c:v>
                </c:pt>
                <c:pt idx="10810">
                  <c:v>27-04-2022</c:v>
                </c:pt>
                <c:pt idx="10811">
                  <c:v>27-04-2022</c:v>
                </c:pt>
                <c:pt idx="10812">
                  <c:v>27-04-2022</c:v>
                </c:pt>
                <c:pt idx="10813">
                  <c:v>27-04-2022</c:v>
                </c:pt>
                <c:pt idx="10814">
                  <c:v>27-04-2022</c:v>
                </c:pt>
                <c:pt idx="10815">
                  <c:v>27-04-2022</c:v>
                </c:pt>
                <c:pt idx="10816">
                  <c:v>27-04-2022</c:v>
                </c:pt>
                <c:pt idx="10817">
                  <c:v>27-04-2022</c:v>
                </c:pt>
                <c:pt idx="10818">
                  <c:v>27-04-2022</c:v>
                </c:pt>
                <c:pt idx="10819">
                  <c:v>27-04-2022</c:v>
                </c:pt>
                <c:pt idx="10820">
                  <c:v>27-04-2022</c:v>
                </c:pt>
                <c:pt idx="10821">
                  <c:v>27-04-2022</c:v>
                </c:pt>
                <c:pt idx="10822">
                  <c:v>27-04-2022</c:v>
                </c:pt>
                <c:pt idx="10823">
                  <c:v>27-04-2022</c:v>
                </c:pt>
                <c:pt idx="10824">
                  <c:v>27-04-2022</c:v>
                </c:pt>
                <c:pt idx="10825">
                  <c:v>27-04-2022</c:v>
                </c:pt>
                <c:pt idx="10826">
                  <c:v>27-04-2022</c:v>
                </c:pt>
                <c:pt idx="10827">
                  <c:v>27-04-2022</c:v>
                </c:pt>
                <c:pt idx="10828">
                  <c:v>27-04-2022</c:v>
                </c:pt>
                <c:pt idx="10829">
                  <c:v>27-04-2022</c:v>
                </c:pt>
                <c:pt idx="10830">
                  <c:v>27-04-2022</c:v>
                </c:pt>
                <c:pt idx="10831">
                  <c:v>27-04-2022</c:v>
                </c:pt>
                <c:pt idx="10832">
                  <c:v>27-04-2022</c:v>
                </c:pt>
                <c:pt idx="10833">
                  <c:v>27-04-2022</c:v>
                </c:pt>
                <c:pt idx="10834">
                  <c:v>27-04-2022</c:v>
                </c:pt>
                <c:pt idx="10835">
                  <c:v>27-04-2022</c:v>
                </c:pt>
                <c:pt idx="10836">
                  <c:v>27-04-2022</c:v>
                </c:pt>
                <c:pt idx="10837">
                  <c:v>27-04-2022</c:v>
                </c:pt>
                <c:pt idx="10838">
                  <c:v>27-04-2022</c:v>
                </c:pt>
                <c:pt idx="10839">
                  <c:v>27-04-2022</c:v>
                </c:pt>
                <c:pt idx="10840">
                  <c:v>27-04-2022</c:v>
                </c:pt>
                <c:pt idx="10841">
                  <c:v>27-04-2022</c:v>
                </c:pt>
                <c:pt idx="10842">
                  <c:v>27-04-2022</c:v>
                </c:pt>
                <c:pt idx="10843">
                  <c:v>27-04-2022</c:v>
                </c:pt>
                <c:pt idx="10844">
                  <c:v>27-04-2022</c:v>
                </c:pt>
                <c:pt idx="10845">
                  <c:v>27-04-2022</c:v>
                </c:pt>
                <c:pt idx="10846">
                  <c:v>28-04-2022</c:v>
                </c:pt>
                <c:pt idx="10847">
                  <c:v>28-04-2022</c:v>
                </c:pt>
                <c:pt idx="10848">
                  <c:v>28-04-2022</c:v>
                </c:pt>
                <c:pt idx="10849">
                  <c:v>28-04-2022</c:v>
                </c:pt>
                <c:pt idx="10850">
                  <c:v>28-04-2022</c:v>
                </c:pt>
                <c:pt idx="10851">
                  <c:v>28-04-2022</c:v>
                </c:pt>
                <c:pt idx="10852">
                  <c:v>28-04-2022</c:v>
                </c:pt>
                <c:pt idx="10853">
                  <c:v>28-04-2022</c:v>
                </c:pt>
                <c:pt idx="10854">
                  <c:v>28-04-2022</c:v>
                </c:pt>
                <c:pt idx="10855">
                  <c:v>28-04-2022</c:v>
                </c:pt>
                <c:pt idx="10856">
                  <c:v>28-04-2022</c:v>
                </c:pt>
                <c:pt idx="10857">
                  <c:v>28-04-2022</c:v>
                </c:pt>
                <c:pt idx="10858">
                  <c:v>28-04-2022</c:v>
                </c:pt>
                <c:pt idx="10859">
                  <c:v>28-04-2022</c:v>
                </c:pt>
                <c:pt idx="10860">
                  <c:v>28-04-2022</c:v>
                </c:pt>
                <c:pt idx="10861">
                  <c:v>28-04-2022</c:v>
                </c:pt>
                <c:pt idx="10862">
                  <c:v>28-04-2022</c:v>
                </c:pt>
                <c:pt idx="10863">
                  <c:v>28-04-2022</c:v>
                </c:pt>
                <c:pt idx="10864">
                  <c:v>28-04-2022</c:v>
                </c:pt>
                <c:pt idx="10865">
                  <c:v>28-04-2022</c:v>
                </c:pt>
                <c:pt idx="10866">
                  <c:v>28-04-2022</c:v>
                </c:pt>
                <c:pt idx="10867">
                  <c:v>28-04-2022</c:v>
                </c:pt>
                <c:pt idx="10868">
                  <c:v>28-04-2022</c:v>
                </c:pt>
                <c:pt idx="10869">
                  <c:v>28-04-2022</c:v>
                </c:pt>
                <c:pt idx="10870">
                  <c:v>28-04-2022</c:v>
                </c:pt>
                <c:pt idx="10871">
                  <c:v>28-04-2022</c:v>
                </c:pt>
                <c:pt idx="10872">
                  <c:v>28-04-2022</c:v>
                </c:pt>
                <c:pt idx="10873">
                  <c:v>28-04-2022</c:v>
                </c:pt>
                <c:pt idx="10874">
                  <c:v>28-04-2022</c:v>
                </c:pt>
                <c:pt idx="10875">
                  <c:v>28-04-2022</c:v>
                </c:pt>
                <c:pt idx="10876">
                  <c:v>28-04-2022</c:v>
                </c:pt>
                <c:pt idx="10877">
                  <c:v>28-04-2022</c:v>
                </c:pt>
                <c:pt idx="10878">
                  <c:v>28-04-2022</c:v>
                </c:pt>
                <c:pt idx="10879">
                  <c:v>28-04-2022</c:v>
                </c:pt>
                <c:pt idx="10880">
                  <c:v>28-04-2022</c:v>
                </c:pt>
                <c:pt idx="10881">
                  <c:v>28-04-2022</c:v>
                </c:pt>
                <c:pt idx="10882">
                  <c:v>28-04-2022</c:v>
                </c:pt>
                <c:pt idx="10883">
                  <c:v>28-04-2022</c:v>
                </c:pt>
                <c:pt idx="10884">
                  <c:v>28-04-2022</c:v>
                </c:pt>
                <c:pt idx="10885">
                  <c:v>28-04-2022</c:v>
                </c:pt>
                <c:pt idx="10886">
                  <c:v>28-04-2022</c:v>
                </c:pt>
                <c:pt idx="10887">
                  <c:v>28-04-2022</c:v>
                </c:pt>
                <c:pt idx="10888">
                  <c:v>28-04-2022</c:v>
                </c:pt>
                <c:pt idx="10889">
                  <c:v>28-04-2022</c:v>
                </c:pt>
                <c:pt idx="10890">
                  <c:v>28-04-2022</c:v>
                </c:pt>
                <c:pt idx="10891">
                  <c:v>28-04-2022</c:v>
                </c:pt>
                <c:pt idx="10892">
                  <c:v>28-04-2022</c:v>
                </c:pt>
                <c:pt idx="10893">
                  <c:v>28-04-2022</c:v>
                </c:pt>
                <c:pt idx="10894">
                  <c:v>28-04-2022</c:v>
                </c:pt>
                <c:pt idx="10895">
                  <c:v>28-04-2022</c:v>
                </c:pt>
                <c:pt idx="10896">
                  <c:v>28-04-2022</c:v>
                </c:pt>
                <c:pt idx="10897">
                  <c:v>28-04-2022</c:v>
                </c:pt>
                <c:pt idx="10898">
                  <c:v>29-04-2022</c:v>
                </c:pt>
                <c:pt idx="10899">
                  <c:v>29-04-2022</c:v>
                </c:pt>
                <c:pt idx="10900">
                  <c:v>29-04-2022</c:v>
                </c:pt>
                <c:pt idx="10901">
                  <c:v>29-04-2022</c:v>
                </c:pt>
                <c:pt idx="10902">
                  <c:v>29-04-2022</c:v>
                </c:pt>
                <c:pt idx="10903">
                  <c:v>29-04-2022</c:v>
                </c:pt>
                <c:pt idx="10904">
                  <c:v>29-04-2022</c:v>
                </c:pt>
                <c:pt idx="10905">
                  <c:v>29-04-2022</c:v>
                </c:pt>
                <c:pt idx="10906">
                  <c:v>29-04-2022</c:v>
                </c:pt>
                <c:pt idx="10907">
                  <c:v>29-04-2022</c:v>
                </c:pt>
                <c:pt idx="10908">
                  <c:v>29-04-2022</c:v>
                </c:pt>
                <c:pt idx="10909">
                  <c:v>29-04-2022</c:v>
                </c:pt>
                <c:pt idx="10910">
                  <c:v>29-04-2022</c:v>
                </c:pt>
                <c:pt idx="10911">
                  <c:v>29-04-2022</c:v>
                </c:pt>
                <c:pt idx="10912">
                  <c:v>29-04-2022</c:v>
                </c:pt>
                <c:pt idx="10913">
                  <c:v>29-04-2022</c:v>
                </c:pt>
                <c:pt idx="10914">
                  <c:v>29-04-2022</c:v>
                </c:pt>
                <c:pt idx="10915">
                  <c:v>29-04-2022</c:v>
                </c:pt>
                <c:pt idx="10916">
                  <c:v>29-04-2022</c:v>
                </c:pt>
                <c:pt idx="10917">
                  <c:v>29-04-2022</c:v>
                </c:pt>
                <c:pt idx="10918">
                  <c:v>29-04-2022</c:v>
                </c:pt>
                <c:pt idx="10919">
                  <c:v>29-04-2022</c:v>
                </c:pt>
                <c:pt idx="10920">
                  <c:v>29-04-2022</c:v>
                </c:pt>
                <c:pt idx="10921">
                  <c:v>29-04-2022</c:v>
                </c:pt>
                <c:pt idx="10922">
                  <c:v>29-04-2022</c:v>
                </c:pt>
                <c:pt idx="10923">
                  <c:v>29-04-2022</c:v>
                </c:pt>
                <c:pt idx="10924">
                  <c:v>29-04-2022</c:v>
                </c:pt>
                <c:pt idx="10925">
                  <c:v>29-04-2022</c:v>
                </c:pt>
                <c:pt idx="10926">
                  <c:v>29-04-2022</c:v>
                </c:pt>
                <c:pt idx="10927">
                  <c:v>29-04-2022</c:v>
                </c:pt>
                <c:pt idx="10928">
                  <c:v>29-04-2022</c:v>
                </c:pt>
                <c:pt idx="10929">
                  <c:v>29-04-2022</c:v>
                </c:pt>
                <c:pt idx="10930">
                  <c:v>29-04-2022</c:v>
                </c:pt>
                <c:pt idx="10931">
                  <c:v>29-04-2022</c:v>
                </c:pt>
                <c:pt idx="10932">
                  <c:v>29-04-2022</c:v>
                </c:pt>
                <c:pt idx="10933">
                  <c:v>29-04-2022</c:v>
                </c:pt>
                <c:pt idx="10934">
                  <c:v>29-04-2022</c:v>
                </c:pt>
                <c:pt idx="10935">
                  <c:v>29-04-2022</c:v>
                </c:pt>
                <c:pt idx="10936">
                  <c:v>29-04-2022</c:v>
                </c:pt>
                <c:pt idx="10937">
                  <c:v>29-04-2022</c:v>
                </c:pt>
                <c:pt idx="10938">
                  <c:v>29-04-2022</c:v>
                </c:pt>
                <c:pt idx="10939">
                  <c:v>29-04-2022</c:v>
                </c:pt>
                <c:pt idx="10940">
                  <c:v>29-04-2022</c:v>
                </c:pt>
                <c:pt idx="10941">
                  <c:v>29-04-2022</c:v>
                </c:pt>
                <c:pt idx="10942">
                  <c:v>29-04-2022</c:v>
                </c:pt>
                <c:pt idx="10943">
                  <c:v>29-04-2022</c:v>
                </c:pt>
                <c:pt idx="10944">
                  <c:v>29-04-2022</c:v>
                </c:pt>
                <c:pt idx="10945">
                  <c:v>29-04-2022</c:v>
                </c:pt>
                <c:pt idx="10946">
                  <c:v>29-04-2022</c:v>
                </c:pt>
                <c:pt idx="10947">
                  <c:v>29-04-2022</c:v>
                </c:pt>
                <c:pt idx="10948">
                  <c:v>29-04-2022</c:v>
                </c:pt>
                <c:pt idx="10949">
                  <c:v>30-04-2022</c:v>
                </c:pt>
                <c:pt idx="10950">
                  <c:v>30-04-2022</c:v>
                </c:pt>
                <c:pt idx="10951">
                  <c:v>30-04-2022</c:v>
                </c:pt>
                <c:pt idx="10952">
                  <c:v>30-04-2022</c:v>
                </c:pt>
                <c:pt idx="10953">
                  <c:v>30-04-2022</c:v>
                </c:pt>
                <c:pt idx="10954">
                  <c:v>30-04-2022</c:v>
                </c:pt>
                <c:pt idx="10955">
                  <c:v>30-04-2022</c:v>
                </c:pt>
                <c:pt idx="10956">
                  <c:v>30-04-2022</c:v>
                </c:pt>
                <c:pt idx="10957">
                  <c:v>30-04-2022</c:v>
                </c:pt>
                <c:pt idx="10958">
                  <c:v>30-04-2022</c:v>
                </c:pt>
                <c:pt idx="10959">
                  <c:v>30-04-2022</c:v>
                </c:pt>
                <c:pt idx="10960">
                  <c:v>30-04-2022</c:v>
                </c:pt>
                <c:pt idx="10961">
                  <c:v>30-04-2022</c:v>
                </c:pt>
                <c:pt idx="10962">
                  <c:v>30-04-2022</c:v>
                </c:pt>
                <c:pt idx="10963">
                  <c:v>30-04-2022</c:v>
                </c:pt>
                <c:pt idx="10964">
                  <c:v>30-04-2022</c:v>
                </c:pt>
                <c:pt idx="10965">
                  <c:v>30-04-2022</c:v>
                </c:pt>
                <c:pt idx="10966">
                  <c:v>30-04-2022</c:v>
                </c:pt>
                <c:pt idx="10967">
                  <c:v>30-04-2022</c:v>
                </c:pt>
                <c:pt idx="10968">
                  <c:v>30-04-2022</c:v>
                </c:pt>
                <c:pt idx="10969">
                  <c:v>30-04-2022</c:v>
                </c:pt>
                <c:pt idx="10970">
                  <c:v>30-04-2022</c:v>
                </c:pt>
                <c:pt idx="10971">
                  <c:v>30-04-2022</c:v>
                </c:pt>
                <c:pt idx="10972">
                  <c:v>30-04-2022</c:v>
                </c:pt>
                <c:pt idx="10973">
                  <c:v>30-04-2022</c:v>
                </c:pt>
                <c:pt idx="10974">
                  <c:v>30-04-2022</c:v>
                </c:pt>
                <c:pt idx="10975">
                  <c:v>30-04-2022</c:v>
                </c:pt>
                <c:pt idx="10976">
                  <c:v>30-04-2022</c:v>
                </c:pt>
                <c:pt idx="10977">
                  <c:v>30-04-2022</c:v>
                </c:pt>
                <c:pt idx="10978">
                  <c:v>30-04-2022</c:v>
                </c:pt>
                <c:pt idx="10979">
                  <c:v>30-04-2022</c:v>
                </c:pt>
                <c:pt idx="10980">
                  <c:v>30-04-2022</c:v>
                </c:pt>
                <c:pt idx="10981">
                  <c:v>30-04-2022</c:v>
                </c:pt>
                <c:pt idx="10982">
                  <c:v>30-04-2022</c:v>
                </c:pt>
                <c:pt idx="10983">
                  <c:v>30-04-2022</c:v>
                </c:pt>
                <c:pt idx="10984">
                  <c:v>30-04-2022</c:v>
                </c:pt>
                <c:pt idx="10985">
                  <c:v>30-04-2022</c:v>
                </c:pt>
                <c:pt idx="10986">
                  <c:v>30-04-2022</c:v>
                </c:pt>
                <c:pt idx="10987">
                  <c:v>30-04-2022</c:v>
                </c:pt>
                <c:pt idx="10988">
                  <c:v>30-04-2022</c:v>
                </c:pt>
                <c:pt idx="10989">
                  <c:v>30-04-2022</c:v>
                </c:pt>
                <c:pt idx="10990">
                  <c:v>30-04-2022</c:v>
                </c:pt>
                <c:pt idx="10991">
                  <c:v>30-04-2022</c:v>
                </c:pt>
                <c:pt idx="10992">
                  <c:v>30-04-2022</c:v>
                </c:pt>
                <c:pt idx="10993">
                  <c:v>30-04-2022</c:v>
                </c:pt>
                <c:pt idx="10994">
                  <c:v>30-04-2022</c:v>
                </c:pt>
                <c:pt idx="10995">
                  <c:v>30-04-2022</c:v>
                </c:pt>
                <c:pt idx="10996">
                  <c:v>30-04-2022</c:v>
                </c:pt>
                <c:pt idx="10997">
                  <c:v>30-04-2022</c:v>
                </c:pt>
                <c:pt idx="10998">
                  <c:v>30-04-2022</c:v>
                </c:pt>
                <c:pt idx="10999">
                  <c:v>30-04-2022</c:v>
                </c:pt>
                <c:pt idx="11000">
                  <c:v>30-04-2022</c:v>
                </c:pt>
                <c:pt idx="11001">
                  <c:v>01-05-2022</c:v>
                </c:pt>
                <c:pt idx="11002">
                  <c:v>01-05-2022</c:v>
                </c:pt>
                <c:pt idx="11003">
                  <c:v>01-05-2022</c:v>
                </c:pt>
                <c:pt idx="11004">
                  <c:v>01-05-2022</c:v>
                </c:pt>
                <c:pt idx="11005">
                  <c:v>01-05-2022</c:v>
                </c:pt>
                <c:pt idx="11006">
                  <c:v>01-05-2022</c:v>
                </c:pt>
                <c:pt idx="11007">
                  <c:v>01-05-2022</c:v>
                </c:pt>
                <c:pt idx="11008">
                  <c:v>01-05-2022</c:v>
                </c:pt>
                <c:pt idx="11009">
                  <c:v>01-05-2022</c:v>
                </c:pt>
                <c:pt idx="11010">
                  <c:v>01-05-2022</c:v>
                </c:pt>
                <c:pt idx="11011">
                  <c:v>01-05-2022</c:v>
                </c:pt>
                <c:pt idx="11012">
                  <c:v>01-05-2022</c:v>
                </c:pt>
                <c:pt idx="11013">
                  <c:v>01-05-2022</c:v>
                </c:pt>
                <c:pt idx="11014">
                  <c:v>01-05-2022</c:v>
                </c:pt>
                <c:pt idx="11015">
                  <c:v>01-05-2022</c:v>
                </c:pt>
                <c:pt idx="11016">
                  <c:v>01-05-2022</c:v>
                </c:pt>
                <c:pt idx="11017">
                  <c:v>01-05-2022</c:v>
                </c:pt>
                <c:pt idx="11018">
                  <c:v>01-05-2022</c:v>
                </c:pt>
                <c:pt idx="11019">
                  <c:v>01-05-2022</c:v>
                </c:pt>
                <c:pt idx="11020">
                  <c:v>01-05-2022</c:v>
                </c:pt>
                <c:pt idx="11021">
                  <c:v>01-05-2022</c:v>
                </c:pt>
                <c:pt idx="11022">
                  <c:v>01-05-2022</c:v>
                </c:pt>
                <c:pt idx="11023">
                  <c:v>01-05-2022</c:v>
                </c:pt>
                <c:pt idx="11024">
                  <c:v>01-05-2022</c:v>
                </c:pt>
                <c:pt idx="11025">
                  <c:v>01-05-2022</c:v>
                </c:pt>
                <c:pt idx="11026">
                  <c:v>01-05-2022</c:v>
                </c:pt>
                <c:pt idx="11027">
                  <c:v>01-05-2022</c:v>
                </c:pt>
                <c:pt idx="11028">
                  <c:v>01-05-2022</c:v>
                </c:pt>
                <c:pt idx="11029">
                  <c:v>01-05-2022</c:v>
                </c:pt>
                <c:pt idx="11030">
                  <c:v>01-05-2022</c:v>
                </c:pt>
                <c:pt idx="11031">
                  <c:v>01-05-2022</c:v>
                </c:pt>
                <c:pt idx="11032">
                  <c:v>01-05-2022</c:v>
                </c:pt>
                <c:pt idx="11033">
                  <c:v>01-05-2022</c:v>
                </c:pt>
                <c:pt idx="11034">
                  <c:v>01-05-2022</c:v>
                </c:pt>
                <c:pt idx="11035">
                  <c:v>01-05-2022</c:v>
                </c:pt>
                <c:pt idx="11036">
                  <c:v>01-05-2022</c:v>
                </c:pt>
                <c:pt idx="11037">
                  <c:v>01-05-2022</c:v>
                </c:pt>
                <c:pt idx="11038">
                  <c:v>01-05-2022</c:v>
                </c:pt>
                <c:pt idx="11039">
                  <c:v>01-05-2022</c:v>
                </c:pt>
                <c:pt idx="11040">
                  <c:v>01-05-2022</c:v>
                </c:pt>
                <c:pt idx="11041">
                  <c:v>01-05-2022</c:v>
                </c:pt>
                <c:pt idx="11042">
                  <c:v>01-05-2022</c:v>
                </c:pt>
                <c:pt idx="11043">
                  <c:v>01-05-2022</c:v>
                </c:pt>
                <c:pt idx="11044">
                  <c:v>01-05-2022</c:v>
                </c:pt>
                <c:pt idx="11045">
                  <c:v>01-05-2022</c:v>
                </c:pt>
                <c:pt idx="11046">
                  <c:v>02-05-2022</c:v>
                </c:pt>
                <c:pt idx="11047">
                  <c:v>02-05-2022</c:v>
                </c:pt>
                <c:pt idx="11048">
                  <c:v>02-05-2022</c:v>
                </c:pt>
                <c:pt idx="11049">
                  <c:v>02-05-2022</c:v>
                </c:pt>
                <c:pt idx="11050">
                  <c:v>02-05-2022</c:v>
                </c:pt>
                <c:pt idx="11051">
                  <c:v>02-05-2022</c:v>
                </c:pt>
                <c:pt idx="11052">
                  <c:v>02-05-2022</c:v>
                </c:pt>
                <c:pt idx="11053">
                  <c:v>02-05-2022</c:v>
                </c:pt>
                <c:pt idx="11054">
                  <c:v>02-05-2022</c:v>
                </c:pt>
                <c:pt idx="11055">
                  <c:v>02-05-2022</c:v>
                </c:pt>
                <c:pt idx="11056">
                  <c:v>02-05-2022</c:v>
                </c:pt>
                <c:pt idx="11057">
                  <c:v>02-05-2022</c:v>
                </c:pt>
                <c:pt idx="11058">
                  <c:v>02-05-2022</c:v>
                </c:pt>
                <c:pt idx="11059">
                  <c:v>02-05-2022</c:v>
                </c:pt>
                <c:pt idx="11060">
                  <c:v>02-05-2022</c:v>
                </c:pt>
                <c:pt idx="11061">
                  <c:v>02-05-2022</c:v>
                </c:pt>
                <c:pt idx="11062">
                  <c:v>02-05-2022</c:v>
                </c:pt>
                <c:pt idx="11063">
                  <c:v>02-05-2022</c:v>
                </c:pt>
                <c:pt idx="11064">
                  <c:v>02-05-2022</c:v>
                </c:pt>
                <c:pt idx="11065">
                  <c:v>02-05-2022</c:v>
                </c:pt>
                <c:pt idx="11066">
                  <c:v>02-05-2022</c:v>
                </c:pt>
                <c:pt idx="11067">
                  <c:v>02-05-2022</c:v>
                </c:pt>
                <c:pt idx="11068">
                  <c:v>02-05-2022</c:v>
                </c:pt>
                <c:pt idx="11069">
                  <c:v>02-05-2022</c:v>
                </c:pt>
                <c:pt idx="11070">
                  <c:v>02-05-2022</c:v>
                </c:pt>
                <c:pt idx="11071">
                  <c:v>02-05-2022</c:v>
                </c:pt>
                <c:pt idx="11072">
                  <c:v>02-05-2022</c:v>
                </c:pt>
                <c:pt idx="11073">
                  <c:v>02-05-2022</c:v>
                </c:pt>
                <c:pt idx="11074">
                  <c:v>02-05-2022</c:v>
                </c:pt>
                <c:pt idx="11075">
                  <c:v>02-05-2022</c:v>
                </c:pt>
                <c:pt idx="11076">
                  <c:v>02-05-2022</c:v>
                </c:pt>
                <c:pt idx="11077">
                  <c:v>02-05-2022</c:v>
                </c:pt>
                <c:pt idx="11078">
                  <c:v>02-05-2022</c:v>
                </c:pt>
                <c:pt idx="11079">
                  <c:v>02-05-2022</c:v>
                </c:pt>
                <c:pt idx="11080">
                  <c:v>02-05-2022</c:v>
                </c:pt>
                <c:pt idx="11081">
                  <c:v>02-05-2022</c:v>
                </c:pt>
                <c:pt idx="11082">
                  <c:v>02-05-2022</c:v>
                </c:pt>
                <c:pt idx="11083">
                  <c:v>02-05-2022</c:v>
                </c:pt>
                <c:pt idx="11084">
                  <c:v>02-05-2022</c:v>
                </c:pt>
                <c:pt idx="11085">
                  <c:v>02-05-2022</c:v>
                </c:pt>
                <c:pt idx="11086">
                  <c:v>03-05-2022</c:v>
                </c:pt>
                <c:pt idx="11087">
                  <c:v>03-05-2022</c:v>
                </c:pt>
                <c:pt idx="11088">
                  <c:v>03-05-2022</c:v>
                </c:pt>
                <c:pt idx="11089">
                  <c:v>03-05-2022</c:v>
                </c:pt>
                <c:pt idx="11090">
                  <c:v>03-05-2022</c:v>
                </c:pt>
                <c:pt idx="11091">
                  <c:v>03-05-2022</c:v>
                </c:pt>
                <c:pt idx="11092">
                  <c:v>03-05-2022</c:v>
                </c:pt>
                <c:pt idx="11093">
                  <c:v>03-05-2022</c:v>
                </c:pt>
                <c:pt idx="11094">
                  <c:v>03-05-2022</c:v>
                </c:pt>
                <c:pt idx="11095">
                  <c:v>03-05-2022</c:v>
                </c:pt>
                <c:pt idx="11096">
                  <c:v>03-05-2022</c:v>
                </c:pt>
                <c:pt idx="11097">
                  <c:v>03-05-2022</c:v>
                </c:pt>
                <c:pt idx="11098">
                  <c:v>03-05-2022</c:v>
                </c:pt>
                <c:pt idx="11099">
                  <c:v>03-05-2022</c:v>
                </c:pt>
                <c:pt idx="11100">
                  <c:v>03-05-2022</c:v>
                </c:pt>
                <c:pt idx="11101">
                  <c:v>03-05-2022</c:v>
                </c:pt>
                <c:pt idx="11102">
                  <c:v>03-05-2022</c:v>
                </c:pt>
                <c:pt idx="11103">
                  <c:v>03-05-2022</c:v>
                </c:pt>
                <c:pt idx="11104">
                  <c:v>03-05-2022</c:v>
                </c:pt>
                <c:pt idx="11105">
                  <c:v>03-05-2022</c:v>
                </c:pt>
                <c:pt idx="11106">
                  <c:v>03-05-2022</c:v>
                </c:pt>
                <c:pt idx="11107">
                  <c:v>03-05-2022</c:v>
                </c:pt>
                <c:pt idx="11108">
                  <c:v>03-05-2022</c:v>
                </c:pt>
                <c:pt idx="11109">
                  <c:v>03-05-2022</c:v>
                </c:pt>
                <c:pt idx="11110">
                  <c:v>03-05-2022</c:v>
                </c:pt>
                <c:pt idx="11111">
                  <c:v>03-05-2022</c:v>
                </c:pt>
                <c:pt idx="11112">
                  <c:v>03-05-2022</c:v>
                </c:pt>
                <c:pt idx="11113">
                  <c:v>03-05-2022</c:v>
                </c:pt>
                <c:pt idx="11114">
                  <c:v>03-05-2022</c:v>
                </c:pt>
                <c:pt idx="11115">
                  <c:v>03-05-2022</c:v>
                </c:pt>
                <c:pt idx="11116">
                  <c:v>03-05-2022</c:v>
                </c:pt>
                <c:pt idx="11117">
                  <c:v>03-05-2022</c:v>
                </c:pt>
                <c:pt idx="11118">
                  <c:v>03-05-2022</c:v>
                </c:pt>
                <c:pt idx="11119">
                  <c:v>03-05-2022</c:v>
                </c:pt>
                <c:pt idx="11120">
                  <c:v>03-05-2022</c:v>
                </c:pt>
                <c:pt idx="11121">
                  <c:v>03-05-2022</c:v>
                </c:pt>
                <c:pt idx="11122">
                  <c:v>03-05-2022</c:v>
                </c:pt>
                <c:pt idx="11123">
                  <c:v>04-05-2022</c:v>
                </c:pt>
                <c:pt idx="11124">
                  <c:v>04-05-2022</c:v>
                </c:pt>
                <c:pt idx="11125">
                  <c:v>04-05-2022</c:v>
                </c:pt>
                <c:pt idx="11126">
                  <c:v>04-05-2022</c:v>
                </c:pt>
                <c:pt idx="11127">
                  <c:v>04-05-2022</c:v>
                </c:pt>
                <c:pt idx="11128">
                  <c:v>04-05-2022</c:v>
                </c:pt>
                <c:pt idx="11129">
                  <c:v>04-05-2022</c:v>
                </c:pt>
                <c:pt idx="11130">
                  <c:v>04-05-2022</c:v>
                </c:pt>
                <c:pt idx="11131">
                  <c:v>04-05-2022</c:v>
                </c:pt>
                <c:pt idx="11132">
                  <c:v>04-05-2022</c:v>
                </c:pt>
                <c:pt idx="11133">
                  <c:v>04-05-2022</c:v>
                </c:pt>
                <c:pt idx="11134">
                  <c:v>04-05-2022</c:v>
                </c:pt>
                <c:pt idx="11135">
                  <c:v>04-05-2022</c:v>
                </c:pt>
                <c:pt idx="11136">
                  <c:v>04-05-2022</c:v>
                </c:pt>
                <c:pt idx="11137">
                  <c:v>04-05-2022</c:v>
                </c:pt>
                <c:pt idx="11138">
                  <c:v>04-05-2022</c:v>
                </c:pt>
                <c:pt idx="11139">
                  <c:v>04-05-2022</c:v>
                </c:pt>
                <c:pt idx="11140">
                  <c:v>04-05-2022</c:v>
                </c:pt>
                <c:pt idx="11141">
                  <c:v>04-05-2022</c:v>
                </c:pt>
                <c:pt idx="11142">
                  <c:v>04-05-2022</c:v>
                </c:pt>
                <c:pt idx="11143">
                  <c:v>04-05-2022</c:v>
                </c:pt>
                <c:pt idx="11144">
                  <c:v>04-05-2022</c:v>
                </c:pt>
                <c:pt idx="11145">
                  <c:v>04-05-2022</c:v>
                </c:pt>
                <c:pt idx="11146">
                  <c:v>04-05-2022</c:v>
                </c:pt>
                <c:pt idx="11147">
                  <c:v>04-05-2022</c:v>
                </c:pt>
                <c:pt idx="11148">
                  <c:v>04-05-2022</c:v>
                </c:pt>
                <c:pt idx="11149">
                  <c:v>04-05-2022</c:v>
                </c:pt>
                <c:pt idx="11150">
                  <c:v>04-05-2022</c:v>
                </c:pt>
                <c:pt idx="11151">
                  <c:v>04-05-2022</c:v>
                </c:pt>
                <c:pt idx="11152">
                  <c:v>04-05-2022</c:v>
                </c:pt>
                <c:pt idx="11153">
                  <c:v>04-05-2022</c:v>
                </c:pt>
                <c:pt idx="11154">
                  <c:v>04-05-2022</c:v>
                </c:pt>
                <c:pt idx="11155">
                  <c:v>04-05-2022</c:v>
                </c:pt>
                <c:pt idx="11156">
                  <c:v>04-05-2022</c:v>
                </c:pt>
                <c:pt idx="11157">
                  <c:v>04-05-2022</c:v>
                </c:pt>
                <c:pt idx="11158">
                  <c:v>04-05-2022</c:v>
                </c:pt>
                <c:pt idx="11159">
                  <c:v>04-05-2022</c:v>
                </c:pt>
                <c:pt idx="11160">
                  <c:v>04-05-2022</c:v>
                </c:pt>
                <c:pt idx="11161">
                  <c:v>04-05-2022</c:v>
                </c:pt>
                <c:pt idx="11162">
                  <c:v>04-05-2022</c:v>
                </c:pt>
                <c:pt idx="11163">
                  <c:v>05-05-2022</c:v>
                </c:pt>
                <c:pt idx="11164">
                  <c:v>05-05-2022</c:v>
                </c:pt>
                <c:pt idx="11165">
                  <c:v>05-05-2022</c:v>
                </c:pt>
                <c:pt idx="11166">
                  <c:v>05-05-2022</c:v>
                </c:pt>
                <c:pt idx="11167">
                  <c:v>05-05-2022</c:v>
                </c:pt>
                <c:pt idx="11168">
                  <c:v>05-05-2022</c:v>
                </c:pt>
                <c:pt idx="11169">
                  <c:v>05-05-2022</c:v>
                </c:pt>
                <c:pt idx="11170">
                  <c:v>05-05-2022</c:v>
                </c:pt>
                <c:pt idx="11171">
                  <c:v>05-05-2022</c:v>
                </c:pt>
                <c:pt idx="11172">
                  <c:v>05-05-2022</c:v>
                </c:pt>
                <c:pt idx="11173">
                  <c:v>05-05-2022</c:v>
                </c:pt>
                <c:pt idx="11174">
                  <c:v>05-05-2022</c:v>
                </c:pt>
                <c:pt idx="11175">
                  <c:v>05-05-2022</c:v>
                </c:pt>
                <c:pt idx="11176">
                  <c:v>05-05-2022</c:v>
                </c:pt>
                <c:pt idx="11177">
                  <c:v>05-05-2022</c:v>
                </c:pt>
                <c:pt idx="11178">
                  <c:v>05-05-2022</c:v>
                </c:pt>
                <c:pt idx="11179">
                  <c:v>05-05-2022</c:v>
                </c:pt>
                <c:pt idx="11180">
                  <c:v>05-05-2022</c:v>
                </c:pt>
                <c:pt idx="11181">
                  <c:v>05-05-2022</c:v>
                </c:pt>
                <c:pt idx="11182">
                  <c:v>05-05-2022</c:v>
                </c:pt>
                <c:pt idx="11183">
                  <c:v>05-05-2022</c:v>
                </c:pt>
                <c:pt idx="11184">
                  <c:v>05-05-2022</c:v>
                </c:pt>
                <c:pt idx="11185">
                  <c:v>05-05-2022</c:v>
                </c:pt>
                <c:pt idx="11186">
                  <c:v>05-05-2022</c:v>
                </c:pt>
                <c:pt idx="11187">
                  <c:v>05-05-2022</c:v>
                </c:pt>
                <c:pt idx="11188">
                  <c:v>05-05-2022</c:v>
                </c:pt>
                <c:pt idx="11189">
                  <c:v>05-05-2022</c:v>
                </c:pt>
                <c:pt idx="11190">
                  <c:v>05-05-2022</c:v>
                </c:pt>
                <c:pt idx="11191">
                  <c:v>05-05-2022</c:v>
                </c:pt>
                <c:pt idx="11192">
                  <c:v>05-05-2022</c:v>
                </c:pt>
                <c:pt idx="11193">
                  <c:v>05-05-2022</c:v>
                </c:pt>
                <c:pt idx="11194">
                  <c:v>05-05-2022</c:v>
                </c:pt>
                <c:pt idx="11195">
                  <c:v>05-05-2022</c:v>
                </c:pt>
                <c:pt idx="11196">
                  <c:v>05-05-2022</c:v>
                </c:pt>
                <c:pt idx="11197">
                  <c:v>05-05-2022</c:v>
                </c:pt>
                <c:pt idx="11198">
                  <c:v>05-05-2022</c:v>
                </c:pt>
                <c:pt idx="11199">
                  <c:v>05-05-2022</c:v>
                </c:pt>
                <c:pt idx="11200">
                  <c:v>05-05-2022</c:v>
                </c:pt>
                <c:pt idx="11201">
                  <c:v>05-05-2022</c:v>
                </c:pt>
                <c:pt idx="11202">
                  <c:v>05-05-2022</c:v>
                </c:pt>
                <c:pt idx="11203">
                  <c:v>05-05-2022</c:v>
                </c:pt>
                <c:pt idx="11204">
                  <c:v>05-05-2022</c:v>
                </c:pt>
                <c:pt idx="11205">
                  <c:v>05-05-2022</c:v>
                </c:pt>
                <c:pt idx="11206">
                  <c:v>05-05-2022</c:v>
                </c:pt>
                <c:pt idx="11207">
                  <c:v>05-05-2022</c:v>
                </c:pt>
                <c:pt idx="11208">
                  <c:v>05-05-2022</c:v>
                </c:pt>
                <c:pt idx="11209">
                  <c:v>05-05-2022</c:v>
                </c:pt>
                <c:pt idx="11210">
                  <c:v>06-05-2022</c:v>
                </c:pt>
                <c:pt idx="11211">
                  <c:v>06-05-2022</c:v>
                </c:pt>
                <c:pt idx="11212">
                  <c:v>06-05-2022</c:v>
                </c:pt>
                <c:pt idx="11213">
                  <c:v>06-05-2022</c:v>
                </c:pt>
                <c:pt idx="11214">
                  <c:v>06-05-2022</c:v>
                </c:pt>
                <c:pt idx="11215">
                  <c:v>06-05-2022</c:v>
                </c:pt>
                <c:pt idx="11216">
                  <c:v>06-05-2022</c:v>
                </c:pt>
                <c:pt idx="11217">
                  <c:v>06-05-2022</c:v>
                </c:pt>
                <c:pt idx="11218">
                  <c:v>06-05-2022</c:v>
                </c:pt>
                <c:pt idx="11219">
                  <c:v>06-05-2022</c:v>
                </c:pt>
                <c:pt idx="11220">
                  <c:v>06-05-2022</c:v>
                </c:pt>
                <c:pt idx="11221">
                  <c:v>06-05-2022</c:v>
                </c:pt>
                <c:pt idx="11222">
                  <c:v>06-05-2022</c:v>
                </c:pt>
                <c:pt idx="11223">
                  <c:v>06-05-2022</c:v>
                </c:pt>
                <c:pt idx="11224">
                  <c:v>06-05-2022</c:v>
                </c:pt>
                <c:pt idx="11225">
                  <c:v>06-05-2022</c:v>
                </c:pt>
                <c:pt idx="11226">
                  <c:v>06-05-2022</c:v>
                </c:pt>
                <c:pt idx="11227">
                  <c:v>06-05-2022</c:v>
                </c:pt>
                <c:pt idx="11228">
                  <c:v>06-05-2022</c:v>
                </c:pt>
                <c:pt idx="11229">
                  <c:v>06-05-2022</c:v>
                </c:pt>
                <c:pt idx="11230">
                  <c:v>06-05-2022</c:v>
                </c:pt>
                <c:pt idx="11231">
                  <c:v>06-05-2022</c:v>
                </c:pt>
                <c:pt idx="11232">
                  <c:v>06-05-2022</c:v>
                </c:pt>
                <c:pt idx="11233">
                  <c:v>06-05-2022</c:v>
                </c:pt>
                <c:pt idx="11234">
                  <c:v>06-05-2022</c:v>
                </c:pt>
                <c:pt idx="11235">
                  <c:v>06-05-2022</c:v>
                </c:pt>
                <c:pt idx="11236">
                  <c:v>06-05-2022</c:v>
                </c:pt>
                <c:pt idx="11237">
                  <c:v>06-05-2022</c:v>
                </c:pt>
                <c:pt idx="11238">
                  <c:v>06-05-2022</c:v>
                </c:pt>
                <c:pt idx="11239">
                  <c:v>06-05-2022</c:v>
                </c:pt>
                <c:pt idx="11240">
                  <c:v>06-05-2022</c:v>
                </c:pt>
                <c:pt idx="11241">
                  <c:v>06-05-2022</c:v>
                </c:pt>
                <c:pt idx="11242">
                  <c:v>06-05-2022</c:v>
                </c:pt>
                <c:pt idx="11243">
                  <c:v>06-05-2022</c:v>
                </c:pt>
                <c:pt idx="11244">
                  <c:v>06-05-2022</c:v>
                </c:pt>
                <c:pt idx="11245">
                  <c:v>06-05-2022</c:v>
                </c:pt>
                <c:pt idx="11246">
                  <c:v>06-05-2022</c:v>
                </c:pt>
                <c:pt idx="11247">
                  <c:v>06-05-2022</c:v>
                </c:pt>
                <c:pt idx="11248">
                  <c:v>06-05-2022</c:v>
                </c:pt>
                <c:pt idx="11249">
                  <c:v>06-05-2022</c:v>
                </c:pt>
                <c:pt idx="11250">
                  <c:v>06-05-2022</c:v>
                </c:pt>
                <c:pt idx="11251">
                  <c:v>06-05-2022</c:v>
                </c:pt>
                <c:pt idx="11252">
                  <c:v>06-05-2022</c:v>
                </c:pt>
                <c:pt idx="11253">
                  <c:v>06-05-2022</c:v>
                </c:pt>
                <c:pt idx="11254">
                  <c:v>06-05-2022</c:v>
                </c:pt>
                <c:pt idx="11255">
                  <c:v>06-05-2022</c:v>
                </c:pt>
                <c:pt idx="11256">
                  <c:v>06-05-2022</c:v>
                </c:pt>
                <c:pt idx="11257">
                  <c:v>06-05-2022</c:v>
                </c:pt>
                <c:pt idx="11258">
                  <c:v>06-05-2022</c:v>
                </c:pt>
                <c:pt idx="11259">
                  <c:v>06-05-2022</c:v>
                </c:pt>
                <c:pt idx="11260">
                  <c:v>07-05-2022</c:v>
                </c:pt>
                <c:pt idx="11261">
                  <c:v>07-05-2022</c:v>
                </c:pt>
                <c:pt idx="11262">
                  <c:v>07-05-2022</c:v>
                </c:pt>
                <c:pt idx="11263">
                  <c:v>07-05-2022</c:v>
                </c:pt>
                <c:pt idx="11264">
                  <c:v>07-05-2022</c:v>
                </c:pt>
                <c:pt idx="11265">
                  <c:v>07-05-2022</c:v>
                </c:pt>
                <c:pt idx="11266">
                  <c:v>07-05-2022</c:v>
                </c:pt>
                <c:pt idx="11267">
                  <c:v>07-05-2022</c:v>
                </c:pt>
                <c:pt idx="11268">
                  <c:v>07-05-2022</c:v>
                </c:pt>
                <c:pt idx="11269">
                  <c:v>07-05-2022</c:v>
                </c:pt>
                <c:pt idx="11270">
                  <c:v>07-05-2022</c:v>
                </c:pt>
                <c:pt idx="11271">
                  <c:v>07-05-2022</c:v>
                </c:pt>
                <c:pt idx="11272">
                  <c:v>07-05-2022</c:v>
                </c:pt>
                <c:pt idx="11273">
                  <c:v>07-05-2022</c:v>
                </c:pt>
                <c:pt idx="11274">
                  <c:v>07-05-2022</c:v>
                </c:pt>
                <c:pt idx="11275">
                  <c:v>07-05-2022</c:v>
                </c:pt>
                <c:pt idx="11276">
                  <c:v>07-05-2022</c:v>
                </c:pt>
                <c:pt idx="11277">
                  <c:v>07-05-2022</c:v>
                </c:pt>
                <c:pt idx="11278">
                  <c:v>07-05-2022</c:v>
                </c:pt>
                <c:pt idx="11279">
                  <c:v>07-05-2022</c:v>
                </c:pt>
                <c:pt idx="11280">
                  <c:v>07-05-2022</c:v>
                </c:pt>
                <c:pt idx="11281">
                  <c:v>07-05-2022</c:v>
                </c:pt>
                <c:pt idx="11282">
                  <c:v>07-05-2022</c:v>
                </c:pt>
                <c:pt idx="11283">
                  <c:v>07-05-2022</c:v>
                </c:pt>
                <c:pt idx="11284">
                  <c:v>07-05-2022</c:v>
                </c:pt>
                <c:pt idx="11285">
                  <c:v>07-05-2022</c:v>
                </c:pt>
                <c:pt idx="11286">
                  <c:v>07-05-2022</c:v>
                </c:pt>
                <c:pt idx="11287">
                  <c:v>07-05-2022</c:v>
                </c:pt>
                <c:pt idx="11288">
                  <c:v>07-05-2022</c:v>
                </c:pt>
                <c:pt idx="11289">
                  <c:v>07-05-2022</c:v>
                </c:pt>
                <c:pt idx="11290">
                  <c:v>07-05-2022</c:v>
                </c:pt>
                <c:pt idx="11291">
                  <c:v>07-05-2022</c:v>
                </c:pt>
                <c:pt idx="11292">
                  <c:v>07-05-2022</c:v>
                </c:pt>
                <c:pt idx="11293">
                  <c:v>07-05-2022</c:v>
                </c:pt>
                <c:pt idx="11294">
                  <c:v>07-05-2022</c:v>
                </c:pt>
                <c:pt idx="11295">
                  <c:v>07-05-2022</c:v>
                </c:pt>
                <c:pt idx="11296">
                  <c:v>07-05-2022</c:v>
                </c:pt>
                <c:pt idx="11297">
                  <c:v>07-05-2022</c:v>
                </c:pt>
                <c:pt idx="11298">
                  <c:v>07-05-2022</c:v>
                </c:pt>
                <c:pt idx="11299">
                  <c:v>07-05-2022</c:v>
                </c:pt>
                <c:pt idx="11300">
                  <c:v>08-05-2022</c:v>
                </c:pt>
                <c:pt idx="11301">
                  <c:v>08-05-2022</c:v>
                </c:pt>
                <c:pt idx="11302">
                  <c:v>08-05-2022</c:v>
                </c:pt>
                <c:pt idx="11303">
                  <c:v>08-05-2022</c:v>
                </c:pt>
                <c:pt idx="11304">
                  <c:v>08-05-2022</c:v>
                </c:pt>
                <c:pt idx="11305">
                  <c:v>08-05-2022</c:v>
                </c:pt>
                <c:pt idx="11306">
                  <c:v>08-05-2022</c:v>
                </c:pt>
                <c:pt idx="11307">
                  <c:v>08-05-2022</c:v>
                </c:pt>
                <c:pt idx="11308">
                  <c:v>08-05-2022</c:v>
                </c:pt>
                <c:pt idx="11309">
                  <c:v>08-05-2022</c:v>
                </c:pt>
                <c:pt idx="11310">
                  <c:v>08-05-2022</c:v>
                </c:pt>
                <c:pt idx="11311">
                  <c:v>08-05-2022</c:v>
                </c:pt>
                <c:pt idx="11312">
                  <c:v>08-05-2022</c:v>
                </c:pt>
                <c:pt idx="11313">
                  <c:v>08-05-2022</c:v>
                </c:pt>
                <c:pt idx="11314">
                  <c:v>08-05-2022</c:v>
                </c:pt>
                <c:pt idx="11315">
                  <c:v>08-05-2022</c:v>
                </c:pt>
                <c:pt idx="11316">
                  <c:v>08-05-2022</c:v>
                </c:pt>
                <c:pt idx="11317">
                  <c:v>08-05-2022</c:v>
                </c:pt>
                <c:pt idx="11318">
                  <c:v>08-05-2022</c:v>
                </c:pt>
                <c:pt idx="11319">
                  <c:v>08-05-2022</c:v>
                </c:pt>
                <c:pt idx="11320">
                  <c:v>08-05-2022</c:v>
                </c:pt>
                <c:pt idx="11321">
                  <c:v>08-05-2022</c:v>
                </c:pt>
                <c:pt idx="11322">
                  <c:v>08-05-2022</c:v>
                </c:pt>
                <c:pt idx="11323">
                  <c:v>08-05-2022</c:v>
                </c:pt>
                <c:pt idx="11324">
                  <c:v>08-05-2022</c:v>
                </c:pt>
                <c:pt idx="11325">
                  <c:v>08-05-2022</c:v>
                </c:pt>
                <c:pt idx="11326">
                  <c:v>08-05-2022</c:v>
                </c:pt>
                <c:pt idx="11327">
                  <c:v>08-05-2022</c:v>
                </c:pt>
                <c:pt idx="11328">
                  <c:v>08-05-2022</c:v>
                </c:pt>
                <c:pt idx="11329">
                  <c:v>08-05-2022</c:v>
                </c:pt>
                <c:pt idx="11330">
                  <c:v>08-05-2022</c:v>
                </c:pt>
                <c:pt idx="11331">
                  <c:v>08-05-2022</c:v>
                </c:pt>
                <c:pt idx="11332">
                  <c:v>08-05-2022</c:v>
                </c:pt>
                <c:pt idx="11333">
                  <c:v>08-05-2022</c:v>
                </c:pt>
                <c:pt idx="11334">
                  <c:v>08-05-2022</c:v>
                </c:pt>
                <c:pt idx="11335">
                  <c:v>08-05-2022</c:v>
                </c:pt>
                <c:pt idx="11336">
                  <c:v>08-05-2022</c:v>
                </c:pt>
                <c:pt idx="11337">
                  <c:v>08-05-2022</c:v>
                </c:pt>
                <c:pt idx="11338">
                  <c:v>08-05-2022</c:v>
                </c:pt>
                <c:pt idx="11339">
                  <c:v>08-05-2022</c:v>
                </c:pt>
                <c:pt idx="11340">
                  <c:v>09-05-2022</c:v>
                </c:pt>
                <c:pt idx="11341">
                  <c:v>09-05-2022</c:v>
                </c:pt>
                <c:pt idx="11342">
                  <c:v>09-05-2022</c:v>
                </c:pt>
                <c:pt idx="11343">
                  <c:v>09-05-2022</c:v>
                </c:pt>
                <c:pt idx="11344">
                  <c:v>09-05-2022</c:v>
                </c:pt>
                <c:pt idx="11345">
                  <c:v>09-05-2022</c:v>
                </c:pt>
                <c:pt idx="11346">
                  <c:v>09-05-2022</c:v>
                </c:pt>
                <c:pt idx="11347">
                  <c:v>09-05-2022</c:v>
                </c:pt>
                <c:pt idx="11348">
                  <c:v>09-05-2022</c:v>
                </c:pt>
                <c:pt idx="11349">
                  <c:v>09-05-2022</c:v>
                </c:pt>
                <c:pt idx="11350">
                  <c:v>09-05-2022</c:v>
                </c:pt>
                <c:pt idx="11351">
                  <c:v>09-05-2022</c:v>
                </c:pt>
                <c:pt idx="11352">
                  <c:v>09-05-2022</c:v>
                </c:pt>
                <c:pt idx="11353">
                  <c:v>09-05-2022</c:v>
                </c:pt>
                <c:pt idx="11354">
                  <c:v>09-05-2022</c:v>
                </c:pt>
                <c:pt idx="11355">
                  <c:v>09-05-2022</c:v>
                </c:pt>
                <c:pt idx="11356">
                  <c:v>09-05-2022</c:v>
                </c:pt>
                <c:pt idx="11357">
                  <c:v>09-05-2022</c:v>
                </c:pt>
                <c:pt idx="11358">
                  <c:v>09-05-2022</c:v>
                </c:pt>
                <c:pt idx="11359">
                  <c:v>09-05-2022</c:v>
                </c:pt>
                <c:pt idx="11360">
                  <c:v>09-05-2022</c:v>
                </c:pt>
                <c:pt idx="11361">
                  <c:v>09-05-2022</c:v>
                </c:pt>
                <c:pt idx="11362">
                  <c:v>09-05-2022</c:v>
                </c:pt>
                <c:pt idx="11363">
                  <c:v>09-05-2022</c:v>
                </c:pt>
                <c:pt idx="11364">
                  <c:v>09-05-2022</c:v>
                </c:pt>
                <c:pt idx="11365">
                  <c:v>09-05-2022</c:v>
                </c:pt>
                <c:pt idx="11366">
                  <c:v>09-05-2022</c:v>
                </c:pt>
                <c:pt idx="11367">
                  <c:v>09-05-2022</c:v>
                </c:pt>
                <c:pt idx="11368">
                  <c:v>09-05-2022</c:v>
                </c:pt>
                <c:pt idx="11369">
                  <c:v>09-05-2022</c:v>
                </c:pt>
                <c:pt idx="11370">
                  <c:v>09-05-2022</c:v>
                </c:pt>
                <c:pt idx="11371">
                  <c:v>09-05-2022</c:v>
                </c:pt>
                <c:pt idx="11372">
                  <c:v>09-05-2022</c:v>
                </c:pt>
                <c:pt idx="11373">
                  <c:v>09-05-2022</c:v>
                </c:pt>
                <c:pt idx="11374">
                  <c:v>09-05-2022</c:v>
                </c:pt>
                <c:pt idx="11375">
                  <c:v>09-05-2022</c:v>
                </c:pt>
                <c:pt idx="11376">
                  <c:v>09-05-2022</c:v>
                </c:pt>
                <c:pt idx="11377">
                  <c:v>09-05-2022</c:v>
                </c:pt>
                <c:pt idx="11378">
                  <c:v>09-05-2022</c:v>
                </c:pt>
                <c:pt idx="11379">
                  <c:v>09-05-2022</c:v>
                </c:pt>
                <c:pt idx="11380">
                  <c:v>10-05-2022</c:v>
                </c:pt>
                <c:pt idx="11381">
                  <c:v>10-05-2022</c:v>
                </c:pt>
                <c:pt idx="11382">
                  <c:v>10-05-2022</c:v>
                </c:pt>
                <c:pt idx="11383">
                  <c:v>10-05-2022</c:v>
                </c:pt>
                <c:pt idx="11384">
                  <c:v>10-05-2022</c:v>
                </c:pt>
                <c:pt idx="11385">
                  <c:v>10-05-2022</c:v>
                </c:pt>
                <c:pt idx="11386">
                  <c:v>10-05-2022</c:v>
                </c:pt>
                <c:pt idx="11387">
                  <c:v>10-05-2022</c:v>
                </c:pt>
                <c:pt idx="11388">
                  <c:v>10-05-2022</c:v>
                </c:pt>
                <c:pt idx="11389">
                  <c:v>10-05-2022</c:v>
                </c:pt>
                <c:pt idx="11390">
                  <c:v>10-05-2022</c:v>
                </c:pt>
                <c:pt idx="11391">
                  <c:v>10-05-2022</c:v>
                </c:pt>
                <c:pt idx="11392">
                  <c:v>10-05-2022</c:v>
                </c:pt>
                <c:pt idx="11393">
                  <c:v>10-05-2022</c:v>
                </c:pt>
                <c:pt idx="11394">
                  <c:v>10-05-2022</c:v>
                </c:pt>
                <c:pt idx="11395">
                  <c:v>10-05-2022</c:v>
                </c:pt>
                <c:pt idx="11396">
                  <c:v>10-05-2022</c:v>
                </c:pt>
                <c:pt idx="11397">
                  <c:v>10-05-2022</c:v>
                </c:pt>
                <c:pt idx="11398">
                  <c:v>10-05-2022</c:v>
                </c:pt>
                <c:pt idx="11399">
                  <c:v>10-05-2022</c:v>
                </c:pt>
                <c:pt idx="11400">
                  <c:v>10-05-2022</c:v>
                </c:pt>
                <c:pt idx="11401">
                  <c:v>10-05-2022</c:v>
                </c:pt>
                <c:pt idx="11402">
                  <c:v>10-05-2022</c:v>
                </c:pt>
                <c:pt idx="11403">
                  <c:v>10-05-2022</c:v>
                </c:pt>
                <c:pt idx="11404">
                  <c:v>10-05-2022</c:v>
                </c:pt>
                <c:pt idx="11405">
                  <c:v>10-05-2022</c:v>
                </c:pt>
                <c:pt idx="11406">
                  <c:v>10-05-2022</c:v>
                </c:pt>
                <c:pt idx="11407">
                  <c:v>10-05-2022</c:v>
                </c:pt>
                <c:pt idx="11408">
                  <c:v>10-05-2022</c:v>
                </c:pt>
                <c:pt idx="11409">
                  <c:v>10-05-2022</c:v>
                </c:pt>
                <c:pt idx="11410">
                  <c:v>10-05-2022</c:v>
                </c:pt>
                <c:pt idx="11411">
                  <c:v>10-05-2022</c:v>
                </c:pt>
                <c:pt idx="11412">
                  <c:v>10-05-2022</c:v>
                </c:pt>
                <c:pt idx="11413">
                  <c:v>10-05-2022</c:v>
                </c:pt>
                <c:pt idx="11414">
                  <c:v>10-05-2022</c:v>
                </c:pt>
                <c:pt idx="11415">
                  <c:v>10-05-2022</c:v>
                </c:pt>
                <c:pt idx="11416">
                  <c:v>10-05-2022</c:v>
                </c:pt>
                <c:pt idx="11417">
                  <c:v>10-05-2022</c:v>
                </c:pt>
                <c:pt idx="11418">
                  <c:v>10-05-2022</c:v>
                </c:pt>
                <c:pt idx="11419">
                  <c:v>10-05-2022</c:v>
                </c:pt>
                <c:pt idx="11420">
                  <c:v>11-05-2022</c:v>
                </c:pt>
                <c:pt idx="11421">
                  <c:v>11-05-2022</c:v>
                </c:pt>
                <c:pt idx="11422">
                  <c:v>11-05-2022</c:v>
                </c:pt>
                <c:pt idx="11423">
                  <c:v>11-05-2022</c:v>
                </c:pt>
                <c:pt idx="11424">
                  <c:v>11-05-2022</c:v>
                </c:pt>
                <c:pt idx="11425">
                  <c:v>11-05-2022</c:v>
                </c:pt>
                <c:pt idx="11426">
                  <c:v>11-05-2022</c:v>
                </c:pt>
                <c:pt idx="11427">
                  <c:v>11-05-2022</c:v>
                </c:pt>
                <c:pt idx="11428">
                  <c:v>11-05-2022</c:v>
                </c:pt>
                <c:pt idx="11429">
                  <c:v>11-05-2022</c:v>
                </c:pt>
                <c:pt idx="11430">
                  <c:v>11-05-2022</c:v>
                </c:pt>
                <c:pt idx="11431">
                  <c:v>11-05-2022</c:v>
                </c:pt>
                <c:pt idx="11432">
                  <c:v>11-05-2022</c:v>
                </c:pt>
                <c:pt idx="11433">
                  <c:v>11-05-2022</c:v>
                </c:pt>
                <c:pt idx="11434">
                  <c:v>11-05-2022</c:v>
                </c:pt>
                <c:pt idx="11435">
                  <c:v>11-05-2022</c:v>
                </c:pt>
                <c:pt idx="11436">
                  <c:v>11-05-2022</c:v>
                </c:pt>
                <c:pt idx="11437">
                  <c:v>11-05-2022</c:v>
                </c:pt>
                <c:pt idx="11438">
                  <c:v>11-05-2022</c:v>
                </c:pt>
                <c:pt idx="11439">
                  <c:v>11-05-2022</c:v>
                </c:pt>
                <c:pt idx="11440">
                  <c:v>11-05-2022</c:v>
                </c:pt>
                <c:pt idx="11441">
                  <c:v>11-05-2022</c:v>
                </c:pt>
                <c:pt idx="11442">
                  <c:v>11-05-2022</c:v>
                </c:pt>
                <c:pt idx="11443">
                  <c:v>11-05-2022</c:v>
                </c:pt>
                <c:pt idx="11444">
                  <c:v>11-05-2022</c:v>
                </c:pt>
                <c:pt idx="11445">
                  <c:v>11-05-2022</c:v>
                </c:pt>
                <c:pt idx="11446">
                  <c:v>11-05-2022</c:v>
                </c:pt>
                <c:pt idx="11447">
                  <c:v>11-05-2022</c:v>
                </c:pt>
                <c:pt idx="11448">
                  <c:v>11-05-2022</c:v>
                </c:pt>
                <c:pt idx="11449">
                  <c:v>11-05-2022</c:v>
                </c:pt>
                <c:pt idx="11450">
                  <c:v>11-05-2022</c:v>
                </c:pt>
                <c:pt idx="11451">
                  <c:v>11-05-2022</c:v>
                </c:pt>
                <c:pt idx="11452">
                  <c:v>11-05-2022</c:v>
                </c:pt>
                <c:pt idx="11453">
                  <c:v>11-05-2022</c:v>
                </c:pt>
                <c:pt idx="11454">
                  <c:v>11-05-2022</c:v>
                </c:pt>
                <c:pt idx="11455">
                  <c:v>11-05-2022</c:v>
                </c:pt>
                <c:pt idx="11456">
                  <c:v>11-05-2022</c:v>
                </c:pt>
                <c:pt idx="11457">
                  <c:v>11-05-2022</c:v>
                </c:pt>
                <c:pt idx="11458">
                  <c:v>11-05-2022</c:v>
                </c:pt>
                <c:pt idx="11459">
                  <c:v>11-05-2022</c:v>
                </c:pt>
                <c:pt idx="11460">
                  <c:v>12-05-2022</c:v>
                </c:pt>
                <c:pt idx="11461">
                  <c:v>12-05-2022</c:v>
                </c:pt>
                <c:pt idx="11462">
                  <c:v>12-05-2022</c:v>
                </c:pt>
                <c:pt idx="11463">
                  <c:v>12-05-2022</c:v>
                </c:pt>
                <c:pt idx="11464">
                  <c:v>12-05-2022</c:v>
                </c:pt>
                <c:pt idx="11465">
                  <c:v>12-05-2022</c:v>
                </c:pt>
                <c:pt idx="11466">
                  <c:v>12-05-2022</c:v>
                </c:pt>
                <c:pt idx="11467">
                  <c:v>12-05-2022</c:v>
                </c:pt>
                <c:pt idx="11468">
                  <c:v>12-05-2022</c:v>
                </c:pt>
                <c:pt idx="11469">
                  <c:v>12-05-2022</c:v>
                </c:pt>
                <c:pt idx="11470">
                  <c:v>12-05-2022</c:v>
                </c:pt>
                <c:pt idx="11471">
                  <c:v>12-05-2022</c:v>
                </c:pt>
                <c:pt idx="11472">
                  <c:v>12-05-2022</c:v>
                </c:pt>
                <c:pt idx="11473">
                  <c:v>12-05-2022</c:v>
                </c:pt>
                <c:pt idx="11474">
                  <c:v>12-05-2022</c:v>
                </c:pt>
                <c:pt idx="11475">
                  <c:v>12-05-2022</c:v>
                </c:pt>
                <c:pt idx="11476">
                  <c:v>12-05-2022</c:v>
                </c:pt>
                <c:pt idx="11477">
                  <c:v>12-05-2022</c:v>
                </c:pt>
                <c:pt idx="11478">
                  <c:v>12-05-2022</c:v>
                </c:pt>
                <c:pt idx="11479">
                  <c:v>12-05-2022</c:v>
                </c:pt>
                <c:pt idx="11480">
                  <c:v>12-05-2022</c:v>
                </c:pt>
                <c:pt idx="11481">
                  <c:v>12-05-2022</c:v>
                </c:pt>
                <c:pt idx="11482">
                  <c:v>12-05-2022</c:v>
                </c:pt>
                <c:pt idx="11483">
                  <c:v>12-05-2022</c:v>
                </c:pt>
                <c:pt idx="11484">
                  <c:v>12-05-2022</c:v>
                </c:pt>
                <c:pt idx="11485">
                  <c:v>12-05-2022</c:v>
                </c:pt>
                <c:pt idx="11486">
                  <c:v>12-05-2022</c:v>
                </c:pt>
                <c:pt idx="11487">
                  <c:v>12-05-2022</c:v>
                </c:pt>
                <c:pt idx="11488">
                  <c:v>12-05-2022</c:v>
                </c:pt>
                <c:pt idx="11489">
                  <c:v>12-05-2022</c:v>
                </c:pt>
                <c:pt idx="11490">
                  <c:v>12-05-2022</c:v>
                </c:pt>
                <c:pt idx="11491">
                  <c:v>12-05-2022</c:v>
                </c:pt>
                <c:pt idx="11492">
                  <c:v>12-05-2022</c:v>
                </c:pt>
                <c:pt idx="11493">
                  <c:v>12-05-2022</c:v>
                </c:pt>
                <c:pt idx="11494">
                  <c:v>12-05-2022</c:v>
                </c:pt>
                <c:pt idx="11495">
                  <c:v>12-05-2022</c:v>
                </c:pt>
                <c:pt idx="11496">
                  <c:v>12-05-2022</c:v>
                </c:pt>
                <c:pt idx="11497">
                  <c:v>12-05-2022</c:v>
                </c:pt>
                <c:pt idx="11498">
                  <c:v>12-05-2022</c:v>
                </c:pt>
                <c:pt idx="11499">
                  <c:v>12-05-2022</c:v>
                </c:pt>
                <c:pt idx="11500">
                  <c:v>13-05-2022</c:v>
                </c:pt>
                <c:pt idx="11501">
                  <c:v>13-05-2022</c:v>
                </c:pt>
                <c:pt idx="11502">
                  <c:v>13-05-2022</c:v>
                </c:pt>
                <c:pt idx="11503">
                  <c:v>13-05-2022</c:v>
                </c:pt>
                <c:pt idx="11504">
                  <c:v>13-05-2022</c:v>
                </c:pt>
                <c:pt idx="11505">
                  <c:v>13-05-2022</c:v>
                </c:pt>
                <c:pt idx="11506">
                  <c:v>13-05-2022</c:v>
                </c:pt>
                <c:pt idx="11507">
                  <c:v>13-05-2022</c:v>
                </c:pt>
                <c:pt idx="11508">
                  <c:v>13-05-2022</c:v>
                </c:pt>
                <c:pt idx="11509">
                  <c:v>13-05-2022</c:v>
                </c:pt>
                <c:pt idx="11510">
                  <c:v>13-05-2022</c:v>
                </c:pt>
                <c:pt idx="11511">
                  <c:v>13-05-2022</c:v>
                </c:pt>
                <c:pt idx="11512">
                  <c:v>13-05-2022</c:v>
                </c:pt>
                <c:pt idx="11513">
                  <c:v>13-05-2022</c:v>
                </c:pt>
                <c:pt idx="11514">
                  <c:v>13-05-2022</c:v>
                </c:pt>
                <c:pt idx="11515">
                  <c:v>13-05-2022</c:v>
                </c:pt>
                <c:pt idx="11516">
                  <c:v>13-05-2022</c:v>
                </c:pt>
                <c:pt idx="11517">
                  <c:v>13-05-2022</c:v>
                </c:pt>
                <c:pt idx="11518">
                  <c:v>13-05-2022</c:v>
                </c:pt>
                <c:pt idx="11519">
                  <c:v>13-05-2022</c:v>
                </c:pt>
                <c:pt idx="11520">
                  <c:v>13-05-2022</c:v>
                </c:pt>
                <c:pt idx="11521">
                  <c:v>13-05-2022</c:v>
                </c:pt>
                <c:pt idx="11522">
                  <c:v>13-05-2022</c:v>
                </c:pt>
                <c:pt idx="11523">
                  <c:v>13-05-2022</c:v>
                </c:pt>
                <c:pt idx="11524">
                  <c:v>13-05-2022</c:v>
                </c:pt>
                <c:pt idx="11525">
                  <c:v>13-05-2022</c:v>
                </c:pt>
                <c:pt idx="11526">
                  <c:v>13-05-2022</c:v>
                </c:pt>
                <c:pt idx="11527">
                  <c:v>13-05-2022</c:v>
                </c:pt>
                <c:pt idx="11528">
                  <c:v>13-05-2022</c:v>
                </c:pt>
                <c:pt idx="11529">
                  <c:v>13-05-2022</c:v>
                </c:pt>
                <c:pt idx="11530">
                  <c:v>13-05-2022</c:v>
                </c:pt>
                <c:pt idx="11531">
                  <c:v>13-05-2022</c:v>
                </c:pt>
                <c:pt idx="11532">
                  <c:v>13-05-2022</c:v>
                </c:pt>
                <c:pt idx="11533">
                  <c:v>13-05-2022</c:v>
                </c:pt>
                <c:pt idx="11534">
                  <c:v>13-05-2022</c:v>
                </c:pt>
                <c:pt idx="11535">
                  <c:v>13-05-2022</c:v>
                </c:pt>
                <c:pt idx="11536">
                  <c:v>13-05-2022</c:v>
                </c:pt>
                <c:pt idx="11537">
                  <c:v>13-05-2022</c:v>
                </c:pt>
                <c:pt idx="11538">
                  <c:v>13-05-2022</c:v>
                </c:pt>
                <c:pt idx="11539">
                  <c:v>13-05-2022</c:v>
                </c:pt>
                <c:pt idx="11540">
                  <c:v>14-05-2022</c:v>
                </c:pt>
                <c:pt idx="11541">
                  <c:v>14-05-2022</c:v>
                </c:pt>
                <c:pt idx="11542">
                  <c:v>14-05-2022</c:v>
                </c:pt>
                <c:pt idx="11543">
                  <c:v>14-05-2022</c:v>
                </c:pt>
                <c:pt idx="11544">
                  <c:v>14-05-2022</c:v>
                </c:pt>
                <c:pt idx="11545">
                  <c:v>14-05-2022</c:v>
                </c:pt>
                <c:pt idx="11546">
                  <c:v>14-05-2022</c:v>
                </c:pt>
                <c:pt idx="11547">
                  <c:v>14-05-2022</c:v>
                </c:pt>
                <c:pt idx="11548">
                  <c:v>14-05-2022</c:v>
                </c:pt>
                <c:pt idx="11549">
                  <c:v>14-05-2022</c:v>
                </c:pt>
                <c:pt idx="11550">
                  <c:v>14-05-2022</c:v>
                </c:pt>
                <c:pt idx="11551">
                  <c:v>14-05-2022</c:v>
                </c:pt>
                <c:pt idx="11552">
                  <c:v>14-05-2022</c:v>
                </c:pt>
                <c:pt idx="11553">
                  <c:v>14-05-2022</c:v>
                </c:pt>
                <c:pt idx="11554">
                  <c:v>14-05-2022</c:v>
                </c:pt>
                <c:pt idx="11555">
                  <c:v>14-05-2022</c:v>
                </c:pt>
                <c:pt idx="11556">
                  <c:v>14-05-2022</c:v>
                </c:pt>
                <c:pt idx="11557">
                  <c:v>14-05-2022</c:v>
                </c:pt>
                <c:pt idx="11558">
                  <c:v>14-05-2022</c:v>
                </c:pt>
                <c:pt idx="11559">
                  <c:v>14-05-2022</c:v>
                </c:pt>
                <c:pt idx="11560">
                  <c:v>14-05-2022</c:v>
                </c:pt>
                <c:pt idx="11561">
                  <c:v>14-05-2022</c:v>
                </c:pt>
                <c:pt idx="11562">
                  <c:v>14-05-2022</c:v>
                </c:pt>
                <c:pt idx="11563">
                  <c:v>14-05-2022</c:v>
                </c:pt>
                <c:pt idx="11564">
                  <c:v>14-05-2022</c:v>
                </c:pt>
                <c:pt idx="11565">
                  <c:v>14-05-2022</c:v>
                </c:pt>
                <c:pt idx="11566">
                  <c:v>14-05-2022</c:v>
                </c:pt>
                <c:pt idx="11567">
                  <c:v>14-05-2022</c:v>
                </c:pt>
                <c:pt idx="11568">
                  <c:v>14-05-2022</c:v>
                </c:pt>
                <c:pt idx="11569">
                  <c:v>14-05-2022</c:v>
                </c:pt>
                <c:pt idx="11570">
                  <c:v>14-05-2022</c:v>
                </c:pt>
                <c:pt idx="11571">
                  <c:v>14-05-2022</c:v>
                </c:pt>
                <c:pt idx="11572">
                  <c:v>14-05-2022</c:v>
                </c:pt>
                <c:pt idx="11573">
                  <c:v>14-05-2022</c:v>
                </c:pt>
                <c:pt idx="11574">
                  <c:v>14-05-2022</c:v>
                </c:pt>
                <c:pt idx="11575">
                  <c:v>14-05-2022</c:v>
                </c:pt>
                <c:pt idx="11576">
                  <c:v>14-05-2022</c:v>
                </c:pt>
                <c:pt idx="11577">
                  <c:v>14-05-2022</c:v>
                </c:pt>
                <c:pt idx="11578">
                  <c:v>14-05-2022</c:v>
                </c:pt>
                <c:pt idx="11579">
                  <c:v>14-05-2022</c:v>
                </c:pt>
                <c:pt idx="11580">
                  <c:v>15-05-2022</c:v>
                </c:pt>
                <c:pt idx="11581">
                  <c:v>15-05-2022</c:v>
                </c:pt>
                <c:pt idx="11582">
                  <c:v>15-05-2022</c:v>
                </c:pt>
                <c:pt idx="11583">
                  <c:v>15-05-2022</c:v>
                </c:pt>
                <c:pt idx="11584">
                  <c:v>15-05-2022</c:v>
                </c:pt>
                <c:pt idx="11585">
                  <c:v>15-05-2022</c:v>
                </c:pt>
                <c:pt idx="11586">
                  <c:v>15-05-2022</c:v>
                </c:pt>
                <c:pt idx="11587">
                  <c:v>15-05-2022</c:v>
                </c:pt>
                <c:pt idx="11588">
                  <c:v>15-05-2022</c:v>
                </c:pt>
                <c:pt idx="11589">
                  <c:v>15-05-2022</c:v>
                </c:pt>
                <c:pt idx="11590">
                  <c:v>15-05-2022</c:v>
                </c:pt>
                <c:pt idx="11591">
                  <c:v>15-05-2022</c:v>
                </c:pt>
                <c:pt idx="11592">
                  <c:v>15-05-2022</c:v>
                </c:pt>
                <c:pt idx="11593">
                  <c:v>15-05-2022</c:v>
                </c:pt>
                <c:pt idx="11594">
                  <c:v>15-05-2022</c:v>
                </c:pt>
                <c:pt idx="11595">
                  <c:v>15-05-2022</c:v>
                </c:pt>
                <c:pt idx="11596">
                  <c:v>15-05-2022</c:v>
                </c:pt>
                <c:pt idx="11597">
                  <c:v>15-05-2022</c:v>
                </c:pt>
                <c:pt idx="11598">
                  <c:v>15-05-2022</c:v>
                </c:pt>
                <c:pt idx="11599">
                  <c:v>15-05-2022</c:v>
                </c:pt>
                <c:pt idx="11600">
                  <c:v>15-05-2022</c:v>
                </c:pt>
                <c:pt idx="11601">
                  <c:v>15-05-2022</c:v>
                </c:pt>
                <c:pt idx="11602">
                  <c:v>15-05-2022</c:v>
                </c:pt>
                <c:pt idx="11603">
                  <c:v>15-05-2022</c:v>
                </c:pt>
                <c:pt idx="11604">
                  <c:v>15-05-2022</c:v>
                </c:pt>
                <c:pt idx="11605">
                  <c:v>15-05-2022</c:v>
                </c:pt>
                <c:pt idx="11606">
                  <c:v>15-05-2022</c:v>
                </c:pt>
                <c:pt idx="11607">
                  <c:v>15-05-2022</c:v>
                </c:pt>
                <c:pt idx="11608">
                  <c:v>15-05-2022</c:v>
                </c:pt>
                <c:pt idx="11609">
                  <c:v>15-05-2022</c:v>
                </c:pt>
                <c:pt idx="11610">
                  <c:v>15-05-2022</c:v>
                </c:pt>
                <c:pt idx="11611">
                  <c:v>15-05-2022</c:v>
                </c:pt>
                <c:pt idx="11612">
                  <c:v>15-05-2022</c:v>
                </c:pt>
                <c:pt idx="11613">
                  <c:v>15-05-2022</c:v>
                </c:pt>
                <c:pt idx="11614">
                  <c:v>15-05-2022</c:v>
                </c:pt>
                <c:pt idx="11615">
                  <c:v>15-05-2022</c:v>
                </c:pt>
                <c:pt idx="11616">
                  <c:v>15-05-2022</c:v>
                </c:pt>
                <c:pt idx="11617">
                  <c:v>15-05-2022</c:v>
                </c:pt>
                <c:pt idx="11618">
                  <c:v>15-05-2022</c:v>
                </c:pt>
                <c:pt idx="11619">
                  <c:v>15-05-2022</c:v>
                </c:pt>
                <c:pt idx="11620">
                  <c:v>16-05-2022</c:v>
                </c:pt>
                <c:pt idx="11621">
                  <c:v>16-05-2022</c:v>
                </c:pt>
                <c:pt idx="11622">
                  <c:v>16-05-2022</c:v>
                </c:pt>
                <c:pt idx="11623">
                  <c:v>16-05-2022</c:v>
                </c:pt>
                <c:pt idx="11624">
                  <c:v>16-05-2022</c:v>
                </c:pt>
                <c:pt idx="11625">
                  <c:v>16-05-2022</c:v>
                </c:pt>
                <c:pt idx="11626">
                  <c:v>16-05-2022</c:v>
                </c:pt>
                <c:pt idx="11627">
                  <c:v>16-05-2022</c:v>
                </c:pt>
                <c:pt idx="11628">
                  <c:v>16-05-2022</c:v>
                </c:pt>
                <c:pt idx="11629">
                  <c:v>16-05-2022</c:v>
                </c:pt>
                <c:pt idx="11630">
                  <c:v>16-05-2022</c:v>
                </c:pt>
                <c:pt idx="11631">
                  <c:v>16-05-2022</c:v>
                </c:pt>
                <c:pt idx="11632">
                  <c:v>16-05-2022</c:v>
                </c:pt>
                <c:pt idx="11633">
                  <c:v>16-05-2022</c:v>
                </c:pt>
                <c:pt idx="11634">
                  <c:v>16-05-2022</c:v>
                </c:pt>
                <c:pt idx="11635">
                  <c:v>16-05-2022</c:v>
                </c:pt>
                <c:pt idx="11636">
                  <c:v>16-05-2022</c:v>
                </c:pt>
                <c:pt idx="11637">
                  <c:v>16-05-2022</c:v>
                </c:pt>
                <c:pt idx="11638">
                  <c:v>16-05-2022</c:v>
                </c:pt>
                <c:pt idx="11639">
                  <c:v>16-05-2022</c:v>
                </c:pt>
                <c:pt idx="11640">
                  <c:v>16-05-2022</c:v>
                </c:pt>
                <c:pt idx="11641">
                  <c:v>16-05-2022</c:v>
                </c:pt>
                <c:pt idx="11642">
                  <c:v>16-05-2022</c:v>
                </c:pt>
                <c:pt idx="11643">
                  <c:v>16-05-2022</c:v>
                </c:pt>
                <c:pt idx="11644">
                  <c:v>16-05-2022</c:v>
                </c:pt>
                <c:pt idx="11645">
                  <c:v>16-05-2022</c:v>
                </c:pt>
                <c:pt idx="11646">
                  <c:v>16-05-2022</c:v>
                </c:pt>
                <c:pt idx="11647">
                  <c:v>16-05-2022</c:v>
                </c:pt>
                <c:pt idx="11648">
                  <c:v>16-05-2022</c:v>
                </c:pt>
                <c:pt idx="11649">
                  <c:v>16-05-2022</c:v>
                </c:pt>
                <c:pt idx="11650">
                  <c:v>16-05-2022</c:v>
                </c:pt>
                <c:pt idx="11651">
                  <c:v>16-05-2022</c:v>
                </c:pt>
                <c:pt idx="11652">
                  <c:v>16-05-2022</c:v>
                </c:pt>
                <c:pt idx="11653">
                  <c:v>16-05-2022</c:v>
                </c:pt>
                <c:pt idx="11654">
                  <c:v>16-05-2022</c:v>
                </c:pt>
                <c:pt idx="11655">
                  <c:v>16-05-2022</c:v>
                </c:pt>
                <c:pt idx="11656">
                  <c:v>16-05-2022</c:v>
                </c:pt>
                <c:pt idx="11657">
                  <c:v>16-05-2022</c:v>
                </c:pt>
                <c:pt idx="11658">
                  <c:v>16-05-2022</c:v>
                </c:pt>
                <c:pt idx="11659">
                  <c:v>16-05-2022</c:v>
                </c:pt>
                <c:pt idx="11660">
                  <c:v>16-05-2022</c:v>
                </c:pt>
                <c:pt idx="11661">
                  <c:v>16-05-2022</c:v>
                </c:pt>
                <c:pt idx="11662">
                  <c:v>16-05-2022</c:v>
                </c:pt>
                <c:pt idx="11663">
                  <c:v>17-05-2022</c:v>
                </c:pt>
                <c:pt idx="11664">
                  <c:v>17-05-2022</c:v>
                </c:pt>
                <c:pt idx="11665">
                  <c:v>17-05-2022</c:v>
                </c:pt>
                <c:pt idx="11666">
                  <c:v>17-05-2022</c:v>
                </c:pt>
                <c:pt idx="11667">
                  <c:v>17-05-2022</c:v>
                </c:pt>
                <c:pt idx="11668">
                  <c:v>17-05-2022</c:v>
                </c:pt>
                <c:pt idx="11669">
                  <c:v>17-05-2022</c:v>
                </c:pt>
                <c:pt idx="11670">
                  <c:v>17-05-2022</c:v>
                </c:pt>
                <c:pt idx="11671">
                  <c:v>17-05-2022</c:v>
                </c:pt>
                <c:pt idx="11672">
                  <c:v>17-05-2022</c:v>
                </c:pt>
                <c:pt idx="11673">
                  <c:v>17-05-2022</c:v>
                </c:pt>
                <c:pt idx="11674">
                  <c:v>17-05-2022</c:v>
                </c:pt>
                <c:pt idx="11675">
                  <c:v>17-05-2022</c:v>
                </c:pt>
                <c:pt idx="11676">
                  <c:v>17-05-2022</c:v>
                </c:pt>
                <c:pt idx="11677">
                  <c:v>17-05-2022</c:v>
                </c:pt>
                <c:pt idx="11678">
                  <c:v>17-05-2022</c:v>
                </c:pt>
                <c:pt idx="11679">
                  <c:v>17-05-2022</c:v>
                </c:pt>
                <c:pt idx="11680">
                  <c:v>17-05-2022</c:v>
                </c:pt>
                <c:pt idx="11681">
                  <c:v>17-05-2022</c:v>
                </c:pt>
                <c:pt idx="11682">
                  <c:v>17-05-2022</c:v>
                </c:pt>
                <c:pt idx="11683">
                  <c:v>17-05-2022</c:v>
                </c:pt>
                <c:pt idx="11684">
                  <c:v>17-05-2022</c:v>
                </c:pt>
                <c:pt idx="11685">
                  <c:v>17-05-2022</c:v>
                </c:pt>
                <c:pt idx="11686">
                  <c:v>17-05-2022</c:v>
                </c:pt>
                <c:pt idx="11687">
                  <c:v>17-05-2022</c:v>
                </c:pt>
                <c:pt idx="11688">
                  <c:v>17-05-2022</c:v>
                </c:pt>
                <c:pt idx="11689">
                  <c:v>17-05-2022</c:v>
                </c:pt>
                <c:pt idx="11690">
                  <c:v>17-05-2022</c:v>
                </c:pt>
                <c:pt idx="11691">
                  <c:v>17-05-2022</c:v>
                </c:pt>
                <c:pt idx="11692">
                  <c:v>17-05-2022</c:v>
                </c:pt>
                <c:pt idx="11693">
                  <c:v>17-05-2022</c:v>
                </c:pt>
                <c:pt idx="11694">
                  <c:v>17-05-2022</c:v>
                </c:pt>
                <c:pt idx="11695">
                  <c:v>17-05-2022</c:v>
                </c:pt>
                <c:pt idx="11696">
                  <c:v>17-05-2022</c:v>
                </c:pt>
                <c:pt idx="11697">
                  <c:v>17-05-2022</c:v>
                </c:pt>
                <c:pt idx="11698">
                  <c:v>17-05-2022</c:v>
                </c:pt>
                <c:pt idx="11699">
                  <c:v>17-05-2022</c:v>
                </c:pt>
                <c:pt idx="11700">
                  <c:v>17-05-2022</c:v>
                </c:pt>
                <c:pt idx="11701">
                  <c:v>17-05-2022</c:v>
                </c:pt>
                <c:pt idx="11702">
                  <c:v>17-05-2022</c:v>
                </c:pt>
                <c:pt idx="11703">
                  <c:v>17-05-2022</c:v>
                </c:pt>
                <c:pt idx="11704">
                  <c:v>17-05-2022</c:v>
                </c:pt>
                <c:pt idx="11705">
                  <c:v>18-05-2022</c:v>
                </c:pt>
                <c:pt idx="11706">
                  <c:v>18-05-2022</c:v>
                </c:pt>
                <c:pt idx="11707">
                  <c:v>18-05-2022</c:v>
                </c:pt>
                <c:pt idx="11708">
                  <c:v>18-05-2022</c:v>
                </c:pt>
                <c:pt idx="11709">
                  <c:v>18-05-2022</c:v>
                </c:pt>
                <c:pt idx="11710">
                  <c:v>18-05-2022</c:v>
                </c:pt>
                <c:pt idx="11711">
                  <c:v>18-05-2022</c:v>
                </c:pt>
                <c:pt idx="11712">
                  <c:v>18-05-2022</c:v>
                </c:pt>
                <c:pt idx="11713">
                  <c:v>18-05-2022</c:v>
                </c:pt>
                <c:pt idx="11714">
                  <c:v>18-05-2022</c:v>
                </c:pt>
                <c:pt idx="11715">
                  <c:v>18-05-2022</c:v>
                </c:pt>
                <c:pt idx="11716">
                  <c:v>18-05-2022</c:v>
                </c:pt>
                <c:pt idx="11717">
                  <c:v>18-05-2022</c:v>
                </c:pt>
                <c:pt idx="11718">
                  <c:v>18-05-2022</c:v>
                </c:pt>
                <c:pt idx="11719">
                  <c:v>18-05-2022</c:v>
                </c:pt>
                <c:pt idx="11720">
                  <c:v>18-05-2022</c:v>
                </c:pt>
                <c:pt idx="11721">
                  <c:v>18-05-2022</c:v>
                </c:pt>
                <c:pt idx="11722">
                  <c:v>18-05-2022</c:v>
                </c:pt>
                <c:pt idx="11723">
                  <c:v>18-05-2022</c:v>
                </c:pt>
                <c:pt idx="11724">
                  <c:v>18-05-2022</c:v>
                </c:pt>
                <c:pt idx="11725">
                  <c:v>18-05-2022</c:v>
                </c:pt>
                <c:pt idx="11726">
                  <c:v>18-05-2022</c:v>
                </c:pt>
                <c:pt idx="11727">
                  <c:v>18-05-2022</c:v>
                </c:pt>
                <c:pt idx="11728">
                  <c:v>18-05-2022</c:v>
                </c:pt>
                <c:pt idx="11729">
                  <c:v>18-05-2022</c:v>
                </c:pt>
                <c:pt idx="11730">
                  <c:v>18-05-2022</c:v>
                </c:pt>
                <c:pt idx="11731">
                  <c:v>18-05-2022</c:v>
                </c:pt>
                <c:pt idx="11732">
                  <c:v>18-05-2022</c:v>
                </c:pt>
                <c:pt idx="11733">
                  <c:v>18-05-2022</c:v>
                </c:pt>
                <c:pt idx="11734">
                  <c:v>18-05-2022</c:v>
                </c:pt>
                <c:pt idx="11735">
                  <c:v>18-05-2022</c:v>
                </c:pt>
                <c:pt idx="11736">
                  <c:v>18-05-2022</c:v>
                </c:pt>
                <c:pt idx="11737">
                  <c:v>18-05-2022</c:v>
                </c:pt>
                <c:pt idx="11738">
                  <c:v>18-05-2022</c:v>
                </c:pt>
                <c:pt idx="11739">
                  <c:v>18-05-2022</c:v>
                </c:pt>
                <c:pt idx="11740">
                  <c:v>18-05-2022</c:v>
                </c:pt>
                <c:pt idx="11741">
                  <c:v>18-05-2022</c:v>
                </c:pt>
                <c:pt idx="11742">
                  <c:v>18-05-2022</c:v>
                </c:pt>
                <c:pt idx="11743">
                  <c:v>18-05-2022</c:v>
                </c:pt>
                <c:pt idx="11744">
                  <c:v>18-05-2022</c:v>
                </c:pt>
                <c:pt idx="11745">
                  <c:v>19-05-2022</c:v>
                </c:pt>
                <c:pt idx="11746">
                  <c:v>19-05-2022</c:v>
                </c:pt>
                <c:pt idx="11747">
                  <c:v>19-05-2022</c:v>
                </c:pt>
                <c:pt idx="11748">
                  <c:v>19-05-2022</c:v>
                </c:pt>
                <c:pt idx="11749">
                  <c:v>19-05-2022</c:v>
                </c:pt>
                <c:pt idx="11750">
                  <c:v>19-05-2022</c:v>
                </c:pt>
                <c:pt idx="11751">
                  <c:v>19-05-2022</c:v>
                </c:pt>
                <c:pt idx="11752">
                  <c:v>19-05-2022</c:v>
                </c:pt>
                <c:pt idx="11753">
                  <c:v>19-05-2022</c:v>
                </c:pt>
                <c:pt idx="11754">
                  <c:v>19-05-2022</c:v>
                </c:pt>
                <c:pt idx="11755">
                  <c:v>19-05-2022</c:v>
                </c:pt>
                <c:pt idx="11756">
                  <c:v>19-05-2022</c:v>
                </c:pt>
                <c:pt idx="11757">
                  <c:v>19-05-2022</c:v>
                </c:pt>
                <c:pt idx="11758">
                  <c:v>19-05-2022</c:v>
                </c:pt>
                <c:pt idx="11759">
                  <c:v>19-05-2022</c:v>
                </c:pt>
                <c:pt idx="11760">
                  <c:v>19-05-2022</c:v>
                </c:pt>
                <c:pt idx="11761">
                  <c:v>19-05-2022</c:v>
                </c:pt>
                <c:pt idx="11762">
                  <c:v>19-05-2022</c:v>
                </c:pt>
                <c:pt idx="11763">
                  <c:v>19-05-2022</c:v>
                </c:pt>
                <c:pt idx="11764">
                  <c:v>19-05-2022</c:v>
                </c:pt>
                <c:pt idx="11765">
                  <c:v>19-05-2022</c:v>
                </c:pt>
                <c:pt idx="11766">
                  <c:v>19-05-2022</c:v>
                </c:pt>
                <c:pt idx="11767">
                  <c:v>19-05-2022</c:v>
                </c:pt>
                <c:pt idx="11768">
                  <c:v>19-05-2022</c:v>
                </c:pt>
                <c:pt idx="11769">
                  <c:v>19-05-2022</c:v>
                </c:pt>
                <c:pt idx="11770">
                  <c:v>19-05-2022</c:v>
                </c:pt>
                <c:pt idx="11771">
                  <c:v>19-05-2022</c:v>
                </c:pt>
                <c:pt idx="11772">
                  <c:v>19-05-2022</c:v>
                </c:pt>
                <c:pt idx="11773">
                  <c:v>19-05-2022</c:v>
                </c:pt>
                <c:pt idx="11774">
                  <c:v>19-05-2022</c:v>
                </c:pt>
                <c:pt idx="11775">
                  <c:v>19-05-2022</c:v>
                </c:pt>
                <c:pt idx="11776">
                  <c:v>19-05-2022</c:v>
                </c:pt>
                <c:pt idx="11777">
                  <c:v>19-05-2022</c:v>
                </c:pt>
                <c:pt idx="11778">
                  <c:v>19-05-2022</c:v>
                </c:pt>
                <c:pt idx="11779">
                  <c:v>19-05-2022</c:v>
                </c:pt>
                <c:pt idx="11780">
                  <c:v>19-05-2022</c:v>
                </c:pt>
                <c:pt idx="11781">
                  <c:v>19-05-2022</c:v>
                </c:pt>
                <c:pt idx="11782">
                  <c:v>19-05-2022</c:v>
                </c:pt>
                <c:pt idx="11783">
                  <c:v>19-05-2022</c:v>
                </c:pt>
                <c:pt idx="11784">
                  <c:v>19-05-2022</c:v>
                </c:pt>
                <c:pt idx="11785">
                  <c:v>19-05-2022</c:v>
                </c:pt>
                <c:pt idx="11786">
                  <c:v>20-05-2022</c:v>
                </c:pt>
                <c:pt idx="11787">
                  <c:v>20-05-2022</c:v>
                </c:pt>
                <c:pt idx="11788">
                  <c:v>20-05-2022</c:v>
                </c:pt>
                <c:pt idx="11789">
                  <c:v>20-05-2022</c:v>
                </c:pt>
                <c:pt idx="11790">
                  <c:v>20-05-2022</c:v>
                </c:pt>
                <c:pt idx="11791">
                  <c:v>20-05-2022</c:v>
                </c:pt>
                <c:pt idx="11792">
                  <c:v>20-05-2022</c:v>
                </c:pt>
                <c:pt idx="11793">
                  <c:v>20-05-2022</c:v>
                </c:pt>
                <c:pt idx="11794">
                  <c:v>20-05-2022</c:v>
                </c:pt>
                <c:pt idx="11795">
                  <c:v>20-05-2022</c:v>
                </c:pt>
                <c:pt idx="11796">
                  <c:v>20-05-2022</c:v>
                </c:pt>
                <c:pt idx="11797">
                  <c:v>20-05-2022</c:v>
                </c:pt>
                <c:pt idx="11798">
                  <c:v>20-05-2022</c:v>
                </c:pt>
                <c:pt idx="11799">
                  <c:v>20-05-2022</c:v>
                </c:pt>
                <c:pt idx="11800">
                  <c:v>20-05-2022</c:v>
                </c:pt>
                <c:pt idx="11801">
                  <c:v>20-05-2022</c:v>
                </c:pt>
                <c:pt idx="11802">
                  <c:v>20-05-2022</c:v>
                </c:pt>
                <c:pt idx="11803">
                  <c:v>20-05-2022</c:v>
                </c:pt>
                <c:pt idx="11804">
                  <c:v>20-05-2022</c:v>
                </c:pt>
                <c:pt idx="11805">
                  <c:v>20-05-2022</c:v>
                </c:pt>
                <c:pt idx="11806">
                  <c:v>20-05-2022</c:v>
                </c:pt>
                <c:pt idx="11807">
                  <c:v>20-05-2022</c:v>
                </c:pt>
                <c:pt idx="11808">
                  <c:v>20-05-2022</c:v>
                </c:pt>
                <c:pt idx="11809">
                  <c:v>20-05-2022</c:v>
                </c:pt>
                <c:pt idx="11810">
                  <c:v>20-05-2022</c:v>
                </c:pt>
                <c:pt idx="11811">
                  <c:v>20-05-2022</c:v>
                </c:pt>
                <c:pt idx="11812">
                  <c:v>20-05-2022</c:v>
                </c:pt>
                <c:pt idx="11813">
                  <c:v>20-05-2022</c:v>
                </c:pt>
                <c:pt idx="11814">
                  <c:v>20-05-2022</c:v>
                </c:pt>
                <c:pt idx="11815">
                  <c:v>20-05-2022</c:v>
                </c:pt>
                <c:pt idx="11816">
                  <c:v>20-05-2022</c:v>
                </c:pt>
                <c:pt idx="11817">
                  <c:v>20-05-2022</c:v>
                </c:pt>
                <c:pt idx="11818">
                  <c:v>20-05-2022</c:v>
                </c:pt>
                <c:pt idx="11819">
                  <c:v>20-05-2022</c:v>
                </c:pt>
                <c:pt idx="11820">
                  <c:v>20-05-2022</c:v>
                </c:pt>
                <c:pt idx="11821">
                  <c:v>20-05-2022</c:v>
                </c:pt>
                <c:pt idx="11822">
                  <c:v>20-05-2022</c:v>
                </c:pt>
                <c:pt idx="11823">
                  <c:v>20-05-2022</c:v>
                </c:pt>
                <c:pt idx="11824">
                  <c:v>20-05-2022</c:v>
                </c:pt>
                <c:pt idx="11825">
                  <c:v>20-05-2022</c:v>
                </c:pt>
                <c:pt idx="11826">
                  <c:v>21-05-2022</c:v>
                </c:pt>
                <c:pt idx="11827">
                  <c:v>21-05-2022</c:v>
                </c:pt>
                <c:pt idx="11828">
                  <c:v>21-05-2022</c:v>
                </c:pt>
                <c:pt idx="11829">
                  <c:v>21-05-2022</c:v>
                </c:pt>
                <c:pt idx="11830">
                  <c:v>21-05-2022</c:v>
                </c:pt>
                <c:pt idx="11831">
                  <c:v>21-05-2022</c:v>
                </c:pt>
                <c:pt idx="11832">
                  <c:v>21-05-2022</c:v>
                </c:pt>
                <c:pt idx="11833">
                  <c:v>21-05-2022</c:v>
                </c:pt>
                <c:pt idx="11834">
                  <c:v>21-05-2022</c:v>
                </c:pt>
                <c:pt idx="11835">
                  <c:v>21-05-2022</c:v>
                </c:pt>
                <c:pt idx="11836">
                  <c:v>21-05-2022</c:v>
                </c:pt>
                <c:pt idx="11837">
                  <c:v>21-05-2022</c:v>
                </c:pt>
                <c:pt idx="11838">
                  <c:v>21-05-2022</c:v>
                </c:pt>
                <c:pt idx="11839">
                  <c:v>21-05-2022</c:v>
                </c:pt>
                <c:pt idx="11840">
                  <c:v>21-05-2022</c:v>
                </c:pt>
                <c:pt idx="11841">
                  <c:v>21-05-2022</c:v>
                </c:pt>
                <c:pt idx="11842">
                  <c:v>21-05-2022</c:v>
                </c:pt>
                <c:pt idx="11843">
                  <c:v>21-05-2022</c:v>
                </c:pt>
                <c:pt idx="11844">
                  <c:v>21-05-2022</c:v>
                </c:pt>
                <c:pt idx="11845">
                  <c:v>21-05-2022</c:v>
                </c:pt>
                <c:pt idx="11846">
                  <c:v>21-05-2022</c:v>
                </c:pt>
                <c:pt idx="11847">
                  <c:v>21-05-2022</c:v>
                </c:pt>
                <c:pt idx="11848">
                  <c:v>21-05-2022</c:v>
                </c:pt>
                <c:pt idx="11849">
                  <c:v>21-05-2022</c:v>
                </c:pt>
                <c:pt idx="11850">
                  <c:v>21-05-2022</c:v>
                </c:pt>
                <c:pt idx="11851">
                  <c:v>21-05-2022</c:v>
                </c:pt>
                <c:pt idx="11852">
                  <c:v>21-05-2022</c:v>
                </c:pt>
                <c:pt idx="11853">
                  <c:v>21-05-2022</c:v>
                </c:pt>
                <c:pt idx="11854">
                  <c:v>21-05-2022</c:v>
                </c:pt>
                <c:pt idx="11855">
                  <c:v>21-05-2022</c:v>
                </c:pt>
                <c:pt idx="11856">
                  <c:v>21-05-2022</c:v>
                </c:pt>
                <c:pt idx="11857">
                  <c:v>21-05-2022</c:v>
                </c:pt>
                <c:pt idx="11858">
                  <c:v>21-05-2022</c:v>
                </c:pt>
                <c:pt idx="11859">
                  <c:v>21-05-2022</c:v>
                </c:pt>
                <c:pt idx="11860">
                  <c:v>21-05-2022</c:v>
                </c:pt>
                <c:pt idx="11861">
                  <c:v>21-05-2022</c:v>
                </c:pt>
                <c:pt idx="11862">
                  <c:v>21-05-2022</c:v>
                </c:pt>
                <c:pt idx="11863">
                  <c:v>21-05-2022</c:v>
                </c:pt>
                <c:pt idx="11864">
                  <c:v>21-05-2022</c:v>
                </c:pt>
                <c:pt idx="11865">
                  <c:v>21-05-2022</c:v>
                </c:pt>
                <c:pt idx="11866">
                  <c:v>21-05-2022</c:v>
                </c:pt>
                <c:pt idx="11867">
                  <c:v>21-05-2022</c:v>
                </c:pt>
                <c:pt idx="11868">
                  <c:v>21-05-2022</c:v>
                </c:pt>
                <c:pt idx="11869">
                  <c:v>21-05-2022</c:v>
                </c:pt>
                <c:pt idx="11870">
                  <c:v>22-05-2022</c:v>
                </c:pt>
                <c:pt idx="11871">
                  <c:v>22-05-2022</c:v>
                </c:pt>
                <c:pt idx="11872">
                  <c:v>22-05-2022</c:v>
                </c:pt>
                <c:pt idx="11873">
                  <c:v>22-05-2022</c:v>
                </c:pt>
                <c:pt idx="11874">
                  <c:v>22-05-2022</c:v>
                </c:pt>
                <c:pt idx="11875">
                  <c:v>22-05-2022</c:v>
                </c:pt>
                <c:pt idx="11876">
                  <c:v>22-05-2022</c:v>
                </c:pt>
                <c:pt idx="11877">
                  <c:v>22-05-2022</c:v>
                </c:pt>
                <c:pt idx="11878">
                  <c:v>22-05-2022</c:v>
                </c:pt>
                <c:pt idx="11879">
                  <c:v>22-05-2022</c:v>
                </c:pt>
                <c:pt idx="11880">
                  <c:v>22-05-2022</c:v>
                </c:pt>
                <c:pt idx="11881">
                  <c:v>22-05-2022</c:v>
                </c:pt>
                <c:pt idx="11882">
                  <c:v>22-05-2022</c:v>
                </c:pt>
                <c:pt idx="11883">
                  <c:v>22-05-2022</c:v>
                </c:pt>
                <c:pt idx="11884">
                  <c:v>22-05-2022</c:v>
                </c:pt>
                <c:pt idx="11885">
                  <c:v>22-05-2022</c:v>
                </c:pt>
                <c:pt idx="11886">
                  <c:v>22-05-2022</c:v>
                </c:pt>
                <c:pt idx="11887">
                  <c:v>22-05-2022</c:v>
                </c:pt>
                <c:pt idx="11888">
                  <c:v>22-05-2022</c:v>
                </c:pt>
                <c:pt idx="11889">
                  <c:v>22-05-2022</c:v>
                </c:pt>
                <c:pt idx="11890">
                  <c:v>22-05-2022</c:v>
                </c:pt>
                <c:pt idx="11891">
                  <c:v>22-05-2022</c:v>
                </c:pt>
                <c:pt idx="11892">
                  <c:v>22-05-2022</c:v>
                </c:pt>
                <c:pt idx="11893">
                  <c:v>22-05-2022</c:v>
                </c:pt>
                <c:pt idx="11894">
                  <c:v>22-05-2022</c:v>
                </c:pt>
                <c:pt idx="11895">
                  <c:v>22-05-2022</c:v>
                </c:pt>
                <c:pt idx="11896">
                  <c:v>22-05-2022</c:v>
                </c:pt>
                <c:pt idx="11897">
                  <c:v>22-05-2022</c:v>
                </c:pt>
                <c:pt idx="11898">
                  <c:v>22-05-2022</c:v>
                </c:pt>
                <c:pt idx="11899">
                  <c:v>22-05-2022</c:v>
                </c:pt>
                <c:pt idx="11900">
                  <c:v>22-05-2022</c:v>
                </c:pt>
                <c:pt idx="11901">
                  <c:v>22-05-2022</c:v>
                </c:pt>
                <c:pt idx="11902">
                  <c:v>22-05-2022</c:v>
                </c:pt>
                <c:pt idx="11903">
                  <c:v>22-05-2022</c:v>
                </c:pt>
                <c:pt idx="11904">
                  <c:v>22-05-2022</c:v>
                </c:pt>
                <c:pt idx="11905">
                  <c:v>22-05-2022</c:v>
                </c:pt>
                <c:pt idx="11906">
                  <c:v>22-05-2022</c:v>
                </c:pt>
                <c:pt idx="11907">
                  <c:v>22-05-2022</c:v>
                </c:pt>
                <c:pt idx="11908">
                  <c:v>22-05-2022</c:v>
                </c:pt>
                <c:pt idx="11909">
                  <c:v>22-05-2022</c:v>
                </c:pt>
                <c:pt idx="11910">
                  <c:v>22-05-2022</c:v>
                </c:pt>
                <c:pt idx="11911">
                  <c:v>22-05-2022</c:v>
                </c:pt>
                <c:pt idx="11912">
                  <c:v>22-05-2022</c:v>
                </c:pt>
                <c:pt idx="11913">
                  <c:v>22-05-2022</c:v>
                </c:pt>
                <c:pt idx="11914">
                  <c:v>23-05-2022</c:v>
                </c:pt>
                <c:pt idx="11915">
                  <c:v>23-05-2022</c:v>
                </c:pt>
                <c:pt idx="11916">
                  <c:v>23-05-2022</c:v>
                </c:pt>
                <c:pt idx="11917">
                  <c:v>23-05-2022</c:v>
                </c:pt>
                <c:pt idx="11918">
                  <c:v>23-05-2022</c:v>
                </c:pt>
                <c:pt idx="11919">
                  <c:v>23-05-2022</c:v>
                </c:pt>
                <c:pt idx="11920">
                  <c:v>23-05-2022</c:v>
                </c:pt>
                <c:pt idx="11921">
                  <c:v>23-05-2022</c:v>
                </c:pt>
                <c:pt idx="11922">
                  <c:v>23-05-2022</c:v>
                </c:pt>
                <c:pt idx="11923">
                  <c:v>23-05-2022</c:v>
                </c:pt>
                <c:pt idx="11924">
                  <c:v>23-05-2022</c:v>
                </c:pt>
                <c:pt idx="11925">
                  <c:v>23-05-2022</c:v>
                </c:pt>
                <c:pt idx="11926">
                  <c:v>23-05-2022</c:v>
                </c:pt>
                <c:pt idx="11927">
                  <c:v>23-05-2022</c:v>
                </c:pt>
                <c:pt idx="11928">
                  <c:v>23-05-2022</c:v>
                </c:pt>
                <c:pt idx="11929">
                  <c:v>23-05-2022</c:v>
                </c:pt>
                <c:pt idx="11930">
                  <c:v>23-05-2022</c:v>
                </c:pt>
                <c:pt idx="11931">
                  <c:v>23-05-2022</c:v>
                </c:pt>
                <c:pt idx="11932">
                  <c:v>23-05-2022</c:v>
                </c:pt>
                <c:pt idx="11933">
                  <c:v>23-05-2022</c:v>
                </c:pt>
                <c:pt idx="11934">
                  <c:v>23-05-2022</c:v>
                </c:pt>
                <c:pt idx="11935">
                  <c:v>23-05-2022</c:v>
                </c:pt>
                <c:pt idx="11936">
                  <c:v>23-05-2022</c:v>
                </c:pt>
                <c:pt idx="11937">
                  <c:v>23-05-2022</c:v>
                </c:pt>
                <c:pt idx="11938">
                  <c:v>23-05-2022</c:v>
                </c:pt>
                <c:pt idx="11939">
                  <c:v>23-05-2022</c:v>
                </c:pt>
                <c:pt idx="11940">
                  <c:v>23-05-2022</c:v>
                </c:pt>
                <c:pt idx="11941">
                  <c:v>23-05-2022</c:v>
                </c:pt>
                <c:pt idx="11942">
                  <c:v>23-05-2022</c:v>
                </c:pt>
                <c:pt idx="11943">
                  <c:v>23-05-2022</c:v>
                </c:pt>
                <c:pt idx="11944">
                  <c:v>23-05-2022</c:v>
                </c:pt>
                <c:pt idx="11945">
                  <c:v>23-05-2022</c:v>
                </c:pt>
                <c:pt idx="11946">
                  <c:v>23-05-2022</c:v>
                </c:pt>
                <c:pt idx="11947">
                  <c:v>23-05-2022</c:v>
                </c:pt>
                <c:pt idx="11948">
                  <c:v>23-05-2022</c:v>
                </c:pt>
                <c:pt idx="11949">
                  <c:v>23-05-2022</c:v>
                </c:pt>
                <c:pt idx="11950">
                  <c:v>23-05-2022</c:v>
                </c:pt>
                <c:pt idx="11951">
                  <c:v>23-05-2022</c:v>
                </c:pt>
                <c:pt idx="11952">
                  <c:v>23-05-2022</c:v>
                </c:pt>
                <c:pt idx="11953">
                  <c:v>23-05-2022</c:v>
                </c:pt>
                <c:pt idx="11954">
                  <c:v>24-05-2022</c:v>
                </c:pt>
                <c:pt idx="11955">
                  <c:v>24-05-2022</c:v>
                </c:pt>
                <c:pt idx="11956">
                  <c:v>24-05-2022</c:v>
                </c:pt>
                <c:pt idx="11957">
                  <c:v>24-05-2022</c:v>
                </c:pt>
                <c:pt idx="11958">
                  <c:v>24-05-2022</c:v>
                </c:pt>
                <c:pt idx="11959">
                  <c:v>24-05-2022</c:v>
                </c:pt>
                <c:pt idx="11960">
                  <c:v>24-05-2022</c:v>
                </c:pt>
                <c:pt idx="11961">
                  <c:v>24-05-2022</c:v>
                </c:pt>
                <c:pt idx="11962">
                  <c:v>24-05-2022</c:v>
                </c:pt>
                <c:pt idx="11963">
                  <c:v>24-05-2022</c:v>
                </c:pt>
                <c:pt idx="11964">
                  <c:v>24-05-2022</c:v>
                </c:pt>
                <c:pt idx="11965">
                  <c:v>24-05-2022</c:v>
                </c:pt>
                <c:pt idx="11966">
                  <c:v>24-05-2022</c:v>
                </c:pt>
                <c:pt idx="11967">
                  <c:v>24-05-2022</c:v>
                </c:pt>
                <c:pt idx="11968">
                  <c:v>24-05-2022</c:v>
                </c:pt>
                <c:pt idx="11969">
                  <c:v>24-05-2022</c:v>
                </c:pt>
                <c:pt idx="11970">
                  <c:v>24-05-2022</c:v>
                </c:pt>
                <c:pt idx="11971">
                  <c:v>24-05-2022</c:v>
                </c:pt>
                <c:pt idx="11972">
                  <c:v>24-05-2022</c:v>
                </c:pt>
                <c:pt idx="11973">
                  <c:v>24-05-2022</c:v>
                </c:pt>
                <c:pt idx="11974">
                  <c:v>24-05-2022</c:v>
                </c:pt>
                <c:pt idx="11975">
                  <c:v>24-05-2022</c:v>
                </c:pt>
                <c:pt idx="11976">
                  <c:v>24-05-2022</c:v>
                </c:pt>
                <c:pt idx="11977">
                  <c:v>24-05-2022</c:v>
                </c:pt>
                <c:pt idx="11978">
                  <c:v>24-05-2022</c:v>
                </c:pt>
                <c:pt idx="11979">
                  <c:v>24-05-2022</c:v>
                </c:pt>
                <c:pt idx="11980">
                  <c:v>24-05-2022</c:v>
                </c:pt>
                <c:pt idx="11981">
                  <c:v>24-05-2022</c:v>
                </c:pt>
                <c:pt idx="11982">
                  <c:v>24-05-2022</c:v>
                </c:pt>
                <c:pt idx="11983">
                  <c:v>24-05-2022</c:v>
                </c:pt>
                <c:pt idx="11984">
                  <c:v>24-05-2022</c:v>
                </c:pt>
                <c:pt idx="11985">
                  <c:v>24-05-2022</c:v>
                </c:pt>
                <c:pt idx="11986">
                  <c:v>24-05-2022</c:v>
                </c:pt>
                <c:pt idx="11987">
                  <c:v>24-05-2022</c:v>
                </c:pt>
                <c:pt idx="11988">
                  <c:v>24-05-2022</c:v>
                </c:pt>
                <c:pt idx="11989">
                  <c:v>24-05-2022</c:v>
                </c:pt>
                <c:pt idx="11990">
                  <c:v>24-05-2022</c:v>
                </c:pt>
                <c:pt idx="11991">
                  <c:v>24-05-2022</c:v>
                </c:pt>
                <c:pt idx="11992">
                  <c:v>24-05-2022</c:v>
                </c:pt>
                <c:pt idx="11993">
                  <c:v>24-05-2022</c:v>
                </c:pt>
                <c:pt idx="11994">
                  <c:v>25-05-2022</c:v>
                </c:pt>
                <c:pt idx="11995">
                  <c:v>25-05-2022</c:v>
                </c:pt>
                <c:pt idx="11996">
                  <c:v>25-05-2022</c:v>
                </c:pt>
                <c:pt idx="11997">
                  <c:v>25-05-2022</c:v>
                </c:pt>
                <c:pt idx="11998">
                  <c:v>25-05-2022</c:v>
                </c:pt>
                <c:pt idx="11999">
                  <c:v>25-05-2022</c:v>
                </c:pt>
                <c:pt idx="12000">
                  <c:v>25-05-2022</c:v>
                </c:pt>
                <c:pt idx="12001">
                  <c:v>25-05-2022</c:v>
                </c:pt>
                <c:pt idx="12002">
                  <c:v>25-05-2022</c:v>
                </c:pt>
                <c:pt idx="12003">
                  <c:v>25-05-2022</c:v>
                </c:pt>
                <c:pt idx="12004">
                  <c:v>25-05-2022</c:v>
                </c:pt>
                <c:pt idx="12005">
                  <c:v>25-05-2022</c:v>
                </c:pt>
                <c:pt idx="12006">
                  <c:v>25-05-2022</c:v>
                </c:pt>
                <c:pt idx="12007">
                  <c:v>25-05-2022</c:v>
                </c:pt>
                <c:pt idx="12008">
                  <c:v>25-05-2022</c:v>
                </c:pt>
                <c:pt idx="12009">
                  <c:v>25-05-2022</c:v>
                </c:pt>
                <c:pt idx="12010">
                  <c:v>25-05-2022</c:v>
                </c:pt>
                <c:pt idx="12011">
                  <c:v>25-05-2022</c:v>
                </c:pt>
                <c:pt idx="12012">
                  <c:v>25-05-2022</c:v>
                </c:pt>
                <c:pt idx="12013">
                  <c:v>25-05-2022</c:v>
                </c:pt>
                <c:pt idx="12014">
                  <c:v>25-05-2022</c:v>
                </c:pt>
                <c:pt idx="12015">
                  <c:v>25-05-2022</c:v>
                </c:pt>
                <c:pt idx="12016">
                  <c:v>25-05-2022</c:v>
                </c:pt>
                <c:pt idx="12017">
                  <c:v>25-05-2022</c:v>
                </c:pt>
                <c:pt idx="12018">
                  <c:v>25-05-2022</c:v>
                </c:pt>
                <c:pt idx="12019">
                  <c:v>25-05-2022</c:v>
                </c:pt>
                <c:pt idx="12020">
                  <c:v>25-05-2022</c:v>
                </c:pt>
                <c:pt idx="12021">
                  <c:v>25-05-2022</c:v>
                </c:pt>
                <c:pt idx="12022">
                  <c:v>25-05-2022</c:v>
                </c:pt>
                <c:pt idx="12023">
                  <c:v>25-05-2022</c:v>
                </c:pt>
                <c:pt idx="12024">
                  <c:v>25-05-2022</c:v>
                </c:pt>
                <c:pt idx="12025">
                  <c:v>25-05-2022</c:v>
                </c:pt>
                <c:pt idx="12026">
                  <c:v>25-05-2022</c:v>
                </c:pt>
                <c:pt idx="12027">
                  <c:v>25-05-2022</c:v>
                </c:pt>
                <c:pt idx="12028">
                  <c:v>25-05-2022</c:v>
                </c:pt>
                <c:pt idx="12029">
                  <c:v>25-05-2022</c:v>
                </c:pt>
                <c:pt idx="12030">
                  <c:v>25-05-2022</c:v>
                </c:pt>
                <c:pt idx="12031">
                  <c:v>25-05-2022</c:v>
                </c:pt>
                <c:pt idx="12032">
                  <c:v>25-05-2022</c:v>
                </c:pt>
                <c:pt idx="12033">
                  <c:v>25-05-2022</c:v>
                </c:pt>
                <c:pt idx="12034">
                  <c:v>25-05-2022</c:v>
                </c:pt>
                <c:pt idx="12035">
                  <c:v>26-05-2022</c:v>
                </c:pt>
                <c:pt idx="12036">
                  <c:v>26-05-2022</c:v>
                </c:pt>
                <c:pt idx="12037">
                  <c:v>26-05-2022</c:v>
                </c:pt>
                <c:pt idx="12038">
                  <c:v>26-05-2022</c:v>
                </c:pt>
                <c:pt idx="12039">
                  <c:v>26-05-2022</c:v>
                </c:pt>
                <c:pt idx="12040">
                  <c:v>26-05-2022</c:v>
                </c:pt>
                <c:pt idx="12041">
                  <c:v>26-05-2022</c:v>
                </c:pt>
                <c:pt idx="12042">
                  <c:v>26-05-2022</c:v>
                </c:pt>
                <c:pt idx="12043">
                  <c:v>26-05-2022</c:v>
                </c:pt>
                <c:pt idx="12044">
                  <c:v>26-05-2022</c:v>
                </c:pt>
                <c:pt idx="12045">
                  <c:v>26-05-2022</c:v>
                </c:pt>
                <c:pt idx="12046">
                  <c:v>26-05-2022</c:v>
                </c:pt>
                <c:pt idx="12047">
                  <c:v>26-05-2022</c:v>
                </c:pt>
                <c:pt idx="12048">
                  <c:v>26-05-2022</c:v>
                </c:pt>
                <c:pt idx="12049">
                  <c:v>26-05-2022</c:v>
                </c:pt>
                <c:pt idx="12050">
                  <c:v>26-05-2022</c:v>
                </c:pt>
                <c:pt idx="12051">
                  <c:v>26-05-2022</c:v>
                </c:pt>
                <c:pt idx="12052">
                  <c:v>26-05-2022</c:v>
                </c:pt>
                <c:pt idx="12053">
                  <c:v>26-05-2022</c:v>
                </c:pt>
                <c:pt idx="12054">
                  <c:v>26-05-2022</c:v>
                </c:pt>
                <c:pt idx="12055">
                  <c:v>26-05-2022</c:v>
                </c:pt>
                <c:pt idx="12056">
                  <c:v>26-05-2022</c:v>
                </c:pt>
                <c:pt idx="12057">
                  <c:v>26-05-2022</c:v>
                </c:pt>
                <c:pt idx="12058">
                  <c:v>26-05-2022</c:v>
                </c:pt>
                <c:pt idx="12059">
                  <c:v>26-05-2022</c:v>
                </c:pt>
                <c:pt idx="12060">
                  <c:v>26-05-2022</c:v>
                </c:pt>
                <c:pt idx="12061">
                  <c:v>26-05-2022</c:v>
                </c:pt>
                <c:pt idx="12062">
                  <c:v>26-05-2022</c:v>
                </c:pt>
                <c:pt idx="12063">
                  <c:v>26-05-2022</c:v>
                </c:pt>
                <c:pt idx="12064">
                  <c:v>26-05-2022</c:v>
                </c:pt>
                <c:pt idx="12065">
                  <c:v>26-05-2022</c:v>
                </c:pt>
                <c:pt idx="12066">
                  <c:v>26-05-2022</c:v>
                </c:pt>
                <c:pt idx="12067">
                  <c:v>26-05-2022</c:v>
                </c:pt>
                <c:pt idx="12068">
                  <c:v>26-05-2022</c:v>
                </c:pt>
                <c:pt idx="12069">
                  <c:v>26-05-2022</c:v>
                </c:pt>
                <c:pt idx="12070">
                  <c:v>26-05-2022</c:v>
                </c:pt>
                <c:pt idx="12071">
                  <c:v>26-05-2022</c:v>
                </c:pt>
                <c:pt idx="12072">
                  <c:v>26-05-2022</c:v>
                </c:pt>
                <c:pt idx="12073">
                  <c:v>26-05-2022</c:v>
                </c:pt>
                <c:pt idx="12074">
                  <c:v>26-05-2022</c:v>
                </c:pt>
                <c:pt idx="12075">
                  <c:v>27-05-2022</c:v>
                </c:pt>
                <c:pt idx="12076">
                  <c:v>27-05-2022</c:v>
                </c:pt>
                <c:pt idx="12077">
                  <c:v>27-05-2022</c:v>
                </c:pt>
                <c:pt idx="12078">
                  <c:v>27-05-2022</c:v>
                </c:pt>
                <c:pt idx="12079">
                  <c:v>27-05-2022</c:v>
                </c:pt>
                <c:pt idx="12080">
                  <c:v>27-05-2022</c:v>
                </c:pt>
                <c:pt idx="12081">
                  <c:v>27-05-2022</c:v>
                </c:pt>
                <c:pt idx="12082">
                  <c:v>27-05-2022</c:v>
                </c:pt>
                <c:pt idx="12083">
                  <c:v>27-05-2022</c:v>
                </c:pt>
                <c:pt idx="12084">
                  <c:v>27-05-2022</c:v>
                </c:pt>
                <c:pt idx="12085">
                  <c:v>27-05-2022</c:v>
                </c:pt>
                <c:pt idx="12086">
                  <c:v>27-05-2022</c:v>
                </c:pt>
                <c:pt idx="12087">
                  <c:v>27-05-2022</c:v>
                </c:pt>
                <c:pt idx="12088">
                  <c:v>27-05-2022</c:v>
                </c:pt>
                <c:pt idx="12089">
                  <c:v>27-05-2022</c:v>
                </c:pt>
                <c:pt idx="12090">
                  <c:v>27-05-2022</c:v>
                </c:pt>
                <c:pt idx="12091">
                  <c:v>27-05-2022</c:v>
                </c:pt>
                <c:pt idx="12092">
                  <c:v>27-05-2022</c:v>
                </c:pt>
                <c:pt idx="12093">
                  <c:v>27-05-2022</c:v>
                </c:pt>
                <c:pt idx="12094">
                  <c:v>27-05-2022</c:v>
                </c:pt>
                <c:pt idx="12095">
                  <c:v>27-05-2022</c:v>
                </c:pt>
                <c:pt idx="12096">
                  <c:v>27-05-2022</c:v>
                </c:pt>
                <c:pt idx="12097">
                  <c:v>27-05-2022</c:v>
                </c:pt>
                <c:pt idx="12098">
                  <c:v>27-05-2022</c:v>
                </c:pt>
                <c:pt idx="12099">
                  <c:v>27-05-2022</c:v>
                </c:pt>
                <c:pt idx="12100">
                  <c:v>27-05-2022</c:v>
                </c:pt>
                <c:pt idx="12101">
                  <c:v>27-05-2022</c:v>
                </c:pt>
                <c:pt idx="12102">
                  <c:v>27-05-2022</c:v>
                </c:pt>
                <c:pt idx="12103">
                  <c:v>27-05-2022</c:v>
                </c:pt>
                <c:pt idx="12104">
                  <c:v>27-05-2022</c:v>
                </c:pt>
                <c:pt idx="12105">
                  <c:v>27-05-2022</c:v>
                </c:pt>
                <c:pt idx="12106">
                  <c:v>27-05-2022</c:v>
                </c:pt>
                <c:pt idx="12107">
                  <c:v>27-05-2022</c:v>
                </c:pt>
                <c:pt idx="12108">
                  <c:v>27-05-2022</c:v>
                </c:pt>
                <c:pt idx="12109">
                  <c:v>27-05-2022</c:v>
                </c:pt>
                <c:pt idx="12110">
                  <c:v>27-05-2022</c:v>
                </c:pt>
                <c:pt idx="12111">
                  <c:v>27-05-2022</c:v>
                </c:pt>
                <c:pt idx="12112">
                  <c:v>27-05-2022</c:v>
                </c:pt>
                <c:pt idx="12113">
                  <c:v>27-05-2022</c:v>
                </c:pt>
                <c:pt idx="12114">
                  <c:v>27-05-2022</c:v>
                </c:pt>
                <c:pt idx="12115">
                  <c:v>28-05-2022</c:v>
                </c:pt>
                <c:pt idx="12116">
                  <c:v>28-05-2022</c:v>
                </c:pt>
                <c:pt idx="12117">
                  <c:v>28-05-2022</c:v>
                </c:pt>
                <c:pt idx="12118">
                  <c:v>28-05-2022</c:v>
                </c:pt>
                <c:pt idx="12119">
                  <c:v>28-05-2022</c:v>
                </c:pt>
                <c:pt idx="12120">
                  <c:v>28-05-2022</c:v>
                </c:pt>
                <c:pt idx="12121">
                  <c:v>28-05-2022</c:v>
                </c:pt>
                <c:pt idx="12122">
                  <c:v>28-05-2022</c:v>
                </c:pt>
                <c:pt idx="12123">
                  <c:v>28-05-2022</c:v>
                </c:pt>
                <c:pt idx="12124">
                  <c:v>28-05-2022</c:v>
                </c:pt>
                <c:pt idx="12125">
                  <c:v>28-05-2022</c:v>
                </c:pt>
                <c:pt idx="12126">
                  <c:v>28-05-2022</c:v>
                </c:pt>
                <c:pt idx="12127">
                  <c:v>28-05-2022</c:v>
                </c:pt>
                <c:pt idx="12128">
                  <c:v>28-05-2022</c:v>
                </c:pt>
                <c:pt idx="12129">
                  <c:v>28-05-2022</c:v>
                </c:pt>
                <c:pt idx="12130">
                  <c:v>28-05-2022</c:v>
                </c:pt>
                <c:pt idx="12131">
                  <c:v>28-05-2022</c:v>
                </c:pt>
                <c:pt idx="12132">
                  <c:v>28-05-2022</c:v>
                </c:pt>
                <c:pt idx="12133">
                  <c:v>28-05-2022</c:v>
                </c:pt>
                <c:pt idx="12134">
                  <c:v>28-05-2022</c:v>
                </c:pt>
                <c:pt idx="12135">
                  <c:v>28-05-2022</c:v>
                </c:pt>
                <c:pt idx="12136">
                  <c:v>28-05-2022</c:v>
                </c:pt>
                <c:pt idx="12137">
                  <c:v>28-05-2022</c:v>
                </c:pt>
                <c:pt idx="12138">
                  <c:v>28-05-2022</c:v>
                </c:pt>
                <c:pt idx="12139">
                  <c:v>28-05-2022</c:v>
                </c:pt>
                <c:pt idx="12140">
                  <c:v>28-05-2022</c:v>
                </c:pt>
                <c:pt idx="12141">
                  <c:v>28-05-2022</c:v>
                </c:pt>
                <c:pt idx="12142">
                  <c:v>28-05-2022</c:v>
                </c:pt>
                <c:pt idx="12143">
                  <c:v>28-05-2022</c:v>
                </c:pt>
                <c:pt idx="12144">
                  <c:v>28-05-2022</c:v>
                </c:pt>
                <c:pt idx="12145">
                  <c:v>28-05-2022</c:v>
                </c:pt>
                <c:pt idx="12146">
                  <c:v>28-05-2022</c:v>
                </c:pt>
                <c:pt idx="12147">
                  <c:v>28-05-2022</c:v>
                </c:pt>
                <c:pt idx="12148">
                  <c:v>28-05-2022</c:v>
                </c:pt>
                <c:pt idx="12149">
                  <c:v>28-05-2022</c:v>
                </c:pt>
                <c:pt idx="12150">
                  <c:v>28-05-2022</c:v>
                </c:pt>
                <c:pt idx="12151">
                  <c:v>28-05-2022</c:v>
                </c:pt>
                <c:pt idx="12152">
                  <c:v>28-05-2022</c:v>
                </c:pt>
                <c:pt idx="12153">
                  <c:v>28-05-2022</c:v>
                </c:pt>
                <c:pt idx="12154">
                  <c:v>28-05-2022</c:v>
                </c:pt>
                <c:pt idx="12155">
                  <c:v>29-05-2022</c:v>
                </c:pt>
                <c:pt idx="12156">
                  <c:v>29-05-2022</c:v>
                </c:pt>
                <c:pt idx="12157">
                  <c:v>29-05-2022</c:v>
                </c:pt>
                <c:pt idx="12158">
                  <c:v>29-05-2022</c:v>
                </c:pt>
                <c:pt idx="12159">
                  <c:v>29-05-2022</c:v>
                </c:pt>
                <c:pt idx="12160">
                  <c:v>29-05-2022</c:v>
                </c:pt>
                <c:pt idx="12161">
                  <c:v>29-05-2022</c:v>
                </c:pt>
                <c:pt idx="12162">
                  <c:v>29-05-2022</c:v>
                </c:pt>
                <c:pt idx="12163">
                  <c:v>29-05-2022</c:v>
                </c:pt>
                <c:pt idx="12164">
                  <c:v>29-05-2022</c:v>
                </c:pt>
                <c:pt idx="12165">
                  <c:v>29-05-2022</c:v>
                </c:pt>
                <c:pt idx="12166">
                  <c:v>29-05-2022</c:v>
                </c:pt>
                <c:pt idx="12167">
                  <c:v>29-05-2022</c:v>
                </c:pt>
                <c:pt idx="12168">
                  <c:v>29-05-2022</c:v>
                </c:pt>
                <c:pt idx="12169">
                  <c:v>29-05-2022</c:v>
                </c:pt>
                <c:pt idx="12170">
                  <c:v>29-05-2022</c:v>
                </c:pt>
                <c:pt idx="12171">
                  <c:v>29-05-2022</c:v>
                </c:pt>
                <c:pt idx="12172">
                  <c:v>29-05-2022</c:v>
                </c:pt>
                <c:pt idx="12173">
                  <c:v>29-05-2022</c:v>
                </c:pt>
                <c:pt idx="12174">
                  <c:v>29-05-2022</c:v>
                </c:pt>
                <c:pt idx="12175">
                  <c:v>29-05-2022</c:v>
                </c:pt>
                <c:pt idx="12176">
                  <c:v>29-05-2022</c:v>
                </c:pt>
                <c:pt idx="12177">
                  <c:v>29-05-2022</c:v>
                </c:pt>
                <c:pt idx="12178">
                  <c:v>29-05-2022</c:v>
                </c:pt>
                <c:pt idx="12179">
                  <c:v>29-05-2022</c:v>
                </c:pt>
                <c:pt idx="12180">
                  <c:v>29-05-2022</c:v>
                </c:pt>
                <c:pt idx="12181">
                  <c:v>29-05-2022</c:v>
                </c:pt>
                <c:pt idx="12182">
                  <c:v>29-05-2022</c:v>
                </c:pt>
                <c:pt idx="12183">
                  <c:v>29-05-2022</c:v>
                </c:pt>
                <c:pt idx="12184">
                  <c:v>29-05-2022</c:v>
                </c:pt>
                <c:pt idx="12185">
                  <c:v>29-05-2022</c:v>
                </c:pt>
                <c:pt idx="12186">
                  <c:v>29-05-2022</c:v>
                </c:pt>
                <c:pt idx="12187">
                  <c:v>29-05-2022</c:v>
                </c:pt>
                <c:pt idx="12188">
                  <c:v>29-05-2022</c:v>
                </c:pt>
                <c:pt idx="12189">
                  <c:v>29-05-2022</c:v>
                </c:pt>
                <c:pt idx="12190">
                  <c:v>29-05-2022</c:v>
                </c:pt>
                <c:pt idx="12191">
                  <c:v>29-05-2022</c:v>
                </c:pt>
                <c:pt idx="12192">
                  <c:v>29-05-2022</c:v>
                </c:pt>
                <c:pt idx="12193">
                  <c:v>29-05-2022</c:v>
                </c:pt>
                <c:pt idx="12194">
                  <c:v>29-05-2022</c:v>
                </c:pt>
                <c:pt idx="12195">
                  <c:v>30-05-2022</c:v>
                </c:pt>
                <c:pt idx="12196">
                  <c:v>30-05-2022</c:v>
                </c:pt>
                <c:pt idx="12197">
                  <c:v>30-05-2022</c:v>
                </c:pt>
                <c:pt idx="12198">
                  <c:v>30-05-2022</c:v>
                </c:pt>
                <c:pt idx="12199">
                  <c:v>30-05-2022</c:v>
                </c:pt>
                <c:pt idx="12200">
                  <c:v>30-05-2022</c:v>
                </c:pt>
                <c:pt idx="12201">
                  <c:v>30-05-2022</c:v>
                </c:pt>
                <c:pt idx="12202">
                  <c:v>30-05-2022</c:v>
                </c:pt>
                <c:pt idx="12203">
                  <c:v>30-05-2022</c:v>
                </c:pt>
                <c:pt idx="12204">
                  <c:v>30-05-2022</c:v>
                </c:pt>
                <c:pt idx="12205">
                  <c:v>30-05-2022</c:v>
                </c:pt>
                <c:pt idx="12206">
                  <c:v>30-05-2022</c:v>
                </c:pt>
                <c:pt idx="12207">
                  <c:v>30-05-2022</c:v>
                </c:pt>
                <c:pt idx="12208">
                  <c:v>30-05-2022</c:v>
                </c:pt>
                <c:pt idx="12209">
                  <c:v>30-05-2022</c:v>
                </c:pt>
                <c:pt idx="12210">
                  <c:v>30-05-2022</c:v>
                </c:pt>
                <c:pt idx="12211">
                  <c:v>30-05-2022</c:v>
                </c:pt>
                <c:pt idx="12212">
                  <c:v>30-05-2022</c:v>
                </c:pt>
                <c:pt idx="12213">
                  <c:v>30-05-2022</c:v>
                </c:pt>
                <c:pt idx="12214">
                  <c:v>30-05-2022</c:v>
                </c:pt>
                <c:pt idx="12215">
                  <c:v>30-05-2022</c:v>
                </c:pt>
                <c:pt idx="12216">
                  <c:v>30-05-2022</c:v>
                </c:pt>
                <c:pt idx="12217">
                  <c:v>30-05-2022</c:v>
                </c:pt>
                <c:pt idx="12218">
                  <c:v>30-05-2022</c:v>
                </c:pt>
                <c:pt idx="12219">
                  <c:v>30-05-2022</c:v>
                </c:pt>
                <c:pt idx="12220">
                  <c:v>30-05-2022</c:v>
                </c:pt>
                <c:pt idx="12221">
                  <c:v>30-05-2022</c:v>
                </c:pt>
                <c:pt idx="12222">
                  <c:v>30-05-2022</c:v>
                </c:pt>
                <c:pt idx="12223">
                  <c:v>30-05-2022</c:v>
                </c:pt>
                <c:pt idx="12224">
                  <c:v>30-05-2022</c:v>
                </c:pt>
                <c:pt idx="12225">
                  <c:v>30-05-2022</c:v>
                </c:pt>
                <c:pt idx="12226">
                  <c:v>30-05-2022</c:v>
                </c:pt>
                <c:pt idx="12227">
                  <c:v>30-05-2022</c:v>
                </c:pt>
                <c:pt idx="12228">
                  <c:v>30-05-2022</c:v>
                </c:pt>
                <c:pt idx="12229">
                  <c:v>30-05-2022</c:v>
                </c:pt>
                <c:pt idx="12230">
                  <c:v>30-05-2022</c:v>
                </c:pt>
                <c:pt idx="12231">
                  <c:v>30-05-2022</c:v>
                </c:pt>
                <c:pt idx="12232">
                  <c:v>30-05-2022</c:v>
                </c:pt>
                <c:pt idx="12233">
                  <c:v>30-05-2022</c:v>
                </c:pt>
                <c:pt idx="12234">
                  <c:v>30-05-2022</c:v>
                </c:pt>
                <c:pt idx="12235">
                  <c:v>31-05-2022</c:v>
                </c:pt>
                <c:pt idx="12236">
                  <c:v>31-05-2022</c:v>
                </c:pt>
                <c:pt idx="12237">
                  <c:v>31-05-2022</c:v>
                </c:pt>
                <c:pt idx="12238">
                  <c:v>31-05-2022</c:v>
                </c:pt>
                <c:pt idx="12239">
                  <c:v>31-05-2022</c:v>
                </c:pt>
                <c:pt idx="12240">
                  <c:v>31-05-2022</c:v>
                </c:pt>
                <c:pt idx="12241">
                  <c:v>31-05-2022</c:v>
                </c:pt>
                <c:pt idx="12242">
                  <c:v>31-05-2022</c:v>
                </c:pt>
                <c:pt idx="12243">
                  <c:v>31-05-2022</c:v>
                </c:pt>
                <c:pt idx="12244">
                  <c:v>31-05-2022</c:v>
                </c:pt>
                <c:pt idx="12245">
                  <c:v>31-05-2022</c:v>
                </c:pt>
                <c:pt idx="12246">
                  <c:v>31-05-2022</c:v>
                </c:pt>
                <c:pt idx="12247">
                  <c:v>31-05-2022</c:v>
                </c:pt>
                <c:pt idx="12248">
                  <c:v>31-05-2022</c:v>
                </c:pt>
                <c:pt idx="12249">
                  <c:v>31-05-2022</c:v>
                </c:pt>
                <c:pt idx="12250">
                  <c:v>31-05-2022</c:v>
                </c:pt>
                <c:pt idx="12251">
                  <c:v>31-05-2022</c:v>
                </c:pt>
                <c:pt idx="12252">
                  <c:v>31-05-2022</c:v>
                </c:pt>
                <c:pt idx="12253">
                  <c:v>31-05-2022</c:v>
                </c:pt>
                <c:pt idx="12254">
                  <c:v>31-05-2022</c:v>
                </c:pt>
                <c:pt idx="12255">
                  <c:v>31-05-2022</c:v>
                </c:pt>
                <c:pt idx="12256">
                  <c:v>31-05-2022</c:v>
                </c:pt>
                <c:pt idx="12257">
                  <c:v>31-05-2022</c:v>
                </c:pt>
                <c:pt idx="12258">
                  <c:v>31-05-2022</c:v>
                </c:pt>
                <c:pt idx="12259">
                  <c:v>31-05-2022</c:v>
                </c:pt>
                <c:pt idx="12260">
                  <c:v>31-05-2022</c:v>
                </c:pt>
                <c:pt idx="12261">
                  <c:v>31-05-2022</c:v>
                </c:pt>
                <c:pt idx="12262">
                  <c:v>31-05-2022</c:v>
                </c:pt>
                <c:pt idx="12263">
                  <c:v>31-05-2022</c:v>
                </c:pt>
                <c:pt idx="12264">
                  <c:v>31-05-2022</c:v>
                </c:pt>
                <c:pt idx="12265">
                  <c:v>31-05-2022</c:v>
                </c:pt>
                <c:pt idx="12266">
                  <c:v>31-05-2022</c:v>
                </c:pt>
                <c:pt idx="12267">
                  <c:v>31-05-2022</c:v>
                </c:pt>
                <c:pt idx="12268">
                  <c:v>31-05-2022</c:v>
                </c:pt>
                <c:pt idx="12269">
                  <c:v>31-05-2022</c:v>
                </c:pt>
                <c:pt idx="12270">
                  <c:v>31-05-2022</c:v>
                </c:pt>
                <c:pt idx="12271">
                  <c:v>31-05-2022</c:v>
                </c:pt>
                <c:pt idx="12272">
                  <c:v>31-05-2022</c:v>
                </c:pt>
                <c:pt idx="12273">
                  <c:v>31-05-2022</c:v>
                </c:pt>
                <c:pt idx="12274">
                  <c:v>31-05-2022</c:v>
                </c:pt>
                <c:pt idx="12275">
                  <c:v>01-06-2022</c:v>
                </c:pt>
                <c:pt idx="12276">
                  <c:v>01-06-2022</c:v>
                </c:pt>
                <c:pt idx="12277">
                  <c:v>01-06-2022</c:v>
                </c:pt>
                <c:pt idx="12278">
                  <c:v>01-06-2022</c:v>
                </c:pt>
                <c:pt idx="12279">
                  <c:v>01-06-2022</c:v>
                </c:pt>
                <c:pt idx="12280">
                  <c:v>01-06-2022</c:v>
                </c:pt>
                <c:pt idx="12281">
                  <c:v>01-06-2022</c:v>
                </c:pt>
                <c:pt idx="12282">
                  <c:v>01-06-2022</c:v>
                </c:pt>
                <c:pt idx="12283">
                  <c:v>01-06-2022</c:v>
                </c:pt>
                <c:pt idx="12284">
                  <c:v>01-06-2022</c:v>
                </c:pt>
                <c:pt idx="12285">
                  <c:v>01-06-2022</c:v>
                </c:pt>
                <c:pt idx="12286">
                  <c:v>01-06-2022</c:v>
                </c:pt>
                <c:pt idx="12287">
                  <c:v>01-06-2022</c:v>
                </c:pt>
                <c:pt idx="12288">
                  <c:v>01-06-2022</c:v>
                </c:pt>
                <c:pt idx="12289">
                  <c:v>01-06-2022</c:v>
                </c:pt>
                <c:pt idx="12290">
                  <c:v>01-06-2022</c:v>
                </c:pt>
                <c:pt idx="12291">
                  <c:v>01-06-2022</c:v>
                </c:pt>
                <c:pt idx="12292">
                  <c:v>01-06-2022</c:v>
                </c:pt>
                <c:pt idx="12293">
                  <c:v>01-06-2022</c:v>
                </c:pt>
                <c:pt idx="12294">
                  <c:v>01-06-2022</c:v>
                </c:pt>
                <c:pt idx="12295">
                  <c:v>01-06-2022</c:v>
                </c:pt>
                <c:pt idx="12296">
                  <c:v>01-06-2022</c:v>
                </c:pt>
                <c:pt idx="12297">
                  <c:v>01-06-2022</c:v>
                </c:pt>
                <c:pt idx="12298">
                  <c:v>01-06-2022</c:v>
                </c:pt>
                <c:pt idx="12299">
                  <c:v>01-06-2022</c:v>
                </c:pt>
                <c:pt idx="12300">
                  <c:v>01-06-2022</c:v>
                </c:pt>
                <c:pt idx="12301">
                  <c:v>01-06-2022</c:v>
                </c:pt>
                <c:pt idx="12302">
                  <c:v>01-06-2022</c:v>
                </c:pt>
                <c:pt idx="12303">
                  <c:v>01-06-2022</c:v>
                </c:pt>
                <c:pt idx="12304">
                  <c:v>01-06-2022</c:v>
                </c:pt>
                <c:pt idx="12305">
                  <c:v>01-06-2022</c:v>
                </c:pt>
                <c:pt idx="12306">
                  <c:v>01-06-2022</c:v>
                </c:pt>
                <c:pt idx="12307">
                  <c:v>01-06-2022</c:v>
                </c:pt>
                <c:pt idx="12308">
                  <c:v>01-06-2022</c:v>
                </c:pt>
                <c:pt idx="12309">
                  <c:v>01-06-2022</c:v>
                </c:pt>
                <c:pt idx="12310">
                  <c:v>01-06-2022</c:v>
                </c:pt>
                <c:pt idx="12311">
                  <c:v>01-06-2022</c:v>
                </c:pt>
                <c:pt idx="12312">
                  <c:v>01-06-2022</c:v>
                </c:pt>
                <c:pt idx="12313">
                  <c:v>01-06-2022</c:v>
                </c:pt>
                <c:pt idx="12314">
                  <c:v>01-06-2022</c:v>
                </c:pt>
                <c:pt idx="12315">
                  <c:v>02-06-2022</c:v>
                </c:pt>
                <c:pt idx="12316">
                  <c:v>02-06-2022</c:v>
                </c:pt>
                <c:pt idx="12317">
                  <c:v>02-06-2022</c:v>
                </c:pt>
                <c:pt idx="12318">
                  <c:v>02-06-2022</c:v>
                </c:pt>
                <c:pt idx="12319">
                  <c:v>02-06-2022</c:v>
                </c:pt>
                <c:pt idx="12320">
                  <c:v>02-06-2022</c:v>
                </c:pt>
                <c:pt idx="12321">
                  <c:v>02-06-2022</c:v>
                </c:pt>
                <c:pt idx="12322">
                  <c:v>02-06-2022</c:v>
                </c:pt>
                <c:pt idx="12323">
                  <c:v>02-06-2022</c:v>
                </c:pt>
                <c:pt idx="12324">
                  <c:v>02-06-2022</c:v>
                </c:pt>
                <c:pt idx="12325">
                  <c:v>02-06-2022</c:v>
                </c:pt>
                <c:pt idx="12326">
                  <c:v>02-06-2022</c:v>
                </c:pt>
                <c:pt idx="12327">
                  <c:v>02-06-2022</c:v>
                </c:pt>
                <c:pt idx="12328">
                  <c:v>02-06-2022</c:v>
                </c:pt>
                <c:pt idx="12329">
                  <c:v>02-06-2022</c:v>
                </c:pt>
                <c:pt idx="12330">
                  <c:v>02-06-2022</c:v>
                </c:pt>
                <c:pt idx="12331">
                  <c:v>02-06-2022</c:v>
                </c:pt>
                <c:pt idx="12332">
                  <c:v>02-06-2022</c:v>
                </c:pt>
                <c:pt idx="12333">
                  <c:v>02-06-2022</c:v>
                </c:pt>
                <c:pt idx="12334">
                  <c:v>02-06-2022</c:v>
                </c:pt>
                <c:pt idx="12335">
                  <c:v>02-06-2022</c:v>
                </c:pt>
                <c:pt idx="12336">
                  <c:v>02-06-2022</c:v>
                </c:pt>
                <c:pt idx="12337">
                  <c:v>02-06-2022</c:v>
                </c:pt>
                <c:pt idx="12338">
                  <c:v>02-06-2022</c:v>
                </c:pt>
                <c:pt idx="12339">
                  <c:v>02-06-2022</c:v>
                </c:pt>
                <c:pt idx="12340">
                  <c:v>02-06-2022</c:v>
                </c:pt>
                <c:pt idx="12341">
                  <c:v>02-06-2022</c:v>
                </c:pt>
                <c:pt idx="12342">
                  <c:v>02-06-2022</c:v>
                </c:pt>
                <c:pt idx="12343">
                  <c:v>02-06-2022</c:v>
                </c:pt>
                <c:pt idx="12344">
                  <c:v>02-06-2022</c:v>
                </c:pt>
                <c:pt idx="12345">
                  <c:v>02-06-2022</c:v>
                </c:pt>
                <c:pt idx="12346">
                  <c:v>02-06-2022</c:v>
                </c:pt>
                <c:pt idx="12347">
                  <c:v>02-06-2022</c:v>
                </c:pt>
                <c:pt idx="12348">
                  <c:v>02-06-2022</c:v>
                </c:pt>
                <c:pt idx="12349">
                  <c:v>02-06-2022</c:v>
                </c:pt>
                <c:pt idx="12350">
                  <c:v>02-06-2022</c:v>
                </c:pt>
                <c:pt idx="12351">
                  <c:v>02-06-2022</c:v>
                </c:pt>
                <c:pt idx="12352">
                  <c:v>02-06-2022</c:v>
                </c:pt>
                <c:pt idx="12353">
                  <c:v>02-06-2022</c:v>
                </c:pt>
                <c:pt idx="12354">
                  <c:v>02-06-2022</c:v>
                </c:pt>
                <c:pt idx="12355">
                  <c:v>03-06-2022</c:v>
                </c:pt>
                <c:pt idx="12356">
                  <c:v>03-06-2022</c:v>
                </c:pt>
                <c:pt idx="12357">
                  <c:v>03-06-2022</c:v>
                </c:pt>
                <c:pt idx="12358">
                  <c:v>03-06-2022</c:v>
                </c:pt>
                <c:pt idx="12359">
                  <c:v>03-06-2022</c:v>
                </c:pt>
                <c:pt idx="12360">
                  <c:v>03-06-2022</c:v>
                </c:pt>
                <c:pt idx="12361">
                  <c:v>03-06-2022</c:v>
                </c:pt>
                <c:pt idx="12362">
                  <c:v>03-06-2022</c:v>
                </c:pt>
                <c:pt idx="12363">
                  <c:v>03-06-2022</c:v>
                </c:pt>
                <c:pt idx="12364">
                  <c:v>03-06-2022</c:v>
                </c:pt>
                <c:pt idx="12365">
                  <c:v>03-06-2022</c:v>
                </c:pt>
                <c:pt idx="12366">
                  <c:v>03-06-2022</c:v>
                </c:pt>
                <c:pt idx="12367">
                  <c:v>03-06-2022</c:v>
                </c:pt>
                <c:pt idx="12368">
                  <c:v>03-06-2022</c:v>
                </c:pt>
                <c:pt idx="12369">
                  <c:v>03-06-2022</c:v>
                </c:pt>
                <c:pt idx="12370">
                  <c:v>03-06-2022</c:v>
                </c:pt>
                <c:pt idx="12371">
                  <c:v>03-06-2022</c:v>
                </c:pt>
                <c:pt idx="12372">
                  <c:v>03-06-2022</c:v>
                </c:pt>
                <c:pt idx="12373">
                  <c:v>03-06-2022</c:v>
                </c:pt>
                <c:pt idx="12374">
                  <c:v>03-06-2022</c:v>
                </c:pt>
                <c:pt idx="12375">
                  <c:v>03-06-2022</c:v>
                </c:pt>
                <c:pt idx="12376">
                  <c:v>03-06-2022</c:v>
                </c:pt>
                <c:pt idx="12377">
                  <c:v>03-06-2022</c:v>
                </c:pt>
                <c:pt idx="12378">
                  <c:v>03-06-2022</c:v>
                </c:pt>
                <c:pt idx="12379">
                  <c:v>03-06-2022</c:v>
                </c:pt>
                <c:pt idx="12380">
                  <c:v>03-06-2022</c:v>
                </c:pt>
                <c:pt idx="12381">
                  <c:v>03-06-2022</c:v>
                </c:pt>
                <c:pt idx="12382">
                  <c:v>03-06-2022</c:v>
                </c:pt>
                <c:pt idx="12383">
                  <c:v>03-06-2022</c:v>
                </c:pt>
                <c:pt idx="12384">
                  <c:v>03-06-2022</c:v>
                </c:pt>
                <c:pt idx="12385">
                  <c:v>03-06-2022</c:v>
                </c:pt>
                <c:pt idx="12386">
                  <c:v>03-06-2022</c:v>
                </c:pt>
                <c:pt idx="12387">
                  <c:v>03-06-2022</c:v>
                </c:pt>
                <c:pt idx="12388">
                  <c:v>03-06-2022</c:v>
                </c:pt>
                <c:pt idx="12389">
                  <c:v>03-06-2022</c:v>
                </c:pt>
                <c:pt idx="12390">
                  <c:v>03-06-2022</c:v>
                </c:pt>
                <c:pt idx="12391">
                  <c:v>03-06-2022</c:v>
                </c:pt>
                <c:pt idx="12392">
                  <c:v>03-06-2022</c:v>
                </c:pt>
                <c:pt idx="12393">
                  <c:v>03-06-2022</c:v>
                </c:pt>
                <c:pt idx="12394">
                  <c:v>03-06-2022</c:v>
                </c:pt>
                <c:pt idx="12395">
                  <c:v>04-06-2022</c:v>
                </c:pt>
                <c:pt idx="12396">
                  <c:v>04-06-2022</c:v>
                </c:pt>
                <c:pt idx="12397">
                  <c:v>04-06-2022</c:v>
                </c:pt>
                <c:pt idx="12398">
                  <c:v>04-06-2022</c:v>
                </c:pt>
                <c:pt idx="12399">
                  <c:v>04-06-2022</c:v>
                </c:pt>
                <c:pt idx="12400">
                  <c:v>04-06-2022</c:v>
                </c:pt>
                <c:pt idx="12401">
                  <c:v>04-06-2022</c:v>
                </c:pt>
                <c:pt idx="12402">
                  <c:v>04-06-2022</c:v>
                </c:pt>
                <c:pt idx="12403">
                  <c:v>04-06-2022</c:v>
                </c:pt>
                <c:pt idx="12404">
                  <c:v>04-06-2022</c:v>
                </c:pt>
                <c:pt idx="12405">
                  <c:v>04-06-2022</c:v>
                </c:pt>
                <c:pt idx="12406">
                  <c:v>04-06-2022</c:v>
                </c:pt>
                <c:pt idx="12407">
                  <c:v>04-06-2022</c:v>
                </c:pt>
                <c:pt idx="12408">
                  <c:v>04-06-2022</c:v>
                </c:pt>
                <c:pt idx="12409">
                  <c:v>04-06-2022</c:v>
                </c:pt>
                <c:pt idx="12410">
                  <c:v>04-06-2022</c:v>
                </c:pt>
                <c:pt idx="12411">
                  <c:v>04-06-2022</c:v>
                </c:pt>
                <c:pt idx="12412">
                  <c:v>04-06-2022</c:v>
                </c:pt>
                <c:pt idx="12413">
                  <c:v>04-06-2022</c:v>
                </c:pt>
                <c:pt idx="12414">
                  <c:v>04-06-2022</c:v>
                </c:pt>
                <c:pt idx="12415">
                  <c:v>04-06-2022</c:v>
                </c:pt>
                <c:pt idx="12416">
                  <c:v>04-06-2022</c:v>
                </c:pt>
                <c:pt idx="12417">
                  <c:v>04-06-2022</c:v>
                </c:pt>
                <c:pt idx="12418">
                  <c:v>04-06-2022</c:v>
                </c:pt>
                <c:pt idx="12419">
                  <c:v>04-06-2022</c:v>
                </c:pt>
                <c:pt idx="12420">
                  <c:v>04-06-2022</c:v>
                </c:pt>
                <c:pt idx="12421">
                  <c:v>04-06-2022</c:v>
                </c:pt>
                <c:pt idx="12422">
                  <c:v>04-06-2022</c:v>
                </c:pt>
                <c:pt idx="12423">
                  <c:v>04-06-2022</c:v>
                </c:pt>
                <c:pt idx="12424">
                  <c:v>04-06-2022</c:v>
                </c:pt>
                <c:pt idx="12425">
                  <c:v>04-06-2022</c:v>
                </c:pt>
                <c:pt idx="12426">
                  <c:v>04-06-2022</c:v>
                </c:pt>
                <c:pt idx="12427">
                  <c:v>04-06-2022</c:v>
                </c:pt>
                <c:pt idx="12428">
                  <c:v>04-06-2022</c:v>
                </c:pt>
                <c:pt idx="12429">
                  <c:v>04-06-2022</c:v>
                </c:pt>
                <c:pt idx="12430">
                  <c:v>04-06-2022</c:v>
                </c:pt>
                <c:pt idx="12431">
                  <c:v>04-06-2022</c:v>
                </c:pt>
                <c:pt idx="12432">
                  <c:v>04-06-2022</c:v>
                </c:pt>
                <c:pt idx="12433">
                  <c:v>04-06-2022</c:v>
                </c:pt>
                <c:pt idx="12434">
                  <c:v>04-06-2022</c:v>
                </c:pt>
                <c:pt idx="12435">
                  <c:v>05-06-2022</c:v>
                </c:pt>
                <c:pt idx="12436">
                  <c:v>05-06-2022</c:v>
                </c:pt>
                <c:pt idx="12437">
                  <c:v>05-06-2022</c:v>
                </c:pt>
                <c:pt idx="12438">
                  <c:v>05-06-2022</c:v>
                </c:pt>
                <c:pt idx="12439">
                  <c:v>05-06-2022</c:v>
                </c:pt>
                <c:pt idx="12440">
                  <c:v>05-06-2022</c:v>
                </c:pt>
                <c:pt idx="12441">
                  <c:v>05-06-2022</c:v>
                </c:pt>
                <c:pt idx="12442">
                  <c:v>05-06-2022</c:v>
                </c:pt>
                <c:pt idx="12443">
                  <c:v>05-06-2022</c:v>
                </c:pt>
                <c:pt idx="12444">
                  <c:v>05-06-2022</c:v>
                </c:pt>
                <c:pt idx="12445">
                  <c:v>05-06-2022</c:v>
                </c:pt>
                <c:pt idx="12446">
                  <c:v>05-06-2022</c:v>
                </c:pt>
                <c:pt idx="12447">
                  <c:v>05-06-2022</c:v>
                </c:pt>
                <c:pt idx="12448">
                  <c:v>05-06-2022</c:v>
                </c:pt>
                <c:pt idx="12449">
                  <c:v>05-06-2022</c:v>
                </c:pt>
                <c:pt idx="12450">
                  <c:v>05-06-2022</c:v>
                </c:pt>
                <c:pt idx="12451">
                  <c:v>05-06-2022</c:v>
                </c:pt>
                <c:pt idx="12452">
                  <c:v>05-06-2022</c:v>
                </c:pt>
                <c:pt idx="12453">
                  <c:v>05-06-2022</c:v>
                </c:pt>
                <c:pt idx="12454">
                  <c:v>05-06-2022</c:v>
                </c:pt>
                <c:pt idx="12455">
                  <c:v>05-06-2022</c:v>
                </c:pt>
                <c:pt idx="12456">
                  <c:v>05-06-2022</c:v>
                </c:pt>
                <c:pt idx="12457">
                  <c:v>05-06-2022</c:v>
                </c:pt>
                <c:pt idx="12458">
                  <c:v>05-06-2022</c:v>
                </c:pt>
                <c:pt idx="12459">
                  <c:v>05-06-2022</c:v>
                </c:pt>
                <c:pt idx="12460">
                  <c:v>05-06-2022</c:v>
                </c:pt>
                <c:pt idx="12461">
                  <c:v>05-06-2022</c:v>
                </c:pt>
                <c:pt idx="12462">
                  <c:v>05-06-2022</c:v>
                </c:pt>
                <c:pt idx="12463">
                  <c:v>05-06-2022</c:v>
                </c:pt>
                <c:pt idx="12464">
                  <c:v>05-06-2022</c:v>
                </c:pt>
                <c:pt idx="12465">
                  <c:v>05-06-2022</c:v>
                </c:pt>
                <c:pt idx="12466">
                  <c:v>05-06-2022</c:v>
                </c:pt>
                <c:pt idx="12467">
                  <c:v>05-06-2022</c:v>
                </c:pt>
                <c:pt idx="12468">
                  <c:v>05-06-2022</c:v>
                </c:pt>
                <c:pt idx="12469">
                  <c:v>05-06-2022</c:v>
                </c:pt>
                <c:pt idx="12470">
                  <c:v>05-06-2022</c:v>
                </c:pt>
                <c:pt idx="12471">
                  <c:v>05-06-2022</c:v>
                </c:pt>
                <c:pt idx="12472">
                  <c:v>05-06-2022</c:v>
                </c:pt>
                <c:pt idx="12473">
                  <c:v>05-06-2022</c:v>
                </c:pt>
                <c:pt idx="12474">
                  <c:v>05-06-2022</c:v>
                </c:pt>
                <c:pt idx="12475">
                  <c:v>06-06-2022</c:v>
                </c:pt>
                <c:pt idx="12476">
                  <c:v>06-06-2022</c:v>
                </c:pt>
                <c:pt idx="12477">
                  <c:v>06-06-2022</c:v>
                </c:pt>
                <c:pt idx="12478">
                  <c:v>06-06-2022</c:v>
                </c:pt>
                <c:pt idx="12479">
                  <c:v>06-06-2022</c:v>
                </c:pt>
                <c:pt idx="12480">
                  <c:v>06-06-2022</c:v>
                </c:pt>
                <c:pt idx="12481">
                  <c:v>06-06-2022</c:v>
                </c:pt>
                <c:pt idx="12482">
                  <c:v>06-06-2022</c:v>
                </c:pt>
                <c:pt idx="12483">
                  <c:v>06-06-2022</c:v>
                </c:pt>
                <c:pt idx="12484">
                  <c:v>06-06-2022</c:v>
                </c:pt>
                <c:pt idx="12485">
                  <c:v>06-06-2022</c:v>
                </c:pt>
                <c:pt idx="12486">
                  <c:v>06-06-2022</c:v>
                </c:pt>
                <c:pt idx="12487">
                  <c:v>06-06-2022</c:v>
                </c:pt>
                <c:pt idx="12488">
                  <c:v>06-06-2022</c:v>
                </c:pt>
                <c:pt idx="12489">
                  <c:v>06-06-2022</c:v>
                </c:pt>
                <c:pt idx="12490">
                  <c:v>06-06-2022</c:v>
                </c:pt>
                <c:pt idx="12491">
                  <c:v>06-06-2022</c:v>
                </c:pt>
                <c:pt idx="12492">
                  <c:v>06-06-2022</c:v>
                </c:pt>
                <c:pt idx="12493">
                  <c:v>06-06-2022</c:v>
                </c:pt>
                <c:pt idx="12494">
                  <c:v>06-06-2022</c:v>
                </c:pt>
                <c:pt idx="12495">
                  <c:v>06-06-2022</c:v>
                </c:pt>
                <c:pt idx="12496">
                  <c:v>06-06-2022</c:v>
                </c:pt>
                <c:pt idx="12497">
                  <c:v>06-06-2022</c:v>
                </c:pt>
                <c:pt idx="12498">
                  <c:v>06-06-2022</c:v>
                </c:pt>
                <c:pt idx="12499">
                  <c:v>06-06-2022</c:v>
                </c:pt>
                <c:pt idx="12500">
                  <c:v>06-06-2022</c:v>
                </c:pt>
                <c:pt idx="12501">
                  <c:v>06-06-2022</c:v>
                </c:pt>
                <c:pt idx="12502">
                  <c:v>06-06-2022</c:v>
                </c:pt>
                <c:pt idx="12503">
                  <c:v>06-06-2022</c:v>
                </c:pt>
                <c:pt idx="12504">
                  <c:v>06-06-2022</c:v>
                </c:pt>
                <c:pt idx="12505">
                  <c:v>06-06-2022</c:v>
                </c:pt>
                <c:pt idx="12506">
                  <c:v>06-06-2022</c:v>
                </c:pt>
                <c:pt idx="12507">
                  <c:v>06-06-2022</c:v>
                </c:pt>
                <c:pt idx="12508">
                  <c:v>06-06-2022</c:v>
                </c:pt>
                <c:pt idx="12509">
                  <c:v>06-06-2022</c:v>
                </c:pt>
                <c:pt idx="12510">
                  <c:v>06-06-2022</c:v>
                </c:pt>
                <c:pt idx="12511">
                  <c:v>06-06-2022</c:v>
                </c:pt>
                <c:pt idx="12512">
                  <c:v>06-06-2022</c:v>
                </c:pt>
                <c:pt idx="12513">
                  <c:v>06-06-2022</c:v>
                </c:pt>
                <c:pt idx="12514">
                  <c:v>06-06-2022</c:v>
                </c:pt>
                <c:pt idx="12515">
                  <c:v>07-06-2022</c:v>
                </c:pt>
                <c:pt idx="12516">
                  <c:v>07-06-2022</c:v>
                </c:pt>
                <c:pt idx="12517">
                  <c:v>07-06-2022</c:v>
                </c:pt>
                <c:pt idx="12518">
                  <c:v>07-06-2022</c:v>
                </c:pt>
                <c:pt idx="12519">
                  <c:v>07-06-2022</c:v>
                </c:pt>
                <c:pt idx="12520">
                  <c:v>07-06-2022</c:v>
                </c:pt>
                <c:pt idx="12521">
                  <c:v>07-06-2022</c:v>
                </c:pt>
                <c:pt idx="12522">
                  <c:v>07-06-2022</c:v>
                </c:pt>
                <c:pt idx="12523">
                  <c:v>07-06-2022</c:v>
                </c:pt>
                <c:pt idx="12524">
                  <c:v>07-06-2022</c:v>
                </c:pt>
                <c:pt idx="12525">
                  <c:v>07-06-2022</c:v>
                </c:pt>
                <c:pt idx="12526">
                  <c:v>07-06-2022</c:v>
                </c:pt>
                <c:pt idx="12527">
                  <c:v>07-06-2022</c:v>
                </c:pt>
                <c:pt idx="12528">
                  <c:v>07-06-2022</c:v>
                </c:pt>
                <c:pt idx="12529">
                  <c:v>07-06-2022</c:v>
                </c:pt>
                <c:pt idx="12530">
                  <c:v>07-06-2022</c:v>
                </c:pt>
                <c:pt idx="12531">
                  <c:v>07-06-2022</c:v>
                </c:pt>
                <c:pt idx="12532">
                  <c:v>07-06-2022</c:v>
                </c:pt>
                <c:pt idx="12533">
                  <c:v>07-06-2022</c:v>
                </c:pt>
                <c:pt idx="12534">
                  <c:v>07-06-2022</c:v>
                </c:pt>
                <c:pt idx="12535">
                  <c:v>07-06-2022</c:v>
                </c:pt>
                <c:pt idx="12536">
                  <c:v>07-06-2022</c:v>
                </c:pt>
                <c:pt idx="12537">
                  <c:v>07-06-2022</c:v>
                </c:pt>
                <c:pt idx="12538">
                  <c:v>07-06-2022</c:v>
                </c:pt>
                <c:pt idx="12539">
                  <c:v>07-06-2022</c:v>
                </c:pt>
                <c:pt idx="12540">
                  <c:v>07-06-2022</c:v>
                </c:pt>
                <c:pt idx="12541">
                  <c:v>07-06-2022</c:v>
                </c:pt>
                <c:pt idx="12542">
                  <c:v>07-06-2022</c:v>
                </c:pt>
                <c:pt idx="12543">
                  <c:v>07-06-2022</c:v>
                </c:pt>
                <c:pt idx="12544">
                  <c:v>07-06-2022</c:v>
                </c:pt>
                <c:pt idx="12545">
                  <c:v>07-06-2022</c:v>
                </c:pt>
                <c:pt idx="12546">
                  <c:v>07-06-2022</c:v>
                </c:pt>
                <c:pt idx="12547">
                  <c:v>07-06-2022</c:v>
                </c:pt>
                <c:pt idx="12548">
                  <c:v>07-06-2022</c:v>
                </c:pt>
                <c:pt idx="12549">
                  <c:v>07-06-2022</c:v>
                </c:pt>
                <c:pt idx="12550">
                  <c:v>07-06-2022</c:v>
                </c:pt>
                <c:pt idx="12551">
                  <c:v>07-06-2022</c:v>
                </c:pt>
                <c:pt idx="12552">
                  <c:v>07-06-2022</c:v>
                </c:pt>
                <c:pt idx="12553">
                  <c:v>07-06-2022</c:v>
                </c:pt>
                <c:pt idx="12554">
                  <c:v>07-06-2022</c:v>
                </c:pt>
                <c:pt idx="12555">
                  <c:v>08-06-2022</c:v>
                </c:pt>
                <c:pt idx="12556">
                  <c:v>08-06-2022</c:v>
                </c:pt>
                <c:pt idx="12557">
                  <c:v>08-06-2022</c:v>
                </c:pt>
                <c:pt idx="12558">
                  <c:v>08-06-2022</c:v>
                </c:pt>
                <c:pt idx="12559">
                  <c:v>08-06-2022</c:v>
                </c:pt>
                <c:pt idx="12560">
                  <c:v>08-06-2022</c:v>
                </c:pt>
                <c:pt idx="12561">
                  <c:v>08-06-2022</c:v>
                </c:pt>
                <c:pt idx="12562">
                  <c:v>08-06-2022</c:v>
                </c:pt>
                <c:pt idx="12563">
                  <c:v>08-06-2022</c:v>
                </c:pt>
                <c:pt idx="12564">
                  <c:v>08-06-2022</c:v>
                </c:pt>
                <c:pt idx="12565">
                  <c:v>08-06-2022</c:v>
                </c:pt>
                <c:pt idx="12566">
                  <c:v>08-06-2022</c:v>
                </c:pt>
                <c:pt idx="12567">
                  <c:v>08-06-2022</c:v>
                </c:pt>
                <c:pt idx="12568">
                  <c:v>08-06-2022</c:v>
                </c:pt>
                <c:pt idx="12569">
                  <c:v>08-06-2022</c:v>
                </c:pt>
                <c:pt idx="12570">
                  <c:v>08-06-2022</c:v>
                </c:pt>
                <c:pt idx="12571">
                  <c:v>08-06-2022</c:v>
                </c:pt>
                <c:pt idx="12572">
                  <c:v>08-06-2022</c:v>
                </c:pt>
                <c:pt idx="12573">
                  <c:v>08-06-2022</c:v>
                </c:pt>
                <c:pt idx="12574">
                  <c:v>08-06-2022</c:v>
                </c:pt>
                <c:pt idx="12575">
                  <c:v>08-06-2022</c:v>
                </c:pt>
                <c:pt idx="12576">
                  <c:v>08-06-2022</c:v>
                </c:pt>
                <c:pt idx="12577">
                  <c:v>08-06-2022</c:v>
                </c:pt>
                <c:pt idx="12578">
                  <c:v>08-06-2022</c:v>
                </c:pt>
                <c:pt idx="12579">
                  <c:v>08-06-2022</c:v>
                </c:pt>
                <c:pt idx="12580">
                  <c:v>08-06-2022</c:v>
                </c:pt>
                <c:pt idx="12581">
                  <c:v>08-06-2022</c:v>
                </c:pt>
                <c:pt idx="12582">
                  <c:v>08-06-2022</c:v>
                </c:pt>
                <c:pt idx="12583">
                  <c:v>08-06-2022</c:v>
                </c:pt>
                <c:pt idx="12584">
                  <c:v>08-06-2022</c:v>
                </c:pt>
                <c:pt idx="12585">
                  <c:v>08-06-2022</c:v>
                </c:pt>
                <c:pt idx="12586">
                  <c:v>08-06-2022</c:v>
                </c:pt>
                <c:pt idx="12587">
                  <c:v>08-06-2022</c:v>
                </c:pt>
                <c:pt idx="12588">
                  <c:v>08-06-2022</c:v>
                </c:pt>
                <c:pt idx="12589">
                  <c:v>08-06-2022</c:v>
                </c:pt>
                <c:pt idx="12590">
                  <c:v>08-06-2022</c:v>
                </c:pt>
                <c:pt idx="12591">
                  <c:v>08-06-2022</c:v>
                </c:pt>
                <c:pt idx="12592">
                  <c:v>08-06-2022</c:v>
                </c:pt>
                <c:pt idx="12593">
                  <c:v>08-06-2022</c:v>
                </c:pt>
                <c:pt idx="12594">
                  <c:v>08-06-2022</c:v>
                </c:pt>
                <c:pt idx="12595">
                  <c:v>09-06-2022</c:v>
                </c:pt>
                <c:pt idx="12596">
                  <c:v>09-06-2022</c:v>
                </c:pt>
                <c:pt idx="12597">
                  <c:v>09-06-2022</c:v>
                </c:pt>
                <c:pt idx="12598">
                  <c:v>09-06-2022</c:v>
                </c:pt>
                <c:pt idx="12599">
                  <c:v>09-06-2022</c:v>
                </c:pt>
                <c:pt idx="12600">
                  <c:v>09-06-2022</c:v>
                </c:pt>
                <c:pt idx="12601">
                  <c:v>09-06-2022</c:v>
                </c:pt>
                <c:pt idx="12602">
                  <c:v>09-06-2022</c:v>
                </c:pt>
                <c:pt idx="12603">
                  <c:v>09-06-2022</c:v>
                </c:pt>
                <c:pt idx="12604">
                  <c:v>09-06-2022</c:v>
                </c:pt>
                <c:pt idx="12605">
                  <c:v>09-06-2022</c:v>
                </c:pt>
                <c:pt idx="12606">
                  <c:v>09-06-2022</c:v>
                </c:pt>
                <c:pt idx="12607">
                  <c:v>09-06-2022</c:v>
                </c:pt>
                <c:pt idx="12608">
                  <c:v>09-06-2022</c:v>
                </c:pt>
                <c:pt idx="12609">
                  <c:v>09-06-2022</c:v>
                </c:pt>
                <c:pt idx="12610">
                  <c:v>09-06-2022</c:v>
                </c:pt>
                <c:pt idx="12611">
                  <c:v>09-06-2022</c:v>
                </c:pt>
                <c:pt idx="12612">
                  <c:v>09-06-2022</c:v>
                </c:pt>
                <c:pt idx="12613">
                  <c:v>09-06-2022</c:v>
                </c:pt>
                <c:pt idx="12614">
                  <c:v>09-06-2022</c:v>
                </c:pt>
                <c:pt idx="12615">
                  <c:v>09-06-2022</c:v>
                </c:pt>
                <c:pt idx="12616">
                  <c:v>09-06-2022</c:v>
                </c:pt>
                <c:pt idx="12617">
                  <c:v>09-06-2022</c:v>
                </c:pt>
                <c:pt idx="12618">
                  <c:v>09-06-2022</c:v>
                </c:pt>
                <c:pt idx="12619">
                  <c:v>09-06-2022</c:v>
                </c:pt>
                <c:pt idx="12620">
                  <c:v>09-06-2022</c:v>
                </c:pt>
                <c:pt idx="12621">
                  <c:v>09-06-2022</c:v>
                </c:pt>
                <c:pt idx="12622">
                  <c:v>09-06-2022</c:v>
                </c:pt>
                <c:pt idx="12623">
                  <c:v>09-06-2022</c:v>
                </c:pt>
                <c:pt idx="12624">
                  <c:v>09-06-2022</c:v>
                </c:pt>
                <c:pt idx="12625">
                  <c:v>09-06-2022</c:v>
                </c:pt>
                <c:pt idx="12626">
                  <c:v>09-06-2022</c:v>
                </c:pt>
                <c:pt idx="12627">
                  <c:v>09-06-2022</c:v>
                </c:pt>
                <c:pt idx="12628">
                  <c:v>09-06-2022</c:v>
                </c:pt>
                <c:pt idx="12629">
                  <c:v>09-06-2022</c:v>
                </c:pt>
                <c:pt idx="12630">
                  <c:v>09-06-2022</c:v>
                </c:pt>
                <c:pt idx="12631">
                  <c:v>09-06-2022</c:v>
                </c:pt>
                <c:pt idx="12632">
                  <c:v>09-06-2022</c:v>
                </c:pt>
                <c:pt idx="12633">
                  <c:v>09-06-2022</c:v>
                </c:pt>
                <c:pt idx="12634">
                  <c:v>09-06-2022</c:v>
                </c:pt>
                <c:pt idx="12635">
                  <c:v>10-06-2022</c:v>
                </c:pt>
                <c:pt idx="12636">
                  <c:v>10-06-2022</c:v>
                </c:pt>
                <c:pt idx="12637">
                  <c:v>10-06-2022</c:v>
                </c:pt>
                <c:pt idx="12638">
                  <c:v>10-06-2022</c:v>
                </c:pt>
                <c:pt idx="12639">
                  <c:v>10-06-2022</c:v>
                </c:pt>
                <c:pt idx="12640">
                  <c:v>10-06-2022</c:v>
                </c:pt>
                <c:pt idx="12641">
                  <c:v>10-06-2022</c:v>
                </c:pt>
                <c:pt idx="12642">
                  <c:v>10-06-2022</c:v>
                </c:pt>
                <c:pt idx="12643">
                  <c:v>10-06-2022</c:v>
                </c:pt>
                <c:pt idx="12644">
                  <c:v>10-06-2022</c:v>
                </c:pt>
                <c:pt idx="12645">
                  <c:v>10-06-2022</c:v>
                </c:pt>
                <c:pt idx="12646">
                  <c:v>10-06-2022</c:v>
                </c:pt>
                <c:pt idx="12647">
                  <c:v>10-06-2022</c:v>
                </c:pt>
                <c:pt idx="12648">
                  <c:v>10-06-2022</c:v>
                </c:pt>
                <c:pt idx="12649">
                  <c:v>10-06-2022</c:v>
                </c:pt>
                <c:pt idx="12650">
                  <c:v>10-06-2022</c:v>
                </c:pt>
                <c:pt idx="12651">
                  <c:v>10-06-2022</c:v>
                </c:pt>
                <c:pt idx="12652">
                  <c:v>10-06-2022</c:v>
                </c:pt>
                <c:pt idx="12653">
                  <c:v>10-06-2022</c:v>
                </c:pt>
                <c:pt idx="12654">
                  <c:v>10-06-2022</c:v>
                </c:pt>
                <c:pt idx="12655">
                  <c:v>10-06-2022</c:v>
                </c:pt>
                <c:pt idx="12656">
                  <c:v>10-06-2022</c:v>
                </c:pt>
                <c:pt idx="12657">
                  <c:v>10-06-2022</c:v>
                </c:pt>
                <c:pt idx="12658">
                  <c:v>10-06-2022</c:v>
                </c:pt>
                <c:pt idx="12659">
                  <c:v>10-06-2022</c:v>
                </c:pt>
                <c:pt idx="12660">
                  <c:v>10-06-2022</c:v>
                </c:pt>
                <c:pt idx="12661">
                  <c:v>10-06-2022</c:v>
                </c:pt>
                <c:pt idx="12662">
                  <c:v>10-06-2022</c:v>
                </c:pt>
                <c:pt idx="12663">
                  <c:v>10-06-2022</c:v>
                </c:pt>
                <c:pt idx="12664">
                  <c:v>10-06-2022</c:v>
                </c:pt>
                <c:pt idx="12665">
                  <c:v>10-06-2022</c:v>
                </c:pt>
                <c:pt idx="12666">
                  <c:v>10-06-2022</c:v>
                </c:pt>
                <c:pt idx="12667">
                  <c:v>10-06-2022</c:v>
                </c:pt>
                <c:pt idx="12668">
                  <c:v>10-06-2022</c:v>
                </c:pt>
                <c:pt idx="12669">
                  <c:v>10-06-2022</c:v>
                </c:pt>
                <c:pt idx="12670">
                  <c:v>10-06-2022</c:v>
                </c:pt>
                <c:pt idx="12671">
                  <c:v>10-06-2022</c:v>
                </c:pt>
                <c:pt idx="12672">
                  <c:v>10-06-2022</c:v>
                </c:pt>
                <c:pt idx="12673">
                  <c:v>10-06-2022</c:v>
                </c:pt>
                <c:pt idx="12674">
                  <c:v>10-06-2022</c:v>
                </c:pt>
                <c:pt idx="12675">
                  <c:v>11-06-2022</c:v>
                </c:pt>
                <c:pt idx="12676">
                  <c:v>11-06-2022</c:v>
                </c:pt>
                <c:pt idx="12677">
                  <c:v>11-06-2022</c:v>
                </c:pt>
                <c:pt idx="12678">
                  <c:v>11-06-2022</c:v>
                </c:pt>
                <c:pt idx="12679">
                  <c:v>11-06-2022</c:v>
                </c:pt>
                <c:pt idx="12680">
                  <c:v>11-06-2022</c:v>
                </c:pt>
                <c:pt idx="12681">
                  <c:v>11-06-2022</c:v>
                </c:pt>
                <c:pt idx="12682">
                  <c:v>11-06-2022</c:v>
                </c:pt>
                <c:pt idx="12683">
                  <c:v>11-06-2022</c:v>
                </c:pt>
                <c:pt idx="12684">
                  <c:v>11-06-2022</c:v>
                </c:pt>
                <c:pt idx="12685">
                  <c:v>11-06-2022</c:v>
                </c:pt>
                <c:pt idx="12686">
                  <c:v>11-06-2022</c:v>
                </c:pt>
                <c:pt idx="12687">
                  <c:v>11-06-2022</c:v>
                </c:pt>
                <c:pt idx="12688">
                  <c:v>11-06-2022</c:v>
                </c:pt>
                <c:pt idx="12689">
                  <c:v>11-06-2022</c:v>
                </c:pt>
                <c:pt idx="12690">
                  <c:v>11-06-2022</c:v>
                </c:pt>
                <c:pt idx="12691">
                  <c:v>11-06-2022</c:v>
                </c:pt>
                <c:pt idx="12692">
                  <c:v>11-06-2022</c:v>
                </c:pt>
                <c:pt idx="12693">
                  <c:v>11-06-2022</c:v>
                </c:pt>
                <c:pt idx="12694">
                  <c:v>11-06-2022</c:v>
                </c:pt>
                <c:pt idx="12695">
                  <c:v>11-06-2022</c:v>
                </c:pt>
                <c:pt idx="12696">
                  <c:v>11-06-2022</c:v>
                </c:pt>
                <c:pt idx="12697">
                  <c:v>11-06-2022</c:v>
                </c:pt>
                <c:pt idx="12698">
                  <c:v>11-06-2022</c:v>
                </c:pt>
                <c:pt idx="12699">
                  <c:v>11-06-2022</c:v>
                </c:pt>
                <c:pt idx="12700">
                  <c:v>11-06-2022</c:v>
                </c:pt>
                <c:pt idx="12701">
                  <c:v>11-06-2022</c:v>
                </c:pt>
                <c:pt idx="12702">
                  <c:v>11-06-2022</c:v>
                </c:pt>
                <c:pt idx="12703">
                  <c:v>11-06-2022</c:v>
                </c:pt>
                <c:pt idx="12704">
                  <c:v>11-06-2022</c:v>
                </c:pt>
                <c:pt idx="12705">
                  <c:v>11-06-2022</c:v>
                </c:pt>
                <c:pt idx="12706">
                  <c:v>11-06-2022</c:v>
                </c:pt>
                <c:pt idx="12707">
                  <c:v>11-06-2022</c:v>
                </c:pt>
                <c:pt idx="12708">
                  <c:v>11-06-2022</c:v>
                </c:pt>
                <c:pt idx="12709">
                  <c:v>11-06-2022</c:v>
                </c:pt>
                <c:pt idx="12710">
                  <c:v>11-06-2022</c:v>
                </c:pt>
                <c:pt idx="12711">
                  <c:v>11-06-2022</c:v>
                </c:pt>
                <c:pt idx="12712">
                  <c:v>11-06-2022</c:v>
                </c:pt>
                <c:pt idx="12713">
                  <c:v>11-06-2022</c:v>
                </c:pt>
                <c:pt idx="12714">
                  <c:v>11-06-2022</c:v>
                </c:pt>
                <c:pt idx="12715">
                  <c:v>12-06-2022</c:v>
                </c:pt>
                <c:pt idx="12716">
                  <c:v>12-06-2022</c:v>
                </c:pt>
                <c:pt idx="12717">
                  <c:v>12-06-2022</c:v>
                </c:pt>
                <c:pt idx="12718">
                  <c:v>12-06-2022</c:v>
                </c:pt>
                <c:pt idx="12719">
                  <c:v>12-06-2022</c:v>
                </c:pt>
                <c:pt idx="12720">
                  <c:v>12-06-2022</c:v>
                </c:pt>
                <c:pt idx="12721">
                  <c:v>12-06-2022</c:v>
                </c:pt>
                <c:pt idx="12722">
                  <c:v>12-06-2022</c:v>
                </c:pt>
                <c:pt idx="12723">
                  <c:v>12-06-2022</c:v>
                </c:pt>
                <c:pt idx="12724">
                  <c:v>12-06-2022</c:v>
                </c:pt>
                <c:pt idx="12725">
                  <c:v>12-06-2022</c:v>
                </c:pt>
                <c:pt idx="12726">
                  <c:v>12-06-2022</c:v>
                </c:pt>
                <c:pt idx="12727">
                  <c:v>12-06-2022</c:v>
                </c:pt>
                <c:pt idx="12728">
                  <c:v>12-06-2022</c:v>
                </c:pt>
                <c:pt idx="12729">
                  <c:v>12-06-2022</c:v>
                </c:pt>
                <c:pt idx="12730">
                  <c:v>12-06-2022</c:v>
                </c:pt>
                <c:pt idx="12731">
                  <c:v>12-06-2022</c:v>
                </c:pt>
                <c:pt idx="12732">
                  <c:v>12-06-2022</c:v>
                </c:pt>
                <c:pt idx="12733">
                  <c:v>12-06-2022</c:v>
                </c:pt>
                <c:pt idx="12734">
                  <c:v>12-06-2022</c:v>
                </c:pt>
                <c:pt idx="12735">
                  <c:v>12-06-2022</c:v>
                </c:pt>
                <c:pt idx="12736">
                  <c:v>12-06-2022</c:v>
                </c:pt>
                <c:pt idx="12737">
                  <c:v>12-06-2022</c:v>
                </c:pt>
                <c:pt idx="12738">
                  <c:v>12-06-2022</c:v>
                </c:pt>
                <c:pt idx="12739">
                  <c:v>12-06-2022</c:v>
                </c:pt>
                <c:pt idx="12740">
                  <c:v>12-06-2022</c:v>
                </c:pt>
                <c:pt idx="12741">
                  <c:v>12-06-2022</c:v>
                </c:pt>
                <c:pt idx="12742">
                  <c:v>12-06-2022</c:v>
                </c:pt>
                <c:pt idx="12743">
                  <c:v>12-06-2022</c:v>
                </c:pt>
                <c:pt idx="12744">
                  <c:v>12-06-2022</c:v>
                </c:pt>
                <c:pt idx="12745">
                  <c:v>12-06-2022</c:v>
                </c:pt>
                <c:pt idx="12746">
                  <c:v>12-06-2022</c:v>
                </c:pt>
                <c:pt idx="12747">
                  <c:v>12-06-2022</c:v>
                </c:pt>
                <c:pt idx="12748">
                  <c:v>12-06-2022</c:v>
                </c:pt>
                <c:pt idx="12749">
                  <c:v>12-06-2022</c:v>
                </c:pt>
                <c:pt idx="12750">
                  <c:v>12-06-2022</c:v>
                </c:pt>
                <c:pt idx="12751">
                  <c:v>12-06-2022</c:v>
                </c:pt>
                <c:pt idx="12752">
                  <c:v>12-06-2022</c:v>
                </c:pt>
                <c:pt idx="12753">
                  <c:v>12-06-2022</c:v>
                </c:pt>
                <c:pt idx="12754">
                  <c:v>12-06-2022</c:v>
                </c:pt>
                <c:pt idx="12755">
                  <c:v>13-06-2022</c:v>
                </c:pt>
                <c:pt idx="12756">
                  <c:v>13-06-2022</c:v>
                </c:pt>
                <c:pt idx="12757">
                  <c:v>13-06-2022</c:v>
                </c:pt>
                <c:pt idx="12758">
                  <c:v>13-06-2022</c:v>
                </c:pt>
                <c:pt idx="12759">
                  <c:v>13-06-2022</c:v>
                </c:pt>
                <c:pt idx="12760">
                  <c:v>13-06-2022</c:v>
                </c:pt>
                <c:pt idx="12761">
                  <c:v>13-06-2022</c:v>
                </c:pt>
                <c:pt idx="12762">
                  <c:v>13-06-2022</c:v>
                </c:pt>
                <c:pt idx="12763">
                  <c:v>13-06-2022</c:v>
                </c:pt>
                <c:pt idx="12764">
                  <c:v>13-06-2022</c:v>
                </c:pt>
                <c:pt idx="12765">
                  <c:v>13-06-2022</c:v>
                </c:pt>
                <c:pt idx="12766">
                  <c:v>13-06-2022</c:v>
                </c:pt>
                <c:pt idx="12767">
                  <c:v>13-06-2022</c:v>
                </c:pt>
                <c:pt idx="12768">
                  <c:v>13-06-2022</c:v>
                </c:pt>
                <c:pt idx="12769">
                  <c:v>13-06-2022</c:v>
                </c:pt>
                <c:pt idx="12770">
                  <c:v>13-06-2022</c:v>
                </c:pt>
                <c:pt idx="12771">
                  <c:v>13-06-2022</c:v>
                </c:pt>
                <c:pt idx="12772">
                  <c:v>13-06-2022</c:v>
                </c:pt>
                <c:pt idx="12773">
                  <c:v>13-06-2022</c:v>
                </c:pt>
                <c:pt idx="12774">
                  <c:v>13-06-2022</c:v>
                </c:pt>
                <c:pt idx="12775">
                  <c:v>13-06-2022</c:v>
                </c:pt>
                <c:pt idx="12776">
                  <c:v>13-06-2022</c:v>
                </c:pt>
                <c:pt idx="12777">
                  <c:v>13-06-2022</c:v>
                </c:pt>
                <c:pt idx="12778">
                  <c:v>13-06-2022</c:v>
                </c:pt>
                <c:pt idx="12779">
                  <c:v>13-06-2022</c:v>
                </c:pt>
                <c:pt idx="12780">
                  <c:v>13-06-2022</c:v>
                </c:pt>
                <c:pt idx="12781">
                  <c:v>13-06-2022</c:v>
                </c:pt>
                <c:pt idx="12782">
                  <c:v>13-06-2022</c:v>
                </c:pt>
                <c:pt idx="12783">
                  <c:v>13-06-2022</c:v>
                </c:pt>
                <c:pt idx="12784">
                  <c:v>13-06-2022</c:v>
                </c:pt>
                <c:pt idx="12785">
                  <c:v>13-06-2022</c:v>
                </c:pt>
                <c:pt idx="12786">
                  <c:v>13-06-2022</c:v>
                </c:pt>
                <c:pt idx="12787">
                  <c:v>13-06-2022</c:v>
                </c:pt>
                <c:pt idx="12788">
                  <c:v>13-06-2022</c:v>
                </c:pt>
                <c:pt idx="12789">
                  <c:v>13-06-2022</c:v>
                </c:pt>
                <c:pt idx="12790">
                  <c:v>13-06-2022</c:v>
                </c:pt>
                <c:pt idx="12791">
                  <c:v>13-06-2022</c:v>
                </c:pt>
                <c:pt idx="12792">
                  <c:v>13-06-2022</c:v>
                </c:pt>
                <c:pt idx="12793">
                  <c:v>13-06-2022</c:v>
                </c:pt>
                <c:pt idx="12794">
                  <c:v>13-06-2022</c:v>
                </c:pt>
                <c:pt idx="12795">
                  <c:v>14-06-2022</c:v>
                </c:pt>
                <c:pt idx="12796">
                  <c:v>14-06-2022</c:v>
                </c:pt>
                <c:pt idx="12797">
                  <c:v>14-06-2022</c:v>
                </c:pt>
                <c:pt idx="12798">
                  <c:v>14-06-2022</c:v>
                </c:pt>
                <c:pt idx="12799">
                  <c:v>14-06-2022</c:v>
                </c:pt>
                <c:pt idx="12800">
                  <c:v>14-06-2022</c:v>
                </c:pt>
                <c:pt idx="12801">
                  <c:v>14-06-2022</c:v>
                </c:pt>
                <c:pt idx="12802">
                  <c:v>14-06-2022</c:v>
                </c:pt>
                <c:pt idx="12803">
                  <c:v>14-06-2022</c:v>
                </c:pt>
                <c:pt idx="12804">
                  <c:v>14-06-2022</c:v>
                </c:pt>
                <c:pt idx="12805">
                  <c:v>14-06-2022</c:v>
                </c:pt>
                <c:pt idx="12806">
                  <c:v>14-06-2022</c:v>
                </c:pt>
                <c:pt idx="12807">
                  <c:v>14-06-2022</c:v>
                </c:pt>
                <c:pt idx="12808">
                  <c:v>14-06-2022</c:v>
                </c:pt>
                <c:pt idx="12809">
                  <c:v>14-06-2022</c:v>
                </c:pt>
                <c:pt idx="12810">
                  <c:v>14-06-2022</c:v>
                </c:pt>
                <c:pt idx="12811">
                  <c:v>14-06-2022</c:v>
                </c:pt>
                <c:pt idx="12812">
                  <c:v>14-06-2022</c:v>
                </c:pt>
                <c:pt idx="12813">
                  <c:v>14-06-2022</c:v>
                </c:pt>
                <c:pt idx="12814">
                  <c:v>14-06-2022</c:v>
                </c:pt>
                <c:pt idx="12815">
                  <c:v>14-06-2022</c:v>
                </c:pt>
                <c:pt idx="12816">
                  <c:v>14-06-2022</c:v>
                </c:pt>
                <c:pt idx="12817">
                  <c:v>14-06-2022</c:v>
                </c:pt>
                <c:pt idx="12818">
                  <c:v>14-06-2022</c:v>
                </c:pt>
                <c:pt idx="12819">
                  <c:v>14-06-2022</c:v>
                </c:pt>
                <c:pt idx="12820">
                  <c:v>14-06-2022</c:v>
                </c:pt>
                <c:pt idx="12821">
                  <c:v>14-06-2022</c:v>
                </c:pt>
                <c:pt idx="12822">
                  <c:v>14-06-2022</c:v>
                </c:pt>
                <c:pt idx="12823">
                  <c:v>14-06-2022</c:v>
                </c:pt>
                <c:pt idx="12824">
                  <c:v>14-06-2022</c:v>
                </c:pt>
                <c:pt idx="12825">
                  <c:v>14-06-2022</c:v>
                </c:pt>
                <c:pt idx="12826">
                  <c:v>14-06-2022</c:v>
                </c:pt>
                <c:pt idx="12827">
                  <c:v>14-06-2022</c:v>
                </c:pt>
                <c:pt idx="12828">
                  <c:v>14-06-2022</c:v>
                </c:pt>
                <c:pt idx="12829">
                  <c:v>14-06-2022</c:v>
                </c:pt>
                <c:pt idx="12830">
                  <c:v>14-06-2022</c:v>
                </c:pt>
                <c:pt idx="12831">
                  <c:v>14-06-2022</c:v>
                </c:pt>
                <c:pt idx="12832">
                  <c:v>14-06-2022</c:v>
                </c:pt>
                <c:pt idx="12833">
                  <c:v>14-06-2022</c:v>
                </c:pt>
                <c:pt idx="12834">
                  <c:v>14-06-2022</c:v>
                </c:pt>
                <c:pt idx="12835">
                  <c:v>15-06-2022</c:v>
                </c:pt>
                <c:pt idx="12836">
                  <c:v>15-06-2022</c:v>
                </c:pt>
                <c:pt idx="12837">
                  <c:v>15-06-2022</c:v>
                </c:pt>
                <c:pt idx="12838">
                  <c:v>15-06-2022</c:v>
                </c:pt>
                <c:pt idx="12839">
                  <c:v>15-06-2022</c:v>
                </c:pt>
                <c:pt idx="12840">
                  <c:v>15-06-2022</c:v>
                </c:pt>
                <c:pt idx="12841">
                  <c:v>15-06-2022</c:v>
                </c:pt>
                <c:pt idx="12842">
                  <c:v>15-06-2022</c:v>
                </c:pt>
                <c:pt idx="12843">
                  <c:v>15-06-2022</c:v>
                </c:pt>
                <c:pt idx="12844">
                  <c:v>15-06-2022</c:v>
                </c:pt>
                <c:pt idx="12845">
                  <c:v>15-06-2022</c:v>
                </c:pt>
                <c:pt idx="12846">
                  <c:v>15-06-2022</c:v>
                </c:pt>
                <c:pt idx="12847">
                  <c:v>15-06-2022</c:v>
                </c:pt>
                <c:pt idx="12848">
                  <c:v>15-06-2022</c:v>
                </c:pt>
                <c:pt idx="12849">
                  <c:v>15-06-2022</c:v>
                </c:pt>
                <c:pt idx="12850">
                  <c:v>15-06-2022</c:v>
                </c:pt>
                <c:pt idx="12851">
                  <c:v>15-06-2022</c:v>
                </c:pt>
                <c:pt idx="12852">
                  <c:v>15-06-2022</c:v>
                </c:pt>
                <c:pt idx="12853">
                  <c:v>15-06-2022</c:v>
                </c:pt>
                <c:pt idx="12854">
                  <c:v>15-06-2022</c:v>
                </c:pt>
                <c:pt idx="12855">
                  <c:v>15-06-2022</c:v>
                </c:pt>
                <c:pt idx="12856">
                  <c:v>15-06-2022</c:v>
                </c:pt>
                <c:pt idx="12857">
                  <c:v>15-06-2022</c:v>
                </c:pt>
                <c:pt idx="12858">
                  <c:v>15-06-2022</c:v>
                </c:pt>
                <c:pt idx="12859">
                  <c:v>15-06-2022</c:v>
                </c:pt>
                <c:pt idx="12860">
                  <c:v>15-06-2022</c:v>
                </c:pt>
                <c:pt idx="12861">
                  <c:v>15-06-2022</c:v>
                </c:pt>
                <c:pt idx="12862">
                  <c:v>15-06-2022</c:v>
                </c:pt>
                <c:pt idx="12863">
                  <c:v>15-06-2022</c:v>
                </c:pt>
                <c:pt idx="12864">
                  <c:v>15-06-2022</c:v>
                </c:pt>
                <c:pt idx="12865">
                  <c:v>15-06-2022</c:v>
                </c:pt>
                <c:pt idx="12866">
                  <c:v>15-06-2022</c:v>
                </c:pt>
                <c:pt idx="12867">
                  <c:v>15-06-2022</c:v>
                </c:pt>
                <c:pt idx="12868">
                  <c:v>15-06-2022</c:v>
                </c:pt>
                <c:pt idx="12869">
                  <c:v>15-06-2022</c:v>
                </c:pt>
                <c:pt idx="12870">
                  <c:v>15-06-2022</c:v>
                </c:pt>
                <c:pt idx="12871">
                  <c:v>15-06-2022</c:v>
                </c:pt>
                <c:pt idx="12872">
                  <c:v>15-06-2022</c:v>
                </c:pt>
                <c:pt idx="12873">
                  <c:v>15-06-2022</c:v>
                </c:pt>
                <c:pt idx="12874">
                  <c:v>15-06-2022</c:v>
                </c:pt>
                <c:pt idx="12875">
                  <c:v>16-06-2022</c:v>
                </c:pt>
                <c:pt idx="12876">
                  <c:v>16-06-2022</c:v>
                </c:pt>
                <c:pt idx="12877">
                  <c:v>16-06-2022</c:v>
                </c:pt>
                <c:pt idx="12878">
                  <c:v>16-06-2022</c:v>
                </c:pt>
                <c:pt idx="12879">
                  <c:v>16-06-2022</c:v>
                </c:pt>
                <c:pt idx="12880">
                  <c:v>16-06-2022</c:v>
                </c:pt>
                <c:pt idx="12881">
                  <c:v>16-06-2022</c:v>
                </c:pt>
                <c:pt idx="12882">
                  <c:v>16-06-2022</c:v>
                </c:pt>
                <c:pt idx="12883">
                  <c:v>16-06-2022</c:v>
                </c:pt>
                <c:pt idx="12884">
                  <c:v>16-06-2022</c:v>
                </c:pt>
                <c:pt idx="12885">
                  <c:v>16-06-2022</c:v>
                </c:pt>
                <c:pt idx="12886">
                  <c:v>16-06-2022</c:v>
                </c:pt>
                <c:pt idx="12887">
                  <c:v>16-06-2022</c:v>
                </c:pt>
                <c:pt idx="12888">
                  <c:v>16-06-2022</c:v>
                </c:pt>
                <c:pt idx="12889">
                  <c:v>16-06-2022</c:v>
                </c:pt>
                <c:pt idx="12890">
                  <c:v>16-06-2022</c:v>
                </c:pt>
                <c:pt idx="12891">
                  <c:v>16-06-2022</c:v>
                </c:pt>
                <c:pt idx="12892">
                  <c:v>16-06-2022</c:v>
                </c:pt>
                <c:pt idx="12893">
                  <c:v>16-06-2022</c:v>
                </c:pt>
                <c:pt idx="12894">
                  <c:v>16-06-2022</c:v>
                </c:pt>
                <c:pt idx="12895">
                  <c:v>16-06-2022</c:v>
                </c:pt>
                <c:pt idx="12896">
                  <c:v>16-06-2022</c:v>
                </c:pt>
                <c:pt idx="12897">
                  <c:v>16-06-2022</c:v>
                </c:pt>
                <c:pt idx="12898">
                  <c:v>16-06-2022</c:v>
                </c:pt>
                <c:pt idx="12899">
                  <c:v>16-06-2022</c:v>
                </c:pt>
                <c:pt idx="12900">
                  <c:v>16-06-2022</c:v>
                </c:pt>
                <c:pt idx="12901">
                  <c:v>16-06-2022</c:v>
                </c:pt>
                <c:pt idx="12902">
                  <c:v>16-06-2022</c:v>
                </c:pt>
                <c:pt idx="12903">
                  <c:v>16-06-2022</c:v>
                </c:pt>
                <c:pt idx="12904">
                  <c:v>16-06-2022</c:v>
                </c:pt>
                <c:pt idx="12905">
                  <c:v>16-06-2022</c:v>
                </c:pt>
                <c:pt idx="12906">
                  <c:v>16-06-2022</c:v>
                </c:pt>
                <c:pt idx="12907">
                  <c:v>16-06-2022</c:v>
                </c:pt>
                <c:pt idx="12908">
                  <c:v>16-06-2022</c:v>
                </c:pt>
                <c:pt idx="12909">
                  <c:v>16-06-2022</c:v>
                </c:pt>
                <c:pt idx="12910">
                  <c:v>16-06-2022</c:v>
                </c:pt>
                <c:pt idx="12911">
                  <c:v>16-06-2022</c:v>
                </c:pt>
                <c:pt idx="12912">
                  <c:v>16-06-2022</c:v>
                </c:pt>
                <c:pt idx="12913">
                  <c:v>16-06-2022</c:v>
                </c:pt>
                <c:pt idx="12914">
                  <c:v>16-06-2022</c:v>
                </c:pt>
                <c:pt idx="12915">
                  <c:v>17-06-2022</c:v>
                </c:pt>
                <c:pt idx="12916">
                  <c:v>17-06-2022</c:v>
                </c:pt>
                <c:pt idx="12917">
                  <c:v>17-06-2022</c:v>
                </c:pt>
                <c:pt idx="12918">
                  <c:v>17-06-2022</c:v>
                </c:pt>
                <c:pt idx="12919">
                  <c:v>17-06-2022</c:v>
                </c:pt>
                <c:pt idx="12920">
                  <c:v>17-06-2022</c:v>
                </c:pt>
                <c:pt idx="12921">
                  <c:v>17-06-2022</c:v>
                </c:pt>
                <c:pt idx="12922">
                  <c:v>17-06-2022</c:v>
                </c:pt>
                <c:pt idx="12923">
                  <c:v>17-06-2022</c:v>
                </c:pt>
                <c:pt idx="12924">
                  <c:v>17-06-2022</c:v>
                </c:pt>
                <c:pt idx="12925">
                  <c:v>17-06-2022</c:v>
                </c:pt>
                <c:pt idx="12926">
                  <c:v>17-06-2022</c:v>
                </c:pt>
                <c:pt idx="12927">
                  <c:v>17-06-2022</c:v>
                </c:pt>
                <c:pt idx="12928">
                  <c:v>17-06-2022</c:v>
                </c:pt>
                <c:pt idx="12929">
                  <c:v>17-06-2022</c:v>
                </c:pt>
                <c:pt idx="12930">
                  <c:v>17-06-2022</c:v>
                </c:pt>
                <c:pt idx="12931">
                  <c:v>17-06-2022</c:v>
                </c:pt>
                <c:pt idx="12932">
                  <c:v>17-06-2022</c:v>
                </c:pt>
                <c:pt idx="12933">
                  <c:v>17-06-2022</c:v>
                </c:pt>
                <c:pt idx="12934">
                  <c:v>17-06-2022</c:v>
                </c:pt>
                <c:pt idx="12935">
                  <c:v>17-06-2022</c:v>
                </c:pt>
                <c:pt idx="12936">
                  <c:v>17-06-2022</c:v>
                </c:pt>
                <c:pt idx="12937">
                  <c:v>17-06-2022</c:v>
                </c:pt>
                <c:pt idx="12938">
                  <c:v>17-06-2022</c:v>
                </c:pt>
                <c:pt idx="12939">
                  <c:v>17-06-2022</c:v>
                </c:pt>
                <c:pt idx="12940">
                  <c:v>17-06-2022</c:v>
                </c:pt>
                <c:pt idx="12941">
                  <c:v>17-06-2022</c:v>
                </c:pt>
                <c:pt idx="12942">
                  <c:v>17-06-2022</c:v>
                </c:pt>
                <c:pt idx="12943">
                  <c:v>17-06-2022</c:v>
                </c:pt>
                <c:pt idx="12944">
                  <c:v>17-06-2022</c:v>
                </c:pt>
                <c:pt idx="12945">
                  <c:v>17-06-2022</c:v>
                </c:pt>
                <c:pt idx="12946">
                  <c:v>17-06-2022</c:v>
                </c:pt>
                <c:pt idx="12947">
                  <c:v>17-06-2022</c:v>
                </c:pt>
                <c:pt idx="12948">
                  <c:v>17-06-2022</c:v>
                </c:pt>
                <c:pt idx="12949">
                  <c:v>17-06-2022</c:v>
                </c:pt>
                <c:pt idx="12950">
                  <c:v>17-06-2022</c:v>
                </c:pt>
                <c:pt idx="12951">
                  <c:v>17-06-2022</c:v>
                </c:pt>
                <c:pt idx="12952">
                  <c:v>17-06-2022</c:v>
                </c:pt>
                <c:pt idx="12953">
                  <c:v>17-06-2022</c:v>
                </c:pt>
                <c:pt idx="12954">
                  <c:v>17-06-2022</c:v>
                </c:pt>
                <c:pt idx="12955">
                  <c:v>20-06-2022</c:v>
                </c:pt>
                <c:pt idx="12956">
                  <c:v>20-06-2022</c:v>
                </c:pt>
                <c:pt idx="12957">
                  <c:v>20-06-2022</c:v>
                </c:pt>
                <c:pt idx="12958">
                  <c:v>20-06-2022</c:v>
                </c:pt>
                <c:pt idx="12959">
                  <c:v>20-06-2022</c:v>
                </c:pt>
                <c:pt idx="12960">
                  <c:v>20-06-2022</c:v>
                </c:pt>
                <c:pt idx="12961">
                  <c:v>20-06-2022</c:v>
                </c:pt>
                <c:pt idx="12962">
                  <c:v>20-06-2022</c:v>
                </c:pt>
                <c:pt idx="12963">
                  <c:v>20-06-2022</c:v>
                </c:pt>
                <c:pt idx="12964">
                  <c:v>20-06-2022</c:v>
                </c:pt>
                <c:pt idx="12965">
                  <c:v>20-06-2022</c:v>
                </c:pt>
                <c:pt idx="12966">
                  <c:v>20-06-2022</c:v>
                </c:pt>
                <c:pt idx="12967">
                  <c:v>20-06-2022</c:v>
                </c:pt>
                <c:pt idx="12968">
                  <c:v>20-06-2022</c:v>
                </c:pt>
                <c:pt idx="12969">
                  <c:v>20-06-2022</c:v>
                </c:pt>
                <c:pt idx="12970">
                  <c:v>20-06-2022</c:v>
                </c:pt>
                <c:pt idx="12971">
                  <c:v>20-06-2022</c:v>
                </c:pt>
                <c:pt idx="12972">
                  <c:v>20-06-2022</c:v>
                </c:pt>
                <c:pt idx="12973">
                  <c:v>20-06-2022</c:v>
                </c:pt>
                <c:pt idx="12974">
                  <c:v>20-06-2022</c:v>
                </c:pt>
                <c:pt idx="12975">
                  <c:v>20-06-2022</c:v>
                </c:pt>
                <c:pt idx="12976">
                  <c:v>20-06-2022</c:v>
                </c:pt>
                <c:pt idx="12977">
                  <c:v>20-06-2022</c:v>
                </c:pt>
                <c:pt idx="12978">
                  <c:v>20-06-2022</c:v>
                </c:pt>
                <c:pt idx="12979">
                  <c:v>20-06-2022</c:v>
                </c:pt>
                <c:pt idx="12980">
                  <c:v>20-06-2022</c:v>
                </c:pt>
                <c:pt idx="12981">
                  <c:v>20-06-2022</c:v>
                </c:pt>
                <c:pt idx="12982">
                  <c:v>20-06-2022</c:v>
                </c:pt>
                <c:pt idx="12983">
                  <c:v>20-06-2022</c:v>
                </c:pt>
                <c:pt idx="12984">
                  <c:v>20-06-2022</c:v>
                </c:pt>
                <c:pt idx="12985">
                  <c:v>20-06-2022</c:v>
                </c:pt>
                <c:pt idx="12986">
                  <c:v>20-06-2022</c:v>
                </c:pt>
                <c:pt idx="12987">
                  <c:v>20-06-2022</c:v>
                </c:pt>
                <c:pt idx="12988">
                  <c:v>20-06-2022</c:v>
                </c:pt>
                <c:pt idx="12989">
                  <c:v>20-06-2022</c:v>
                </c:pt>
                <c:pt idx="12990">
                  <c:v>20-06-2022</c:v>
                </c:pt>
                <c:pt idx="12991">
                  <c:v>20-06-2022</c:v>
                </c:pt>
                <c:pt idx="12992">
                  <c:v>20-06-2022</c:v>
                </c:pt>
                <c:pt idx="12993">
                  <c:v>20-06-2022</c:v>
                </c:pt>
                <c:pt idx="12994">
                  <c:v>20-06-2022</c:v>
                </c:pt>
                <c:pt idx="12995">
                  <c:v>21-06-2022</c:v>
                </c:pt>
                <c:pt idx="12996">
                  <c:v>21-06-2022</c:v>
                </c:pt>
                <c:pt idx="12997">
                  <c:v>21-06-2022</c:v>
                </c:pt>
                <c:pt idx="12998">
                  <c:v>21-06-2022</c:v>
                </c:pt>
                <c:pt idx="12999">
                  <c:v>21-06-2022</c:v>
                </c:pt>
                <c:pt idx="13000">
                  <c:v>21-06-2022</c:v>
                </c:pt>
                <c:pt idx="13001">
                  <c:v>21-06-2022</c:v>
                </c:pt>
                <c:pt idx="13002">
                  <c:v>21-06-2022</c:v>
                </c:pt>
                <c:pt idx="13003">
                  <c:v>21-06-2022</c:v>
                </c:pt>
                <c:pt idx="13004">
                  <c:v>21-06-2022</c:v>
                </c:pt>
                <c:pt idx="13005">
                  <c:v>21-06-2022</c:v>
                </c:pt>
                <c:pt idx="13006">
                  <c:v>21-06-2022</c:v>
                </c:pt>
                <c:pt idx="13007">
                  <c:v>21-06-2022</c:v>
                </c:pt>
                <c:pt idx="13008">
                  <c:v>21-06-2022</c:v>
                </c:pt>
                <c:pt idx="13009">
                  <c:v>21-06-2022</c:v>
                </c:pt>
                <c:pt idx="13010">
                  <c:v>21-06-2022</c:v>
                </c:pt>
                <c:pt idx="13011">
                  <c:v>21-06-2022</c:v>
                </c:pt>
                <c:pt idx="13012">
                  <c:v>21-06-2022</c:v>
                </c:pt>
                <c:pt idx="13013">
                  <c:v>21-06-2022</c:v>
                </c:pt>
                <c:pt idx="13014">
                  <c:v>21-06-2022</c:v>
                </c:pt>
                <c:pt idx="13015">
                  <c:v>21-06-2022</c:v>
                </c:pt>
                <c:pt idx="13016">
                  <c:v>21-06-2022</c:v>
                </c:pt>
                <c:pt idx="13017">
                  <c:v>21-06-2022</c:v>
                </c:pt>
                <c:pt idx="13018">
                  <c:v>21-06-2022</c:v>
                </c:pt>
                <c:pt idx="13019">
                  <c:v>21-06-2022</c:v>
                </c:pt>
                <c:pt idx="13020">
                  <c:v>21-06-2022</c:v>
                </c:pt>
                <c:pt idx="13021">
                  <c:v>21-06-2022</c:v>
                </c:pt>
                <c:pt idx="13022">
                  <c:v>21-06-2022</c:v>
                </c:pt>
                <c:pt idx="13023">
                  <c:v>21-06-2022</c:v>
                </c:pt>
                <c:pt idx="13024">
                  <c:v>21-06-2022</c:v>
                </c:pt>
                <c:pt idx="13025">
                  <c:v>21-06-2022</c:v>
                </c:pt>
                <c:pt idx="13026">
                  <c:v>21-06-2022</c:v>
                </c:pt>
                <c:pt idx="13027">
                  <c:v>21-06-2022</c:v>
                </c:pt>
                <c:pt idx="13028">
                  <c:v>21-06-2022</c:v>
                </c:pt>
                <c:pt idx="13029">
                  <c:v>21-06-2022</c:v>
                </c:pt>
                <c:pt idx="13030">
                  <c:v>21-06-2022</c:v>
                </c:pt>
                <c:pt idx="13031">
                  <c:v>21-06-2022</c:v>
                </c:pt>
                <c:pt idx="13032">
                  <c:v>21-06-2022</c:v>
                </c:pt>
                <c:pt idx="13033">
                  <c:v>21-06-2022</c:v>
                </c:pt>
                <c:pt idx="13034">
                  <c:v>21-06-2022</c:v>
                </c:pt>
                <c:pt idx="13035">
                  <c:v>22-06-2022</c:v>
                </c:pt>
                <c:pt idx="13036">
                  <c:v>22-06-2022</c:v>
                </c:pt>
                <c:pt idx="13037">
                  <c:v>22-06-2022</c:v>
                </c:pt>
                <c:pt idx="13038">
                  <c:v>22-06-2022</c:v>
                </c:pt>
                <c:pt idx="13039">
                  <c:v>22-06-2022</c:v>
                </c:pt>
                <c:pt idx="13040">
                  <c:v>22-06-2022</c:v>
                </c:pt>
                <c:pt idx="13041">
                  <c:v>22-06-2022</c:v>
                </c:pt>
                <c:pt idx="13042">
                  <c:v>22-06-2022</c:v>
                </c:pt>
                <c:pt idx="13043">
                  <c:v>22-06-2022</c:v>
                </c:pt>
                <c:pt idx="13044">
                  <c:v>22-06-2022</c:v>
                </c:pt>
                <c:pt idx="13045">
                  <c:v>22-06-2022</c:v>
                </c:pt>
                <c:pt idx="13046">
                  <c:v>22-06-2022</c:v>
                </c:pt>
                <c:pt idx="13047">
                  <c:v>22-06-2022</c:v>
                </c:pt>
                <c:pt idx="13048">
                  <c:v>22-06-2022</c:v>
                </c:pt>
                <c:pt idx="13049">
                  <c:v>22-06-2022</c:v>
                </c:pt>
                <c:pt idx="13050">
                  <c:v>22-06-2022</c:v>
                </c:pt>
                <c:pt idx="13051">
                  <c:v>22-06-2022</c:v>
                </c:pt>
                <c:pt idx="13052">
                  <c:v>22-06-2022</c:v>
                </c:pt>
                <c:pt idx="13053">
                  <c:v>22-06-2022</c:v>
                </c:pt>
                <c:pt idx="13054">
                  <c:v>22-06-2022</c:v>
                </c:pt>
                <c:pt idx="13055">
                  <c:v>22-06-2022</c:v>
                </c:pt>
                <c:pt idx="13056">
                  <c:v>22-06-2022</c:v>
                </c:pt>
                <c:pt idx="13057">
                  <c:v>22-06-2022</c:v>
                </c:pt>
                <c:pt idx="13058">
                  <c:v>22-06-2022</c:v>
                </c:pt>
                <c:pt idx="13059">
                  <c:v>22-06-2022</c:v>
                </c:pt>
                <c:pt idx="13060">
                  <c:v>22-06-2022</c:v>
                </c:pt>
                <c:pt idx="13061">
                  <c:v>22-06-2022</c:v>
                </c:pt>
                <c:pt idx="13062">
                  <c:v>22-06-2022</c:v>
                </c:pt>
                <c:pt idx="13063">
                  <c:v>22-06-2022</c:v>
                </c:pt>
                <c:pt idx="13064">
                  <c:v>22-06-2022</c:v>
                </c:pt>
                <c:pt idx="13065">
                  <c:v>22-06-2022</c:v>
                </c:pt>
                <c:pt idx="13066">
                  <c:v>22-06-2022</c:v>
                </c:pt>
                <c:pt idx="13067">
                  <c:v>22-06-2022</c:v>
                </c:pt>
                <c:pt idx="13068">
                  <c:v>22-06-2022</c:v>
                </c:pt>
                <c:pt idx="13069">
                  <c:v>22-06-2022</c:v>
                </c:pt>
                <c:pt idx="13070">
                  <c:v>22-06-2022</c:v>
                </c:pt>
                <c:pt idx="13071">
                  <c:v>22-06-2022</c:v>
                </c:pt>
                <c:pt idx="13072">
                  <c:v>22-06-2022</c:v>
                </c:pt>
                <c:pt idx="13073">
                  <c:v>22-06-2022</c:v>
                </c:pt>
                <c:pt idx="13074">
                  <c:v>22-06-2022</c:v>
                </c:pt>
                <c:pt idx="13075">
                  <c:v>23-05-2022</c:v>
                </c:pt>
                <c:pt idx="13076">
                  <c:v>23-05-2022</c:v>
                </c:pt>
                <c:pt idx="13077">
                  <c:v>23-05-2022</c:v>
                </c:pt>
                <c:pt idx="13078">
                  <c:v>23-05-2022</c:v>
                </c:pt>
                <c:pt idx="13079">
                  <c:v>23-05-2022</c:v>
                </c:pt>
                <c:pt idx="13080">
                  <c:v>23-05-2022</c:v>
                </c:pt>
                <c:pt idx="13081">
                  <c:v>23-05-2022</c:v>
                </c:pt>
                <c:pt idx="13082">
                  <c:v>23-05-2022</c:v>
                </c:pt>
                <c:pt idx="13083">
                  <c:v>23-05-2022</c:v>
                </c:pt>
                <c:pt idx="13084">
                  <c:v>23-05-2022</c:v>
                </c:pt>
                <c:pt idx="13085">
                  <c:v>23-05-2022</c:v>
                </c:pt>
                <c:pt idx="13086">
                  <c:v>23-05-2022</c:v>
                </c:pt>
                <c:pt idx="13087">
                  <c:v>23-05-2022</c:v>
                </c:pt>
                <c:pt idx="13088">
                  <c:v>23-05-2022</c:v>
                </c:pt>
                <c:pt idx="13089">
                  <c:v>23-05-2022</c:v>
                </c:pt>
                <c:pt idx="13090">
                  <c:v>23-05-2022</c:v>
                </c:pt>
                <c:pt idx="13091">
                  <c:v>23-05-2022</c:v>
                </c:pt>
                <c:pt idx="13092">
                  <c:v>23-05-2022</c:v>
                </c:pt>
                <c:pt idx="13093">
                  <c:v>23-05-2022</c:v>
                </c:pt>
                <c:pt idx="13094">
                  <c:v>23-05-2022</c:v>
                </c:pt>
                <c:pt idx="13095">
                  <c:v>23-05-2022</c:v>
                </c:pt>
                <c:pt idx="13096">
                  <c:v>23-05-2022</c:v>
                </c:pt>
                <c:pt idx="13097">
                  <c:v>23-05-2022</c:v>
                </c:pt>
                <c:pt idx="13098">
                  <c:v>23-05-2022</c:v>
                </c:pt>
                <c:pt idx="13099">
                  <c:v>23-05-2022</c:v>
                </c:pt>
                <c:pt idx="13100">
                  <c:v>23-05-2022</c:v>
                </c:pt>
                <c:pt idx="13101">
                  <c:v>23-05-2022</c:v>
                </c:pt>
                <c:pt idx="13102">
                  <c:v>23-05-2022</c:v>
                </c:pt>
                <c:pt idx="13103">
                  <c:v>23-05-2022</c:v>
                </c:pt>
                <c:pt idx="13104">
                  <c:v>23-05-2022</c:v>
                </c:pt>
                <c:pt idx="13105">
                  <c:v>23-05-2022</c:v>
                </c:pt>
                <c:pt idx="13106">
                  <c:v>23-05-2022</c:v>
                </c:pt>
                <c:pt idx="13107">
                  <c:v>23-05-2022</c:v>
                </c:pt>
                <c:pt idx="13108">
                  <c:v>23-05-2022</c:v>
                </c:pt>
                <c:pt idx="13109">
                  <c:v>23-05-2022</c:v>
                </c:pt>
                <c:pt idx="13110">
                  <c:v>23-05-2022</c:v>
                </c:pt>
                <c:pt idx="13111">
                  <c:v>23-05-2022</c:v>
                </c:pt>
                <c:pt idx="13112">
                  <c:v>23-05-2022</c:v>
                </c:pt>
                <c:pt idx="13113">
                  <c:v>23-05-2022</c:v>
                </c:pt>
                <c:pt idx="13114">
                  <c:v>23-05-2022</c:v>
                </c:pt>
                <c:pt idx="13115">
                  <c:v>24-05-2022</c:v>
                </c:pt>
                <c:pt idx="13116">
                  <c:v>24-05-2022</c:v>
                </c:pt>
                <c:pt idx="13117">
                  <c:v>24-05-2022</c:v>
                </c:pt>
                <c:pt idx="13118">
                  <c:v>24-05-2022</c:v>
                </c:pt>
                <c:pt idx="13119">
                  <c:v>24-05-2022</c:v>
                </c:pt>
                <c:pt idx="13120">
                  <c:v>24-05-2022</c:v>
                </c:pt>
                <c:pt idx="13121">
                  <c:v>24-05-2022</c:v>
                </c:pt>
                <c:pt idx="13122">
                  <c:v>24-05-2022</c:v>
                </c:pt>
                <c:pt idx="13123">
                  <c:v>24-05-2022</c:v>
                </c:pt>
                <c:pt idx="13124">
                  <c:v>24-05-2022</c:v>
                </c:pt>
                <c:pt idx="13125">
                  <c:v>24-05-2022</c:v>
                </c:pt>
                <c:pt idx="13126">
                  <c:v>24-05-2022</c:v>
                </c:pt>
                <c:pt idx="13127">
                  <c:v>24-05-2022</c:v>
                </c:pt>
                <c:pt idx="13128">
                  <c:v>24-05-2022</c:v>
                </c:pt>
                <c:pt idx="13129">
                  <c:v>24-05-2022</c:v>
                </c:pt>
                <c:pt idx="13130">
                  <c:v>24-05-2022</c:v>
                </c:pt>
                <c:pt idx="13131">
                  <c:v>24-05-2022</c:v>
                </c:pt>
                <c:pt idx="13132">
                  <c:v>24-05-2022</c:v>
                </c:pt>
                <c:pt idx="13133">
                  <c:v>24-05-2022</c:v>
                </c:pt>
                <c:pt idx="13134">
                  <c:v>24-05-2022</c:v>
                </c:pt>
                <c:pt idx="13135">
                  <c:v>24-05-2022</c:v>
                </c:pt>
                <c:pt idx="13136">
                  <c:v>24-05-2022</c:v>
                </c:pt>
                <c:pt idx="13137">
                  <c:v>24-05-2022</c:v>
                </c:pt>
                <c:pt idx="13138">
                  <c:v>24-05-2022</c:v>
                </c:pt>
                <c:pt idx="13139">
                  <c:v>24-05-2022</c:v>
                </c:pt>
                <c:pt idx="13140">
                  <c:v>24-05-2022</c:v>
                </c:pt>
                <c:pt idx="13141">
                  <c:v>24-05-2022</c:v>
                </c:pt>
                <c:pt idx="13142">
                  <c:v>24-05-2022</c:v>
                </c:pt>
                <c:pt idx="13143">
                  <c:v>24-05-2022</c:v>
                </c:pt>
                <c:pt idx="13144">
                  <c:v>24-05-2022</c:v>
                </c:pt>
                <c:pt idx="13145">
                  <c:v>24-05-2022</c:v>
                </c:pt>
                <c:pt idx="13146">
                  <c:v>24-05-2022</c:v>
                </c:pt>
                <c:pt idx="13147">
                  <c:v>24-05-2022</c:v>
                </c:pt>
                <c:pt idx="13148">
                  <c:v>24-05-2022</c:v>
                </c:pt>
                <c:pt idx="13149">
                  <c:v>24-05-2022</c:v>
                </c:pt>
                <c:pt idx="13150">
                  <c:v>24-05-2022</c:v>
                </c:pt>
                <c:pt idx="13151">
                  <c:v>24-05-2022</c:v>
                </c:pt>
                <c:pt idx="13152">
                  <c:v>24-05-2022</c:v>
                </c:pt>
                <c:pt idx="13153">
                  <c:v>24-05-2022</c:v>
                </c:pt>
                <c:pt idx="13154">
                  <c:v>24-05-2022</c:v>
                </c:pt>
                <c:pt idx="13155">
                  <c:v>25-05-2022</c:v>
                </c:pt>
                <c:pt idx="13156">
                  <c:v>25-05-2022</c:v>
                </c:pt>
                <c:pt idx="13157">
                  <c:v>25-05-2022</c:v>
                </c:pt>
                <c:pt idx="13158">
                  <c:v>25-05-2022</c:v>
                </c:pt>
                <c:pt idx="13159">
                  <c:v>25-05-2022</c:v>
                </c:pt>
                <c:pt idx="13160">
                  <c:v>25-05-2022</c:v>
                </c:pt>
                <c:pt idx="13161">
                  <c:v>25-05-2022</c:v>
                </c:pt>
                <c:pt idx="13162">
                  <c:v>25-05-2022</c:v>
                </c:pt>
                <c:pt idx="13163">
                  <c:v>25-05-2022</c:v>
                </c:pt>
                <c:pt idx="13164">
                  <c:v>25-05-2022</c:v>
                </c:pt>
                <c:pt idx="13165">
                  <c:v>25-05-2022</c:v>
                </c:pt>
                <c:pt idx="13166">
                  <c:v>25-05-2022</c:v>
                </c:pt>
                <c:pt idx="13167">
                  <c:v>25-05-2022</c:v>
                </c:pt>
                <c:pt idx="13168">
                  <c:v>25-05-2022</c:v>
                </c:pt>
                <c:pt idx="13169">
                  <c:v>25-05-2022</c:v>
                </c:pt>
                <c:pt idx="13170">
                  <c:v>25-05-2022</c:v>
                </c:pt>
                <c:pt idx="13171">
                  <c:v>25-05-2022</c:v>
                </c:pt>
                <c:pt idx="13172">
                  <c:v>25-05-2022</c:v>
                </c:pt>
                <c:pt idx="13173">
                  <c:v>25-05-2022</c:v>
                </c:pt>
                <c:pt idx="13174">
                  <c:v>25-05-2022</c:v>
                </c:pt>
                <c:pt idx="13175">
                  <c:v>25-05-2022</c:v>
                </c:pt>
                <c:pt idx="13176">
                  <c:v>25-05-2022</c:v>
                </c:pt>
                <c:pt idx="13177">
                  <c:v>25-05-2022</c:v>
                </c:pt>
                <c:pt idx="13178">
                  <c:v>25-05-2022</c:v>
                </c:pt>
                <c:pt idx="13179">
                  <c:v>25-05-2022</c:v>
                </c:pt>
                <c:pt idx="13180">
                  <c:v>25-05-2022</c:v>
                </c:pt>
                <c:pt idx="13181">
                  <c:v>25-05-2022</c:v>
                </c:pt>
                <c:pt idx="13182">
                  <c:v>25-05-2022</c:v>
                </c:pt>
                <c:pt idx="13183">
                  <c:v>25-05-2022</c:v>
                </c:pt>
                <c:pt idx="13184">
                  <c:v>25-05-2022</c:v>
                </c:pt>
                <c:pt idx="13185">
                  <c:v>25-05-2022</c:v>
                </c:pt>
                <c:pt idx="13186">
                  <c:v>25-05-2022</c:v>
                </c:pt>
                <c:pt idx="13187">
                  <c:v>25-05-2022</c:v>
                </c:pt>
                <c:pt idx="13188">
                  <c:v>25-05-2022</c:v>
                </c:pt>
                <c:pt idx="13189">
                  <c:v>25-05-2022</c:v>
                </c:pt>
                <c:pt idx="13190">
                  <c:v>25-05-2022</c:v>
                </c:pt>
                <c:pt idx="13191">
                  <c:v>25-05-2022</c:v>
                </c:pt>
                <c:pt idx="13192">
                  <c:v>25-05-2022</c:v>
                </c:pt>
                <c:pt idx="13193">
                  <c:v>25-05-2022</c:v>
                </c:pt>
                <c:pt idx="13194">
                  <c:v>25-05-2022</c:v>
                </c:pt>
                <c:pt idx="13195">
                  <c:v>25-05-2022</c:v>
                </c:pt>
                <c:pt idx="13196">
                  <c:v>26-05-2022</c:v>
                </c:pt>
                <c:pt idx="13197">
                  <c:v>26-05-2022</c:v>
                </c:pt>
                <c:pt idx="13198">
                  <c:v>26-05-2022</c:v>
                </c:pt>
                <c:pt idx="13199">
                  <c:v>26-05-2022</c:v>
                </c:pt>
                <c:pt idx="13200">
                  <c:v>26-05-2022</c:v>
                </c:pt>
                <c:pt idx="13201">
                  <c:v>26-05-2022</c:v>
                </c:pt>
                <c:pt idx="13202">
                  <c:v>26-05-2022</c:v>
                </c:pt>
                <c:pt idx="13203">
                  <c:v>26-05-2022</c:v>
                </c:pt>
                <c:pt idx="13204">
                  <c:v>26-05-2022</c:v>
                </c:pt>
                <c:pt idx="13205">
                  <c:v>26-05-2022</c:v>
                </c:pt>
                <c:pt idx="13206">
                  <c:v>26-05-2022</c:v>
                </c:pt>
                <c:pt idx="13207">
                  <c:v>26-05-2022</c:v>
                </c:pt>
                <c:pt idx="13208">
                  <c:v>26-05-2022</c:v>
                </c:pt>
                <c:pt idx="13209">
                  <c:v>26-05-2022</c:v>
                </c:pt>
                <c:pt idx="13210">
                  <c:v>26-05-2022</c:v>
                </c:pt>
                <c:pt idx="13211">
                  <c:v>26-05-2022</c:v>
                </c:pt>
                <c:pt idx="13212">
                  <c:v>26-05-2022</c:v>
                </c:pt>
                <c:pt idx="13213">
                  <c:v>26-05-2022</c:v>
                </c:pt>
                <c:pt idx="13214">
                  <c:v>26-05-2022</c:v>
                </c:pt>
                <c:pt idx="13215">
                  <c:v>26-05-2022</c:v>
                </c:pt>
                <c:pt idx="13216">
                  <c:v>26-05-2022</c:v>
                </c:pt>
                <c:pt idx="13217">
                  <c:v>26-05-2022</c:v>
                </c:pt>
                <c:pt idx="13218">
                  <c:v>26-05-2022</c:v>
                </c:pt>
                <c:pt idx="13219">
                  <c:v>26-05-2022</c:v>
                </c:pt>
                <c:pt idx="13220">
                  <c:v>26-05-2022</c:v>
                </c:pt>
                <c:pt idx="13221">
                  <c:v>26-05-2022</c:v>
                </c:pt>
                <c:pt idx="13222">
                  <c:v>26-05-2022</c:v>
                </c:pt>
                <c:pt idx="13223">
                  <c:v>26-05-2022</c:v>
                </c:pt>
                <c:pt idx="13224">
                  <c:v>26-05-2022</c:v>
                </c:pt>
                <c:pt idx="13225">
                  <c:v>26-05-2022</c:v>
                </c:pt>
                <c:pt idx="13226">
                  <c:v>26-05-2022</c:v>
                </c:pt>
                <c:pt idx="13227">
                  <c:v>26-05-2022</c:v>
                </c:pt>
                <c:pt idx="13228">
                  <c:v>26-05-2022</c:v>
                </c:pt>
                <c:pt idx="13229">
                  <c:v>26-05-2022</c:v>
                </c:pt>
                <c:pt idx="13230">
                  <c:v>26-05-2022</c:v>
                </c:pt>
                <c:pt idx="13231">
                  <c:v>26-05-2022</c:v>
                </c:pt>
                <c:pt idx="13232">
                  <c:v>26-05-2022</c:v>
                </c:pt>
                <c:pt idx="13233">
                  <c:v>26-05-2022</c:v>
                </c:pt>
                <c:pt idx="13234">
                  <c:v>26-05-2022</c:v>
                </c:pt>
                <c:pt idx="13235">
                  <c:v>26-05-2022</c:v>
                </c:pt>
                <c:pt idx="13236">
                  <c:v>27-05-2022</c:v>
                </c:pt>
                <c:pt idx="13237">
                  <c:v>27-05-2022</c:v>
                </c:pt>
                <c:pt idx="13238">
                  <c:v>27-05-2022</c:v>
                </c:pt>
                <c:pt idx="13239">
                  <c:v>27-05-2022</c:v>
                </c:pt>
                <c:pt idx="13240">
                  <c:v>27-05-2022</c:v>
                </c:pt>
                <c:pt idx="13241">
                  <c:v>27-05-2022</c:v>
                </c:pt>
                <c:pt idx="13242">
                  <c:v>27-05-2022</c:v>
                </c:pt>
                <c:pt idx="13243">
                  <c:v>27-05-2022</c:v>
                </c:pt>
                <c:pt idx="13244">
                  <c:v>27-05-2022</c:v>
                </c:pt>
                <c:pt idx="13245">
                  <c:v>27-05-2022</c:v>
                </c:pt>
                <c:pt idx="13246">
                  <c:v>27-05-2022</c:v>
                </c:pt>
                <c:pt idx="13247">
                  <c:v>27-05-2022</c:v>
                </c:pt>
                <c:pt idx="13248">
                  <c:v>27-05-2022</c:v>
                </c:pt>
                <c:pt idx="13249">
                  <c:v>27-05-2022</c:v>
                </c:pt>
                <c:pt idx="13250">
                  <c:v>27-05-2022</c:v>
                </c:pt>
                <c:pt idx="13251">
                  <c:v>27-05-2022</c:v>
                </c:pt>
                <c:pt idx="13252">
                  <c:v>27-05-2022</c:v>
                </c:pt>
                <c:pt idx="13253">
                  <c:v>27-05-2022</c:v>
                </c:pt>
                <c:pt idx="13254">
                  <c:v>27-05-2022</c:v>
                </c:pt>
                <c:pt idx="13255">
                  <c:v>27-05-2022</c:v>
                </c:pt>
                <c:pt idx="13256">
                  <c:v>27-05-2022</c:v>
                </c:pt>
                <c:pt idx="13257">
                  <c:v>27-05-2022</c:v>
                </c:pt>
                <c:pt idx="13258">
                  <c:v>27-05-2022</c:v>
                </c:pt>
                <c:pt idx="13259">
                  <c:v>27-05-2022</c:v>
                </c:pt>
                <c:pt idx="13260">
                  <c:v>27-05-2022</c:v>
                </c:pt>
                <c:pt idx="13261">
                  <c:v>27-05-2022</c:v>
                </c:pt>
                <c:pt idx="13262">
                  <c:v>27-05-2022</c:v>
                </c:pt>
                <c:pt idx="13263">
                  <c:v>27-05-2022</c:v>
                </c:pt>
                <c:pt idx="13264">
                  <c:v>27-05-2022</c:v>
                </c:pt>
                <c:pt idx="13265">
                  <c:v>27-05-2022</c:v>
                </c:pt>
                <c:pt idx="13266">
                  <c:v>27-05-2022</c:v>
                </c:pt>
                <c:pt idx="13267">
                  <c:v>27-05-2022</c:v>
                </c:pt>
                <c:pt idx="13268">
                  <c:v>27-05-2022</c:v>
                </c:pt>
                <c:pt idx="13269">
                  <c:v>27-05-2022</c:v>
                </c:pt>
                <c:pt idx="13270">
                  <c:v>27-05-2022</c:v>
                </c:pt>
                <c:pt idx="13271">
                  <c:v>27-05-2022</c:v>
                </c:pt>
                <c:pt idx="13272">
                  <c:v>27-05-2022</c:v>
                </c:pt>
                <c:pt idx="13273">
                  <c:v>27-05-2022</c:v>
                </c:pt>
                <c:pt idx="13274">
                  <c:v>27-05-2022</c:v>
                </c:pt>
                <c:pt idx="13275">
                  <c:v>27-05-2022</c:v>
                </c:pt>
                <c:pt idx="13276">
                  <c:v>28-05-2022</c:v>
                </c:pt>
                <c:pt idx="13277">
                  <c:v>28-05-2022</c:v>
                </c:pt>
                <c:pt idx="13278">
                  <c:v>28-05-2022</c:v>
                </c:pt>
                <c:pt idx="13279">
                  <c:v>28-05-2022</c:v>
                </c:pt>
                <c:pt idx="13280">
                  <c:v>28-05-2022</c:v>
                </c:pt>
                <c:pt idx="13281">
                  <c:v>28-05-2022</c:v>
                </c:pt>
                <c:pt idx="13282">
                  <c:v>28-05-2022</c:v>
                </c:pt>
                <c:pt idx="13283">
                  <c:v>28-05-2022</c:v>
                </c:pt>
                <c:pt idx="13284">
                  <c:v>28-05-2022</c:v>
                </c:pt>
                <c:pt idx="13285">
                  <c:v>28-05-2022</c:v>
                </c:pt>
                <c:pt idx="13286">
                  <c:v>28-05-2022</c:v>
                </c:pt>
                <c:pt idx="13287">
                  <c:v>28-05-2022</c:v>
                </c:pt>
                <c:pt idx="13288">
                  <c:v>28-05-2022</c:v>
                </c:pt>
                <c:pt idx="13289">
                  <c:v>28-05-2022</c:v>
                </c:pt>
                <c:pt idx="13290">
                  <c:v>28-05-2022</c:v>
                </c:pt>
                <c:pt idx="13291">
                  <c:v>28-05-2022</c:v>
                </c:pt>
                <c:pt idx="13292">
                  <c:v>28-05-2022</c:v>
                </c:pt>
                <c:pt idx="13293">
                  <c:v>28-05-2022</c:v>
                </c:pt>
                <c:pt idx="13294">
                  <c:v>28-05-2022</c:v>
                </c:pt>
                <c:pt idx="13295">
                  <c:v>28-05-2022</c:v>
                </c:pt>
                <c:pt idx="13296">
                  <c:v>28-05-2022</c:v>
                </c:pt>
                <c:pt idx="13297">
                  <c:v>28-05-2022</c:v>
                </c:pt>
                <c:pt idx="13298">
                  <c:v>28-05-2022</c:v>
                </c:pt>
                <c:pt idx="13299">
                  <c:v>28-05-2022</c:v>
                </c:pt>
                <c:pt idx="13300">
                  <c:v>28-05-2022</c:v>
                </c:pt>
                <c:pt idx="13301">
                  <c:v>28-05-2022</c:v>
                </c:pt>
                <c:pt idx="13302">
                  <c:v>28-05-2022</c:v>
                </c:pt>
                <c:pt idx="13303">
                  <c:v>28-05-2022</c:v>
                </c:pt>
                <c:pt idx="13304">
                  <c:v>28-05-2022</c:v>
                </c:pt>
                <c:pt idx="13305">
                  <c:v>28-05-2022</c:v>
                </c:pt>
                <c:pt idx="13306">
                  <c:v>28-05-2022</c:v>
                </c:pt>
                <c:pt idx="13307">
                  <c:v>28-05-2022</c:v>
                </c:pt>
                <c:pt idx="13308">
                  <c:v>28-05-2022</c:v>
                </c:pt>
                <c:pt idx="13309">
                  <c:v>28-05-2022</c:v>
                </c:pt>
                <c:pt idx="13310">
                  <c:v>28-05-2022</c:v>
                </c:pt>
                <c:pt idx="13311">
                  <c:v>28-05-2022</c:v>
                </c:pt>
                <c:pt idx="13312">
                  <c:v>28-05-2022</c:v>
                </c:pt>
                <c:pt idx="13313">
                  <c:v>28-05-2022</c:v>
                </c:pt>
                <c:pt idx="13314">
                  <c:v>28-05-2022</c:v>
                </c:pt>
                <c:pt idx="13315">
                  <c:v>28-05-2022</c:v>
                </c:pt>
                <c:pt idx="13316">
                  <c:v>29-05-2022</c:v>
                </c:pt>
                <c:pt idx="13317">
                  <c:v>29-05-2022</c:v>
                </c:pt>
                <c:pt idx="13318">
                  <c:v>29-05-2022</c:v>
                </c:pt>
                <c:pt idx="13319">
                  <c:v>29-05-2022</c:v>
                </c:pt>
                <c:pt idx="13320">
                  <c:v>29-05-2022</c:v>
                </c:pt>
                <c:pt idx="13321">
                  <c:v>29-05-2022</c:v>
                </c:pt>
                <c:pt idx="13322">
                  <c:v>29-05-2022</c:v>
                </c:pt>
                <c:pt idx="13323">
                  <c:v>29-05-2022</c:v>
                </c:pt>
                <c:pt idx="13324">
                  <c:v>29-05-2022</c:v>
                </c:pt>
                <c:pt idx="13325">
                  <c:v>29-05-2022</c:v>
                </c:pt>
                <c:pt idx="13326">
                  <c:v>29-05-2022</c:v>
                </c:pt>
                <c:pt idx="13327">
                  <c:v>29-05-2022</c:v>
                </c:pt>
                <c:pt idx="13328">
                  <c:v>29-05-2022</c:v>
                </c:pt>
                <c:pt idx="13329">
                  <c:v>29-05-2022</c:v>
                </c:pt>
                <c:pt idx="13330">
                  <c:v>29-05-2022</c:v>
                </c:pt>
                <c:pt idx="13331">
                  <c:v>29-05-2022</c:v>
                </c:pt>
                <c:pt idx="13332">
                  <c:v>29-05-2022</c:v>
                </c:pt>
                <c:pt idx="13333">
                  <c:v>29-05-2022</c:v>
                </c:pt>
                <c:pt idx="13334">
                  <c:v>29-05-2022</c:v>
                </c:pt>
                <c:pt idx="13335">
                  <c:v>29-05-2022</c:v>
                </c:pt>
                <c:pt idx="13336">
                  <c:v>29-05-2022</c:v>
                </c:pt>
                <c:pt idx="13337">
                  <c:v>29-05-2022</c:v>
                </c:pt>
                <c:pt idx="13338">
                  <c:v>29-05-2022</c:v>
                </c:pt>
                <c:pt idx="13339">
                  <c:v>29-05-2022</c:v>
                </c:pt>
                <c:pt idx="13340">
                  <c:v>29-05-2022</c:v>
                </c:pt>
                <c:pt idx="13341">
                  <c:v>29-05-2022</c:v>
                </c:pt>
                <c:pt idx="13342">
                  <c:v>29-05-2022</c:v>
                </c:pt>
                <c:pt idx="13343">
                  <c:v>29-05-2022</c:v>
                </c:pt>
                <c:pt idx="13344">
                  <c:v>29-05-2022</c:v>
                </c:pt>
                <c:pt idx="13345">
                  <c:v>29-05-2022</c:v>
                </c:pt>
                <c:pt idx="13346">
                  <c:v>29-05-2022</c:v>
                </c:pt>
                <c:pt idx="13347">
                  <c:v>29-05-2022</c:v>
                </c:pt>
                <c:pt idx="13348">
                  <c:v>29-05-2022</c:v>
                </c:pt>
                <c:pt idx="13349">
                  <c:v>29-05-2022</c:v>
                </c:pt>
                <c:pt idx="13350">
                  <c:v>29-05-2022</c:v>
                </c:pt>
                <c:pt idx="13351">
                  <c:v>29-05-2022</c:v>
                </c:pt>
                <c:pt idx="13352">
                  <c:v>29-05-2022</c:v>
                </c:pt>
                <c:pt idx="13353">
                  <c:v>29-05-2022</c:v>
                </c:pt>
                <c:pt idx="13354">
                  <c:v>29-05-2022</c:v>
                </c:pt>
                <c:pt idx="13355">
                  <c:v>29-05-2022</c:v>
                </c:pt>
                <c:pt idx="13356">
                  <c:v>30-05-2022</c:v>
                </c:pt>
                <c:pt idx="13357">
                  <c:v>30-05-2022</c:v>
                </c:pt>
                <c:pt idx="13358">
                  <c:v>30-05-2022</c:v>
                </c:pt>
                <c:pt idx="13359">
                  <c:v>30-05-2022</c:v>
                </c:pt>
                <c:pt idx="13360">
                  <c:v>30-05-2022</c:v>
                </c:pt>
                <c:pt idx="13361">
                  <c:v>30-05-2022</c:v>
                </c:pt>
                <c:pt idx="13362">
                  <c:v>30-05-2022</c:v>
                </c:pt>
                <c:pt idx="13363">
                  <c:v>30-05-2022</c:v>
                </c:pt>
                <c:pt idx="13364">
                  <c:v>30-05-2022</c:v>
                </c:pt>
                <c:pt idx="13365">
                  <c:v>30-05-2022</c:v>
                </c:pt>
                <c:pt idx="13366">
                  <c:v>30-05-2022</c:v>
                </c:pt>
                <c:pt idx="13367">
                  <c:v>30-05-2022</c:v>
                </c:pt>
                <c:pt idx="13368">
                  <c:v>30-05-2022</c:v>
                </c:pt>
                <c:pt idx="13369">
                  <c:v>30-05-2022</c:v>
                </c:pt>
                <c:pt idx="13370">
                  <c:v>30-05-2022</c:v>
                </c:pt>
                <c:pt idx="13371">
                  <c:v>30-05-2022</c:v>
                </c:pt>
                <c:pt idx="13372">
                  <c:v>30-05-2022</c:v>
                </c:pt>
                <c:pt idx="13373">
                  <c:v>30-05-2022</c:v>
                </c:pt>
                <c:pt idx="13374">
                  <c:v>30-05-2022</c:v>
                </c:pt>
                <c:pt idx="13375">
                  <c:v>30-05-2022</c:v>
                </c:pt>
                <c:pt idx="13376">
                  <c:v>30-05-2022</c:v>
                </c:pt>
                <c:pt idx="13377">
                  <c:v>30-05-2022</c:v>
                </c:pt>
                <c:pt idx="13378">
                  <c:v>30-05-2022</c:v>
                </c:pt>
                <c:pt idx="13379">
                  <c:v>30-05-2022</c:v>
                </c:pt>
                <c:pt idx="13380">
                  <c:v>30-05-2022</c:v>
                </c:pt>
                <c:pt idx="13381">
                  <c:v>30-05-2022</c:v>
                </c:pt>
                <c:pt idx="13382">
                  <c:v>30-05-2022</c:v>
                </c:pt>
                <c:pt idx="13383">
                  <c:v>30-05-2022</c:v>
                </c:pt>
                <c:pt idx="13384">
                  <c:v>30-05-2022</c:v>
                </c:pt>
                <c:pt idx="13385">
                  <c:v>30-05-2022</c:v>
                </c:pt>
                <c:pt idx="13386">
                  <c:v>30-05-2022</c:v>
                </c:pt>
                <c:pt idx="13387">
                  <c:v>30-05-2022</c:v>
                </c:pt>
                <c:pt idx="13388">
                  <c:v>30-05-2022</c:v>
                </c:pt>
                <c:pt idx="13389">
                  <c:v>30-05-2022</c:v>
                </c:pt>
                <c:pt idx="13390">
                  <c:v>30-05-2022</c:v>
                </c:pt>
                <c:pt idx="13391">
                  <c:v>30-05-2022</c:v>
                </c:pt>
                <c:pt idx="13392">
                  <c:v>30-05-2022</c:v>
                </c:pt>
                <c:pt idx="13393">
                  <c:v>30-05-2022</c:v>
                </c:pt>
                <c:pt idx="13394">
                  <c:v>30-05-2022</c:v>
                </c:pt>
                <c:pt idx="13395">
                  <c:v>30-05-2022</c:v>
                </c:pt>
                <c:pt idx="13396">
                  <c:v>31-05-2022</c:v>
                </c:pt>
                <c:pt idx="13397">
                  <c:v>31-05-2022</c:v>
                </c:pt>
                <c:pt idx="13398">
                  <c:v>31-05-2022</c:v>
                </c:pt>
                <c:pt idx="13399">
                  <c:v>31-05-2022</c:v>
                </c:pt>
                <c:pt idx="13400">
                  <c:v>31-05-2022</c:v>
                </c:pt>
                <c:pt idx="13401">
                  <c:v>31-05-2022</c:v>
                </c:pt>
                <c:pt idx="13402">
                  <c:v>31-05-2022</c:v>
                </c:pt>
                <c:pt idx="13403">
                  <c:v>31-05-2022</c:v>
                </c:pt>
                <c:pt idx="13404">
                  <c:v>31-05-2022</c:v>
                </c:pt>
                <c:pt idx="13405">
                  <c:v>31-05-2022</c:v>
                </c:pt>
                <c:pt idx="13406">
                  <c:v>31-05-2022</c:v>
                </c:pt>
                <c:pt idx="13407">
                  <c:v>31-05-2022</c:v>
                </c:pt>
                <c:pt idx="13408">
                  <c:v>31-05-2022</c:v>
                </c:pt>
                <c:pt idx="13409">
                  <c:v>31-05-2022</c:v>
                </c:pt>
                <c:pt idx="13410">
                  <c:v>31-05-2022</c:v>
                </c:pt>
                <c:pt idx="13411">
                  <c:v>31-05-2022</c:v>
                </c:pt>
                <c:pt idx="13412">
                  <c:v>31-05-2022</c:v>
                </c:pt>
                <c:pt idx="13413">
                  <c:v>31-05-2022</c:v>
                </c:pt>
                <c:pt idx="13414">
                  <c:v>31-05-2022</c:v>
                </c:pt>
                <c:pt idx="13415">
                  <c:v>31-05-2022</c:v>
                </c:pt>
                <c:pt idx="13416">
                  <c:v>31-05-2022</c:v>
                </c:pt>
                <c:pt idx="13417">
                  <c:v>31-05-2022</c:v>
                </c:pt>
                <c:pt idx="13418">
                  <c:v>31-05-2022</c:v>
                </c:pt>
                <c:pt idx="13419">
                  <c:v>31-05-2022</c:v>
                </c:pt>
                <c:pt idx="13420">
                  <c:v>31-05-2022</c:v>
                </c:pt>
                <c:pt idx="13421">
                  <c:v>31-05-2022</c:v>
                </c:pt>
                <c:pt idx="13422">
                  <c:v>31-05-2022</c:v>
                </c:pt>
                <c:pt idx="13423">
                  <c:v>31-05-2022</c:v>
                </c:pt>
                <c:pt idx="13424">
                  <c:v>31-05-2022</c:v>
                </c:pt>
                <c:pt idx="13425">
                  <c:v>31-05-2022</c:v>
                </c:pt>
                <c:pt idx="13426">
                  <c:v>31-05-2022</c:v>
                </c:pt>
                <c:pt idx="13427">
                  <c:v>31-05-2022</c:v>
                </c:pt>
                <c:pt idx="13428">
                  <c:v>31-05-2022</c:v>
                </c:pt>
                <c:pt idx="13429">
                  <c:v>31-05-2022</c:v>
                </c:pt>
                <c:pt idx="13430">
                  <c:v>31-05-2022</c:v>
                </c:pt>
                <c:pt idx="13431">
                  <c:v>31-05-2022</c:v>
                </c:pt>
                <c:pt idx="13432">
                  <c:v>31-05-2022</c:v>
                </c:pt>
                <c:pt idx="13433">
                  <c:v>31-05-2022</c:v>
                </c:pt>
                <c:pt idx="13434">
                  <c:v>31-05-2022</c:v>
                </c:pt>
                <c:pt idx="13435">
                  <c:v>31-05-2022</c:v>
                </c:pt>
                <c:pt idx="13436">
                  <c:v>01-06-2022</c:v>
                </c:pt>
                <c:pt idx="13437">
                  <c:v>01-06-2022</c:v>
                </c:pt>
                <c:pt idx="13438">
                  <c:v>01-06-2022</c:v>
                </c:pt>
                <c:pt idx="13439">
                  <c:v>01-06-2022</c:v>
                </c:pt>
                <c:pt idx="13440">
                  <c:v>01-06-2022</c:v>
                </c:pt>
                <c:pt idx="13441">
                  <c:v>01-06-2022</c:v>
                </c:pt>
                <c:pt idx="13442">
                  <c:v>01-06-2022</c:v>
                </c:pt>
                <c:pt idx="13443">
                  <c:v>01-06-2022</c:v>
                </c:pt>
                <c:pt idx="13444">
                  <c:v>01-06-2022</c:v>
                </c:pt>
                <c:pt idx="13445">
                  <c:v>01-06-2022</c:v>
                </c:pt>
                <c:pt idx="13446">
                  <c:v>01-06-2022</c:v>
                </c:pt>
                <c:pt idx="13447">
                  <c:v>01-06-2022</c:v>
                </c:pt>
                <c:pt idx="13448">
                  <c:v>01-06-2022</c:v>
                </c:pt>
                <c:pt idx="13449">
                  <c:v>01-06-2022</c:v>
                </c:pt>
                <c:pt idx="13450">
                  <c:v>01-06-2022</c:v>
                </c:pt>
                <c:pt idx="13451">
                  <c:v>01-06-2022</c:v>
                </c:pt>
                <c:pt idx="13452">
                  <c:v>01-06-2022</c:v>
                </c:pt>
                <c:pt idx="13453">
                  <c:v>01-06-2022</c:v>
                </c:pt>
                <c:pt idx="13454">
                  <c:v>01-06-2022</c:v>
                </c:pt>
                <c:pt idx="13455">
                  <c:v>01-06-2022</c:v>
                </c:pt>
                <c:pt idx="13456">
                  <c:v>01-06-2022</c:v>
                </c:pt>
                <c:pt idx="13457">
                  <c:v>01-06-2022</c:v>
                </c:pt>
                <c:pt idx="13458">
                  <c:v>01-06-2022</c:v>
                </c:pt>
                <c:pt idx="13459">
                  <c:v>01-06-2022</c:v>
                </c:pt>
                <c:pt idx="13460">
                  <c:v>01-06-2022</c:v>
                </c:pt>
                <c:pt idx="13461">
                  <c:v>01-06-2022</c:v>
                </c:pt>
                <c:pt idx="13462">
                  <c:v>01-06-2022</c:v>
                </c:pt>
                <c:pt idx="13463">
                  <c:v>01-06-2022</c:v>
                </c:pt>
                <c:pt idx="13464">
                  <c:v>01-06-2022</c:v>
                </c:pt>
                <c:pt idx="13465">
                  <c:v>01-06-2022</c:v>
                </c:pt>
                <c:pt idx="13466">
                  <c:v>01-06-2022</c:v>
                </c:pt>
                <c:pt idx="13467">
                  <c:v>01-06-2022</c:v>
                </c:pt>
                <c:pt idx="13468">
                  <c:v>01-06-2022</c:v>
                </c:pt>
                <c:pt idx="13469">
                  <c:v>01-06-2022</c:v>
                </c:pt>
                <c:pt idx="13470">
                  <c:v>01-06-2022</c:v>
                </c:pt>
                <c:pt idx="13471">
                  <c:v>01-06-2022</c:v>
                </c:pt>
                <c:pt idx="13472">
                  <c:v>01-06-2022</c:v>
                </c:pt>
                <c:pt idx="13473">
                  <c:v>01-06-2022</c:v>
                </c:pt>
                <c:pt idx="13474">
                  <c:v>01-06-2022</c:v>
                </c:pt>
                <c:pt idx="13475">
                  <c:v>01-06-2022</c:v>
                </c:pt>
                <c:pt idx="13476">
                  <c:v>02-06-2022</c:v>
                </c:pt>
                <c:pt idx="13477">
                  <c:v>02-06-2022</c:v>
                </c:pt>
                <c:pt idx="13478">
                  <c:v>02-06-2022</c:v>
                </c:pt>
                <c:pt idx="13479">
                  <c:v>02-06-2022</c:v>
                </c:pt>
                <c:pt idx="13480">
                  <c:v>02-06-2022</c:v>
                </c:pt>
                <c:pt idx="13481">
                  <c:v>02-06-2022</c:v>
                </c:pt>
                <c:pt idx="13482">
                  <c:v>02-06-2022</c:v>
                </c:pt>
                <c:pt idx="13483">
                  <c:v>02-06-2022</c:v>
                </c:pt>
                <c:pt idx="13484">
                  <c:v>02-06-2022</c:v>
                </c:pt>
                <c:pt idx="13485">
                  <c:v>02-06-2022</c:v>
                </c:pt>
                <c:pt idx="13486">
                  <c:v>02-06-2022</c:v>
                </c:pt>
                <c:pt idx="13487">
                  <c:v>02-06-2022</c:v>
                </c:pt>
                <c:pt idx="13488">
                  <c:v>02-06-2022</c:v>
                </c:pt>
                <c:pt idx="13489">
                  <c:v>02-06-2022</c:v>
                </c:pt>
                <c:pt idx="13490">
                  <c:v>02-06-2022</c:v>
                </c:pt>
                <c:pt idx="13491">
                  <c:v>02-06-2022</c:v>
                </c:pt>
                <c:pt idx="13492">
                  <c:v>02-06-2022</c:v>
                </c:pt>
                <c:pt idx="13493">
                  <c:v>02-06-2022</c:v>
                </c:pt>
                <c:pt idx="13494">
                  <c:v>02-06-2022</c:v>
                </c:pt>
                <c:pt idx="13495">
                  <c:v>02-06-2022</c:v>
                </c:pt>
                <c:pt idx="13496">
                  <c:v>02-06-2022</c:v>
                </c:pt>
                <c:pt idx="13497">
                  <c:v>02-06-2022</c:v>
                </c:pt>
                <c:pt idx="13498">
                  <c:v>02-06-2022</c:v>
                </c:pt>
                <c:pt idx="13499">
                  <c:v>02-06-2022</c:v>
                </c:pt>
                <c:pt idx="13500">
                  <c:v>02-06-2022</c:v>
                </c:pt>
                <c:pt idx="13501">
                  <c:v>02-06-2022</c:v>
                </c:pt>
                <c:pt idx="13502">
                  <c:v>02-06-2022</c:v>
                </c:pt>
                <c:pt idx="13503">
                  <c:v>02-06-2022</c:v>
                </c:pt>
                <c:pt idx="13504">
                  <c:v>02-06-2022</c:v>
                </c:pt>
                <c:pt idx="13505">
                  <c:v>02-06-2022</c:v>
                </c:pt>
                <c:pt idx="13506">
                  <c:v>02-06-2022</c:v>
                </c:pt>
                <c:pt idx="13507">
                  <c:v>02-06-2022</c:v>
                </c:pt>
                <c:pt idx="13508">
                  <c:v>02-06-2022</c:v>
                </c:pt>
                <c:pt idx="13509">
                  <c:v>02-06-2022</c:v>
                </c:pt>
                <c:pt idx="13510">
                  <c:v>02-06-2022</c:v>
                </c:pt>
                <c:pt idx="13511">
                  <c:v>02-06-2022</c:v>
                </c:pt>
                <c:pt idx="13512">
                  <c:v>02-06-2022</c:v>
                </c:pt>
                <c:pt idx="13513">
                  <c:v>02-06-2022</c:v>
                </c:pt>
                <c:pt idx="13514">
                  <c:v>02-06-2022</c:v>
                </c:pt>
                <c:pt idx="13515">
                  <c:v>02-06-2022</c:v>
                </c:pt>
                <c:pt idx="13516">
                  <c:v>03-06-2022</c:v>
                </c:pt>
                <c:pt idx="13517">
                  <c:v>03-06-2022</c:v>
                </c:pt>
                <c:pt idx="13518">
                  <c:v>03-06-2022</c:v>
                </c:pt>
                <c:pt idx="13519">
                  <c:v>03-06-2022</c:v>
                </c:pt>
                <c:pt idx="13520">
                  <c:v>03-06-2022</c:v>
                </c:pt>
                <c:pt idx="13521">
                  <c:v>03-06-2022</c:v>
                </c:pt>
                <c:pt idx="13522">
                  <c:v>03-06-2022</c:v>
                </c:pt>
                <c:pt idx="13523">
                  <c:v>03-06-2022</c:v>
                </c:pt>
                <c:pt idx="13524">
                  <c:v>03-06-2022</c:v>
                </c:pt>
                <c:pt idx="13525">
                  <c:v>03-06-2022</c:v>
                </c:pt>
                <c:pt idx="13526">
                  <c:v>03-06-2022</c:v>
                </c:pt>
                <c:pt idx="13527">
                  <c:v>03-06-2022</c:v>
                </c:pt>
                <c:pt idx="13528">
                  <c:v>03-06-2022</c:v>
                </c:pt>
                <c:pt idx="13529">
                  <c:v>03-06-2022</c:v>
                </c:pt>
                <c:pt idx="13530">
                  <c:v>03-06-2022</c:v>
                </c:pt>
                <c:pt idx="13531">
                  <c:v>03-06-2022</c:v>
                </c:pt>
                <c:pt idx="13532">
                  <c:v>03-06-2022</c:v>
                </c:pt>
                <c:pt idx="13533">
                  <c:v>03-06-2022</c:v>
                </c:pt>
                <c:pt idx="13534">
                  <c:v>03-06-2022</c:v>
                </c:pt>
                <c:pt idx="13535">
                  <c:v>03-06-2022</c:v>
                </c:pt>
                <c:pt idx="13536">
                  <c:v>03-06-2022</c:v>
                </c:pt>
                <c:pt idx="13537">
                  <c:v>03-06-2022</c:v>
                </c:pt>
                <c:pt idx="13538">
                  <c:v>03-06-2022</c:v>
                </c:pt>
                <c:pt idx="13539">
                  <c:v>03-06-2022</c:v>
                </c:pt>
                <c:pt idx="13540">
                  <c:v>03-06-2022</c:v>
                </c:pt>
                <c:pt idx="13541">
                  <c:v>03-06-2022</c:v>
                </c:pt>
                <c:pt idx="13542">
                  <c:v>03-06-2022</c:v>
                </c:pt>
                <c:pt idx="13543">
                  <c:v>03-06-2022</c:v>
                </c:pt>
                <c:pt idx="13544">
                  <c:v>03-06-2022</c:v>
                </c:pt>
                <c:pt idx="13545">
                  <c:v>03-06-2022</c:v>
                </c:pt>
                <c:pt idx="13546">
                  <c:v>03-06-2022</c:v>
                </c:pt>
                <c:pt idx="13547">
                  <c:v>03-06-2022</c:v>
                </c:pt>
                <c:pt idx="13548">
                  <c:v>03-06-2022</c:v>
                </c:pt>
                <c:pt idx="13549">
                  <c:v>03-06-2022</c:v>
                </c:pt>
                <c:pt idx="13550">
                  <c:v>03-06-2022</c:v>
                </c:pt>
                <c:pt idx="13551">
                  <c:v>03-06-2022</c:v>
                </c:pt>
                <c:pt idx="13552">
                  <c:v>03-06-2022</c:v>
                </c:pt>
                <c:pt idx="13553">
                  <c:v>03-06-2022</c:v>
                </c:pt>
                <c:pt idx="13554">
                  <c:v>03-06-2022</c:v>
                </c:pt>
                <c:pt idx="13555">
                  <c:v>03-06-2022</c:v>
                </c:pt>
                <c:pt idx="13556">
                  <c:v>04-06-2022</c:v>
                </c:pt>
                <c:pt idx="13557">
                  <c:v>04-06-2022</c:v>
                </c:pt>
                <c:pt idx="13558">
                  <c:v>04-06-2022</c:v>
                </c:pt>
                <c:pt idx="13559">
                  <c:v>04-06-2022</c:v>
                </c:pt>
                <c:pt idx="13560">
                  <c:v>04-06-2022</c:v>
                </c:pt>
                <c:pt idx="13561">
                  <c:v>04-06-2022</c:v>
                </c:pt>
                <c:pt idx="13562">
                  <c:v>04-06-2022</c:v>
                </c:pt>
                <c:pt idx="13563">
                  <c:v>04-06-2022</c:v>
                </c:pt>
                <c:pt idx="13564">
                  <c:v>04-06-2022</c:v>
                </c:pt>
                <c:pt idx="13565">
                  <c:v>04-06-2022</c:v>
                </c:pt>
                <c:pt idx="13566">
                  <c:v>04-06-2022</c:v>
                </c:pt>
                <c:pt idx="13567">
                  <c:v>04-06-2022</c:v>
                </c:pt>
                <c:pt idx="13568">
                  <c:v>04-06-2022</c:v>
                </c:pt>
                <c:pt idx="13569">
                  <c:v>04-06-2022</c:v>
                </c:pt>
                <c:pt idx="13570">
                  <c:v>04-06-2022</c:v>
                </c:pt>
                <c:pt idx="13571">
                  <c:v>04-06-2022</c:v>
                </c:pt>
                <c:pt idx="13572">
                  <c:v>04-06-2022</c:v>
                </c:pt>
                <c:pt idx="13573">
                  <c:v>04-06-2022</c:v>
                </c:pt>
                <c:pt idx="13574">
                  <c:v>04-06-2022</c:v>
                </c:pt>
                <c:pt idx="13575">
                  <c:v>04-06-2022</c:v>
                </c:pt>
                <c:pt idx="13576">
                  <c:v>04-06-2022</c:v>
                </c:pt>
                <c:pt idx="13577">
                  <c:v>04-06-2022</c:v>
                </c:pt>
                <c:pt idx="13578">
                  <c:v>04-06-2022</c:v>
                </c:pt>
                <c:pt idx="13579">
                  <c:v>04-06-2022</c:v>
                </c:pt>
                <c:pt idx="13580">
                  <c:v>04-06-2022</c:v>
                </c:pt>
                <c:pt idx="13581">
                  <c:v>04-06-2022</c:v>
                </c:pt>
                <c:pt idx="13582">
                  <c:v>04-06-2022</c:v>
                </c:pt>
                <c:pt idx="13583">
                  <c:v>04-06-2022</c:v>
                </c:pt>
                <c:pt idx="13584">
                  <c:v>04-06-2022</c:v>
                </c:pt>
                <c:pt idx="13585">
                  <c:v>04-06-2022</c:v>
                </c:pt>
                <c:pt idx="13586">
                  <c:v>04-06-2022</c:v>
                </c:pt>
                <c:pt idx="13587">
                  <c:v>04-06-2022</c:v>
                </c:pt>
                <c:pt idx="13588">
                  <c:v>04-06-2022</c:v>
                </c:pt>
                <c:pt idx="13589">
                  <c:v>04-06-2022</c:v>
                </c:pt>
                <c:pt idx="13590">
                  <c:v>04-06-2022</c:v>
                </c:pt>
                <c:pt idx="13591">
                  <c:v>04-06-2022</c:v>
                </c:pt>
                <c:pt idx="13592">
                  <c:v>04-06-2022</c:v>
                </c:pt>
                <c:pt idx="13593">
                  <c:v>04-06-2022</c:v>
                </c:pt>
                <c:pt idx="13594">
                  <c:v>04-06-2022</c:v>
                </c:pt>
                <c:pt idx="13595">
                  <c:v>04-06-2022</c:v>
                </c:pt>
                <c:pt idx="13596">
                  <c:v>05-06-2022</c:v>
                </c:pt>
                <c:pt idx="13597">
                  <c:v>05-06-2022</c:v>
                </c:pt>
                <c:pt idx="13598">
                  <c:v>05-06-2022</c:v>
                </c:pt>
                <c:pt idx="13599">
                  <c:v>05-06-2022</c:v>
                </c:pt>
                <c:pt idx="13600">
                  <c:v>05-06-2022</c:v>
                </c:pt>
                <c:pt idx="13601">
                  <c:v>05-06-2022</c:v>
                </c:pt>
                <c:pt idx="13602">
                  <c:v>05-06-2022</c:v>
                </c:pt>
                <c:pt idx="13603">
                  <c:v>05-06-2022</c:v>
                </c:pt>
                <c:pt idx="13604">
                  <c:v>05-06-2022</c:v>
                </c:pt>
                <c:pt idx="13605">
                  <c:v>05-06-2022</c:v>
                </c:pt>
                <c:pt idx="13606">
                  <c:v>05-06-2022</c:v>
                </c:pt>
                <c:pt idx="13607">
                  <c:v>05-06-2022</c:v>
                </c:pt>
                <c:pt idx="13608">
                  <c:v>05-06-2022</c:v>
                </c:pt>
                <c:pt idx="13609">
                  <c:v>05-06-2022</c:v>
                </c:pt>
                <c:pt idx="13610">
                  <c:v>05-06-2022</c:v>
                </c:pt>
                <c:pt idx="13611">
                  <c:v>05-06-2022</c:v>
                </c:pt>
                <c:pt idx="13612">
                  <c:v>05-06-2022</c:v>
                </c:pt>
                <c:pt idx="13613">
                  <c:v>05-06-2022</c:v>
                </c:pt>
                <c:pt idx="13614">
                  <c:v>05-06-2022</c:v>
                </c:pt>
                <c:pt idx="13615">
                  <c:v>05-06-2022</c:v>
                </c:pt>
                <c:pt idx="13616">
                  <c:v>05-06-2022</c:v>
                </c:pt>
                <c:pt idx="13617">
                  <c:v>05-06-2022</c:v>
                </c:pt>
                <c:pt idx="13618">
                  <c:v>05-06-2022</c:v>
                </c:pt>
                <c:pt idx="13619">
                  <c:v>05-06-2022</c:v>
                </c:pt>
                <c:pt idx="13620">
                  <c:v>05-06-2022</c:v>
                </c:pt>
                <c:pt idx="13621">
                  <c:v>05-06-2022</c:v>
                </c:pt>
                <c:pt idx="13622">
                  <c:v>05-06-2022</c:v>
                </c:pt>
                <c:pt idx="13623">
                  <c:v>05-06-2022</c:v>
                </c:pt>
                <c:pt idx="13624">
                  <c:v>05-06-2022</c:v>
                </c:pt>
                <c:pt idx="13625">
                  <c:v>05-06-2022</c:v>
                </c:pt>
                <c:pt idx="13626">
                  <c:v>05-06-2022</c:v>
                </c:pt>
                <c:pt idx="13627">
                  <c:v>05-06-2022</c:v>
                </c:pt>
                <c:pt idx="13628">
                  <c:v>05-06-2022</c:v>
                </c:pt>
                <c:pt idx="13629">
                  <c:v>05-06-2022</c:v>
                </c:pt>
                <c:pt idx="13630">
                  <c:v>05-06-2022</c:v>
                </c:pt>
                <c:pt idx="13631">
                  <c:v>05-06-2022</c:v>
                </c:pt>
                <c:pt idx="13632">
                  <c:v>05-06-2022</c:v>
                </c:pt>
                <c:pt idx="13633">
                  <c:v>05-06-2022</c:v>
                </c:pt>
                <c:pt idx="13634">
                  <c:v>05-06-2022</c:v>
                </c:pt>
                <c:pt idx="13635">
                  <c:v>05-06-2022</c:v>
                </c:pt>
                <c:pt idx="13636">
                  <c:v>06-06-2022</c:v>
                </c:pt>
                <c:pt idx="13637">
                  <c:v>06-06-2022</c:v>
                </c:pt>
                <c:pt idx="13638">
                  <c:v>06-06-2022</c:v>
                </c:pt>
                <c:pt idx="13639">
                  <c:v>06-06-2022</c:v>
                </c:pt>
                <c:pt idx="13640">
                  <c:v>06-06-2022</c:v>
                </c:pt>
                <c:pt idx="13641">
                  <c:v>06-06-2022</c:v>
                </c:pt>
                <c:pt idx="13642">
                  <c:v>06-06-2022</c:v>
                </c:pt>
                <c:pt idx="13643">
                  <c:v>06-06-2022</c:v>
                </c:pt>
                <c:pt idx="13644">
                  <c:v>06-06-2022</c:v>
                </c:pt>
                <c:pt idx="13645">
                  <c:v>06-06-2022</c:v>
                </c:pt>
                <c:pt idx="13646">
                  <c:v>06-06-2022</c:v>
                </c:pt>
                <c:pt idx="13647">
                  <c:v>06-06-2022</c:v>
                </c:pt>
                <c:pt idx="13648">
                  <c:v>06-06-2022</c:v>
                </c:pt>
                <c:pt idx="13649">
                  <c:v>06-06-2022</c:v>
                </c:pt>
                <c:pt idx="13650">
                  <c:v>06-06-2022</c:v>
                </c:pt>
                <c:pt idx="13651">
                  <c:v>06-06-2022</c:v>
                </c:pt>
                <c:pt idx="13652">
                  <c:v>06-06-2022</c:v>
                </c:pt>
                <c:pt idx="13653">
                  <c:v>06-06-2022</c:v>
                </c:pt>
                <c:pt idx="13654">
                  <c:v>06-06-2022</c:v>
                </c:pt>
                <c:pt idx="13655">
                  <c:v>06-06-2022</c:v>
                </c:pt>
                <c:pt idx="13656">
                  <c:v>06-06-2022</c:v>
                </c:pt>
                <c:pt idx="13657">
                  <c:v>06-06-2022</c:v>
                </c:pt>
                <c:pt idx="13658">
                  <c:v>06-06-2022</c:v>
                </c:pt>
                <c:pt idx="13659">
                  <c:v>06-06-2022</c:v>
                </c:pt>
                <c:pt idx="13660">
                  <c:v>06-06-2022</c:v>
                </c:pt>
                <c:pt idx="13661">
                  <c:v>06-06-2022</c:v>
                </c:pt>
                <c:pt idx="13662">
                  <c:v>06-06-2022</c:v>
                </c:pt>
                <c:pt idx="13663">
                  <c:v>06-06-2022</c:v>
                </c:pt>
                <c:pt idx="13664">
                  <c:v>06-06-2022</c:v>
                </c:pt>
                <c:pt idx="13665">
                  <c:v>06-06-2022</c:v>
                </c:pt>
                <c:pt idx="13666">
                  <c:v>06-06-2022</c:v>
                </c:pt>
                <c:pt idx="13667">
                  <c:v>06-06-2022</c:v>
                </c:pt>
                <c:pt idx="13668">
                  <c:v>06-06-2022</c:v>
                </c:pt>
                <c:pt idx="13669">
                  <c:v>06-06-2022</c:v>
                </c:pt>
                <c:pt idx="13670">
                  <c:v>06-06-2022</c:v>
                </c:pt>
                <c:pt idx="13671">
                  <c:v>06-06-2022</c:v>
                </c:pt>
                <c:pt idx="13672">
                  <c:v>06-06-2022</c:v>
                </c:pt>
                <c:pt idx="13673">
                  <c:v>06-06-2022</c:v>
                </c:pt>
                <c:pt idx="13674">
                  <c:v>06-06-2022</c:v>
                </c:pt>
                <c:pt idx="13675">
                  <c:v>06-06-2022</c:v>
                </c:pt>
                <c:pt idx="13676">
                  <c:v>07-06-2022</c:v>
                </c:pt>
                <c:pt idx="13677">
                  <c:v>07-06-2022</c:v>
                </c:pt>
                <c:pt idx="13678">
                  <c:v>07-06-2022</c:v>
                </c:pt>
                <c:pt idx="13679">
                  <c:v>07-06-2022</c:v>
                </c:pt>
                <c:pt idx="13680">
                  <c:v>07-06-2022</c:v>
                </c:pt>
                <c:pt idx="13681">
                  <c:v>07-06-2022</c:v>
                </c:pt>
                <c:pt idx="13682">
                  <c:v>07-06-2022</c:v>
                </c:pt>
                <c:pt idx="13683">
                  <c:v>07-06-2022</c:v>
                </c:pt>
                <c:pt idx="13684">
                  <c:v>07-06-2022</c:v>
                </c:pt>
                <c:pt idx="13685">
                  <c:v>07-06-2022</c:v>
                </c:pt>
                <c:pt idx="13686">
                  <c:v>07-06-2022</c:v>
                </c:pt>
                <c:pt idx="13687">
                  <c:v>07-06-2022</c:v>
                </c:pt>
                <c:pt idx="13688">
                  <c:v>07-06-2022</c:v>
                </c:pt>
                <c:pt idx="13689">
                  <c:v>07-06-2022</c:v>
                </c:pt>
                <c:pt idx="13690">
                  <c:v>07-06-2022</c:v>
                </c:pt>
                <c:pt idx="13691">
                  <c:v>07-06-2022</c:v>
                </c:pt>
                <c:pt idx="13692">
                  <c:v>07-06-2022</c:v>
                </c:pt>
                <c:pt idx="13693">
                  <c:v>07-06-2022</c:v>
                </c:pt>
                <c:pt idx="13694">
                  <c:v>07-06-2022</c:v>
                </c:pt>
                <c:pt idx="13695">
                  <c:v>07-06-2022</c:v>
                </c:pt>
                <c:pt idx="13696">
                  <c:v>07-06-2022</c:v>
                </c:pt>
                <c:pt idx="13697">
                  <c:v>07-06-2022</c:v>
                </c:pt>
                <c:pt idx="13698">
                  <c:v>07-06-2022</c:v>
                </c:pt>
                <c:pt idx="13699">
                  <c:v>07-06-2022</c:v>
                </c:pt>
                <c:pt idx="13700">
                  <c:v>07-06-2022</c:v>
                </c:pt>
                <c:pt idx="13701">
                  <c:v>07-06-2022</c:v>
                </c:pt>
                <c:pt idx="13702">
                  <c:v>07-06-2022</c:v>
                </c:pt>
                <c:pt idx="13703">
                  <c:v>07-06-2022</c:v>
                </c:pt>
                <c:pt idx="13704">
                  <c:v>07-06-2022</c:v>
                </c:pt>
                <c:pt idx="13705">
                  <c:v>07-06-2022</c:v>
                </c:pt>
                <c:pt idx="13706">
                  <c:v>07-06-2022</c:v>
                </c:pt>
                <c:pt idx="13707">
                  <c:v>07-06-2022</c:v>
                </c:pt>
                <c:pt idx="13708">
                  <c:v>07-06-2022</c:v>
                </c:pt>
                <c:pt idx="13709">
                  <c:v>07-06-2022</c:v>
                </c:pt>
                <c:pt idx="13710">
                  <c:v>07-06-2022</c:v>
                </c:pt>
                <c:pt idx="13711">
                  <c:v>07-06-2022</c:v>
                </c:pt>
                <c:pt idx="13712">
                  <c:v>07-06-2022</c:v>
                </c:pt>
                <c:pt idx="13713">
                  <c:v>07-06-2022</c:v>
                </c:pt>
                <c:pt idx="13714">
                  <c:v>07-06-2022</c:v>
                </c:pt>
                <c:pt idx="13715">
                  <c:v>07-06-2022</c:v>
                </c:pt>
                <c:pt idx="13716">
                  <c:v>08-06-2022</c:v>
                </c:pt>
                <c:pt idx="13717">
                  <c:v>08-06-2022</c:v>
                </c:pt>
                <c:pt idx="13718">
                  <c:v>08-06-2022</c:v>
                </c:pt>
                <c:pt idx="13719">
                  <c:v>08-06-2022</c:v>
                </c:pt>
                <c:pt idx="13720">
                  <c:v>08-06-2022</c:v>
                </c:pt>
                <c:pt idx="13721">
                  <c:v>08-06-2022</c:v>
                </c:pt>
                <c:pt idx="13722">
                  <c:v>08-06-2022</c:v>
                </c:pt>
                <c:pt idx="13723">
                  <c:v>08-06-2022</c:v>
                </c:pt>
                <c:pt idx="13724">
                  <c:v>08-06-2022</c:v>
                </c:pt>
                <c:pt idx="13725">
                  <c:v>08-06-2022</c:v>
                </c:pt>
                <c:pt idx="13726">
                  <c:v>08-06-2022</c:v>
                </c:pt>
                <c:pt idx="13727">
                  <c:v>08-06-2022</c:v>
                </c:pt>
                <c:pt idx="13728">
                  <c:v>08-06-2022</c:v>
                </c:pt>
                <c:pt idx="13729">
                  <c:v>08-06-2022</c:v>
                </c:pt>
                <c:pt idx="13730">
                  <c:v>08-06-2022</c:v>
                </c:pt>
                <c:pt idx="13731">
                  <c:v>08-06-2022</c:v>
                </c:pt>
                <c:pt idx="13732">
                  <c:v>08-06-2022</c:v>
                </c:pt>
                <c:pt idx="13733">
                  <c:v>08-06-2022</c:v>
                </c:pt>
                <c:pt idx="13734">
                  <c:v>08-06-2022</c:v>
                </c:pt>
                <c:pt idx="13735">
                  <c:v>08-06-2022</c:v>
                </c:pt>
                <c:pt idx="13736">
                  <c:v>08-06-2022</c:v>
                </c:pt>
                <c:pt idx="13737">
                  <c:v>08-06-2022</c:v>
                </c:pt>
                <c:pt idx="13738">
                  <c:v>08-06-2022</c:v>
                </c:pt>
                <c:pt idx="13739">
                  <c:v>08-06-2022</c:v>
                </c:pt>
                <c:pt idx="13740">
                  <c:v>08-06-2022</c:v>
                </c:pt>
                <c:pt idx="13741">
                  <c:v>08-06-2022</c:v>
                </c:pt>
                <c:pt idx="13742">
                  <c:v>08-06-2022</c:v>
                </c:pt>
                <c:pt idx="13743">
                  <c:v>08-06-2022</c:v>
                </c:pt>
                <c:pt idx="13744">
                  <c:v>08-06-2022</c:v>
                </c:pt>
                <c:pt idx="13745">
                  <c:v>08-06-2022</c:v>
                </c:pt>
                <c:pt idx="13746">
                  <c:v>08-06-2022</c:v>
                </c:pt>
                <c:pt idx="13747">
                  <c:v>08-06-2022</c:v>
                </c:pt>
                <c:pt idx="13748">
                  <c:v>08-06-2022</c:v>
                </c:pt>
                <c:pt idx="13749">
                  <c:v>08-06-2022</c:v>
                </c:pt>
                <c:pt idx="13750">
                  <c:v>08-06-2022</c:v>
                </c:pt>
                <c:pt idx="13751">
                  <c:v>08-06-2022</c:v>
                </c:pt>
                <c:pt idx="13752">
                  <c:v>08-06-2022</c:v>
                </c:pt>
                <c:pt idx="13753">
                  <c:v>08-06-2022</c:v>
                </c:pt>
                <c:pt idx="13754">
                  <c:v>08-06-2022</c:v>
                </c:pt>
                <c:pt idx="13755">
                  <c:v>08-06-2022</c:v>
                </c:pt>
                <c:pt idx="13756">
                  <c:v>09-06-2022</c:v>
                </c:pt>
                <c:pt idx="13757">
                  <c:v>09-06-2022</c:v>
                </c:pt>
                <c:pt idx="13758">
                  <c:v>09-06-2022</c:v>
                </c:pt>
                <c:pt idx="13759">
                  <c:v>09-06-2022</c:v>
                </c:pt>
                <c:pt idx="13760">
                  <c:v>09-06-2022</c:v>
                </c:pt>
                <c:pt idx="13761">
                  <c:v>09-06-2022</c:v>
                </c:pt>
                <c:pt idx="13762">
                  <c:v>09-06-2022</c:v>
                </c:pt>
                <c:pt idx="13763">
                  <c:v>09-06-2022</c:v>
                </c:pt>
                <c:pt idx="13764">
                  <c:v>09-06-2022</c:v>
                </c:pt>
                <c:pt idx="13765">
                  <c:v>09-06-2022</c:v>
                </c:pt>
                <c:pt idx="13766">
                  <c:v>09-06-2022</c:v>
                </c:pt>
                <c:pt idx="13767">
                  <c:v>09-06-2022</c:v>
                </c:pt>
                <c:pt idx="13768">
                  <c:v>09-06-2022</c:v>
                </c:pt>
                <c:pt idx="13769">
                  <c:v>09-06-2022</c:v>
                </c:pt>
                <c:pt idx="13770">
                  <c:v>09-06-2022</c:v>
                </c:pt>
                <c:pt idx="13771">
                  <c:v>09-06-2022</c:v>
                </c:pt>
                <c:pt idx="13772">
                  <c:v>09-06-2022</c:v>
                </c:pt>
                <c:pt idx="13773">
                  <c:v>09-06-2022</c:v>
                </c:pt>
                <c:pt idx="13774">
                  <c:v>09-06-2022</c:v>
                </c:pt>
                <c:pt idx="13775">
                  <c:v>09-06-2022</c:v>
                </c:pt>
                <c:pt idx="13776">
                  <c:v>09-06-2022</c:v>
                </c:pt>
                <c:pt idx="13777">
                  <c:v>09-06-2022</c:v>
                </c:pt>
                <c:pt idx="13778">
                  <c:v>09-06-2022</c:v>
                </c:pt>
                <c:pt idx="13779">
                  <c:v>09-06-2022</c:v>
                </c:pt>
                <c:pt idx="13780">
                  <c:v>09-06-2022</c:v>
                </c:pt>
                <c:pt idx="13781">
                  <c:v>09-06-2022</c:v>
                </c:pt>
                <c:pt idx="13782">
                  <c:v>09-06-2022</c:v>
                </c:pt>
                <c:pt idx="13783">
                  <c:v>09-06-2022</c:v>
                </c:pt>
                <c:pt idx="13784">
                  <c:v>09-06-2022</c:v>
                </c:pt>
                <c:pt idx="13785">
                  <c:v>09-06-2022</c:v>
                </c:pt>
                <c:pt idx="13786">
                  <c:v>09-06-2022</c:v>
                </c:pt>
                <c:pt idx="13787">
                  <c:v>09-06-2022</c:v>
                </c:pt>
                <c:pt idx="13788">
                  <c:v>09-06-2022</c:v>
                </c:pt>
                <c:pt idx="13789">
                  <c:v>09-06-2022</c:v>
                </c:pt>
                <c:pt idx="13790">
                  <c:v>09-06-2022</c:v>
                </c:pt>
                <c:pt idx="13791">
                  <c:v>09-06-2022</c:v>
                </c:pt>
                <c:pt idx="13792">
                  <c:v>09-06-2022</c:v>
                </c:pt>
                <c:pt idx="13793">
                  <c:v>09-06-2022</c:v>
                </c:pt>
                <c:pt idx="13794">
                  <c:v>09-06-2022</c:v>
                </c:pt>
                <c:pt idx="13795">
                  <c:v>09-06-2022</c:v>
                </c:pt>
                <c:pt idx="13796">
                  <c:v>10-06-2022</c:v>
                </c:pt>
                <c:pt idx="13797">
                  <c:v>10-06-2022</c:v>
                </c:pt>
                <c:pt idx="13798">
                  <c:v>10-06-2022</c:v>
                </c:pt>
                <c:pt idx="13799">
                  <c:v>10-06-2022</c:v>
                </c:pt>
                <c:pt idx="13800">
                  <c:v>10-06-2022</c:v>
                </c:pt>
                <c:pt idx="13801">
                  <c:v>10-06-2022</c:v>
                </c:pt>
                <c:pt idx="13802">
                  <c:v>10-06-2022</c:v>
                </c:pt>
                <c:pt idx="13803">
                  <c:v>10-06-2022</c:v>
                </c:pt>
                <c:pt idx="13804">
                  <c:v>10-06-2022</c:v>
                </c:pt>
                <c:pt idx="13805">
                  <c:v>10-06-2022</c:v>
                </c:pt>
                <c:pt idx="13806">
                  <c:v>10-06-2022</c:v>
                </c:pt>
                <c:pt idx="13807">
                  <c:v>10-06-2022</c:v>
                </c:pt>
                <c:pt idx="13808">
                  <c:v>10-06-2022</c:v>
                </c:pt>
                <c:pt idx="13809">
                  <c:v>10-06-2022</c:v>
                </c:pt>
                <c:pt idx="13810">
                  <c:v>10-06-2022</c:v>
                </c:pt>
                <c:pt idx="13811">
                  <c:v>10-06-2022</c:v>
                </c:pt>
                <c:pt idx="13812">
                  <c:v>10-06-2022</c:v>
                </c:pt>
                <c:pt idx="13813">
                  <c:v>10-06-2022</c:v>
                </c:pt>
                <c:pt idx="13814">
                  <c:v>10-06-2022</c:v>
                </c:pt>
                <c:pt idx="13815">
                  <c:v>10-06-2022</c:v>
                </c:pt>
                <c:pt idx="13816">
                  <c:v>10-06-2022</c:v>
                </c:pt>
                <c:pt idx="13817">
                  <c:v>10-06-2022</c:v>
                </c:pt>
                <c:pt idx="13818">
                  <c:v>10-06-2022</c:v>
                </c:pt>
                <c:pt idx="13819">
                  <c:v>10-06-2022</c:v>
                </c:pt>
                <c:pt idx="13820">
                  <c:v>10-06-2022</c:v>
                </c:pt>
                <c:pt idx="13821">
                  <c:v>10-06-2022</c:v>
                </c:pt>
                <c:pt idx="13822">
                  <c:v>10-06-2022</c:v>
                </c:pt>
                <c:pt idx="13823">
                  <c:v>10-06-2022</c:v>
                </c:pt>
                <c:pt idx="13824">
                  <c:v>10-06-2022</c:v>
                </c:pt>
                <c:pt idx="13825">
                  <c:v>10-06-2022</c:v>
                </c:pt>
                <c:pt idx="13826">
                  <c:v>10-06-2022</c:v>
                </c:pt>
                <c:pt idx="13827">
                  <c:v>10-06-2022</c:v>
                </c:pt>
                <c:pt idx="13828">
                  <c:v>10-06-2022</c:v>
                </c:pt>
                <c:pt idx="13829">
                  <c:v>10-06-2022</c:v>
                </c:pt>
                <c:pt idx="13830">
                  <c:v>10-06-2022</c:v>
                </c:pt>
                <c:pt idx="13831">
                  <c:v>10-06-2022</c:v>
                </c:pt>
                <c:pt idx="13832">
                  <c:v>10-06-2022</c:v>
                </c:pt>
                <c:pt idx="13833">
                  <c:v>10-06-2022</c:v>
                </c:pt>
                <c:pt idx="13834">
                  <c:v>10-06-2022</c:v>
                </c:pt>
                <c:pt idx="13835">
                  <c:v>10-06-2022</c:v>
                </c:pt>
                <c:pt idx="13836">
                  <c:v>11-06-2022</c:v>
                </c:pt>
                <c:pt idx="13837">
                  <c:v>11-06-2022</c:v>
                </c:pt>
                <c:pt idx="13838">
                  <c:v>11-06-2022</c:v>
                </c:pt>
                <c:pt idx="13839">
                  <c:v>11-06-2022</c:v>
                </c:pt>
                <c:pt idx="13840">
                  <c:v>11-06-2022</c:v>
                </c:pt>
                <c:pt idx="13841">
                  <c:v>11-06-2022</c:v>
                </c:pt>
                <c:pt idx="13842">
                  <c:v>11-06-2022</c:v>
                </c:pt>
                <c:pt idx="13843">
                  <c:v>11-06-2022</c:v>
                </c:pt>
                <c:pt idx="13844">
                  <c:v>11-06-2022</c:v>
                </c:pt>
                <c:pt idx="13845">
                  <c:v>11-06-2022</c:v>
                </c:pt>
                <c:pt idx="13846">
                  <c:v>11-06-2022</c:v>
                </c:pt>
                <c:pt idx="13847">
                  <c:v>11-06-2022</c:v>
                </c:pt>
                <c:pt idx="13848">
                  <c:v>11-06-2022</c:v>
                </c:pt>
                <c:pt idx="13849">
                  <c:v>11-06-2022</c:v>
                </c:pt>
                <c:pt idx="13850">
                  <c:v>11-06-2022</c:v>
                </c:pt>
                <c:pt idx="13851">
                  <c:v>11-06-2022</c:v>
                </c:pt>
                <c:pt idx="13852">
                  <c:v>11-06-2022</c:v>
                </c:pt>
                <c:pt idx="13853">
                  <c:v>11-06-2022</c:v>
                </c:pt>
                <c:pt idx="13854">
                  <c:v>11-06-2022</c:v>
                </c:pt>
                <c:pt idx="13855">
                  <c:v>11-06-2022</c:v>
                </c:pt>
                <c:pt idx="13856">
                  <c:v>11-06-2022</c:v>
                </c:pt>
                <c:pt idx="13857">
                  <c:v>11-06-2022</c:v>
                </c:pt>
                <c:pt idx="13858">
                  <c:v>11-06-2022</c:v>
                </c:pt>
                <c:pt idx="13859">
                  <c:v>11-06-2022</c:v>
                </c:pt>
                <c:pt idx="13860">
                  <c:v>11-06-2022</c:v>
                </c:pt>
                <c:pt idx="13861">
                  <c:v>11-06-2022</c:v>
                </c:pt>
                <c:pt idx="13862">
                  <c:v>11-06-2022</c:v>
                </c:pt>
                <c:pt idx="13863">
                  <c:v>11-06-2022</c:v>
                </c:pt>
                <c:pt idx="13864">
                  <c:v>11-06-2022</c:v>
                </c:pt>
                <c:pt idx="13865">
                  <c:v>11-06-2022</c:v>
                </c:pt>
                <c:pt idx="13866">
                  <c:v>11-06-2022</c:v>
                </c:pt>
                <c:pt idx="13867">
                  <c:v>11-06-2022</c:v>
                </c:pt>
                <c:pt idx="13868">
                  <c:v>11-06-2022</c:v>
                </c:pt>
                <c:pt idx="13869">
                  <c:v>11-06-2022</c:v>
                </c:pt>
                <c:pt idx="13870">
                  <c:v>11-06-2022</c:v>
                </c:pt>
                <c:pt idx="13871">
                  <c:v>11-06-2022</c:v>
                </c:pt>
                <c:pt idx="13872">
                  <c:v>11-06-2022</c:v>
                </c:pt>
                <c:pt idx="13873">
                  <c:v>11-06-2022</c:v>
                </c:pt>
                <c:pt idx="13874">
                  <c:v>11-06-2022</c:v>
                </c:pt>
                <c:pt idx="13875">
                  <c:v>11-06-2022</c:v>
                </c:pt>
                <c:pt idx="13876">
                  <c:v>12-06-2022</c:v>
                </c:pt>
                <c:pt idx="13877">
                  <c:v>12-06-2022</c:v>
                </c:pt>
                <c:pt idx="13878">
                  <c:v>12-06-2022</c:v>
                </c:pt>
                <c:pt idx="13879">
                  <c:v>12-06-2022</c:v>
                </c:pt>
                <c:pt idx="13880">
                  <c:v>12-06-2022</c:v>
                </c:pt>
                <c:pt idx="13881">
                  <c:v>12-06-2022</c:v>
                </c:pt>
                <c:pt idx="13882">
                  <c:v>12-06-2022</c:v>
                </c:pt>
                <c:pt idx="13883">
                  <c:v>12-06-2022</c:v>
                </c:pt>
                <c:pt idx="13884">
                  <c:v>12-06-2022</c:v>
                </c:pt>
                <c:pt idx="13885">
                  <c:v>12-06-2022</c:v>
                </c:pt>
                <c:pt idx="13886">
                  <c:v>12-06-2022</c:v>
                </c:pt>
                <c:pt idx="13887">
                  <c:v>12-06-2022</c:v>
                </c:pt>
                <c:pt idx="13888">
                  <c:v>12-06-2022</c:v>
                </c:pt>
                <c:pt idx="13889">
                  <c:v>12-06-2022</c:v>
                </c:pt>
                <c:pt idx="13890">
                  <c:v>12-06-2022</c:v>
                </c:pt>
                <c:pt idx="13891">
                  <c:v>12-06-2022</c:v>
                </c:pt>
                <c:pt idx="13892">
                  <c:v>12-06-2022</c:v>
                </c:pt>
                <c:pt idx="13893">
                  <c:v>12-06-2022</c:v>
                </c:pt>
                <c:pt idx="13894">
                  <c:v>12-06-2022</c:v>
                </c:pt>
                <c:pt idx="13895">
                  <c:v>12-06-2022</c:v>
                </c:pt>
                <c:pt idx="13896">
                  <c:v>12-06-2022</c:v>
                </c:pt>
                <c:pt idx="13897">
                  <c:v>12-06-2022</c:v>
                </c:pt>
                <c:pt idx="13898">
                  <c:v>12-06-2022</c:v>
                </c:pt>
                <c:pt idx="13899">
                  <c:v>12-06-2022</c:v>
                </c:pt>
                <c:pt idx="13900">
                  <c:v>12-06-2022</c:v>
                </c:pt>
                <c:pt idx="13901">
                  <c:v>12-06-2022</c:v>
                </c:pt>
                <c:pt idx="13902">
                  <c:v>12-06-2022</c:v>
                </c:pt>
                <c:pt idx="13903">
                  <c:v>12-06-2022</c:v>
                </c:pt>
                <c:pt idx="13904">
                  <c:v>12-06-2022</c:v>
                </c:pt>
                <c:pt idx="13905">
                  <c:v>12-06-2022</c:v>
                </c:pt>
                <c:pt idx="13906">
                  <c:v>12-06-2022</c:v>
                </c:pt>
                <c:pt idx="13907">
                  <c:v>12-06-2022</c:v>
                </c:pt>
                <c:pt idx="13908">
                  <c:v>12-06-2022</c:v>
                </c:pt>
                <c:pt idx="13909">
                  <c:v>12-06-2022</c:v>
                </c:pt>
                <c:pt idx="13910">
                  <c:v>12-06-2022</c:v>
                </c:pt>
                <c:pt idx="13911">
                  <c:v>12-06-2022</c:v>
                </c:pt>
                <c:pt idx="13912">
                  <c:v>12-06-2022</c:v>
                </c:pt>
                <c:pt idx="13913">
                  <c:v>12-06-2022</c:v>
                </c:pt>
                <c:pt idx="13914">
                  <c:v>12-06-2022</c:v>
                </c:pt>
                <c:pt idx="13915">
                  <c:v>12-06-2022</c:v>
                </c:pt>
                <c:pt idx="13916">
                  <c:v>13-06-2022</c:v>
                </c:pt>
                <c:pt idx="13917">
                  <c:v>13-06-2022</c:v>
                </c:pt>
                <c:pt idx="13918">
                  <c:v>13-06-2022</c:v>
                </c:pt>
                <c:pt idx="13919">
                  <c:v>13-06-2022</c:v>
                </c:pt>
                <c:pt idx="13920">
                  <c:v>13-06-2022</c:v>
                </c:pt>
                <c:pt idx="13921">
                  <c:v>13-06-2022</c:v>
                </c:pt>
                <c:pt idx="13922">
                  <c:v>13-06-2022</c:v>
                </c:pt>
                <c:pt idx="13923">
                  <c:v>13-06-2022</c:v>
                </c:pt>
                <c:pt idx="13924">
                  <c:v>13-06-2022</c:v>
                </c:pt>
                <c:pt idx="13925">
                  <c:v>13-06-2022</c:v>
                </c:pt>
                <c:pt idx="13926">
                  <c:v>13-06-2022</c:v>
                </c:pt>
                <c:pt idx="13927">
                  <c:v>13-06-2022</c:v>
                </c:pt>
                <c:pt idx="13928">
                  <c:v>13-06-2022</c:v>
                </c:pt>
                <c:pt idx="13929">
                  <c:v>13-06-2022</c:v>
                </c:pt>
                <c:pt idx="13930">
                  <c:v>13-06-2022</c:v>
                </c:pt>
                <c:pt idx="13931">
                  <c:v>13-06-2022</c:v>
                </c:pt>
                <c:pt idx="13932">
                  <c:v>13-06-2022</c:v>
                </c:pt>
                <c:pt idx="13933">
                  <c:v>13-06-2022</c:v>
                </c:pt>
                <c:pt idx="13934">
                  <c:v>13-06-2022</c:v>
                </c:pt>
                <c:pt idx="13935">
                  <c:v>13-06-2022</c:v>
                </c:pt>
                <c:pt idx="13936">
                  <c:v>13-06-2022</c:v>
                </c:pt>
                <c:pt idx="13937">
                  <c:v>13-06-2022</c:v>
                </c:pt>
                <c:pt idx="13938">
                  <c:v>13-06-2022</c:v>
                </c:pt>
                <c:pt idx="13939">
                  <c:v>13-06-2022</c:v>
                </c:pt>
                <c:pt idx="13940">
                  <c:v>13-06-2022</c:v>
                </c:pt>
                <c:pt idx="13941">
                  <c:v>13-06-2022</c:v>
                </c:pt>
                <c:pt idx="13942">
                  <c:v>13-06-2022</c:v>
                </c:pt>
                <c:pt idx="13943">
                  <c:v>13-06-2022</c:v>
                </c:pt>
                <c:pt idx="13944">
                  <c:v>13-06-2022</c:v>
                </c:pt>
                <c:pt idx="13945">
                  <c:v>13-06-2022</c:v>
                </c:pt>
                <c:pt idx="13946">
                  <c:v>13-06-2022</c:v>
                </c:pt>
                <c:pt idx="13947">
                  <c:v>13-06-2022</c:v>
                </c:pt>
                <c:pt idx="13948">
                  <c:v>13-06-2022</c:v>
                </c:pt>
                <c:pt idx="13949">
                  <c:v>13-06-2022</c:v>
                </c:pt>
                <c:pt idx="13950">
                  <c:v>13-06-2022</c:v>
                </c:pt>
                <c:pt idx="13951">
                  <c:v>13-06-2022</c:v>
                </c:pt>
                <c:pt idx="13952">
                  <c:v>13-06-2022</c:v>
                </c:pt>
                <c:pt idx="13953">
                  <c:v>13-06-2022</c:v>
                </c:pt>
                <c:pt idx="13954">
                  <c:v>13-06-2022</c:v>
                </c:pt>
                <c:pt idx="13955">
                  <c:v>13-06-2022</c:v>
                </c:pt>
                <c:pt idx="13956">
                  <c:v>14-06-2022</c:v>
                </c:pt>
                <c:pt idx="13957">
                  <c:v>14-06-2022</c:v>
                </c:pt>
                <c:pt idx="13958">
                  <c:v>14-06-2022</c:v>
                </c:pt>
                <c:pt idx="13959">
                  <c:v>14-06-2022</c:v>
                </c:pt>
                <c:pt idx="13960">
                  <c:v>14-06-2022</c:v>
                </c:pt>
                <c:pt idx="13961">
                  <c:v>14-06-2022</c:v>
                </c:pt>
                <c:pt idx="13962">
                  <c:v>14-06-2022</c:v>
                </c:pt>
                <c:pt idx="13963">
                  <c:v>14-06-2022</c:v>
                </c:pt>
                <c:pt idx="13964">
                  <c:v>14-06-2022</c:v>
                </c:pt>
                <c:pt idx="13965">
                  <c:v>14-06-2022</c:v>
                </c:pt>
                <c:pt idx="13966">
                  <c:v>14-06-2022</c:v>
                </c:pt>
                <c:pt idx="13967">
                  <c:v>14-06-2022</c:v>
                </c:pt>
                <c:pt idx="13968">
                  <c:v>14-06-2022</c:v>
                </c:pt>
                <c:pt idx="13969">
                  <c:v>14-06-2022</c:v>
                </c:pt>
                <c:pt idx="13970">
                  <c:v>14-06-2022</c:v>
                </c:pt>
                <c:pt idx="13971">
                  <c:v>14-06-2022</c:v>
                </c:pt>
                <c:pt idx="13972">
                  <c:v>14-06-2022</c:v>
                </c:pt>
                <c:pt idx="13973">
                  <c:v>14-06-2022</c:v>
                </c:pt>
                <c:pt idx="13974">
                  <c:v>14-06-2022</c:v>
                </c:pt>
                <c:pt idx="13975">
                  <c:v>14-06-2022</c:v>
                </c:pt>
                <c:pt idx="13976">
                  <c:v>14-06-2022</c:v>
                </c:pt>
                <c:pt idx="13977">
                  <c:v>14-06-2022</c:v>
                </c:pt>
                <c:pt idx="13978">
                  <c:v>14-06-2022</c:v>
                </c:pt>
                <c:pt idx="13979">
                  <c:v>14-06-2022</c:v>
                </c:pt>
                <c:pt idx="13980">
                  <c:v>14-06-2022</c:v>
                </c:pt>
                <c:pt idx="13981">
                  <c:v>14-06-2022</c:v>
                </c:pt>
                <c:pt idx="13982">
                  <c:v>14-06-2022</c:v>
                </c:pt>
                <c:pt idx="13983">
                  <c:v>14-06-2022</c:v>
                </c:pt>
                <c:pt idx="13984">
                  <c:v>14-06-2022</c:v>
                </c:pt>
                <c:pt idx="13985">
                  <c:v>14-06-2022</c:v>
                </c:pt>
                <c:pt idx="13986">
                  <c:v>14-06-2022</c:v>
                </c:pt>
                <c:pt idx="13987">
                  <c:v>14-06-2022</c:v>
                </c:pt>
                <c:pt idx="13988">
                  <c:v>14-06-2022</c:v>
                </c:pt>
                <c:pt idx="13989">
                  <c:v>14-06-2022</c:v>
                </c:pt>
                <c:pt idx="13990">
                  <c:v>14-06-2022</c:v>
                </c:pt>
                <c:pt idx="13991">
                  <c:v>14-06-2022</c:v>
                </c:pt>
                <c:pt idx="13992">
                  <c:v>14-06-2022</c:v>
                </c:pt>
                <c:pt idx="13993">
                  <c:v>14-06-2022</c:v>
                </c:pt>
                <c:pt idx="13994">
                  <c:v>14-06-2022</c:v>
                </c:pt>
                <c:pt idx="13995">
                  <c:v>14-06-2022</c:v>
                </c:pt>
                <c:pt idx="13996">
                  <c:v>15-06-2022</c:v>
                </c:pt>
                <c:pt idx="13997">
                  <c:v>15-06-2022</c:v>
                </c:pt>
                <c:pt idx="13998">
                  <c:v>15-06-2022</c:v>
                </c:pt>
                <c:pt idx="13999">
                  <c:v>15-06-2022</c:v>
                </c:pt>
                <c:pt idx="14000">
                  <c:v>15-06-2022</c:v>
                </c:pt>
                <c:pt idx="14001">
                  <c:v>15-06-2022</c:v>
                </c:pt>
                <c:pt idx="14002">
                  <c:v>15-06-2022</c:v>
                </c:pt>
                <c:pt idx="14003">
                  <c:v>15-06-2022</c:v>
                </c:pt>
                <c:pt idx="14004">
                  <c:v>15-06-2022</c:v>
                </c:pt>
                <c:pt idx="14005">
                  <c:v>15-06-2022</c:v>
                </c:pt>
                <c:pt idx="14006">
                  <c:v>15-06-2022</c:v>
                </c:pt>
                <c:pt idx="14007">
                  <c:v>15-06-2022</c:v>
                </c:pt>
                <c:pt idx="14008">
                  <c:v>15-06-2022</c:v>
                </c:pt>
                <c:pt idx="14009">
                  <c:v>15-06-2022</c:v>
                </c:pt>
                <c:pt idx="14010">
                  <c:v>15-06-2022</c:v>
                </c:pt>
                <c:pt idx="14011">
                  <c:v>15-06-2022</c:v>
                </c:pt>
                <c:pt idx="14012">
                  <c:v>15-06-2022</c:v>
                </c:pt>
                <c:pt idx="14013">
                  <c:v>15-06-2022</c:v>
                </c:pt>
                <c:pt idx="14014">
                  <c:v>15-06-2022</c:v>
                </c:pt>
                <c:pt idx="14015">
                  <c:v>15-06-2022</c:v>
                </c:pt>
                <c:pt idx="14016">
                  <c:v>15-06-2022</c:v>
                </c:pt>
                <c:pt idx="14017">
                  <c:v>15-06-2022</c:v>
                </c:pt>
                <c:pt idx="14018">
                  <c:v>15-06-2022</c:v>
                </c:pt>
                <c:pt idx="14019">
                  <c:v>15-06-2022</c:v>
                </c:pt>
                <c:pt idx="14020">
                  <c:v>15-06-2022</c:v>
                </c:pt>
                <c:pt idx="14021">
                  <c:v>15-06-2022</c:v>
                </c:pt>
                <c:pt idx="14022">
                  <c:v>15-06-2022</c:v>
                </c:pt>
                <c:pt idx="14023">
                  <c:v>15-06-2022</c:v>
                </c:pt>
                <c:pt idx="14024">
                  <c:v>15-06-2022</c:v>
                </c:pt>
                <c:pt idx="14025">
                  <c:v>15-06-2022</c:v>
                </c:pt>
                <c:pt idx="14026">
                  <c:v>15-06-2022</c:v>
                </c:pt>
                <c:pt idx="14027">
                  <c:v>15-06-2022</c:v>
                </c:pt>
                <c:pt idx="14028">
                  <c:v>15-06-2022</c:v>
                </c:pt>
                <c:pt idx="14029">
                  <c:v>15-06-2022</c:v>
                </c:pt>
                <c:pt idx="14030">
                  <c:v>15-06-2022</c:v>
                </c:pt>
                <c:pt idx="14031">
                  <c:v>15-06-2022</c:v>
                </c:pt>
                <c:pt idx="14032">
                  <c:v>15-06-2022</c:v>
                </c:pt>
                <c:pt idx="14033">
                  <c:v>15-06-2022</c:v>
                </c:pt>
                <c:pt idx="14034">
                  <c:v>15-06-2022</c:v>
                </c:pt>
                <c:pt idx="14035">
                  <c:v>15-06-2022</c:v>
                </c:pt>
                <c:pt idx="14036">
                  <c:v>16-06-2022</c:v>
                </c:pt>
                <c:pt idx="14037">
                  <c:v>16-06-2022</c:v>
                </c:pt>
                <c:pt idx="14038">
                  <c:v>16-06-2022</c:v>
                </c:pt>
                <c:pt idx="14039">
                  <c:v>16-06-2022</c:v>
                </c:pt>
                <c:pt idx="14040">
                  <c:v>16-06-2022</c:v>
                </c:pt>
                <c:pt idx="14041">
                  <c:v>16-06-2022</c:v>
                </c:pt>
                <c:pt idx="14042">
                  <c:v>16-06-2022</c:v>
                </c:pt>
                <c:pt idx="14043">
                  <c:v>16-06-2022</c:v>
                </c:pt>
                <c:pt idx="14044">
                  <c:v>16-06-2022</c:v>
                </c:pt>
                <c:pt idx="14045">
                  <c:v>16-06-2022</c:v>
                </c:pt>
                <c:pt idx="14046">
                  <c:v>16-06-2022</c:v>
                </c:pt>
                <c:pt idx="14047">
                  <c:v>16-06-2022</c:v>
                </c:pt>
                <c:pt idx="14048">
                  <c:v>16-06-2022</c:v>
                </c:pt>
                <c:pt idx="14049">
                  <c:v>16-06-2022</c:v>
                </c:pt>
                <c:pt idx="14050">
                  <c:v>16-06-2022</c:v>
                </c:pt>
                <c:pt idx="14051">
                  <c:v>16-06-2022</c:v>
                </c:pt>
                <c:pt idx="14052">
                  <c:v>16-06-2022</c:v>
                </c:pt>
                <c:pt idx="14053">
                  <c:v>16-06-2022</c:v>
                </c:pt>
                <c:pt idx="14054">
                  <c:v>16-06-2022</c:v>
                </c:pt>
                <c:pt idx="14055">
                  <c:v>16-06-2022</c:v>
                </c:pt>
                <c:pt idx="14056">
                  <c:v>16-06-2022</c:v>
                </c:pt>
                <c:pt idx="14057">
                  <c:v>16-06-2022</c:v>
                </c:pt>
                <c:pt idx="14058">
                  <c:v>16-06-2022</c:v>
                </c:pt>
                <c:pt idx="14059">
                  <c:v>16-06-2022</c:v>
                </c:pt>
                <c:pt idx="14060">
                  <c:v>16-06-2022</c:v>
                </c:pt>
                <c:pt idx="14061">
                  <c:v>16-06-2022</c:v>
                </c:pt>
                <c:pt idx="14062">
                  <c:v>16-06-2022</c:v>
                </c:pt>
                <c:pt idx="14063">
                  <c:v>16-06-2022</c:v>
                </c:pt>
                <c:pt idx="14064">
                  <c:v>16-06-2022</c:v>
                </c:pt>
                <c:pt idx="14065">
                  <c:v>16-06-2022</c:v>
                </c:pt>
                <c:pt idx="14066">
                  <c:v>16-06-2022</c:v>
                </c:pt>
                <c:pt idx="14067">
                  <c:v>16-06-2022</c:v>
                </c:pt>
                <c:pt idx="14068">
                  <c:v>16-06-2022</c:v>
                </c:pt>
                <c:pt idx="14069">
                  <c:v>16-06-2022</c:v>
                </c:pt>
                <c:pt idx="14070">
                  <c:v>16-06-2022</c:v>
                </c:pt>
                <c:pt idx="14071">
                  <c:v>16-06-2022</c:v>
                </c:pt>
                <c:pt idx="14072">
                  <c:v>16-06-2022</c:v>
                </c:pt>
                <c:pt idx="14073">
                  <c:v>16-06-2022</c:v>
                </c:pt>
                <c:pt idx="14074">
                  <c:v>16-06-2022</c:v>
                </c:pt>
                <c:pt idx="14075">
                  <c:v>16-06-2022</c:v>
                </c:pt>
                <c:pt idx="14076">
                  <c:v>17-06-2022</c:v>
                </c:pt>
                <c:pt idx="14077">
                  <c:v>17-06-2022</c:v>
                </c:pt>
                <c:pt idx="14078">
                  <c:v>17-06-2022</c:v>
                </c:pt>
                <c:pt idx="14079">
                  <c:v>17-06-2022</c:v>
                </c:pt>
                <c:pt idx="14080">
                  <c:v>17-06-2022</c:v>
                </c:pt>
                <c:pt idx="14081">
                  <c:v>17-06-2022</c:v>
                </c:pt>
                <c:pt idx="14082">
                  <c:v>17-06-2022</c:v>
                </c:pt>
                <c:pt idx="14083">
                  <c:v>17-06-2022</c:v>
                </c:pt>
                <c:pt idx="14084">
                  <c:v>17-06-2022</c:v>
                </c:pt>
                <c:pt idx="14085">
                  <c:v>17-06-2022</c:v>
                </c:pt>
                <c:pt idx="14086">
                  <c:v>17-06-2022</c:v>
                </c:pt>
                <c:pt idx="14087">
                  <c:v>17-06-2022</c:v>
                </c:pt>
                <c:pt idx="14088">
                  <c:v>17-06-2022</c:v>
                </c:pt>
                <c:pt idx="14089">
                  <c:v>17-06-2022</c:v>
                </c:pt>
                <c:pt idx="14090">
                  <c:v>17-06-2022</c:v>
                </c:pt>
                <c:pt idx="14091">
                  <c:v>17-06-2022</c:v>
                </c:pt>
                <c:pt idx="14092">
                  <c:v>17-06-2022</c:v>
                </c:pt>
                <c:pt idx="14093">
                  <c:v>17-06-2022</c:v>
                </c:pt>
                <c:pt idx="14094">
                  <c:v>17-06-2022</c:v>
                </c:pt>
                <c:pt idx="14095">
                  <c:v>17-06-2022</c:v>
                </c:pt>
                <c:pt idx="14096">
                  <c:v>17-06-2022</c:v>
                </c:pt>
                <c:pt idx="14097">
                  <c:v>17-06-2022</c:v>
                </c:pt>
                <c:pt idx="14098">
                  <c:v>17-06-2022</c:v>
                </c:pt>
                <c:pt idx="14099">
                  <c:v>17-06-2022</c:v>
                </c:pt>
                <c:pt idx="14100">
                  <c:v>17-06-2022</c:v>
                </c:pt>
                <c:pt idx="14101">
                  <c:v>17-06-2022</c:v>
                </c:pt>
                <c:pt idx="14102">
                  <c:v>17-06-2022</c:v>
                </c:pt>
                <c:pt idx="14103">
                  <c:v>17-06-2022</c:v>
                </c:pt>
                <c:pt idx="14104">
                  <c:v>17-06-2022</c:v>
                </c:pt>
                <c:pt idx="14105">
                  <c:v>17-06-2022</c:v>
                </c:pt>
                <c:pt idx="14106">
                  <c:v>17-06-2022</c:v>
                </c:pt>
                <c:pt idx="14107">
                  <c:v>17-06-2022</c:v>
                </c:pt>
                <c:pt idx="14108">
                  <c:v>17-06-2022</c:v>
                </c:pt>
                <c:pt idx="14109">
                  <c:v>17-06-2022</c:v>
                </c:pt>
                <c:pt idx="14110">
                  <c:v>17-06-2022</c:v>
                </c:pt>
                <c:pt idx="14111">
                  <c:v>17-06-2022</c:v>
                </c:pt>
                <c:pt idx="14112">
                  <c:v>17-06-2022</c:v>
                </c:pt>
                <c:pt idx="14113">
                  <c:v>17-06-2022</c:v>
                </c:pt>
                <c:pt idx="14114">
                  <c:v>17-06-2022</c:v>
                </c:pt>
                <c:pt idx="14115">
                  <c:v>17-06-2022</c:v>
                </c:pt>
                <c:pt idx="14116">
                  <c:v>20-06-2022</c:v>
                </c:pt>
                <c:pt idx="14117">
                  <c:v>20-06-2022</c:v>
                </c:pt>
                <c:pt idx="14118">
                  <c:v>20-06-2022</c:v>
                </c:pt>
                <c:pt idx="14119">
                  <c:v>20-06-2022</c:v>
                </c:pt>
                <c:pt idx="14120">
                  <c:v>20-06-2022</c:v>
                </c:pt>
                <c:pt idx="14121">
                  <c:v>20-06-2022</c:v>
                </c:pt>
                <c:pt idx="14122">
                  <c:v>20-06-2022</c:v>
                </c:pt>
                <c:pt idx="14123">
                  <c:v>20-06-2022</c:v>
                </c:pt>
                <c:pt idx="14124">
                  <c:v>20-06-2022</c:v>
                </c:pt>
                <c:pt idx="14125">
                  <c:v>20-06-2022</c:v>
                </c:pt>
                <c:pt idx="14126">
                  <c:v>20-06-2022</c:v>
                </c:pt>
                <c:pt idx="14127">
                  <c:v>20-06-2022</c:v>
                </c:pt>
                <c:pt idx="14128">
                  <c:v>20-06-2022</c:v>
                </c:pt>
                <c:pt idx="14129">
                  <c:v>20-06-2022</c:v>
                </c:pt>
                <c:pt idx="14130">
                  <c:v>20-06-2022</c:v>
                </c:pt>
                <c:pt idx="14131">
                  <c:v>20-06-2022</c:v>
                </c:pt>
                <c:pt idx="14132">
                  <c:v>20-06-2022</c:v>
                </c:pt>
                <c:pt idx="14133">
                  <c:v>20-06-2022</c:v>
                </c:pt>
                <c:pt idx="14134">
                  <c:v>20-06-2022</c:v>
                </c:pt>
                <c:pt idx="14135">
                  <c:v>20-06-2022</c:v>
                </c:pt>
                <c:pt idx="14136">
                  <c:v>20-06-2022</c:v>
                </c:pt>
                <c:pt idx="14137">
                  <c:v>20-06-2022</c:v>
                </c:pt>
                <c:pt idx="14138">
                  <c:v>20-06-2022</c:v>
                </c:pt>
                <c:pt idx="14139">
                  <c:v>20-06-2022</c:v>
                </c:pt>
                <c:pt idx="14140">
                  <c:v>20-06-2022</c:v>
                </c:pt>
                <c:pt idx="14141">
                  <c:v>20-06-2022</c:v>
                </c:pt>
                <c:pt idx="14142">
                  <c:v>20-06-2022</c:v>
                </c:pt>
                <c:pt idx="14143">
                  <c:v>20-06-2022</c:v>
                </c:pt>
                <c:pt idx="14144">
                  <c:v>20-06-2022</c:v>
                </c:pt>
                <c:pt idx="14145">
                  <c:v>20-06-2022</c:v>
                </c:pt>
                <c:pt idx="14146">
                  <c:v>20-06-2022</c:v>
                </c:pt>
                <c:pt idx="14147">
                  <c:v>20-06-2022</c:v>
                </c:pt>
                <c:pt idx="14148">
                  <c:v>20-06-2022</c:v>
                </c:pt>
                <c:pt idx="14149">
                  <c:v>20-06-2022</c:v>
                </c:pt>
                <c:pt idx="14150">
                  <c:v>20-06-2022</c:v>
                </c:pt>
                <c:pt idx="14151">
                  <c:v>20-06-2022</c:v>
                </c:pt>
                <c:pt idx="14152">
                  <c:v>20-06-2022</c:v>
                </c:pt>
                <c:pt idx="14153">
                  <c:v>20-06-2022</c:v>
                </c:pt>
                <c:pt idx="14154">
                  <c:v>20-06-2022</c:v>
                </c:pt>
                <c:pt idx="14155">
                  <c:v>20-06-2022</c:v>
                </c:pt>
                <c:pt idx="14156">
                  <c:v>21-06-2022</c:v>
                </c:pt>
                <c:pt idx="14157">
                  <c:v>21-06-2022</c:v>
                </c:pt>
                <c:pt idx="14158">
                  <c:v>21-06-2022</c:v>
                </c:pt>
                <c:pt idx="14159">
                  <c:v>21-06-2022</c:v>
                </c:pt>
                <c:pt idx="14160">
                  <c:v>21-06-2022</c:v>
                </c:pt>
                <c:pt idx="14161">
                  <c:v>21-06-2022</c:v>
                </c:pt>
                <c:pt idx="14162">
                  <c:v>21-06-2022</c:v>
                </c:pt>
                <c:pt idx="14163">
                  <c:v>21-06-2022</c:v>
                </c:pt>
                <c:pt idx="14164">
                  <c:v>21-06-2022</c:v>
                </c:pt>
                <c:pt idx="14165">
                  <c:v>21-06-2022</c:v>
                </c:pt>
                <c:pt idx="14166">
                  <c:v>21-06-2022</c:v>
                </c:pt>
                <c:pt idx="14167">
                  <c:v>21-06-2022</c:v>
                </c:pt>
                <c:pt idx="14168">
                  <c:v>21-06-2022</c:v>
                </c:pt>
                <c:pt idx="14169">
                  <c:v>21-06-2022</c:v>
                </c:pt>
                <c:pt idx="14170">
                  <c:v>21-06-2022</c:v>
                </c:pt>
                <c:pt idx="14171">
                  <c:v>21-06-2022</c:v>
                </c:pt>
                <c:pt idx="14172">
                  <c:v>21-06-2022</c:v>
                </c:pt>
                <c:pt idx="14173">
                  <c:v>21-06-2022</c:v>
                </c:pt>
                <c:pt idx="14174">
                  <c:v>21-06-2022</c:v>
                </c:pt>
                <c:pt idx="14175">
                  <c:v>21-06-2022</c:v>
                </c:pt>
                <c:pt idx="14176">
                  <c:v>21-06-2022</c:v>
                </c:pt>
                <c:pt idx="14177">
                  <c:v>21-06-2022</c:v>
                </c:pt>
                <c:pt idx="14178">
                  <c:v>21-06-2022</c:v>
                </c:pt>
                <c:pt idx="14179">
                  <c:v>21-06-2022</c:v>
                </c:pt>
                <c:pt idx="14180">
                  <c:v>21-06-2022</c:v>
                </c:pt>
                <c:pt idx="14181">
                  <c:v>21-06-2022</c:v>
                </c:pt>
                <c:pt idx="14182">
                  <c:v>21-06-2022</c:v>
                </c:pt>
                <c:pt idx="14183">
                  <c:v>21-06-2022</c:v>
                </c:pt>
                <c:pt idx="14184">
                  <c:v>21-06-2022</c:v>
                </c:pt>
                <c:pt idx="14185">
                  <c:v>21-06-2022</c:v>
                </c:pt>
                <c:pt idx="14186">
                  <c:v>21-06-2022</c:v>
                </c:pt>
                <c:pt idx="14187">
                  <c:v>21-06-2022</c:v>
                </c:pt>
                <c:pt idx="14188">
                  <c:v>21-06-2022</c:v>
                </c:pt>
                <c:pt idx="14189">
                  <c:v>21-06-2022</c:v>
                </c:pt>
                <c:pt idx="14190">
                  <c:v>21-06-2022</c:v>
                </c:pt>
                <c:pt idx="14191">
                  <c:v>21-06-2022</c:v>
                </c:pt>
                <c:pt idx="14192">
                  <c:v>21-06-2022</c:v>
                </c:pt>
                <c:pt idx="14193">
                  <c:v>21-06-2022</c:v>
                </c:pt>
                <c:pt idx="14194">
                  <c:v>21-06-2022</c:v>
                </c:pt>
                <c:pt idx="14195">
                  <c:v>21-06-2022</c:v>
                </c:pt>
              </c:strCache>
            </c:strRef>
          </c:cat>
          <c:val>
            <c:numRef>
              <c:f>ContractWiseTrade!$H$5:$H$14200</c:f>
              <c:numCache>
                <c:formatCode>0.00</c:formatCode>
                <c:ptCount val="14196"/>
                <c:pt idx="0">
                  <c:v>3</c:v>
                </c:pt>
                <c:pt idx="1">
                  <c:v>3</c:v>
                </c:pt>
                <c:pt idx="2">
                  <c:v>3</c:v>
                </c:pt>
                <c:pt idx="3">
                  <c:v>3</c:v>
                </c:pt>
                <c:pt idx="4">
                  <c:v>3</c:v>
                </c:pt>
                <c:pt idx="5">
                  <c:v>3</c:v>
                </c:pt>
                <c:pt idx="6">
                  <c:v>3.44509</c:v>
                </c:pt>
                <c:pt idx="7">
                  <c:v>3.4354100000000001</c:v>
                </c:pt>
                <c:pt idx="8">
                  <c:v>3.4579299999999997</c:v>
                </c:pt>
                <c:pt idx="9">
                  <c:v>3.4491399999999999</c:v>
                </c:pt>
                <c:pt idx="10">
                  <c:v>3.4729399999999999</c:v>
                </c:pt>
                <c:pt idx="11">
                  <c:v>3.4859899999999997</c:v>
                </c:pt>
                <c:pt idx="12">
                  <c:v>3.4889800000000002</c:v>
                </c:pt>
                <c:pt idx="13">
                  <c:v>3.4982500000000001</c:v>
                </c:pt>
                <c:pt idx="14">
                  <c:v>3.5049000000000001</c:v>
                </c:pt>
                <c:pt idx="15">
                  <c:v>3.5088600000000003</c:v>
                </c:pt>
                <c:pt idx="16">
                  <c:v>3.5171100000000002</c:v>
                </c:pt>
                <c:pt idx="17">
                  <c:v>3.5968</c:v>
                </c:pt>
                <c:pt idx="18">
                  <c:v>3.59538</c:v>
                </c:pt>
                <c:pt idx="19">
                  <c:v>3.5943400000000003</c:v>
                </c:pt>
                <c:pt idx="20">
                  <c:v>3.5237500000000002</c:v>
                </c:pt>
                <c:pt idx="21">
                  <c:v>3.5937199999999998</c:v>
                </c:pt>
                <c:pt idx="22">
                  <c:v>3.5945500000000004</c:v>
                </c:pt>
                <c:pt idx="23">
                  <c:v>3.5955300000000001</c:v>
                </c:pt>
                <c:pt idx="24">
                  <c:v>3.5224699999999998</c:v>
                </c:pt>
                <c:pt idx="25">
                  <c:v>3.5983800000000001</c:v>
                </c:pt>
                <c:pt idx="26">
                  <c:v>3.5989800000000001</c:v>
                </c:pt>
                <c:pt idx="27">
                  <c:v>3.5995700000000004</c:v>
                </c:pt>
                <c:pt idx="28">
                  <c:v>3.5263299999999997</c:v>
                </c:pt>
                <c:pt idx="29">
                  <c:v>3.5999699999999999</c:v>
                </c:pt>
                <c:pt idx="30">
                  <c:v>3.6000199999999998</c:v>
                </c:pt>
                <c:pt idx="31">
                  <c:v>3.6016500000000002</c:v>
                </c:pt>
                <c:pt idx="32">
                  <c:v>3.5467600000000004</c:v>
                </c:pt>
                <c:pt idx="33">
                  <c:v>3.6202700000000001</c:v>
                </c:pt>
                <c:pt idx="34">
                  <c:v>3.6200799999999997</c:v>
                </c:pt>
                <c:pt idx="35">
                  <c:v>3.6230500000000001</c:v>
                </c:pt>
                <c:pt idx="36">
                  <c:v>3.5522900000000002</c:v>
                </c:pt>
                <c:pt idx="37">
                  <c:v>3.6266500000000002</c:v>
                </c:pt>
                <c:pt idx="38">
                  <c:v>3.6339099999999998</c:v>
                </c:pt>
                <c:pt idx="39">
                  <c:v>3.6364999999999998</c:v>
                </c:pt>
                <c:pt idx="40">
                  <c:v>3.0105500000000003</c:v>
                </c:pt>
                <c:pt idx="41">
                  <c:v>3.0101799999999996</c:v>
                </c:pt>
                <c:pt idx="42">
                  <c:v>3.0105500000000003</c:v>
                </c:pt>
                <c:pt idx="43">
                  <c:v>3.0113400000000001</c:v>
                </c:pt>
                <c:pt idx="44">
                  <c:v>3.2257399999999996</c:v>
                </c:pt>
                <c:pt idx="45">
                  <c:v>3.2251099999999999</c:v>
                </c:pt>
                <c:pt idx="46">
                  <c:v>3.2423999999999999</c:v>
                </c:pt>
                <c:pt idx="47">
                  <c:v>3.2403499999999998</c:v>
                </c:pt>
                <c:pt idx="48">
                  <c:v>3.23773</c:v>
                </c:pt>
                <c:pt idx="49">
                  <c:v>3.2343899999999999</c:v>
                </c:pt>
                <c:pt idx="50">
                  <c:v>3.2346500000000002</c:v>
                </c:pt>
                <c:pt idx="51">
                  <c:v>3.3152600000000003</c:v>
                </c:pt>
                <c:pt idx="52">
                  <c:v>3.35006</c:v>
                </c:pt>
                <c:pt idx="53">
                  <c:v>3.3848499999999997</c:v>
                </c:pt>
                <c:pt idx="54">
                  <c:v>3.4320300000000001</c:v>
                </c:pt>
                <c:pt idx="55">
                  <c:v>3.4546799999999998</c:v>
                </c:pt>
                <c:pt idx="56">
                  <c:v>3.46963</c:v>
                </c:pt>
                <c:pt idx="57">
                  <c:v>3.4851900000000002</c:v>
                </c:pt>
                <c:pt idx="58">
                  <c:v>3.4959899999999999</c:v>
                </c:pt>
                <c:pt idx="59">
                  <c:v>3.50542</c:v>
                </c:pt>
                <c:pt idx="60">
                  <c:v>3.5056500000000002</c:v>
                </c:pt>
                <c:pt idx="61">
                  <c:v>3.51037</c:v>
                </c:pt>
                <c:pt idx="62">
                  <c:v>3.5105399999999998</c:v>
                </c:pt>
                <c:pt idx="63">
                  <c:v>3.5107900000000001</c:v>
                </c:pt>
                <c:pt idx="64">
                  <c:v>3.5110300000000003</c:v>
                </c:pt>
                <c:pt idx="65">
                  <c:v>3.4960399999999998</c:v>
                </c:pt>
                <c:pt idx="66">
                  <c:v>3.48881</c:v>
                </c:pt>
                <c:pt idx="67">
                  <c:v>3.4864099999999998</c:v>
                </c:pt>
                <c:pt idx="68">
                  <c:v>3.4798400000000003</c:v>
                </c:pt>
                <c:pt idx="69">
                  <c:v>3.48319</c:v>
                </c:pt>
                <c:pt idx="70">
                  <c:v>3.4991699999999999</c:v>
                </c:pt>
                <c:pt idx="71">
                  <c:v>3.5095399999999999</c:v>
                </c:pt>
                <c:pt idx="72">
                  <c:v>3.5099</c:v>
                </c:pt>
                <c:pt idx="73">
                  <c:v>3.51491</c:v>
                </c:pt>
                <c:pt idx="74">
                  <c:v>3.51918</c:v>
                </c:pt>
                <c:pt idx="75">
                  <c:v>3.51681</c:v>
                </c:pt>
                <c:pt idx="76">
                  <c:v>3.49885</c:v>
                </c:pt>
                <c:pt idx="77">
                  <c:v>3.5022500000000001</c:v>
                </c:pt>
                <c:pt idx="78">
                  <c:v>3.6926700000000001</c:v>
                </c:pt>
                <c:pt idx="79">
                  <c:v>3.6944499999999998</c:v>
                </c:pt>
                <c:pt idx="86">
                  <c:v>3.0457399999999999</c:v>
                </c:pt>
                <c:pt idx="87">
                  <c:v>3.0491599999999996</c:v>
                </c:pt>
                <c:pt idx="88">
                  <c:v>3.05416</c:v>
                </c:pt>
                <c:pt idx="89">
                  <c:v>3.0578000000000003</c:v>
                </c:pt>
                <c:pt idx="90">
                  <c:v>3.0615600000000001</c:v>
                </c:pt>
                <c:pt idx="91">
                  <c:v>3.0633600000000003</c:v>
                </c:pt>
                <c:pt idx="92">
                  <c:v>3.0643200000000004</c:v>
                </c:pt>
                <c:pt idx="93">
                  <c:v>3.0646399999999998</c:v>
                </c:pt>
                <c:pt idx="94">
                  <c:v>3.05728</c:v>
                </c:pt>
                <c:pt idx="95">
                  <c:v>3.0566500000000003</c:v>
                </c:pt>
                <c:pt idx="96">
                  <c:v>3.0551999999999997</c:v>
                </c:pt>
                <c:pt idx="97">
                  <c:v>3.05342</c:v>
                </c:pt>
                <c:pt idx="98">
                  <c:v>3.0204499999999999</c:v>
                </c:pt>
                <c:pt idx="99">
                  <c:v>3.0204499999999999</c:v>
                </c:pt>
                <c:pt idx="100">
                  <c:v>3.0362</c:v>
                </c:pt>
                <c:pt idx="101">
                  <c:v>3.0362</c:v>
                </c:pt>
                <c:pt idx="102">
                  <c:v>3.0362</c:v>
                </c:pt>
                <c:pt idx="103">
                  <c:v>3.0362</c:v>
                </c:pt>
                <c:pt idx="104">
                  <c:v>3.0362</c:v>
                </c:pt>
                <c:pt idx="105">
                  <c:v>3.0362</c:v>
                </c:pt>
                <c:pt idx="106">
                  <c:v>3.0512199999999998</c:v>
                </c:pt>
                <c:pt idx="107">
                  <c:v>3.0514699999999997</c:v>
                </c:pt>
                <c:pt idx="108">
                  <c:v>3.0514699999999997</c:v>
                </c:pt>
                <c:pt idx="109">
                  <c:v>3.0521599999999998</c:v>
                </c:pt>
                <c:pt idx="110">
                  <c:v>3.0521599999999998</c:v>
                </c:pt>
                <c:pt idx="111">
                  <c:v>3.0521599999999998</c:v>
                </c:pt>
                <c:pt idx="112">
                  <c:v>3.05077</c:v>
                </c:pt>
                <c:pt idx="113">
                  <c:v>3.05077</c:v>
                </c:pt>
                <c:pt idx="114">
                  <c:v>3.0521400000000001</c:v>
                </c:pt>
                <c:pt idx="115">
                  <c:v>3.0521400000000001</c:v>
                </c:pt>
                <c:pt idx="116">
                  <c:v>3.0521400000000001</c:v>
                </c:pt>
                <c:pt idx="117">
                  <c:v>3.0521400000000001</c:v>
                </c:pt>
                <c:pt idx="118">
                  <c:v>3.2065300000000003</c:v>
                </c:pt>
                <c:pt idx="119">
                  <c:v>3.2081599999999999</c:v>
                </c:pt>
                <c:pt idx="120">
                  <c:v>3.2090799999999997</c:v>
                </c:pt>
                <c:pt idx="121">
                  <c:v>3.2118500000000001</c:v>
                </c:pt>
                <c:pt idx="122">
                  <c:v>3.2155500000000004</c:v>
                </c:pt>
                <c:pt idx="123">
                  <c:v>3.2175500000000001</c:v>
                </c:pt>
                <c:pt idx="124">
                  <c:v>3.2200100000000003</c:v>
                </c:pt>
                <c:pt idx="125">
                  <c:v>3.2231199999999998</c:v>
                </c:pt>
                <c:pt idx="135">
                  <c:v>3.4</c:v>
                </c:pt>
                <c:pt idx="136">
                  <c:v>3.2867899999999999</c:v>
                </c:pt>
                <c:pt idx="137">
                  <c:v>3.3290799999999998</c:v>
                </c:pt>
                <c:pt idx="138">
                  <c:v>3.3320799999999999</c:v>
                </c:pt>
                <c:pt idx="139">
                  <c:v>3.31839</c:v>
                </c:pt>
                <c:pt idx="140">
                  <c:v>3.3222899999999997</c:v>
                </c:pt>
                <c:pt idx="141">
                  <c:v>3.3115300000000003</c:v>
                </c:pt>
                <c:pt idx="142">
                  <c:v>3.2958699999999999</c:v>
                </c:pt>
                <c:pt idx="143">
                  <c:v>3.28511</c:v>
                </c:pt>
                <c:pt idx="144">
                  <c:v>3.45635</c:v>
                </c:pt>
                <c:pt idx="145">
                  <c:v>3.5846999999999998</c:v>
                </c:pt>
                <c:pt idx="146">
                  <c:v>3.5731799999999998</c:v>
                </c:pt>
                <c:pt idx="147">
                  <c:v>3.5663899999999997</c:v>
                </c:pt>
                <c:pt idx="148">
                  <c:v>3.5600100000000001</c:v>
                </c:pt>
                <c:pt idx="149">
                  <c:v>3.5574599999999998</c:v>
                </c:pt>
                <c:pt idx="150">
                  <c:v>3.56772</c:v>
                </c:pt>
                <c:pt idx="151">
                  <c:v>3.6028200000000004</c:v>
                </c:pt>
                <c:pt idx="152">
                  <c:v>3.6286199999999997</c:v>
                </c:pt>
                <c:pt idx="153">
                  <c:v>3.6627299999999998</c:v>
                </c:pt>
                <c:pt idx="154">
                  <c:v>3.6832800000000003</c:v>
                </c:pt>
                <c:pt idx="155">
                  <c:v>3.70139</c:v>
                </c:pt>
                <c:pt idx="156">
                  <c:v>3.7173400000000001</c:v>
                </c:pt>
                <c:pt idx="157">
                  <c:v>3.7271000000000001</c:v>
                </c:pt>
                <c:pt idx="158">
                  <c:v>3.7315300000000002</c:v>
                </c:pt>
                <c:pt idx="159">
                  <c:v>3.7443200000000001</c:v>
                </c:pt>
                <c:pt idx="160">
                  <c:v>3.7549200000000003</c:v>
                </c:pt>
                <c:pt idx="161">
                  <c:v>3.7595000000000001</c:v>
                </c:pt>
                <c:pt idx="162">
                  <c:v>3.7525599999999999</c:v>
                </c:pt>
                <c:pt idx="163">
                  <c:v>3.74655</c:v>
                </c:pt>
                <c:pt idx="164">
                  <c:v>3.7382300000000002</c:v>
                </c:pt>
                <c:pt idx="165">
                  <c:v>3.7339199999999999</c:v>
                </c:pt>
                <c:pt idx="166">
                  <c:v>3.72986</c:v>
                </c:pt>
                <c:pt idx="167">
                  <c:v>3.7322100000000002</c:v>
                </c:pt>
                <c:pt idx="168">
                  <c:v>3.7508499999999998</c:v>
                </c:pt>
                <c:pt idx="169">
                  <c:v>3.8198699999999999</c:v>
                </c:pt>
                <c:pt idx="170">
                  <c:v>3.8494999999999999</c:v>
                </c:pt>
                <c:pt idx="171">
                  <c:v>3.8567199999999997</c:v>
                </c:pt>
                <c:pt idx="172">
                  <c:v>3.8874599999999999</c:v>
                </c:pt>
                <c:pt idx="173">
                  <c:v>3.8004699999999998</c:v>
                </c:pt>
                <c:pt idx="174">
                  <c:v>3.8344200000000002</c:v>
                </c:pt>
                <c:pt idx="175">
                  <c:v>3.9004000000000003</c:v>
                </c:pt>
                <c:pt idx="176">
                  <c:v>3.9359499999999996</c:v>
                </c:pt>
                <c:pt idx="177">
                  <c:v>3.9443999999999999</c:v>
                </c:pt>
                <c:pt idx="178">
                  <c:v>3.9454799999999999</c:v>
                </c:pt>
                <c:pt idx="179">
                  <c:v>3.2928600000000001</c:v>
                </c:pt>
                <c:pt idx="180">
                  <c:v>3.2943200000000004</c:v>
                </c:pt>
                <c:pt idx="181">
                  <c:v>3.2754299999999996</c:v>
                </c:pt>
                <c:pt idx="182">
                  <c:v>3.2679200000000002</c:v>
                </c:pt>
                <c:pt idx="183">
                  <c:v>3.2</c:v>
                </c:pt>
                <c:pt idx="184">
                  <c:v>3.2</c:v>
                </c:pt>
                <c:pt idx="185">
                  <c:v>3.2</c:v>
                </c:pt>
                <c:pt idx="186">
                  <c:v>3.2</c:v>
                </c:pt>
                <c:pt idx="187">
                  <c:v>3.2</c:v>
                </c:pt>
                <c:pt idx="188">
                  <c:v>3.2</c:v>
                </c:pt>
                <c:pt idx="189">
                  <c:v>3.2</c:v>
                </c:pt>
                <c:pt idx="190">
                  <c:v>3.2</c:v>
                </c:pt>
                <c:pt idx="191">
                  <c:v>3.0447500000000001</c:v>
                </c:pt>
                <c:pt idx="192">
                  <c:v>3.0448000000000004</c:v>
                </c:pt>
                <c:pt idx="193">
                  <c:v>3.0450399999999997</c:v>
                </c:pt>
                <c:pt idx="194">
                  <c:v>3.0437699999999999</c:v>
                </c:pt>
                <c:pt idx="195">
                  <c:v>3.0425500000000003</c:v>
                </c:pt>
                <c:pt idx="196">
                  <c:v>3.0428899999999999</c:v>
                </c:pt>
                <c:pt idx="197">
                  <c:v>3.61408</c:v>
                </c:pt>
                <c:pt idx="198">
                  <c:v>3.58941</c:v>
                </c:pt>
                <c:pt idx="199">
                  <c:v>3.8534600000000001</c:v>
                </c:pt>
                <c:pt idx="200">
                  <c:v>3.8663000000000003</c:v>
                </c:pt>
                <c:pt idx="201">
                  <c:v>3.8767900000000002</c:v>
                </c:pt>
                <c:pt idx="202">
                  <c:v>3.8890700000000002</c:v>
                </c:pt>
                <c:pt idx="203">
                  <c:v>3.8936199999999999</c:v>
                </c:pt>
                <c:pt idx="204">
                  <c:v>3.9042600000000003</c:v>
                </c:pt>
                <c:pt idx="205">
                  <c:v>3.9150399999999999</c:v>
                </c:pt>
                <c:pt idx="206">
                  <c:v>3.92177</c:v>
                </c:pt>
                <c:pt idx="207">
                  <c:v>3.9274</c:v>
                </c:pt>
                <c:pt idx="208">
                  <c:v>3.93119</c:v>
                </c:pt>
                <c:pt idx="209">
                  <c:v>3.9371999999999998</c:v>
                </c:pt>
                <c:pt idx="210">
                  <c:v>3.93818</c:v>
                </c:pt>
                <c:pt idx="211">
                  <c:v>3.9391400000000001</c:v>
                </c:pt>
                <c:pt idx="212">
                  <c:v>3.9365300000000003</c:v>
                </c:pt>
                <c:pt idx="213">
                  <c:v>4.1253100000000007</c:v>
                </c:pt>
                <c:pt idx="214">
                  <c:v>4.1265700000000001</c:v>
                </c:pt>
                <c:pt idx="215">
                  <c:v>4.1253100000000007</c:v>
                </c:pt>
                <c:pt idx="216">
                  <c:v>4.1293800000000003</c:v>
                </c:pt>
                <c:pt idx="217">
                  <c:v>4.1261899999999994</c:v>
                </c:pt>
                <c:pt idx="218">
                  <c:v>4.13089</c:v>
                </c:pt>
                <c:pt idx="219">
                  <c:v>4.1341999999999999</c:v>
                </c:pt>
                <c:pt idx="220">
                  <c:v>4.1428000000000003</c:v>
                </c:pt>
                <c:pt idx="221">
                  <c:v>4.1512900000000004</c:v>
                </c:pt>
                <c:pt idx="222">
                  <c:v>4.1566599999999996</c:v>
                </c:pt>
                <c:pt idx="223">
                  <c:v>4.1624399999999993</c:v>
                </c:pt>
                <c:pt idx="224">
                  <c:v>4.1668900000000004</c:v>
                </c:pt>
                <c:pt idx="225">
                  <c:v>4.1702200000000005</c:v>
                </c:pt>
                <c:pt idx="226">
                  <c:v>4.1729899999999995</c:v>
                </c:pt>
                <c:pt idx="227">
                  <c:v>4.1756400000000005</c:v>
                </c:pt>
                <c:pt idx="228">
                  <c:v>4.1789700000000005</c:v>
                </c:pt>
                <c:pt idx="229">
                  <c:v>4.18757</c:v>
                </c:pt>
                <c:pt idx="230">
                  <c:v>4.1897000000000002</c:v>
                </c:pt>
                <c:pt idx="231">
                  <c:v>3.2</c:v>
                </c:pt>
                <c:pt idx="232">
                  <c:v>3.2</c:v>
                </c:pt>
                <c:pt idx="233">
                  <c:v>3.2</c:v>
                </c:pt>
                <c:pt idx="234">
                  <c:v>3.2</c:v>
                </c:pt>
                <c:pt idx="235">
                  <c:v>3.2</c:v>
                </c:pt>
                <c:pt idx="236">
                  <c:v>3.2</c:v>
                </c:pt>
                <c:pt idx="237">
                  <c:v>3.2</c:v>
                </c:pt>
                <c:pt idx="238">
                  <c:v>3.2</c:v>
                </c:pt>
                <c:pt idx="239">
                  <c:v>3.2</c:v>
                </c:pt>
                <c:pt idx="240">
                  <c:v>3.2</c:v>
                </c:pt>
                <c:pt idx="241">
                  <c:v>3.2</c:v>
                </c:pt>
                <c:pt idx="242">
                  <c:v>3.2</c:v>
                </c:pt>
                <c:pt idx="243">
                  <c:v>3.0878200000000002</c:v>
                </c:pt>
                <c:pt idx="244">
                  <c:v>3.07843</c:v>
                </c:pt>
                <c:pt idx="245">
                  <c:v>3.0726799999999996</c:v>
                </c:pt>
                <c:pt idx="246">
                  <c:v>3.0680300000000003</c:v>
                </c:pt>
                <c:pt idx="247">
                  <c:v>3.0646199999999997</c:v>
                </c:pt>
                <c:pt idx="248">
                  <c:v>3.06175</c:v>
                </c:pt>
                <c:pt idx="249">
                  <c:v>3.81379</c:v>
                </c:pt>
                <c:pt idx="250">
                  <c:v>3.7820500000000004</c:v>
                </c:pt>
                <c:pt idx="251">
                  <c:v>3.9391100000000003</c:v>
                </c:pt>
                <c:pt idx="252">
                  <c:v>3.9881100000000003</c:v>
                </c:pt>
                <c:pt idx="253">
                  <c:v>4.0277500000000002</c:v>
                </c:pt>
                <c:pt idx="254">
                  <c:v>4.0804999999999998</c:v>
                </c:pt>
                <c:pt idx="255">
                  <c:v>4.0922900000000002</c:v>
                </c:pt>
                <c:pt idx="256">
                  <c:v>4.1430800000000003</c:v>
                </c:pt>
                <c:pt idx="257">
                  <c:v>4.1875299999999998</c:v>
                </c:pt>
                <c:pt idx="258">
                  <c:v>4.2113399999999999</c:v>
                </c:pt>
                <c:pt idx="259">
                  <c:v>4.2431700000000001</c:v>
                </c:pt>
                <c:pt idx="260">
                  <c:v>4.2620899999999997</c:v>
                </c:pt>
                <c:pt idx="261">
                  <c:v>4.2731000000000003</c:v>
                </c:pt>
                <c:pt idx="262">
                  <c:v>4.2762399999999996</c:v>
                </c:pt>
                <c:pt idx="263">
                  <c:v>4.28965</c:v>
                </c:pt>
                <c:pt idx="264">
                  <c:v>4.2997399999999999</c:v>
                </c:pt>
                <c:pt idx="265">
                  <c:v>4.2985299999999995</c:v>
                </c:pt>
                <c:pt idx="266">
                  <c:v>4.3022</c:v>
                </c:pt>
                <c:pt idx="267">
                  <c:v>4.3083900000000002</c:v>
                </c:pt>
                <c:pt idx="268">
                  <c:v>4.30349</c:v>
                </c:pt>
                <c:pt idx="269">
                  <c:v>4.2895500000000002</c:v>
                </c:pt>
                <c:pt idx="270">
                  <c:v>4.2791000000000006</c:v>
                </c:pt>
                <c:pt idx="271">
                  <c:v>4.2896700000000001</c:v>
                </c:pt>
                <c:pt idx="272">
                  <c:v>4.3059899999999995</c:v>
                </c:pt>
                <c:pt idx="273">
                  <c:v>4.2857799999999999</c:v>
                </c:pt>
                <c:pt idx="274">
                  <c:v>4.3967499999999999</c:v>
                </c:pt>
                <c:pt idx="275">
                  <c:v>4.40876</c:v>
                </c:pt>
                <c:pt idx="276">
                  <c:v>4.4151999999999996</c:v>
                </c:pt>
                <c:pt idx="277">
                  <c:v>4.4216300000000004</c:v>
                </c:pt>
                <c:pt idx="278">
                  <c:v>4.4244200000000005</c:v>
                </c:pt>
                <c:pt idx="279">
                  <c:v>4.4288599999999994</c:v>
                </c:pt>
                <c:pt idx="280">
                  <c:v>4.4338299999999995</c:v>
                </c:pt>
                <c:pt idx="281">
                  <c:v>4.44034</c:v>
                </c:pt>
                <c:pt idx="282">
                  <c:v>4.4459499999999998</c:v>
                </c:pt>
                <c:pt idx="283">
                  <c:v>3.2</c:v>
                </c:pt>
                <c:pt idx="284">
                  <c:v>3.2</c:v>
                </c:pt>
                <c:pt idx="285">
                  <c:v>3.2</c:v>
                </c:pt>
                <c:pt idx="286">
                  <c:v>3.2</c:v>
                </c:pt>
                <c:pt idx="287">
                  <c:v>3.2</c:v>
                </c:pt>
                <c:pt idx="288">
                  <c:v>3.2</c:v>
                </c:pt>
                <c:pt idx="289">
                  <c:v>3.2</c:v>
                </c:pt>
                <c:pt idx="290">
                  <c:v>3.2</c:v>
                </c:pt>
                <c:pt idx="291">
                  <c:v>3.2</c:v>
                </c:pt>
                <c:pt idx="292">
                  <c:v>3.2</c:v>
                </c:pt>
                <c:pt idx="293">
                  <c:v>3.2</c:v>
                </c:pt>
                <c:pt idx="294">
                  <c:v>3.2</c:v>
                </c:pt>
                <c:pt idx="295">
                  <c:v>3.2623200000000003</c:v>
                </c:pt>
                <c:pt idx="296">
                  <c:v>3.2679899999999997</c:v>
                </c:pt>
                <c:pt idx="297">
                  <c:v>3.2776799999999997</c:v>
                </c:pt>
                <c:pt idx="298">
                  <c:v>3.2874299999999996</c:v>
                </c:pt>
                <c:pt idx="299">
                  <c:v>3.2863899999999999</c:v>
                </c:pt>
                <c:pt idx="300">
                  <c:v>3.28857</c:v>
                </c:pt>
                <c:pt idx="301">
                  <c:v>3.7593100000000002</c:v>
                </c:pt>
                <c:pt idx="302">
                  <c:v>3.9052399999999996</c:v>
                </c:pt>
                <c:pt idx="303">
                  <c:v>3.9356999999999998</c:v>
                </c:pt>
                <c:pt idx="304">
                  <c:v>3.94394</c:v>
                </c:pt>
                <c:pt idx="305">
                  <c:v>3.9506600000000001</c:v>
                </c:pt>
                <c:pt idx="306">
                  <c:v>3.9557500000000001</c:v>
                </c:pt>
                <c:pt idx="307">
                  <c:v>3.94876</c:v>
                </c:pt>
                <c:pt idx="308">
                  <c:v>3.9500500000000001</c:v>
                </c:pt>
                <c:pt idx="309">
                  <c:v>3.9455800000000001</c:v>
                </c:pt>
                <c:pt idx="310">
                  <c:v>3.9539899999999997</c:v>
                </c:pt>
                <c:pt idx="311">
                  <c:v>3.95207</c:v>
                </c:pt>
                <c:pt idx="312">
                  <c:v>3.9540600000000001</c:v>
                </c:pt>
                <c:pt idx="313">
                  <c:v>3.9549300000000001</c:v>
                </c:pt>
                <c:pt idx="314">
                  <c:v>3.9540300000000004</c:v>
                </c:pt>
                <c:pt idx="315">
                  <c:v>3.9533700000000001</c:v>
                </c:pt>
                <c:pt idx="316">
                  <c:v>3.9539</c:v>
                </c:pt>
                <c:pt idx="317">
                  <c:v>3.9519499999999996</c:v>
                </c:pt>
                <c:pt idx="318">
                  <c:v>3.9553000000000003</c:v>
                </c:pt>
                <c:pt idx="319">
                  <c:v>3.95892</c:v>
                </c:pt>
                <c:pt idx="320">
                  <c:v>3.95966</c:v>
                </c:pt>
                <c:pt idx="321">
                  <c:v>3.96007</c:v>
                </c:pt>
                <c:pt idx="322">
                  <c:v>3.9602600000000003</c:v>
                </c:pt>
                <c:pt idx="323">
                  <c:v>3.9571399999999999</c:v>
                </c:pt>
                <c:pt idx="324">
                  <c:v>3.9557800000000003</c:v>
                </c:pt>
                <c:pt idx="325">
                  <c:v>3.9548899999999998</c:v>
                </c:pt>
                <c:pt idx="326">
                  <c:v>3.9578500000000001</c:v>
                </c:pt>
                <c:pt idx="327">
                  <c:v>3.9600500000000003</c:v>
                </c:pt>
                <c:pt idx="328">
                  <c:v>3.9614600000000002</c:v>
                </c:pt>
                <c:pt idx="329">
                  <c:v>3.9679499999999996</c:v>
                </c:pt>
                <c:pt idx="330">
                  <c:v>3.97052</c:v>
                </c:pt>
                <c:pt idx="331">
                  <c:v>3.97282</c:v>
                </c:pt>
                <c:pt idx="332">
                  <c:v>3.9764899999999996</c:v>
                </c:pt>
                <c:pt idx="333">
                  <c:v>3.9784099999999998</c:v>
                </c:pt>
                <c:pt idx="334">
                  <c:v>3.9801599999999997</c:v>
                </c:pt>
                <c:pt idx="335">
                  <c:v>3.49091</c:v>
                </c:pt>
                <c:pt idx="336">
                  <c:v>3.4444400000000002</c:v>
                </c:pt>
                <c:pt idx="337">
                  <c:v>3.3655200000000001</c:v>
                </c:pt>
                <c:pt idx="338">
                  <c:v>3.2</c:v>
                </c:pt>
                <c:pt idx="339">
                  <c:v>3.2</c:v>
                </c:pt>
                <c:pt idx="340">
                  <c:v>3.2</c:v>
                </c:pt>
                <c:pt idx="341">
                  <c:v>3.2</c:v>
                </c:pt>
                <c:pt idx="342">
                  <c:v>3.2</c:v>
                </c:pt>
                <c:pt idx="343">
                  <c:v>3.2</c:v>
                </c:pt>
                <c:pt idx="344">
                  <c:v>3.2</c:v>
                </c:pt>
                <c:pt idx="345">
                  <c:v>3.2</c:v>
                </c:pt>
                <c:pt idx="346">
                  <c:v>3.2</c:v>
                </c:pt>
                <c:pt idx="347">
                  <c:v>3.4917199999999999</c:v>
                </c:pt>
                <c:pt idx="348">
                  <c:v>3.4895</c:v>
                </c:pt>
                <c:pt idx="349">
                  <c:v>3.48665</c:v>
                </c:pt>
                <c:pt idx="350">
                  <c:v>3.48292</c:v>
                </c:pt>
                <c:pt idx="351">
                  <c:v>3.4776100000000003</c:v>
                </c:pt>
                <c:pt idx="352">
                  <c:v>3.4735</c:v>
                </c:pt>
                <c:pt idx="353">
                  <c:v>3.4700799999999998</c:v>
                </c:pt>
                <c:pt idx="354">
                  <c:v>3.2220399999999998</c:v>
                </c:pt>
                <c:pt idx="355">
                  <c:v>3.2846899999999999</c:v>
                </c:pt>
                <c:pt idx="356">
                  <c:v>3.4870399999999999</c:v>
                </c:pt>
                <c:pt idx="357">
                  <c:v>3.4953400000000001</c:v>
                </c:pt>
                <c:pt idx="358">
                  <c:v>3.5077099999999999</c:v>
                </c:pt>
                <c:pt idx="359">
                  <c:v>3.5037399999999996</c:v>
                </c:pt>
                <c:pt idx="360">
                  <c:v>3.5097100000000001</c:v>
                </c:pt>
                <c:pt idx="361">
                  <c:v>3.5191300000000001</c:v>
                </c:pt>
                <c:pt idx="362">
                  <c:v>3.5268899999999999</c:v>
                </c:pt>
                <c:pt idx="363">
                  <c:v>3.53396</c:v>
                </c:pt>
                <c:pt idx="364">
                  <c:v>3.3561399999999999</c:v>
                </c:pt>
                <c:pt idx="365">
                  <c:v>3.5407500000000001</c:v>
                </c:pt>
                <c:pt idx="366">
                  <c:v>3.5425800000000001</c:v>
                </c:pt>
                <c:pt idx="367">
                  <c:v>3.3697499999999998</c:v>
                </c:pt>
                <c:pt idx="368">
                  <c:v>3.5493299999999999</c:v>
                </c:pt>
                <c:pt idx="369">
                  <c:v>3.5498600000000002</c:v>
                </c:pt>
                <c:pt idx="370">
                  <c:v>3.3709099999999999</c:v>
                </c:pt>
                <c:pt idx="371">
                  <c:v>3.5386299999999999</c:v>
                </c:pt>
                <c:pt idx="372">
                  <c:v>3.5378000000000003</c:v>
                </c:pt>
                <c:pt idx="373">
                  <c:v>3.5358100000000001</c:v>
                </c:pt>
                <c:pt idx="374">
                  <c:v>3.3674499999999998</c:v>
                </c:pt>
                <c:pt idx="375">
                  <c:v>3.5369800000000002</c:v>
                </c:pt>
                <c:pt idx="376">
                  <c:v>3.3768099999999999</c:v>
                </c:pt>
                <c:pt idx="377">
                  <c:v>3.54583</c:v>
                </c:pt>
                <c:pt idx="378">
                  <c:v>3.5493800000000002</c:v>
                </c:pt>
                <c:pt idx="379">
                  <c:v>3.35995</c:v>
                </c:pt>
                <c:pt idx="380">
                  <c:v>3.3599899999999998</c:v>
                </c:pt>
                <c:pt idx="381">
                  <c:v>3.3637100000000002</c:v>
                </c:pt>
                <c:pt idx="382">
                  <c:v>3.5686100000000001</c:v>
                </c:pt>
                <c:pt idx="383">
                  <c:v>3.3601300000000003</c:v>
                </c:pt>
                <c:pt idx="384">
                  <c:v>3.5724099999999996</c:v>
                </c:pt>
                <c:pt idx="385">
                  <c:v>3.36951</c:v>
                </c:pt>
                <c:pt idx="386">
                  <c:v>3.4176299999999999</c:v>
                </c:pt>
                <c:pt idx="387">
                  <c:v>3.2</c:v>
                </c:pt>
                <c:pt idx="388">
                  <c:v>3.2</c:v>
                </c:pt>
                <c:pt idx="389">
                  <c:v>3.2</c:v>
                </c:pt>
                <c:pt idx="390">
                  <c:v>3.2</c:v>
                </c:pt>
                <c:pt idx="391">
                  <c:v>3.2</c:v>
                </c:pt>
                <c:pt idx="392">
                  <c:v>3.2</c:v>
                </c:pt>
                <c:pt idx="393">
                  <c:v>3.2</c:v>
                </c:pt>
                <c:pt idx="394">
                  <c:v>3.2</c:v>
                </c:pt>
                <c:pt idx="395">
                  <c:v>3.2</c:v>
                </c:pt>
                <c:pt idx="396">
                  <c:v>3.2</c:v>
                </c:pt>
                <c:pt idx="397">
                  <c:v>3.2</c:v>
                </c:pt>
                <c:pt idx="398">
                  <c:v>3.2</c:v>
                </c:pt>
                <c:pt idx="399">
                  <c:v>3.7372899999999998</c:v>
                </c:pt>
                <c:pt idx="400">
                  <c:v>3.6753400000000003</c:v>
                </c:pt>
                <c:pt idx="401">
                  <c:v>3.61538</c:v>
                </c:pt>
                <c:pt idx="402">
                  <c:v>3.5624699999999998</c:v>
                </c:pt>
                <c:pt idx="403">
                  <c:v>3.47275</c:v>
                </c:pt>
                <c:pt idx="404">
                  <c:v>3.4428800000000002</c:v>
                </c:pt>
                <c:pt idx="405">
                  <c:v>3.4179499999999998</c:v>
                </c:pt>
                <c:pt idx="406">
                  <c:v>3.61511</c:v>
                </c:pt>
                <c:pt idx="407">
                  <c:v>3.3256799999999997</c:v>
                </c:pt>
                <c:pt idx="408">
                  <c:v>3.3383400000000001</c:v>
                </c:pt>
                <c:pt idx="409">
                  <c:v>3.3557299999999999</c:v>
                </c:pt>
                <c:pt idx="410">
                  <c:v>3.3639899999999998</c:v>
                </c:pt>
                <c:pt idx="411">
                  <c:v>3.3658200000000003</c:v>
                </c:pt>
                <c:pt idx="412">
                  <c:v>3.3823400000000001</c:v>
                </c:pt>
                <c:pt idx="413">
                  <c:v>3.3860199999999998</c:v>
                </c:pt>
                <c:pt idx="414">
                  <c:v>3.4033600000000002</c:v>
                </c:pt>
                <c:pt idx="415">
                  <c:v>3.41221</c:v>
                </c:pt>
                <c:pt idx="416">
                  <c:v>3.4247899999999998</c:v>
                </c:pt>
                <c:pt idx="417">
                  <c:v>3.43275</c:v>
                </c:pt>
                <c:pt idx="418">
                  <c:v>3.4372500000000001</c:v>
                </c:pt>
                <c:pt idx="419">
                  <c:v>3.4440999999999997</c:v>
                </c:pt>
                <c:pt idx="420">
                  <c:v>3.4510900000000002</c:v>
                </c:pt>
                <c:pt idx="421">
                  <c:v>3.4506600000000001</c:v>
                </c:pt>
                <c:pt idx="422">
                  <c:v>3.4433099999999999</c:v>
                </c:pt>
                <c:pt idx="423">
                  <c:v>3.43838</c:v>
                </c:pt>
                <c:pt idx="424">
                  <c:v>3.42835</c:v>
                </c:pt>
                <c:pt idx="425">
                  <c:v>3.4259599999999999</c:v>
                </c:pt>
                <c:pt idx="426">
                  <c:v>3.4447700000000001</c:v>
                </c:pt>
                <c:pt idx="427">
                  <c:v>3.4682300000000001</c:v>
                </c:pt>
                <c:pt idx="428">
                  <c:v>3.5636999999999999</c:v>
                </c:pt>
                <c:pt idx="429">
                  <c:v>3.62364</c:v>
                </c:pt>
                <c:pt idx="430">
                  <c:v>3.6243699999999999</c:v>
                </c:pt>
                <c:pt idx="431">
                  <c:v>3.65151</c:v>
                </c:pt>
                <c:pt idx="432">
                  <c:v>3.68893</c:v>
                </c:pt>
                <c:pt idx="433">
                  <c:v>3.7160900000000003</c:v>
                </c:pt>
                <c:pt idx="434">
                  <c:v>3.7876699999999999</c:v>
                </c:pt>
                <c:pt idx="435">
                  <c:v>3.79034</c:v>
                </c:pt>
                <c:pt idx="436">
                  <c:v>3.7932399999999999</c:v>
                </c:pt>
                <c:pt idx="437">
                  <c:v>3.7952399999999997</c:v>
                </c:pt>
                <c:pt idx="438">
                  <c:v>3.7970000000000002</c:v>
                </c:pt>
                <c:pt idx="439">
                  <c:v>3.2</c:v>
                </c:pt>
                <c:pt idx="440">
                  <c:v>3.2</c:v>
                </c:pt>
                <c:pt idx="441">
                  <c:v>3.2</c:v>
                </c:pt>
                <c:pt idx="442">
                  <c:v>3.2</c:v>
                </c:pt>
                <c:pt idx="443">
                  <c:v>3.2</c:v>
                </c:pt>
                <c:pt idx="444">
                  <c:v>3.2</c:v>
                </c:pt>
                <c:pt idx="445">
                  <c:v>3.2</c:v>
                </c:pt>
                <c:pt idx="446">
                  <c:v>3.2</c:v>
                </c:pt>
                <c:pt idx="447">
                  <c:v>3.2</c:v>
                </c:pt>
                <c:pt idx="448">
                  <c:v>3.2</c:v>
                </c:pt>
                <c:pt idx="449">
                  <c:v>3.2</c:v>
                </c:pt>
                <c:pt idx="450">
                  <c:v>3.2321399999999998</c:v>
                </c:pt>
                <c:pt idx="451">
                  <c:v>3.49533</c:v>
                </c:pt>
                <c:pt idx="452">
                  <c:v>3.49526</c:v>
                </c:pt>
                <c:pt idx="453">
                  <c:v>3.4952100000000002</c:v>
                </c:pt>
                <c:pt idx="454">
                  <c:v>3.49518</c:v>
                </c:pt>
                <c:pt idx="455">
                  <c:v>3.4623000000000004</c:v>
                </c:pt>
                <c:pt idx="456">
                  <c:v>3.2225199999999998</c:v>
                </c:pt>
                <c:pt idx="457">
                  <c:v>3.20187</c:v>
                </c:pt>
                <c:pt idx="458">
                  <c:v>3.2010399999999999</c:v>
                </c:pt>
                <c:pt idx="459">
                  <c:v>3.2137699999999998</c:v>
                </c:pt>
                <c:pt idx="460">
                  <c:v>3.1942199999999996</c:v>
                </c:pt>
                <c:pt idx="461">
                  <c:v>3.2114099999999999</c:v>
                </c:pt>
                <c:pt idx="462">
                  <c:v>3.1917300000000002</c:v>
                </c:pt>
                <c:pt idx="463">
                  <c:v>3.1916199999999999</c:v>
                </c:pt>
                <c:pt idx="464">
                  <c:v>3.1915999999999998</c:v>
                </c:pt>
                <c:pt idx="465">
                  <c:v>3.2124800000000002</c:v>
                </c:pt>
                <c:pt idx="466">
                  <c:v>3.2147700000000001</c:v>
                </c:pt>
                <c:pt idx="467">
                  <c:v>3.2188099999999999</c:v>
                </c:pt>
                <c:pt idx="468">
                  <c:v>3.2188000000000003</c:v>
                </c:pt>
                <c:pt idx="469">
                  <c:v>3.2187700000000001</c:v>
                </c:pt>
                <c:pt idx="470">
                  <c:v>3.2187700000000001</c:v>
                </c:pt>
                <c:pt idx="471">
                  <c:v>3.2187700000000001</c:v>
                </c:pt>
                <c:pt idx="472">
                  <c:v>3.2187700000000001</c:v>
                </c:pt>
                <c:pt idx="473">
                  <c:v>3.2107399999999999</c:v>
                </c:pt>
                <c:pt idx="474">
                  <c:v>3.1917900000000001</c:v>
                </c:pt>
                <c:pt idx="475">
                  <c:v>3.1893800000000003</c:v>
                </c:pt>
                <c:pt idx="476">
                  <c:v>3.2050000000000001</c:v>
                </c:pt>
                <c:pt idx="477">
                  <c:v>3.2050300000000003</c:v>
                </c:pt>
                <c:pt idx="478">
                  <c:v>3.2050500000000004</c:v>
                </c:pt>
                <c:pt idx="479">
                  <c:v>3.2051100000000003</c:v>
                </c:pt>
                <c:pt idx="480">
                  <c:v>3.2044800000000002</c:v>
                </c:pt>
                <c:pt idx="481">
                  <c:v>3.2047099999999999</c:v>
                </c:pt>
                <c:pt idx="482">
                  <c:v>3.2047699999999999</c:v>
                </c:pt>
                <c:pt idx="483">
                  <c:v>3.2123699999999999</c:v>
                </c:pt>
                <c:pt idx="484">
                  <c:v>3.2124299999999999</c:v>
                </c:pt>
                <c:pt idx="485">
                  <c:v>3.1929099999999999</c:v>
                </c:pt>
                <c:pt idx="486">
                  <c:v>3.1923600000000003</c:v>
                </c:pt>
                <c:pt idx="487">
                  <c:v>3.2007399999999997</c:v>
                </c:pt>
                <c:pt idx="488">
                  <c:v>3.2128699999999997</c:v>
                </c:pt>
                <c:pt idx="489">
                  <c:v>3.2703000000000002</c:v>
                </c:pt>
                <c:pt idx="490">
                  <c:v>3.2110100000000004</c:v>
                </c:pt>
                <c:pt idx="491">
                  <c:v>3.2197600000000004</c:v>
                </c:pt>
                <c:pt idx="492">
                  <c:v>3.2158800000000003</c:v>
                </c:pt>
                <c:pt idx="493">
                  <c:v>3.2096399999999998</c:v>
                </c:pt>
                <c:pt idx="494">
                  <c:v>3.2</c:v>
                </c:pt>
                <c:pt idx="495">
                  <c:v>3.2</c:v>
                </c:pt>
                <c:pt idx="496">
                  <c:v>3.2</c:v>
                </c:pt>
                <c:pt idx="497">
                  <c:v>3.2</c:v>
                </c:pt>
                <c:pt idx="498">
                  <c:v>3.2</c:v>
                </c:pt>
                <c:pt idx="499">
                  <c:v>3.2</c:v>
                </c:pt>
                <c:pt idx="500">
                  <c:v>3.2</c:v>
                </c:pt>
                <c:pt idx="501">
                  <c:v>3.2</c:v>
                </c:pt>
                <c:pt idx="502">
                  <c:v>3.2</c:v>
                </c:pt>
                <c:pt idx="503">
                  <c:v>3.0722899999999997</c:v>
                </c:pt>
                <c:pt idx="504">
                  <c:v>3.0711300000000001</c:v>
                </c:pt>
                <c:pt idx="505">
                  <c:v>3.06942</c:v>
                </c:pt>
                <c:pt idx="506">
                  <c:v>3.0653099999999998</c:v>
                </c:pt>
                <c:pt idx="507">
                  <c:v>3.0684</c:v>
                </c:pt>
                <c:pt idx="508">
                  <c:v>3.0659200000000002</c:v>
                </c:pt>
                <c:pt idx="509">
                  <c:v>3.0639400000000001</c:v>
                </c:pt>
                <c:pt idx="510">
                  <c:v>3.42</c:v>
                </c:pt>
                <c:pt idx="511">
                  <c:v>3.6477399999999998</c:v>
                </c:pt>
                <c:pt idx="512">
                  <c:v>3.6430599999999997</c:v>
                </c:pt>
                <c:pt idx="513">
                  <c:v>3.6060400000000001</c:v>
                </c:pt>
                <c:pt idx="514">
                  <c:v>3.5758100000000002</c:v>
                </c:pt>
                <c:pt idx="515">
                  <c:v>3.55775</c:v>
                </c:pt>
                <c:pt idx="516">
                  <c:v>3.5581</c:v>
                </c:pt>
                <c:pt idx="517">
                  <c:v>3.5819200000000002</c:v>
                </c:pt>
                <c:pt idx="518">
                  <c:v>3.5952899999999999</c:v>
                </c:pt>
                <c:pt idx="519">
                  <c:v>3.6127899999999999</c:v>
                </c:pt>
                <c:pt idx="520">
                  <c:v>3.6384400000000001</c:v>
                </c:pt>
                <c:pt idx="521">
                  <c:v>3.653</c:v>
                </c:pt>
                <c:pt idx="522">
                  <c:v>3.6584299999999996</c:v>
                </c:pt>
                <c:pt idx="523">
                  <c:v>3.6622699999999999</c:v>
                </c:pt>
                <c:pt idx="524">
                  <c:v>3.6696200000000001</c:v>
                </c:pt>
                <c:pt idx="525">
                  <c:v>3.6737899999999999</c:v>
                </c:pt>
                <c:pt idx="526">
                  <c:v>3.67557</c:v>
                </c:pt>
                <c:pt idx="527">
                  <c:v>3.66107</c:v>
                </c:pt>
                <c:pt idx="528">
                  <c:v>3.6480900000000003</c:v>
                </c:pt>
                <c:pt idx="529">
                  <c:v>3.6405100000000004</c:v>
                </c:pt>
                <c:pt idx="530">
                  <c:v>3.63761</c:v>
                </c:pt>
                <c:pt idx="531">
                  <c:v>3.6661899999999998</c:v>
                </c:pt>
                <c:pt idx="532">
                  <c:v>3.70214</c:v>
                </c:pt>
                <c:pt idx="533">
                  <c:v>3.7084600000000001</c:v>
                </c:pt>
                <c:pt idx="534">
                  <c:v>3.72214</c:v>
                </c:pt>
                <c:pt idx="535">
                  <c:v>3.7878099999999999</c:v>
                </c:pt>
                <c:pt idx="536">
                  <c:v>3.8959999999999999</c:v>
                </c:pt>
                <c:pt idx="537">
                  <c:v>3.9004699999999999</c:v>
                </c:pt>
                <c:pt idx="538">
                  <c:v>3.9024699999999997</c:v>
                </c:pt>
                <c:pt idx="539">
                  <c:v>3.9075300000000004</c:v>
                </c:pt>
                <c:pt idx="540">
                  <c:v>3.9086500000000002</c:v>
                </c:pt>
                <c:pt idx="541">
                  <c:v>3.9109099999999999</c:v>
                </c:pt>
                <c:pt idx="542">
                  <c:v>3.9123099999999997</c:v>
                </c:pt>
                <c:pt idx="543">
                  <c:v>3.2</c:v>
                </c:pt>
                <c:pt idx="544">
                  <c:v>3.2</c:v>
                </c:pt>
                <c:pt idx="545">
                  <c:v>3.2</c:v>
                </c:pt>
                <c:pt idx="546">
                  <c:v>3.2</c:v>
                </c:pt>
                <c:pt idx="547">
                  <c:v>3.2</c:v>
                </c:pt>
                <c:pt idx="548">
                  <c:v>3.2</c:v>
                </c:pt>
                <c:pt idx="549">
                  <c:v>3.2</c:v>
                </c:pt>
                <c:pt idx="550">
                  <c:v>3.2</c:v>
                </c:pt>
                <c:pt idx="551">
                  <c:v>3.2</c:v>
                </c:pt>
                <c:pt idx="552">
                  <c:v>3.8198699999999999</c:v>
                </c:pt>
                <c:pt idx="553">
                  <c:v>3.8198699999999999</c:v>
                </c:pt>
                <c:pt idx="554">
                  <c:v>3.2</c:v>
                </c:pt>
                <c:pt idx="555">
                  <c:v>3.2</c:v>
                </c:pt>
                <c:pt idx="556">
                  <c:v>3.2</c:v>
                </c:pt>
                <c:pt idx="557">
                  <c:v>3.0680399999999999</c:v>
                </c:pt>
                <c:pt idx="558">
                  <c:v>3.06027</c:v>
                </c:pt>
                <c:pt idx="559">
                  <c:v>3.0543200000000001</c:v>
                </c:pt>
                <c:pt idx="560">
                  <c:v>3.0510300000000004</c:v>
                </c:pt>
                <c:pt idx="561">
                  <c:v>3.2579600000000002</c:v>
                </c:pt>
                <c:pt idx="562">
                  <c:v>3.2422399999999998</c:v>
                </c:pt>
                <c:pt idx="563">
                  <c:v>3.2558499999999997</c:v>
                </c:pt>
                <c:pt idx="564">
                  <c:v>3.2703800000000003</c:v>
                </c:pt>
                <c:pt idx="565">
                  <c:v>3.3208800000000003</c:v>
                </c:pt>
                <c:pt idx="566">
                  <c:v>3.3346799999999996</c:v>
                </c:pt>
                <c:pt idx="567">
                  <c:v>3.34734</c:v>
                </c:pt>
                <c:pt idx="568">
                  <c:v>3.3624200000000002</c:v>
                </c:pt>
                <c:pt idx="569">
                  <c:v>3.36233</c:v>
                </c:pt>
                <c:pt idx="570">
                  <c:v>3.3765500000000004</c:v>
                </c:pt>
                <c:pt idx="571">
                  <c:v>3.3924300000000001</c:v>
                </c:pt>
                <c:pt idx="572">
                  <c:v>3.4158900000000001</c:v>
                </c:pt>
                <c:pt idx="573">
                  <c:v>3.4405700000000001</c:v>
                </c:pt>
                <c:pt idx="574">
                  <c:v>3.4556799999999996</c:v>
                </c:pt>
                <c:pt idx="575">
                  <c:v>3.4636499999999999</c:v>
                </c:pt>
                <c:pt idx="576">
                  <c:v>3.46698</c:v>
                </c:pt>
                <c:pt idx="577">
                  <c:v>3.4735300000000002</c:v>
                </c:pt>
                <c:pt idx="578">
                  <c:v>3.47987</c:v>
                </c:pt>
                <c:pt idx="579">
                  <c:v>3.4868399999999999</c:v>
                </c:pt>
                <c:pt idx="580">
                  <c:v>3.4846599999999999</c:v>
                </c:pt>
                <c:pt idx="581">
                  <c:v>3.46353</c:v>
                </c:pt>
                <c:pt idx="582">
                  <c:v>3.45689</c:v>
                </c:pt>
                <c:pt idx="583">
                  <c:v>3.45</c:v>
                </c:pt>
                <c:pt idx="584">
                  <c:v>3.4464699999999997</c:v>
                </c:pt>
                <c:pt idx="585">
                  <c:v>3.4490500000000002</c:v>
                </c:pt>
                <c:pt idx="586">
                  <c:v>3.4566999999999997</c:v>
                </c:pt>
                <c:pt idx="587">
                  <c:v>3.5044200000000001</c:v>
                </c:pt>
                <c:pt idx="588">
                  <c:v>3.6293200000000003</c:v>
                </c:pt>
                <c:pt idx="589">
                  <c:v>3.44455</c:v>
                </c:pt>
                <c:pt idx="590">
                  <c:v>3.4482399999999997</c:v>
                </c:pt>
                <c:pt idx="591">
                  <c:v>3.4508800000000002</c:v>
                </c:pt>
                <c:pt idx="592">
                  <c:v>3.5224299999999999</c:v>
                </c:pt>
                <c:pt idx="593">
                  <c:v>3.4509300000000001</c:v>
                </c:pt>
                <c:pt idx="594">
                  <c:v>3.46062</c:v>
                </c:pt>
                <c:pt idx="595">
                  <c:v>3.46543</c:v>
                </c:pt>
                <c:pt idx="596">
                  <c:v>3.4580799999999998</c:v>
                </c:pt>
                <c:pt idx="597">
                  <c:v>3.2</c:v>
                </c:pt>
                <c:pt idx="598">
                  <c:v>3.2</c:v>
                </c:pt>
                <c:pt idx="599">
                  <c:v>3.2</c:v>
                </c:pt>
                <c:pt idx="600">
                  <c:v>3.2</c:v>
                </c:pt>
                <c:pt idx="601">
                  <c:v>3.2</c:v>
                </c:pt>
                <c:pt idx="602">
                  <c:v>3.2</c:v>
                </c:pt>
                <c:pt idx="603">
                  <c:v>3.2</c:v>
                </c:pt>
                <c:pt idx="604">
                  <c:v>3.2</c:v>
                </c:pt>
                <c:pt idx="605">
                  <c:v>3.2</c:v>
                </c:pt>
                <c:pt idx="606">
                  <c:v>3.8</c:v>
                </c:pt>
                <c:pt idx="607">
                  <c:v>3.8198699999999999</c:v>
                </c:pt>
                <c:pt idx="608">
                  <c:v>3.2</c:v>
                </c:pt>
                <c:pt idx="609">
                  <c:v>3.2</c:v>
                </c:pt>
                <c:pt idx="610">
                  <c:v>3.2</c:v>
                </c:pt>
                <c:pt idx="611">
                  <c:v>3.2364299999999999</c:v>
                </c:pt>
                <c:pt idx="612">
                  <c:v>3.23326</c:v>
                </c:pt>
                <c:pt idx="613">
                  <c:v>3.2271999999999998</c:v>
                </c:pt>
                <c:pt idx="614">
                  <c:v>3.2242800000000003</c:v>
                </c:pt>
                <c:pt idx="615">
                  <c:v>3.1823399999999999</c:v>
                </c:pt>
                <c:pt idx="616">
                  <c:v>3.1816</c:v>
                </c:pt>
                <c:pt idx="617">
                  <c:v>3.0900300000000001</c:v>
                </c:pt>
                <c:pt idx="618">
                  <c:v>3.1368100000000001</c:v>
                </c:pt>
                <c:pt idx="619">
                  <c:v>3.0184600000000001</c:v>
                </c:pt>
                <c:pt idx="620">
                  <c:v>3.03078</c:v>
                </c:pt>
                <c:pt idx="621">
                  <c:v>3.0550600000000001</c:v>
                </c:pt>
                <c:pt idx="622">
                  <c:v>3.1691400000000001</c:v>
                </c:pt>
                <c:pt idx="623">
                  <c:v>3.2314600000000002</c:v>
                </c:pt>
                <c:pt idx="624">
                  <c:v>3.23712</c:v>
                </c:pt>
                <c:pt idx="625">
                  <c:v>3.2362299999999999</c:v>
                </c:pt>
                <c:pt idx="626">
                  <c:v>3.2389200000000002</c:v>
                </c:pt>
                <c:pt idx="627">
                  <c:v>3.2410399999999999</c:v>
                </c:pt>
                <c:pt idx="628">
                  <c:v>3.24898</c:v>
                </c:pt>
                <c:pt idx="629">
                  <c:v>3.2502399999999998</c:v>
                </c:pt>
                <c:pt idx="630">
                  <c:v>3.2536399999999999</c:v>
                </c:pt>
                <c:pt idx="631">
                  <c:v>3.2520199999999999</c:v>
                </c:pt>
                <c:pt idx="632">
                  <c:v>3.2515100000000001</c:v>
                </c:pt>
                <c:pt idx="633">
                  <c:v>3.2522500000000001</c:v>
                </c:pt>
                <c:pt idx="634">
                  <c:v>3.254</c:v>
                </c:pt>
                <c:pt idx="635">
                  <c:v>3.2458499999999999</c:v>
                </c:pt>
                <c:pt idx="636">
                  <c:v>3.2450900000000003</c:v>
                </c:pt>
                <c:pt idx="637">
                  <c:v>3.2403000000000004</c:v>
                </c:pt>
                <c:pt idx="638">
                  <c:v>3.2404899999999999</c:v>
                </c:pt>
                <c:pt idx="639">
                  <c:v>3.2422900000000001</c:v>
                </c:pt>
                <c:pt idx="640">
                  <c:v>3.2433899999999998</c:v>
                </c:pt>
                <c:pt idx="641">
                  <c:v>3.24397</c:v>
                </c:pt>
                <c:pt idx="642">
                  <c:v>3.2518000000000002</c:v>
                </c:pt>
                <c:pt idx="643">
                  <c:v>3.2437499999999999</c:v>
                </c:pt>
                <c:pt idx="644">
                  <c:v>3.2448600000000001</c:v>
                </c:pt>
                <c:pt idx="645">
                  <c:v>3.2454200000000002</c:v>
                </c:pt>
                <c:pt idx="646">
                  <c:v>3.2455599999999998</c:v>
                </c:pt>
                <c:pt idx="647">
                  <c:v>3.24661</c:v>
                </c:pt>
                <c:pt idx="648">
                  <c:v>3.24614</c:v>
                </c:pt>
                <c:pt idx="649">
                  <c:v>3.2501199999999999</c:v>
                </c:pt>
                <c:pt idx="650">
                  <c:v>3.2498299999999998</c:v>
                </c:pt>
                <c:pt idx="651">
                  <c:v>3.2</c:v>
                </c:pt>
                <c:pt idx="652">
                  <c:v>3.2</c:v>
                </c:pt>
                <c:pt idx="653">
                  <c:v>3.2</c:v>
                </c:pt>
                <c:pt idx="654">
                  <c:v>3.2</c:v>
                </c:pt>
                <c:pt idx="655">
                  <c:v>3.2</c:v>
                </c:pt>
                <c:pt idx="656">
                  <c:v>3.2</c:v>
                </c:pt>
                <c:pt idx="657">
                  <c:v>3.2</c:v>
                </c:pt>
                <c:pt idx="658">
                  <c:v>3.2</c:v>
                </c:pt>
                <c:pt idx="659">
                  <c:v>3.2</c:v>
                </c:pt>
                <c:pt idx="660">
                  <c:v>3.2</c:v>
                </c:pt>
                <c:pt idx="661">
                  <c:v>3.2</c:v>
                </c:pt>
                <c:pt idx="662">
                  <c:v>3.2</c:v>
                </c:pt>
                <c:pt idx="663">
                  <c:v>3.2</c:v>
                </c:pt>
                <c:pt idx="664">
                  <c:v>3.2499000000000002</c:v>
                </c:pt>
                <c:pt idx="665">
                  <c:v>3.2498800000000001</c:v>
                </c:pt>
                <c:pt idx="666">
                  <c:v>3.2598200000000004</c:v>
                </c:pt>
                <c:pt idx="667">
                  <c:v>3.2597800000000001</c:v>
                </c:pt>
                <c:pt idx="668">
                  <c:v>3.2408800000000002</c:v>
                </c:pt>
                <c:pt idx="669">
                  <c:v>3.22533</c:v>
                </c:pt>
                <c:pt idx="670">
                  <c:v>3.2238899999999999</c:v>
                </c:pt>
                <c:pt idx="671">
                  <c:v>3.2221299999999999</c:v>
                </c:pt>
                <c:pt idx="672">
                  <c:v>3.2221599999999997</c:v>
                </c:pt>
                <c:pt idx="673">
                  <c:v>3.2301500000000001</c:v>
                </c:pt>
                <c:pt idx="674">
                  <c:v>3.2351100000000002</c:v>
                </c:pt>
                <c:pt idx="675">
                  <c:v>3.2397100000000001</c:v>
                </c:pt>
                <c:pt idx="676">
                  <c:v>3.2216499999999999</c:v>
                </c:pt>
                <c:pt idx="677">
                  <c:v>3.2284299999999999</c:v>
                </c:pt>
                <c:pt idx="678">
                  <c:v>3.2367499999999998</c:v>
                </c:pt>
                <c:pt idx="679">
                  <c:v>3.2501199999999999</c:v>
                </c:pt>
                <c:pt idx="680">
                  <c:v>3.2632500000000002</c:v>
                </c:pt>
                <c:pt idx="681">
                  <c:v>3.2694099999999997</c:v>
                </c:pt>
                <c:pt idx="682">
                  <c:v>3.2727499999999998</c:v>
                </c:pt>
                <c:pt idx="683">
                  <c:v>3.2736100000000001</c:v>
                </c:pt>
                <c:pt idx="684">
                  <c:v>3.27982</c:v>
                </c:pt>
                <c:pt idx="685">
                  <c:v>3.2813499999999998</c:v>
                </c:pt>
                <c:pt idx="686">
                  <c:v>3.28139</c:v>
                </c:pt>
                <c:pt idx="687">
                  <c:v>3.27989</c:v>
                </c:pt>
                <c:pt idx="688">
                  <c:v>3.2752600000000003</c:v>
                </c:pt>
                <c:pt idx="689">
                  <c:v>3.26966</c:v>
                </c:pt>
                <c:pt idx="690">
                  <c:v>3.2728099999999998</c:v>
                </c:pt>
                <c:pt idx="691">
                  <c:v>3.2711399999999999</c:v>
                </c:pt>
                <c:pt idx="692">
                  <c:v>3.2711700000000001</c:v>
                </c:pt>
                <c:pt idx="693">
                  <c:v>3.2733300000000001</c:v>
                </c:pt>
                <c:pt idx="694">
                  <c:v>3.2749999999999999</c:v>
                </c:pt>
                <c:pt idx="695">
                  <c:v>3.2742499999999999</c:v>
                </c:pt>
                <c:pt idx="696">
                  <c:v>3.2784499999999999</c:v>
                </c:pt>
                <c:pt idx="697">
                  <c:v>3.28125</c:v>
                </c:pt>
                <c:pt idx="698">
                  <c:v>3.2816199999999998</c:v>
                </c:pt>
                <c:pt idx="699">
                  <c:v>3.2840799999999999</c:v>
                </c:pt>
                <c:pt idx="700">
                  <c:v>3.31738</c:v>
                </c:pt>
                <c:pt idx="701">
                  <c:v>3.3264499999999999</c:v>
                </c:pt>
                <c:pt idx="702">
                  <c:v>3.3066399999999998</c:v>
                </c:pt>
                <c:pt idx="703">
                  <c:v>3.2792399999999997</c:v>
                </c:pt>
                <c:pt idx="704">
                  <c:v>3.1151599999999999</c:v>
                </c:pt>
                <c:pt idx="705">
                  <c:v>3.1219000000000001</c:v>
                </c:pt>
                <c:pt idx="706">
                  <c:v>3.1284899999999998</c:v>
                </c:pt>
                <c:pt idx="707">
                  <c:v>3.1369899999999999</c:v>
                </c:pt>
                <c:pt idx="708">
                  <c:v>3.2</c:v>
                </c:pt>
                <c:pt idx="709">
                  <c:v>3.2</c:v>
                </c:pt>
                <c:pt idx="710">
                  <c:v>3.2</c:v>
                </c:pt>
                <c:pt idx="711">
                  <c:v>3.2</c:v>
                </c:pt>
                <c:pt idx="712">
                  <c:v>3.2</c:v>
                </c:pt>
                <c:pt idx="713">
                  <c:v>3.2</c:v>
                </c:pt>
                <c:pt idx="714">
                  <c:v>3.2</c:v>
                </c:pt>
                <c:pt idx="715">
                  <c:v>3.25</c:v>
                </c:pt>
                <c:pt idx="716">
                  <c:v>3.4980900000000004</c:v>
                </c:pt>
                <c:pt idx="717">
                  <c:v>3.49743</c:v>
                </c:pt>
                <c:pt idx="718">
                  <c:v>3.4966300000000001</c:v>
                </c:pt>
                <c:pt idx="719">
                  <c:v>3.4958100000000001</c:v>
                </c:pt>
                <c:pt idx="720">
                  <c:v>3.4080900000000001</c:v>
                </c:pt>
                <c:pt idx="721">
                  <c:v>3.4055800000000001</c:v>
                </c:pt>
                <c:pt idx="722">
                  <c:v>3.3993099999999998</c:v>
                </c:pt>
                <c:pt idx="723">
                  <c:v>3.39357</c:v>
                </c:pt>
                <c:pt idx="724">
                  <c:v>3.38734</c:v>
                </c:pt>
                <c:pt idx="725">
                  <c:v>3.38</c:v>
                </c:pt>
                <c:pt idx="726">
                  <c:v>3.3734000000000002</c:v>
                </c:pt>
                <c:pt idx="727">
                  <c:v>3.37107</c:v>
                </c:pt>
                <c:pt idx="728">
                  <c:v>3.2967</c:v>
                </c:pt>
                <c:pt idx="729">
                  <c:v>3.29942</c:v>
                </c:pt>
                <c:pt idx="730">
                  <c:v>3.29739</c:v>
                </c:pt>
                <c:pt idx="731">
                  <c:v>3.2939099999999999</c:v>
                </c:pt>
                <c:pt idx="732">
                  <c:v>3.2906200000000001</c:v>
                </c:pt>
                <c:pt idx="733">
                  <c:v>3.2891699999999999</c:v>
                </c:pt>
                <c:pt idx="734">
                  <c:v>3.28939</c:v>
                </c:pt>
                <c:pt idx="735">
                  <c:v>3.2894899999999998</c:v>
                </c:pt>
                <c:pt idx="736">
                  <c:v>3.29413</c:v>
                </c:pt>
                <c:pt idx="737">
                  <c:v>3.2941500000000001</c:v>
                </c:pt>
                <c:pt idx="738">
                  <c:v>3.2941199999999999</c:v>
                </c:pt>
                <c:pt idx="739">
                  <c:v>3.2932399999999999</c:v>
                </c:pt>
                <c:pt idx="740">
                  <c:v>3.2922800000000003</c:v>
                </c:pt>
                <c:pt idx="741">
                  <c:v>3.2930799999999998</c:v>
                </c:pt>
                <c:pt idx="742">
                  <c:v>3.2874400000000001</c:v>
                </c:pt>
                <c:pt idx="743">
                  <c:v>3.2875199999999998</c:v>
                </c:pt>
                <c:pt idx="744">
                  <c:v>3.2877700000000001</c:v>
                </c:pt>
                <c:pt idx="745">
                  <c:v>3.2879899999999997</c:v>
                </c:pt>
                <c:pt idx="746">
                  <c:v>3.28809</c:v>
                </c:pt>
                <c:pt idx="747">
                  <c:v>3.2898200000000002</c:v>
                </c:pt>
                <c:pt idx="748">
                  <c:v>3.2867800000000003</c:v>
                </c:pt>
                <c:pt idx="749">
                  <c:v>3.2870999999999997</c:v>
                </c:pt>
                <c:pt idx="750">
                  <c:v>3.2873600000000001</c:v>
                </c:pt>
                <c:pt idx="751">
                  <c:v>3.2875799999999997</c:v>
                </c:pt>
                <c:pt idx="752">
                  <c:v>3.2414099999999997</c:v>
                </c:pt>
                <c:pt idx="753">
                  <c:v>3.2442699999999998</c:v>
                </c:pt>
                <c:pt idx="754">
                  <c:v>3.2462900000000001</c:v>
                </c:pt>
                <c:pt idx="755">
                  <c:v>3.2458800000000001</c:v>
                </c:pt>
                <c:pt idx="756">
                  <c:v>3.21713</c:v>
                </c:pt>
                <c:pt idx="757">
                  <c:v>3.2126300000000003</c:v>
                </c:pt>
                <c:pt idx="758">
                  <c:v>3.2072600000000002</c:v>
                </c:pt>
                <c:pt idx="759">
                  <c:v>3.1916700000000002</c:v>
                </c:pt>
                <c:pt idx="760">
                  <c:v>3.2</c:v>
                </c:pt>
                <c:pt idx="761">
                  <c:v>3.2</c:v>
                </c:pt>
                <c:pt idx="762">
                  <c:v>3.2</c:v>
                </c:pt>
                <c:pt idx="763">
                  <c:v>3.2</c:v>
                </c:pt>
                <c:pt idx="764">
                  <c:v>3.2</c:v>
                </c:pt>
                <c:pt idx="765">
                  <c:v>3.2</c:v>
                </c:pt>
                <c:pt idx="766">
                  <c:v>3.2</c:v>
                </c:pt>
                <c:pt idx="767">
                  <c:v>3.2</c:v>
                </c:pt>
                <c:pt idx="768">
                  <c:v>3.0783400000000003</c:v>
                </c:pt>
                <c:pt idx="769">
                  <c:v>3.0722800000000001</c:v>
                </c:pt>
                <c:pt idx="770">
                  <c:v>3.07368</c:v>
                </c:pt>
                <c:pt idx="771">
                  <c:v>3.0705100000000001</c:v>
                </c:pt>
                <c:pt idx="772">
                  <c:v>3.05627</c:v>
                </c:pt>
                <c:pt idx="773">
                  <c:v>3.21313</c:v>
                </c:pt>
                <c:pt idx="774">
                  <c:v>3.2715000000000001</c:v>
                </c:pt>
                <c:pt idx="775">
                  <c:v>3.34971</c:v>
                </c:pt>
                <c:pt idx="776">
                  <c:v>3.4068200000000002</c:v>
                </c:pt>
                <c:pt idx="777">
                  <c:v>3.39968</c:v>
                </c:pt>
                <c:pt idx="778">
                  <c:v>3.3889299999999998</c:v>
                </c:pt>
                <c:pt idx="779">
                  <c:v>3.3841900000000003</c:v>
                </c:pt>
                <c:pt idx="780">
                  <c:v>3.3875999999999999</c:v>
                </c:pt>
                <c:pt idx="781">
                  <c:v>3.3816100000000002</c:v>
                </c:pt>
                <c:pt idx="782">
                  <c:v>3.3770500000000001</c:v>
                </c:pt>
                <c:pt idx="783">
                  <c:v>3.36219</c:v>
                </c:pt>
                <c:pt idx="784">
                  <c:v>3.35805</c:v>
                </c:pt>
                <c:pt idx="785">
                  <c:v>3.3556699999999999</c:v>
                </c:pt>
                <c:pt idx="786">
                  <c:v>3.3534200000000003</c:v>
                </c:pt>
                <c:pt idx="787">
                  <c:v>3.35243</c:v>
                </c:pt>
                <c:pt idx="788">
                  <c:v>3.3514499999999998</c:v>
                </c:pt>
                <c:pt idx="789">
                  <c:v>3.35141</c:v>
                </c:pt>
                <c:pt idx="790">
                  <c:v>3.3520599999999998</c:v>
                </c:pt>
                <c:pt idx="791">
                  <c:v>3.3528800000000003</c:v>
                </c:pt>
                <c:pt idx="792">
                  <c:v>3.3551799999999998</c:v>
                </c:pt>
                <c:pt idx="793">
                  <c:v>3.3609200000000001</c:v>
                </c:pt>
                <c:pt idx="794">
                  <c:v>3.3655300000000001</c:v>
                </c:pt>
                <c:pt idx="795">
                  <c:v>3.3662199999999998</c:v>
                </c:pt>
                <c:pt idx="796">
                  <c:v>3.3655900000000001</c:v>
                </c:pt>
                <c:pt idx="797">
                  <c:v>3.36314</c:v>
                </c:pt>
                <c:pt idx="798">
                  <c:v>3.3600599999999998</c:v>
                </c:pt>
                <c:pt idx="799">
                  <c:v>3.3586</c:v>
                </c:pt>
                <c:pt idx="800">
                  <c:v>3.3593299999999999</c:v>
                </c:pt>
                <c:pt idx="801">
                  <c:v>3.3587500000000001</c:v>
                </c:pt>
                <c:pt idx="802">
                  <c:v>3.3580199999999998</c:v>
                </c:pt>
                <c:pt idx="803">
                  <c:v>3.3594899999999996</c:v>
                </c:pt>
                <c:pt idx="804">
                  <c:v>3.3609899999999997</c:v>
                </c:pt>
                <c:pt idx="805">
                  <c:v>3.3628800000000001</c:v>
                </c:pt>
                <c:pt idx="806">
                  <c:v>3.3633800000000003</c:v>
                </c:pt>
                <c:pt idx="807">
                  <c:v>3.3501500000000002</c:v>
                </c:pt>
                <c:pt idx="808">
                  <c:v>3.2</c:v>
                </c:pt>
                <c:pt idx="809">
                  <c:v>3.2</c:v>
                </c:pt>
                <c:pt idx="810">
                  <c:v>3.2</c:v>
                </c:pt>
                <c:pt idx="811">
                  <c:v>3.2</c:v>
                </c:pt>
                <c:pt idx="812">
                  <c:v>3.2</c:v>
                </c:pt>
                <c:pt idx="813">
                  <c:v>3.2</c:v>
                </c:pt>
                <c:pt idx="814">
                  <c:v>3.2</c:v>
                </c:pt>
                <c:pt idx="815">
                  <c:v>3.2</c:v>
                </c:pt>
                <c:pt idx="816">
                  <c:v>3.2</c:v>
                </c:pt>
                <c:pt idx="817">
                  <c:v>3.2</c:v>
                </c:pt>
                <c:pt idx="818">
                  <c:v>3.2</c:v>
                </c:pt>
                <c:pt idx="819">
                  <c:v>3.2</c:v>
                </c:pt>
                <c:pt idx="820">
                  <c:v>3.2796500000000002</c:v>
                </c:pt>
                <c:pt idx="821">
                  <c:v>3.28274</c:v>
                </c:pt>
                <c:pt idx="822">
                  <c:v>3.28254</c:v>
                </c:pt>
                <c:pt idx="823">
                  <c:v>3.2859400000000001</c:v>
                </c:pt>
                <c:pt idx="824">
                  <c:v>3.2899600000000002</c:v>
                </c:pt>
                <c:pt idx="825">
                  <c:v>3.2917199999999998</c:v>
                </c:pt>
                <c:pt idx="826">
                  <c:v>3.2930300000000003</c:v>
                </c:pt>
                <c:pt idx="827">
                  <c:v>3.2928099999999998</c:v>
                </c:pt>
                <c:pt idx="828">
                  <c:v>3.2927</c:v>
                </c:pt>
                <c:pt idx="829">
                  <c:v>3.3900999999999999</c:v>
                </c:pt>
                <c:pt idx="830">
                  <c:v>3.3933599999999999</c:v>
                </c:pt>
                <c:pt idx="831">
                  <c:v>3.39493</c:v>
                </c:pt>
                <c:pt idx="832">
                  <c:v>3.20166</c:v>
                </c:pt>
                <c:pt idx="833">
                  <c:v>3.2017399999999996</c:v>
                </c:pt>
                <c:pt idx="834">
                  <c:v>3.1846100000000002</c:v>
                </c:pt>
                <c:pt idx="835">
                  <c:v>3.1641999999999997</c:v>
                </c:pt>
                <c:pt idx="836">
                  <c:v>3.1846900000000002</c:v>
                </c:pt>
                <c:pt idx="837">
                  <c:v>3.18459</c:v>
                </c:pt>
                <c:pt idx="838">
                  <c:v>3.18452</c:v>
                </c:pt>
                <c:pt idx="839">
                  <c:v>3.1846000000000001</c:v>
                </c:pt>
                <c:pt idx="840">
                  <c:v>3.2019600000000001</c:v>
                </c:pt>
                <c:pt idx="841">
                  <c:v>3.2019699999999998</c:v>
                </c:pt>
                <c:pt idx="842">
                  <c:v>3.2166399999999999</c:v>
                </c:pt>
                <c:pt idx="843">
                  <c:v>3.2165900000000001</c:v>
                </c:pt>
                <c:pt idx="844">
                  <c:v>3.2165599999999999</c:v>
                </c:pt>
                <c:pt idx="845">
                  <c:v>3.2139600000000002</c:v>
                </c:pt>
                <c:pt idx="846">
                  <c:v>3.2139899999999999</c:v>
                </c:pt>
                <c:pt idx="847">
                  <c:v>3.2140300000000002</c:v>
                </c:pt>
                <c:pt idx="848">
                  <c:v>3.21631</c:v>
                </c:pt>
                <c:pt idx="849">
                  <c:v>3.2159</c:v>
                </c:pt>
                <c:pt idx="850">
                  <c:v>3.20112</c:v>
                </c:pt>
                <c:pt idx="851">
                  <c:v>3.2143699999999997</c:v>
                </c:pt>
                <c:pt idx="852">
                  <c:v>3.2139199999999999</c:v>
                </c:pt>
                <c:pt idx="853">
                  <c:v>3.2134899999999997</c:v>
                </c:pt>
                <c:pt idx="854">
                  <c:v>3.2132100000000001</c:v>
                </c:pt>
                <c:pt idx="855">
                  <c:v>3.1856</c:v>
                </c:pt>
                <c:pt idx="856">
                  <c:v>3.16811</c:v>
                </c:pt>
                <c:pt idx="857">
                  <c:v>3.1236100000000002</c:v>
                </c:pt>
                <c:pt idx="858">
                  <c:v>3.0576999999999996</c:v>
                </c:pt>
                <c:pt idx="859">
                  <c:v>3.0536799999999999</c:v>
                </c:pt>
                <c:pt idx="860">
                  <c:v>3.2</c:v>
                </c:pt>
                <c:pt idx="861">
                  <c:v>3.2</c:v>
                </c:pt>
                <c:pt idx="862">
                  <c:v>3.2</c:v>
                </c:pt>
                <c:pt idx="863">
                  <c:v>3.2</c:v>
                </c:pt>
                <c:pt idx="864">
                  <c:v>3.2</c:v>
                </c:pt>
                <c:pt idx="865">
                  <c:v>3.2</c:v>
                </c:pt>
                <c:pt idx="866">
                  <c:v>3.2</c:v>
                </c:pt>
                <c:pt idx="867">
                  <c:v>3.2</c:v>
                </c:pt>
                <c:pt idx="868">
                  <c:v>3.2</c:v>
                </c:pt>
                <c:pt idx="869">
                  <c:v>3.2</c:v>
                </c:pt>
                <c:pt idx="870">
                  <c:v>3.2</c:v>
                </c:pt>
                <c:pt idx="871">
                  <c:v>3.2</c:v>
                </c:pt>
                <c:pt idx="872">
                  <c:v>3.2</c:v>
                </c:pt>
                <c:pt idx="873">
                  <c:v>3.2</c:v>
                </c:pt>
                <c:pt idx="874">
                  <c:v>3.2</c:v>
                </c:pt>
                <c:pt idx="875">
                  <c:v>3.2</c:v>
                </c:pt>
                <c:pt idx="876">
                  <c:v>3.1692300000000002</c:v>
                </c:pt>
                <c:pt idx="877">
                  <c:v>3.1428600000000002</c:v>
                </c:pt>
                <c:pt idx="878">
                  <c:v>3.1157900000000001</c:v>
                </c:pt>
                <c:pt idx="879">
                  <c:v>3.0891599999999997</c:v>
                </c:pt>
                <c:pt idx="880">
                  <c:v>3.07273</c:v>
                </c:pt>
                <c:pt idx="881">
                  <c:v>3.0672800000000002</c:v>
                </c:pt>
                <c:pt idx="882">
                  <c:v>3.0553499999999998</c:v>
                </c:pt>
                <c:pt idx="883">
                  <c:v>3.0320500000000004</c:v>
                </c:pt>
                <c:pt idx="884">
                  <c:v>3.01675</c:v>
                </c:pt>
                <c:pt idx="885">
                  <c:v>3.00332</c:v>
                </c:pt>
                <c:pt idx="886">
                  <c:v>2.9931999999999999</c:v>
                </c:pt>
                <c:pt idx="887">
                  <c:v>2.98834</c:v>
                </c:pt>
                <c:pt idx="888">
                  <c:v>2.9868299999999999</c:v>
                </c:pt>
                <c:pt idx="889">
                  <c:v>2.9838800000000001</c:v>
                </c:pt>
                <c:pt idx="890">
                  <c:v>2.9838800000000001</c:v>
                </c:pt>
                <c:pt idx="891">
                  <c:v>2.9840300000000002</c:v>
                </c:pt>
                <c:pt idx="892">
                  <c:v>2.9869899999999996</c:v>
                </c:pt>
                <c:pt idx="893">
                  <c:v>2.9931999999999999</c:v>
                </c:pt>
                <c:pt idx="894">
                  <c:v>2.9964599999999999</c:v>
                </c:pt>
                <c:pt idx="895">
                  <c:v>2.9917699999999998</c:v>
                </c:pt>
                <c:pt idx="896">
                  <c:v>2.98882</c:v>
                </c:pt>
                <c:pt idx="897">
                  <c:v>2.9846500000000002</c:v>
                </c:pt>
                <c:pt idx="898">
                  <c:v>2.9765799999999998</c:v>
                </c:pt>
                <c:pt idx="899">
                  <c:v>2.9645900000000003</c:v>
                </c:pt>
                <c:pt idx="900">
                  <c:v>2.9625700000000004</c:v>
                </c:pt>
                <c:pt idx="901">
                  <c:v>2.95845</c:v>
                </c:pt>
                <c:pt idx="902">
                  <c:v>2.9546600000000001</c:v>
                </c:pt>
                <c:pt idx="903">
                  <c:v>2.95106</c:v>
                </c:pt>
                <c:pt idx="904">
                  <c:v>2.9552899999999998</c:v>
                </c:pt>
                <c:pt idx="905">
                  <c:v>2.9577399999999998</c:v>
                </c:pt>
                <c:pt idx="906">
                  <c:v>2.9581200000000001</c:v>
                </c:pt>
                <c:pt idx="907">
                  <c:v>2.9585100000000004</c:v>
                </c:pt>
                <c:pt idx="908">
                  <c:v>2.9632499999999999</c:v>
                </c:pt>
                <c:pt idx="909">
                  <c:v>3.2</c:v>
                </c:pt>
                <c:pt idx="910">
                  <c:v>3.2</c:v>
                </c:pt>
                <c:pt idx="911">
                  <c:v>2.8666700000000001</c:v>
                </c:pt>
                <c:pt idx="912">
                  <c:v>2.7630300000000001</c:v>
                </c:pt>
                <c:pt idx="913">
                  <c:v>2.7517499999999999</c:v>
                </c:pt>
                <c:pt idx="914">
                  <c:v>2.7559299999999998</c:v>
                </c:pt>
                <c:pt idx="915">
                  <c:v>2.7480199999999999</c:v>
                </c:pt>
                <c:pt idx="916">
                  <c:v>2.7501799999999998</c:v>
                </c:pt>
                <c:pt idx="917">
                  <c:v>2.7583699999999998</c:v>
                </c:pt>
                <c:pt idx="918">
                  <c:v>2.75868</c:v>
                </c:pt>
                <c:pt idx="919">
                  <c:v>2.7864200000000001</c:v>
                </c:pt>
                <c:pt idx="920">
                  <c:v>2.7922800000000003</c:v>
                </c:pt>
                <c:pt idx="921">
                  <c:v>2.7942</c:v>
                </c:pt>
                <c:pt idx="922">
                  <c:v>2.7959399999999999</c:v>
                </c:pt>
                <c:pt idx="923">
                  <c:v>2.7967499999999998</c:v>
                </c:pt>
                <c:pt idx="924">
                  <c:v>2.7968800000000003</c:v>
                </c:pt>
                <c:pt idx="925">
                  <c:v>2.7972299999999999</c:v>
                </c:pt>
                <c:pt idx="926">
                  <c:v>2.7979000000000003</c:v>
                </c:pt>
                <c:pt idx="927">
                  <c:v>2.79806</c:v>
                </c:pt>
                <c:pt idx="928">
                  <c:v>2.7982800000000001</c:v>
                </c:pt>
                <c:pt idx="929">
                  <c:v>2.7984400000000003</c:v>
                </c:pt>
                <c:pt idx="930">
                  <c:v>2.7987899999999999</c:v>
                </c:pt>
                <c:pt idx="931">
                  <c:v>2.7987299999999999</c:v>
                </c:pt>
                <c:pt idx="932">
                  <c:v>2.7987299999999999</c:v>
                </c:pt>
                <c:pt idx="933">
                  <c:v>2.7988400000000002</c:v>
                </c:pt>
                <c:pt idx="934">
                  <c:v>2.7990399999999998</c:v>
                </c:pt>
                <c:pt idx="935">
                  <c:v>2.7990399999999998</c:v>
                </c:pt>
                <c:pt idx="936">
                  <c:v>2.79928</c:v>
                </c:pt>
                <c:pt idx="937">
                  <c:v>2.7993399999999999</c:v>
                </c:pt>
                <c:pt idx="938">
                  <c:v>2.79969</c:v>
                </c:pt>
                <c:pt idx="939">
                  <c:v>2.7997800000000002</c:v>
                </c:pt>
                <c:pt idx="940">
                  <c:v>2.79989</c:v>
                </c:pt>
                <c:pt idx="941">
                  <c:v>2.7998099999999999</c:v>
                </c:pt>
                <c:pt idx="942">
                  <c:v>2.79976</c:v>
                </c:pt>
                <c:pt idx="943">
                  <c:v>2.7996399999999997</c:v>
                </c:pt>
                <c:pt idx="944">
                  <c:v>2.7997399999999999</c:v>
                </c:pt>
                <c:pt idx="945">
                  <c:v>2.8</c:v>
                </c:pt>
                <c:pt idx="946">
                  <c:v>2.7999899999999998</c:v>
                </c:pt>
                <c:pt idx="947">
                  <c:v>2.8002500000000001</c:v>
                </c:pt>
                <c:pt idx="948">
                  <c:v>2.80037</c:v>
                </c:pt>
                <c:pt idx="949">
                  <c:v>2.8004899999999999</c:v>
                </c:pt>
                <c:pt idx="950">
                  <c:v>2.8006599999999997</c:v>
                </c:pt>
                <c:pt idx="951">
                  <c:v>2.8007900000000001</c:v>
                </c:pt>
                <c:pt idx="952">
                  <c:v>3.0333299999999999</c:v>
                </c:pt>
                <c:pt idx="953">
                  <c:v>3.05714</c:v>
                </c:pt>
                <c:pt idx="954">
                  <c:v>3.1210500000000003</c:v>
                </c:pt>
                <c:pt idx="955">
                  <c:v>3.2</c:v>
                </c:pt>
                <c:pt idx="956">
                  <c:v>3.2</c:v>
                </c:pt>
                <c:pt idx="957">
                  <c:v>3.2</c:v>
                </c:pt>
                <c:pt idx="958">
                  <c:v>3.2</c:v>
                </c:pt>
                <c:pt idx="959">
                  <c:v>3.2</c:v>
                </c:pt>
                <c:pt idx="960">
                  <c:v>3.2</c:v>
                </c:pt>
                <c:pt idx="961">
                  <c:v>3.1</c:v>
                </c:pt>
                <c:pt idx="962">
                  <c:v>3.1</c:v>
                </c:pt>
                <c:pt idx="963">
                  <c:v>2.9626399999999999</c:v>
                </c:pt>
                <c:pt idx="964">
                  <c:v>2.9853200000000002</c:v>
                </c:pt>
                <c:pt idx="965">
                  <c:v>3.0060199999999999</c:v>
                </c:pt>
                <c:pt idx="966">
                  <c:v>3.0203800000000003</c:v>
                </c:pt>
                <c:pt idx="967">
                  <c:v>3.03403</c:v>
                </c:pt>
                <c:pt idx="968">
                  <c:v>3.0391699999999999</c:v>
                </c:pt>
                <c:pt idx="969">
                  <c:v>3.0440200000000002</c:v>
                </c:pt>
                <c:pt idx="970">
                  <c:v>3.0286599999999999</c:v>
                </c:pt>
                <c:pt idx="971">
                  <c:v>3.29318</c:v>
                </c:pt>
                <c:pt idx="972">
                  <c:v>3.2928699999999997</c:v>
                </c:pt>
                <c:pt idx="973">
                  <c:v>3.28565</c:v>
                </c:pt>
                <c:pt idx="974">
                  <c:v>3.2853600000000003</c:v>
                </c:pt>
                <c:pt idx="975">
                  <c:v>3.28512</c:v>
                </c:pt>
                <c:pt idx="976">
                  <c:v>3.2848800000000002</c:v>
                </c:pt>
                <c:pt idx="977">
                  <c:v>3.2987399999999996</c:v>
                </c:pt>
                <c:pt idx="978">
                  <c:v>3.29</c:v>
                </c:pt>
                <c:pt idx="979">
                  <c:v>3.2782300000000002</c:v>
                </c:pt>
                <c:pt idx="980">
                  <c:v>3.2464400000000002</c:v>
                </c:pt>
                <c:pt idx="981">
                  <c:v>3.2323300000000001</c:v>
                </c:pt>
                <c:pt idx="982">
                  <c:v>3.2278500000000001</c:v>
                </c:pt>
                <c:pt idx="983">
                  <c:v>3.1955500000000003</c:v>
                </c:pt>
                <c:pt idx="984">
                  <c:v>3.1876500000000001</c:v>
                </c:pt>
                <c:pt idx="985">
                  <c:v>3.1729400000000001</c:v>
                </c:pt>
                <c:pt idx="986">
                  <c:v>3.1801999999999997</c:v>
                </c:pt>
                <c:pt idx="987">
                  <c:v>3.19556</c:v>
                </c:pt>
                <c:pt idx="988">
                  <c:v>3.19564</c:v>
                </c:pt>
                <c:pt idx="989">
                  <c:v>3.1957399999999998</c:v>
                </c:pt>
                <c:pt idx="990">
                  <c:v>3.1959200000000001</c:v>
                </c:pt>
                <c:pt idx="991">
                  <c:v>3.17197</c:v>
                </c:pt>
                <c:pt idx="992">
                  <c:v>3.1653000000000002</c:v>
                </c:pt>
                <c:pt idx="993">
                  <c:v>3.1290399999999998</c:v>
                </c:pt>
                <c:pt idx="994">
                  <c:v>3.1238000000000001</c:v>
                </c:pt>
                <c:pt idx="995">
                  <c:v>3.1024699999999998</c:v>
                </c:pt>
                <c:pt idx="996">
                  <c:v>3.0981399999999999</c:v>
                </c:pt>
                <c:pt idx="997">
                  <c:v>3.0983100000000001</c:v>
                </c:pt>
                <c:pt idx="998">
                  <c:v>3.0976999999999997</c:v>
                </c:pt>
                <c:pt idx="999">
                  <c:v>2.8342100000000001</c:v>
                </c:pt>
                <c:pt idx="1000">
                  <c:v>2.83386</c:v>
                </c:pt>
                <c:pt idx="1001">
                  <c:v>2.8356500000000002</c:v>
                </c:pt>
                <c:pt idx="1002">
                  <c:v>2.8379000000000003</c:v>
                </c:pt>
                <c:pt idx="1003">
                  <c:v>2.99525</c:v>
                </c:pt>
                <c:pt idx="1004">
                  <c:v>2.9986899999999999</c:v>
                </c:pt>
                <c:pt idx="1005">
                  <c:v>3.0022399999999996</c:v>
                </c:pt>
                <c:pt idx="1006">
                  <c:v>3.0054499999999997</c:v>
                </c:pt>
                <c:pt idx="1007">
                  <c:v>3.1</c:v>
                </c:pt>
                <c:pt idx="1008">
                  <c:v>3.1</c:v>
                </c:pt>
                <c:pt idx="1009">
                  <c:v>3.1</c:v>
                </c:pt>
                <c:pt idx="1010">
                  <c:v>3</c:v>
                </c:pt>
                <c:pt idx="1011">
                  <c:v>3</c:v>
                </c:pt>
                <c:pt idx="1012">
                  <c:v>3.1</c:v>
                </c:pt>
                <c:pt idx="1013">
                  <c:v>3.1</c:v>
                </c:pt>
                <c:pt idx="1014">
                  <c:v>2.9290599999999998</c:v>
                </c:pt>
                <c:pt idx="1015">
                  <c:v>2.9995500000000002</c:v>
                </c:pt>
                <c:pt idx="1016">
                  <c:v>2.9993300000000001</c:v>
                </c:pt>
                <c:pt idx="1017">
                  <c:v>2.99912</c:v>
                </c:pt>
                <c:pt idx="1018">
                  <c:v>2.9988800000000002</c:v>
                </c:pt>
                <c:pt idx="1019">
                  <c:v>2.9986999999999999</c:v>
                </c:pt>
                <c:pt idx="1020">
                  <c:v>2.9984299999999999</c:v>
                </c:pt>
                <c:pt idx="1021">
                  <c:v>2.9981300000000002</c:v>
                </c:pt>
                <c:pt idx="1022">
                  <c:v>2.9825999999999997</c:v>
                </c:pt>
                <c:pt idx="1023">
                  <c:v>2.9734099999999999</c:v>
                </c:pt>
                <c:pt idx="1024">
                  <c:v>2.9651900000000002</c:v>
                </c:pt>
                <c:pt idx="1025">
                  <c:v>2.9575800000000001</c:v>
                </c:pt>
                <c:pt idx="1026">
                  <c:v>2.9476100000000001</c:v>
                </c:pt>
                <c:pt idx="1027">
                  <c:v>2.9637699999999998</c:v>
                </c:pt>
                <c:pt idx="1028">
                  <c:v>2.95783</c:v>
                </c:pt>
                <c:pt idx="1029">
                  <c:v>2.9505100000000004</c:v>
                </c:pt>
                <c:pt idx="1030">
                  <c:v>2.9454799999999999</c:v>
                </c:pt>
                <c:pt idx="1031">
                  <c:v>2.9539800000000001</c:v>
                </c:pt>
                <c:pt idx="1032">
                  <c:v>2.9499</c:v>
                </c:pt>
                <c:pt idx="1033">
                  <c:v>2.94861</c:v>
                </c:pt>
                <c:pt idx="1034">
                  <c:v>2.9485799999999998</c:v>
                </c:pt>
                <c:pt idx="1035">
                  <c:v>2.94604</c:v>
                </c:pt>
                <c:pt idx="1036">
                  <c:v>2.9448000000000003</c:v>
                </c:pt>
                <c:pt idx="1037">
                  <c:v>2.9436100000000001</c:v>
                </c:pt>
                <c:pt idx="1038">
                  <c:v>2.9448300000000001</c:v>
                </c:pt>
                <c:pt idx="1039">
                  <c:v>2.9473699999999998</c:v>
                </c:pt>
                <c:pt idx="1040">
                  <c:v>2.9499899999999997</c:v>
                </c:pt>
                <c:pt idx="1041">
                  <c:v>2.95269</c:v>
                </c:pt>
                <c:pt idx="1042">
                  <c:v>2.9541200000000001</c:v>
                </c:pt>
                <c:pt idx="1043">
                  <c:v>2.9541399999999998</c:v>
                </c:pt>
                <c:pt idx="1044">
                  <c:v>2.9541999999999997</c:v>
                </c:pt>
                <c:pt idx="1045">
                  <c:v>2.9528699999999999</c:v>
                </c:pt>
                <c:pt idx="1046">
                  <c:v>2.9529099999999997</c:v>
                </c:pt>
                <c:pt idx="1047">
                  <c:v>2.91472</c:v>
                </c:pt>
                <c:pt idx="1048">
                  <c:v>2.91479</c:v>
                </c:pt>
                <c:pt idx="1049">
                  <c:v>2.9131</c:v>
                </c:pt>
                <c:pt idx="1050">
                  <c:v>2.9150800000000001</c:v>
                </c:pt>
                <c:pt idx="1051">
                  <c:v>2.9151899999999999</c:v>
                </c:pt>
                <c:pt idx="1052">
                  <c:v>2.9152399999999998</c:v>
                </c:pt>
                <c:pt idx="1053">
                  <c:v>2.9134199999999999</c:v>
                </c:pt>
                <c:pt idx="1054">
                  <c:v>2.9152800000000001</c:v>
                </c:pt>
                <c:pt idx="1055">
                  <c:v>2.9997500000000001</c:v>
                </c:pt>
                <c:pt idx="1056">
                  <c:v>3.0104499999999996</c:v>
                </c:pt>
                <c:pt idx="1057">
                  <c:v>3.0425300000000002</c:v>
                </c:pt>
                <c:pt idx="1058">
                  <c:v>3.1</c:v>
                </c:pt>
                <c:pt idx="1059">
                  <c:v>3.1</c:v>
                </c:pt>
                <c:pt idx="1060">
                  <c:v>3.1</c:v>
                </c:pt>
                <c:pt idx="1061">
                  <c:v>3.1</c:v>
                </c:pt>
                <c:pt idx="1062">
                  <c:v>3.1</c:v>
                </c:pt>
                <c:pt idx="1063">
                  <c:v>3.1</c:v>
                </c:pt>
                <c:pt idx="1064">
                  <c:v>3</c:v>
                </c:pt>
                <c:pt idx="1065">
                  <c:v>3</c:v>
                </c:pt>
                <c:pt idx="1066">
                  <c:v>3</c:v>
                </c:pt>
                <c:pt idx="1067">
                  <c:v>3.0916000000000001</c:v>
                </c:pt>
                <c:pt idx="1068">
                  <c:v>3.08867</c:v>
                </c:pt>
                <c:pt idx="1069">
                  <c:v>3.0947399999999998</c:v>
                </c:pt>
                <c:pt idx="1070">
                  <c:v>3.09809</c:v>
                </c:pt>
                <c:pt idx="1071">
                  <c:v>3.1045799999999999</c:v>
                </c:pt>
                <c:pt idx="1072">
                  <c:v>3.00196</c:v>
                </c:pt>
                <c:pt idx="1073">
                  <c:v>3.0023499999999999</c:v>
                </c:pt>
                <c:pt idx="1074">
                  <c:v>3.00264</c:v>
                </c:pt>
                <c:pt idx="1075">
                  <c:v>3.0232299999999999</c:v>
                </c:pt>
                <c:pt idx="1076">
                  <c:v>3.0211300000000003</c:v>
                </c:pt>
                <c:pt idx="1077">
                  <c:v>3.0465100000000001</c:v>
                </c:pt>
                <c:pt idx="1078">
                  <c:v>3.0576399999999997</c:v>
                </c:pt>
                <c:pt idx="1079">
                  <c:v>3.07823</c:v>
                </c:pt>
                <c:pt idx="1080">
                  <c:v>3.0635300000000001</c:v>
                </c:pt>
                <c:pt idx="1081">
                  <c:v>3.07457</c:v>
                </c:pt>
                <c:pt idx="1082">
                  <c:v>3.0980700000000003</c:v>
                </c:pt>
                <c:pt idx="1083">
                  <c:v>3.1053800000000003</c:v>
                </c:pt>
                <c:pt idx="1084">
                  <c:v>3.10684</c:v>
                </c:pt>
                <c:pt idx="1085">
                  <c:v>3.1138000000000003</c:v>
                </c:pt>
                <c:pt idx="1086">
                  <c:v>3.11605</c:v>
                </c:pt>
                <c:pt idx="1087">
                  <c:v>3.11815</c:v>
                </c:pt>
                <c:pt idx="1088">
                  <c:v>3.12229</c:v>
                </c:pt>
                <c:pt idx="1089">
                  <c:v>3.1222500000000002</c:v>
                </c:pt>
                <c:pt idx="1090">
                  <c:v>3.1213699999999998</c:v>
                </c:pt>
                <c:pt idx="1091">
                  <c:v>3.1192800000000003</c:v>
                </c:pt>
                <c:pt idx="1092">
                  <c:v>3.1118600000000001</c:v>
                </c:pt>
                <c:pt idx="1093">
                  <c:v>3.1073499999999998</c:v>
                </c:pt>
                <c:pt idx="1094">
                  <c:v>3.1076199999999998</c:v>
                </c:pt>
                <c:pt idx="1095">
                  <c:v>3.1030600000000002</c:v>
                </c:pt>
                <c:pt idx="1096">
                  <c:v>3.10975</c:v>
                </c:pt>
                <c:pt idx="1097">
                  <c:v>3.11666</c:v>
                </c:pt>
                <c:pt idx="1098">
                  <c:v>3.12113</c:v>
                </c:pt>
                <c:pt idx="1099">
                  <c:v>3.1232500000000001</c:v>
                </c:pt>
                <c:pt idx="1100">
                  <c:v>3.1339800000000002</c:v>
                </c:pt>
                <c:pt idx="1101">
                  <c:v>3.1389</c:v>
                </c:pt>
                <c:pt idx="1102">
                  <c:v>3.1412399999999998</c:v>
                </c:pt>
                <c:pt idx="1103">
                  <c:v>3.1415100000000002</c:v>
                </c:pt>
                <c:pt idx="1104">
                  <c:v>3.1526199999999998</c:v>
                </c:pt>
                <c:pt idx="1105">
                  <c:v>3.1612</c:v>
                </c:pt>
                <c:pt idx="1106">
                  <c:v>3.16439</c:v>
                </c:pt>
                <c:pt idx="1107">
                  <c:v>3.1624099999999999</c:v>
                </c:pt>
                <c:pt idx="1108">
                  <c:v>3.00108</c:v>
                </c:pt>
                <c:pt idx="1109">
                  <c:v>3.0006900000000001</c:v>
                </c:pt>
                <c:pt idx="1110">
                  <c:v>3.0004</c:v>
                </c:pt>
                <c:pt idx="1111">
                  <c:v>3</c:v>
                </c:pt>
                <c:pt idx="1112">
                  <c:v>3</c:v>
                </c:pt>
                <c:pt idx="1113">
                  <c:v>3</c:v>
                </c:pt>
                <c:pt idx="1114">
                  <c:v>3</c:v>
                </c:pt>
                <c:pt idx="1115">
                  <c:v>3</c:v>
                </c:pt>
                <c:pt idx="1116">
                  <c:v>3</c:v>
                </c:pt>
                <c:pt idx="1117">
                  <c:v>3</c:v>
                </c:pt>
                <c:pt idx="1118">
                  <c:v>3</c:v>
                </c:pt>
                <c:pt idx="1119">
                  <c:v>3</c:v>
                </c:pt>
                <c:pt idx="1120">
                  <c:v>3.1978</c:v>
                </c:pt>
                <c:pt idx="1121">
                  <c:v>3.1973699999999998</c:v>
                </c:pt>
                <c:pt idx="1122">
                  <c:v>3.1968299999999998</c:v>
                </c:pt>
                <c:pt idx="1123">
                  <c:v>3.1964099999999998</c:v>
                </c:pt>
                <c:pt idx="1124">
                  <c:v>3.0783</c:v>
                </c:pt>
                <c:pt idx="1125">
                  <c:v>3.07822</c:v>
                </c:pt>
                <c:pt idx="1126">
                  <c:v>3.07517</c:v>
                </c:pt>
                <c:pt idx="1127">
                  <c:v>3.07511</c:v>
                </c:pt>
                <c:pt idx="1128">
                  <c:v>3.05844</c:v>
                </c:pt>
                <c:pt idx="1129">
                  <c:v>3.06155</c:v>
                </c:pt>
                <c:pt idx="1130">
                  <c:v>3.06304</c:v>
                </c:pt>
                <c:pt idx="1131">
                  <c:v>3.0673300000000001</c:v>
                </c:pt>
                <c:pt idx="1132">
                  <c:v>3.04983</c:v>
                </c:pt>
                <c:pt idx="1133">
                  <c:v>3.05335</c:v>
                </c:pt>
                <c:pt idx="1134">
                  <c:v>3.05667</c:v>
                </c:pt>
                <c:pt idx="1135">
                  <c:v>3.0598299999999998</c:v>
                </c:pt>
                <c:pt idx="1136">
                  <c:v>3.06298</c:v>
                </c:pt>
                <c:pt idx="1137">
                  <c:v>3.06508</c:v>
                </c:pt>
                <c:pt idx="1138">
                  <c:v>3.0680100000000001</c:v>
                </c:pt>
                <c:pt idx="1139">
                  <c:v>3.0679099999999999</c:v>
                </c:pt>
                <c:pt idx="1140">
                  <c:v>3.06758</c:v>
                </c:pt>
                <c:pt idx="1141">
                  <c:v>3.06901</c:v>
                </c:pt>
                <c:pt idx="1142">
                  <c:v>3.0697700000000001</c:v>
                </c:pt>
                <c:pt idx="1143">
                  <c:v>3.0698099999999999</c:v>
                </c:pt>
                <c:pt idx="1144">
                  <c:v>3.06725</c:v>
                </c:pt>
                <c:pt idx="1145">
                  <c:v>3.0664400000000001</c:v>
                </c:pt>
                <c:pt idx="1146">
                  <c:v>3.0653000000000001</c:v>
                </c:pt>
                <c:pt idx="1147">
                  <c:v>3.0646199999999997</c:v>
                </c:pt>
                <c:pt idx="1148">
                  <c:v>3.0658000000000003</c:v>
                </c:pt>
                <c:pt idx="1149">
                  <c:v>3.0659800000000001</c:v>
                </c:pt>
                <c:pt idx="1150">
                  <c:v>3.0671300000000001</c:v>
                </c:pt>
                <c:pt idx="1151">
                  <c:v>3.0671599999999999</c:v>
                </c:pt>
                <c:pt idx="1152">
                  <c:v>3.0763799999999999</c:v>
                </c:pt>
                <c:pt idx="1153">
                  <c:v>3.0768299999999997</c:v>
                </c:pt>
                <c:pt idx="1154">
                  <c:v>3.0771100000000002</c:v>
                </c:pt>
                <c:pt idx="1155">
                  <c:v>3.0766</c:v>
                </c:pt>
                <c:pt idx="1156">
                  <c:v>3.0856999999999997</c:v>
                </c:pt>
                <c:pt idx="1157">
                  <c:v>3.0869</c:v>
                </c:pt>
                <c:pt idx="1158">
                  <c:v>3.0881599999999998</c:v>
                </c:pt>
                <c:pt idx="1159">
                  <c:v>3.0866400000000001</c:v>
                </c:pt>
                <c:pt idx="1160">
                  <c:v>3</c:v>
                </c:pt>
                <c:pt idx="1161">
                  <c:v>3</c:v>
                </c:pt>
                <c:pt idx="1162">
                  <c:v>3</c:v>
                </c:pt>
                <c:pt idx="1163">
                  <c:v>3</c:v>
                </c:pt>
                <c:pt idx="1164">
                  <c:v>3</c:v>
                </c:pt>
                <c:pt idx="1165">
                  <c:v>3</c:v>
                </c:pt>
                <c:pt idx="1166">
                  <c:v>3</c:v>
                </c:pt>
                <c:pt idx="1167">
                  <c:v>3</c:v>
                </c:pt>
                <c:pt idx="1168">
                  <c:v>3</c:v>
                </c:pt>
                <c:pt idx="1169">
                  <c:v>3</c:v>
                </c:pt>
                <c:pt idx="1170">
                  <c:v>3</c:v>
                </c:pt>
                <c:pt idx="1171">
                  <c:v>3</c:v>
                </c:pt>
                <c:pt idx="1172">
                  <c:v>3</c:v>
                </c:pt>
                <c:pt idx="1173">
                  <c:v>3</c:v>
                </c:pt>
                <c:pt idx="1174">
                  <c:v>3</c:v>
                </c:pt>
                <c:pt idx="1175">
                  <c:v>3</c:v>
                </c:pt>
                <c:pt idx="1176">
                  <c:v>3</c:v>
                </c:pt>
                <c:pt idx="1177">
                  <c:v>3</c:v>
                </c:pt>
                <c:pt idx="1178">
                  <c:v>3</c:v>
                </c:pt>
                <c:pt idx="1179">
                  <c:v>3</c:v>
                </c:pt>
                <c:pt idx="1180">
                  <c:v>3</c:v>
                </c:pt>
                <c:pt idx="1181">
                  <c:v>3</c:v>
                </c:pt>
                <c:pt idx="1182">
                  <c:v>3</c:v>
                </c:pt>
                <c:pt idx="1183">
                  <c:v>3</c:v>
                </c:pt>
                <c:pt idx="1184">
                  <c:v>2.98821</c:v>
                </c:pt>
                <c:pt idx="1185">
                  <c:v>2.9879199999999999</c:v>
                </c:pt>
                <c:pt idx="1186">
                  <c:v>2.9873799999999999</c:v>
                </c:pt>
                <c:pt idx="1187">
                  <c:v>2.9870900000000002</c:v>
                </c:pt>
                <c:pt idx="1188">
                  <c:v>2.98706</c:v>
                </c:pt>
                <c:pt idx="1189">
                  <c:v>2.9874200000000002</c:v>
                </c:pt>
                <c:pt idx="1190">
                  <c:v>2.9876499999999999</c:v>
                </c:pt>
                <c:pt idx="1191">
                  <c:v>2.9871999999999996</c:v>
                </c:pt>
                <c:pt idx="1192">
                  <c:v>2.98637</c:v>
                </c:pt>
                <c:pt idx="1193">
                  <c:v>2.9862100000000003</c:v>
                </c:pt>
                <c:pt idx="1194">
                  <c:v>2.98604</c:v>
                </c:pt>
                <c:pt idx="1195">
                  <c:v>2.9861300000000002</c:v>
                </c:pt>
                <c:pt idx="1196">
                  <c:v>2.9865399999999998</c:v>
                </c:pt>
                <c:pt idx="1197">
                  <c:v>2.9868200000000003</c:v>
                </c:pt>
                <c:pt idx="1198">
                  <c:v>2.9882199999999997</c:v>
                </c:pt>
                <c:pt idx="1199">
                  <c:v>2.9891999999999999</c:v>
                </c:pt>
                <c:pt idx="1200">
                  <c:v>2.98949</c:v>
                </c:pt>
                <c:pt idx="1201">
                  <c:v>2.9895300000000002</c:v>
                </c:pt>
                <c:pt idx="1202">
                  <c:v>2.98956</c:v>
                </c:pt>
                <c:pt idx="1203">
                  <c:v>2.9890300000000001</c:v>
                </c:pt>
                <c:pt idx="1204">
                  <c:v>2.9896400000000001</c:v>
                </c:pt>
                <c:pt idx="1205">
                  <c:v>2.9908200000000003</c:v>
                </c:pt>
                <c:pt idx="1206">
                  <c:v>2.99166</c:v>
                </c:pt>
                <c:pt idx="1207">
                  <c:v>2.9928300000000001</c:v>
                </c:pt>
                <c:pt idx="1208">
                  <c:v>2.99411</c:v>
                </c:pt>
                <c:pt idx="1209">
                  <c:v>2.99451</c:v>
                </c:pt>
                <c:pt idx="1210">
                  <c:v>2.9952700000000001</c:v>
                </c:pt>
                <c:pt idx="1211">
                  <c:v>2.9956399999999999</c:v>
                </c:pt>
                <c:pt idx="1212">
                  <c:v>3</c:v>
                </c:pt>
                <c:pt idx="1213">
                  <c:v>3</c:v>
                </c:pt>
                <c:pt idx="1214">
                  <c:v>3</c:v>
                </c:pt>
                <c:pt idx="1215">
                  <c:v>3</c:v>
                </c:pt>
                <c:pt idx="1216">
                  <c:v>3</c:v>
                </c:pt>
                <c:pt idx="1217">
                  <c:v>3</c:v>
                </c:pt>
                <c:pt idx="1218">
                  <c:v>3</c:v>
                </c:pt>
                <c:pt idx="1219">
                  <c:v>3</c:v>
                </c:pt>
                <c:pt idx="1220">
                  <c:v>3</c:v>
                </c:pt>
                <c:pt idx="1221">
                  <c:v>3</c:v>
                </c:pt>
                <c:pt idx="1222">
                  <c:v>3</c:v>
                </c:pt>
                <c:pt idx="1223">
                  <c:v>3</c:v>
                </c:pt>
                <c:pt idx="1224">
                  <c:v>3</c:v>
                </c:pt>
                <c:pt idx="1225">
                  <c:v>3</c:v>
                </c:pt>
                <c:pt idx="1226">
                  <c:v>3</c:v>
                </c:pt>
                <c:pt idx="1227">
                  <c:v>3</c:v>
                </c:pt>
                <c:pt idx="1228">
                  <c:v>2.9893700000000001</c:v>
                </c:pt>
                <c:pt idx="1229">
                  <c:v>2.9873000000000003</c:v>
                </c:pt>
                <c:pt idx="1230">
                  <c:v>2.98522</c:v>
                </c:pt>
                <c:pt idx="1231">
                  <c:v>2.9845799999999998</c:v>
                </c:pt>
                <c:pt idx="1232">
                  <c:v>2.9781999999999997</c:v>
                </c:pt>
                <c:pt idx="1233">
                  <c:v>2.9613800000000001</c:v>
                </c:pt>
                <c:pt idx="1234">
                  <c:v>2.9463200000000001</c:v>
                </c:pt>
                <c:pt idx="1235">
                  <c:v>2.9394999999999998</c:v>
                </c:pt>
                <c:pt idx="1236">
                  <c:v>2.9395199999999999</c:v>
                </c:pt>
                <c:pt idx="1237">
                  <c:v>2.9483299999999999</c:v>
                </c:pt>
                <c:pt idx="1238">
                  <c:v>2.9224899999999998</c:v>
                </c:pt>
                <c:pt idx="1239">
                  <c:v>2.9088400000000001</c:v>
                </c:pt>
                <c:pt idx="1240">
                  <c:v>2.8993899999999999</c:v>
                </c:pt>
                <c:pt idx="1241">
                  <c:v>2.8941599999999998</c:v>
                </c:pt>
                <c:pt idx="1242">
                  <c:v>2.8909199999999999</c:v>
                </c:pt>
                <c:pt idx="1243">
                  <c:v>2.8993800000000003</c:v>
                </c:pt>
                <c:pt idx="1244">
                  <c:v>2.8829400000000001</c:v>
                </c:pt>
                <c:pt idx="1245">
                  <c:v>2.8843100000000002</c:v>
                </c:pt>
                <c:pt idx="1246">
                  <c:v>2.8841100000000002</c:v>
                </c:pt>
                <c:pt idx="1247">
                  <c:v>2.8846100000000003</c:v>
                </c:pt>
                <c:pt idx="1248">
                  <c:v>2.88036</c:v>
                </c:pt>
                <c:pt idx="1249">
                  <c:v>2.8892699999999998</c:v>
                </c:pt>
                <c:pt idx="1250">
                  <c:v>2.8934000000000002</c:v>
                </c:pt>
                <c:pt idx="1251">
                  <c:v>2.9011900000000002</c:v>
                </c:pt>
                <c:pt idx="1252">
                  <c:v>2.9051499999999999</c:v>
                </c:pt>
                <c:pt idx="1253">
                  <c:v>2.8839000000000001</c:v>
                </c:pt>
                <c:pt idx="1254">
                  <c:v>2.87934</c:v>
                </c:pt>
                <c:pt idx="1255">
                  <c:v>2.8770199999999999</c:v>
                </c:pt>
                <c:pt idx="1256">
                  <c:v>2.8766599999999998</c:v>
                </c:pt>
                <c:pt idx="1257">
                  <c:v>2.8793500000000001</c:v>
                </c:pt>
                <c:pt idx="1258">
                  <c:v>2.8785799999999999</c:v>
                </c:pt>
                <c:pt idx="1259">
                  <c:v>2.8805000000000001</c:v>
                </c:pt>
                <c:pt idx="1260">
                  <c:v>2.8814600000000001</c:v>
                </c:pt>
                <c:pt idx="1261">
                  <c:v>2.8826100000000001</c:v>
                </c:pt>
                <c:pt idx="1262">
                  <c:v>2.8830200000000001</c:v>
                </c:pt>
                <c:pt idx="1263">
                  <c:v>2.8844699999999999</c:v>
                </c:pt>
                <c:pt idx="1264">
                  <c:v>3</c:v>
                </c:pt>
                <c:pt idx="1265">
                  <c:v>3</c:v>
                </c:pt>
                <c:pt idx="1266">
                  <c:v>3</c:v>
                </c:pt>
                <c:pt idx="1267">
                  <c:v>3</c:v>
                </c:pt>
                <c:pt idx="1268">
                  <c:v>3</c:v>
                </c:pt>
                <c:pt idx="1269">
                  <c:v>3</c:v>
                </c:pt>
                <c:pt idx="1270">
                  <c:v>3</c:v>
                </c:pt>
                <c:pt idx="1271">
                  <c:v>3</c:v>
                </c:pt>
                <c:pt idx="1272">
                  <c:v>3</c:v>
                </c:pt>
                <c:pt idx="1273">
                  <c:v>3</c:v>
                </c:pt>
                <c:pt idx="1274">
                  <c:v>3</c:v>
                </c:pt>
                <c:pt idx="1275">
                  <c:v>3</c:v>
                </c:pt>
                <c:pt idx="1276">
                  <c:v>2.9990100000000002</c:v>
                </c:pt>
                <c:pt idx="1277">
                  <c:v>2.9990100000000002</c:v>
                </c:pt>
                <c:pt idx="1278">
                  <c:v>2.9990100000000002</c:v>
                </c:pt>
                <c:pt idx="1279">
                  <c:v>2.9990199999999998</c:v>
                </c:pt>
                <c:pt idx="1280">
                  <c:v>2.9803099999999998</c:v>
                </c:pt>
                <c:pt idx="1281">
                  <c:v>2.9782500000000001</c:v>
                </c:pt>
                <c:pt idx="1282">
                  <c:v>2.9765600000000001</c:v>
                </c:pt>
                <c:pt idx="1283">
                  <c:v>2.9750100000000002</c:v>
                </c:pt>
                <c:pt idx="1284">
                  <c:v>2.9694600000000002</c:v>
                </c:pt>
                <c:pt idx="1285">
                  <c:v>2.9534799999999999</c:v>
                </c:pt>
                <c:pt idx="1286">
                  <c:v>2.9397500000000001</c:v>
                </c:pt>
                <c:pt idx="1287">
                  <c:v>2.9283399999999999</c:v>
                </c:pt>
                <c:pt idx="1288">
                  <c:v>2.9311500000000001</c:v>
                </c:pt>
                <c:pt idx="1289">
                  <c:v>2.9200599999999999</c:v>
                </c:pt>
                <c:pt idx="1290">
                  <c:v>2.9034899999999997</c:v>
                </c:pt>
                <c:pt idx="1291">
                  <c:v>2.8952</c:v>
                </c:pt>
                <c:pt idx="1292">
                  <c:v>2.9369999999999998</c:v>
                </c:pt>
                <c:pt idx="1293">
                  <c:v>2.93371</c:v>
                </c:pt>
                <c:pt idx="1294">
                  <c:v>2.9307800000000004</c:v>
                </c:pt>
                <c:pt idx="1295">
                  <c:v>2.9282199999999996</c:v>
                </c:pt>
                <c:pt idx="1296">
                  <c:v>2.927</c:v>
                </c:pt>
                <c:pt idx="1297">
                  <c:v>2.9291499999999999</c:v>
                </c:pt>
                <c:pt idx="1298">
                  <c:v>2.9292399999999996</c:v>
                </c:pt>
                <c:pt idx="1299">
                  <c:v>2.93092</c:v>
                </c:pt>
                <c:pt idx="1300">
                  <c:v>2.9354800000000001</c:v>
                </c:pt>
                <c:pt idx="1301">
                  <c:v>2.9355900000000004</c:v>
                </c:pt>
                <c:pt idx="1302">
                  <c:v>2.93709</c:v>
                </c:pt>
                <c:pt idx="1303">
                  <c:v>2.9390000000000001</c:v>
                </c:pt>
                <c:pt idx="1304">
                  <c:v>2.9381500000000003</c:v>
                </c:pt>
                <c:pt idx="1305">
                  <c:v>2.9374699999999998</c:v>
                </c:pt>
                <c:pt idx="1306">
                  <c:v>2.9383600000000003</c:v>
                </c:pt>
                <c:pt idx="1307">
                  <c:v>2.93737</c:v>
                </c:pt>
                <c:pt idx="1308">
                  <c:v>2.93757</c:v>
                </c:pt>
                <c:pt idx="1309">
                  <c:v>2.9378000000000002</c:v>
                </c:pt>
                <c:pt idx="1310">
                  <c:v>2.9394999999999998</c:v>
                </c:pt>
                <c:pt idx="1311">
                  <c:v>2.9397500000000001</c:v>
                </c:pt>
                <c:pt idx="1312">
                  <c:v>2.8963100000000002</c:v>
                </c:pt>
                <c:pt idx="1313">
                  <c:v>2.8955100000000003</c:v>
                </c:pt>
                <c:pt idx="1314">
                  <c:v>2.89832</c:v>
                </c:pt>
                <c:pt idx="1315">
                  <c:v>2.90116</c:v>
                </c:pt>
                <c:pt idx="1316">
                  <c:v>3</c:v>
                </c:pt>
                <c:pt idx="1317">
                  <c:v>3</c:v>
                </c:pt>
                <c:pt idx="1318">
                  <c:v>3</c:v>
                </c:pt>
                <c:pt idx="1319">
                  <c:v>3</c:v>
                </c:pt>
                <c:pt idx="1320">
                  <c:v>3</c:v>
                </c:pt>
                <c:pt idx="1321">
                  <c:v>3</c:v>
                </c:pt>
                <c:pt idx="1322">
                  <c:v>3</c:v>
                </c:pt>
                <c:pt idx="1323">
                  <c:v>3</c:v>
                </c:pt>
                <c:pt idx="1324">
                  <c:v>3</c:v>
                </c:pt>
                <c:pt idx="1325">
                  <c:v>3.4</c:v>
                </c:pt>
                <c:pt idx="1326">
                  <c:v>3.4</c:v>
                </c:pt>
                <c:pt idx="1327">
                  <c:v>3.4</c:v>
                </c:pt>
                <c:pt idx="1328">
                  <c:v>3.4</c:v>
                </c:pt>
                <c:pt idx="1329">
                  <c:v>3</c:v>
                </c:pt>
                <c:pt idx="1330">
                  <c:v>3</c:v>
                </c:pt>
                <c:pt idx="1331">
                  <c:v>3</c:v>
                </c:pt>
                <c:pt idx="1332">
                  <c:v>2.9990100000000002</c:v>
                </c:pt>
                <c:pt idx="1333">
                  <c:v>2.9990100000000002</c:v>
                </c:pt>
                <c:pt idx="1334">
                  <c:v>2.9990100000000002</c:v>
                </c:pt>
                <c:pt idx="1335">
                  <c:v>2.9990100000000002</c:v>
                </c:pt>
                <c:pt idx="1336">
                  <c:v>2.9701500000000003</c:v>
                </c:pt>
                <c:pt idx="1337">
                  <c:v>2.9651799999999997</c:v>
                </c:pt>
                <c:pt idx="1338">
                  <c:v>2.9648400000000001</c:v>
                </c:pt>
                <c:pt idx="1339">
                  <c:v>2.9661999999999997</c:v>
                </c:pt>
                <c:pt idx="1340">
                  <c:v>2.9614199999999999</c:v>
                </c:pt>
                <c:pt idx="1341">
                  <c:v>2.9567600000000001</c:v>
                </c:pt>
                <c:pt idx="1342">
                  <c:v>2.9337900000000001</c:v>
                </c:pt>
                <c:pt idx="1343">
                  <c:v>2.9158200000000001</c:v>
                </c:pt>
                <c:pt idx="1344">
                  <c:v>2.91167</c:v>
                </c:pt>
                <c:pt idx="1345">
                  <c:v>2.9013200000000001</c:v>
                </c:pt>
                <c:pt idx="1346">
                  <c:v>2.8892899999999999</c:v>
                </c:pt>
                <c:pt idx="1347">
                  <c:v>2.8841700000000001</c:v>
                </c:pt>
                <c:pt idx="1348">
                  <c:v>2.9370500000000002</c:v>
                </c:pt>
                <c:pt idx="1349">
                  <c:v>2.9319999999999999</c:v>
                </c:pt>
                <c:pt idx="1350">
                  <c:v>2.9277800000000003</c:v>
                </c:pt>
                <c:pt idx="1351">
                  <c:v>2.92476</c:v>
                </c:pt>
                <c:pt idx="1352">
                  <c:v>2.92347</c:v>
                </c:pt>
                <c:pt idx="1353">
                  <c:v>2.9209499999999999</c:v>
                </c:pt>
                <c:pt idx="1354">
                  <c:v>2.92103</c:v>
                </c:pt>
                <c:pt idx="1355">
                  <c:v>2.9212399999999996</c:v>
                </c:pt>
                <c:pt idx="1356">
                  <c:v>2.9306900000000002</c:v>
                </c:pt>
                <c:pt idx="1357">
                  <c:v>2.9338200000000003</c:v>
                </c:pt>
                <c:pt idx="1358">
                  <c:v>2.9355300000000004</c:v>
                </c:pt>
                <c:pt idx="1359">
                  <c:v>2.9371</c:v>
                </c:pt>
                <c:pt idx="1360">
                  <c:v>2.9340999999999999</c:v>
                </c:pt>
                <c:pt idx="1361">
                  <c:v>2.9328099999999999</c:v>
                </c:pt>
                <c:pt idx="1362">
                  <c:v>2.9348000000000001</c:v>
                </c:pt>
                <c:pt idx="1363">
                  <c:v>2.9352399999999998</c:v>
                </c:pt>
                <c:pt idx="1364">
                  <c:v>2.9347800000000004</c:v>
                </c:pt>
                <c:pt idx="1365">
                  <c:v>2.9351400000000001</c:v>
                </c:pt>
                <c:pt idx="1366">
                  <c:v>2.9355900000000004</c:v>
                </c:pt>
                <c:pt idx="1367">
                  <c:v>2.93628</c:v>
                </c:pt>
                <c:pt idx="1368">
                  <c:v>2.8808800000000003</c:v>
                </c:pt>
                <c:pt idx="1369">
                  <c:v>2.8795999999999999</c:v>
                </c:pt>
                <c:pt idx="1370">
                  <c:v>2.8804600000000002</c:v>
                </c:pt>
                <c:pt idx="1371">
                  <c:v>2.8820700000000001</c:v>
                </c:pt>
                <c:pt idx="1372">
                  <c:v>3</c:v>
                </c:pt>
                <c:pt idx="1373">
                  <c:v>3</c:v>
                </c:pt>
                <c:pt idx="1374">
                  <c:v>3</c:v>
                </c:pt>
                <c:pt idx="1375">
                  <c:v>3</c:v>
                </c:pt>
                <c:pt idx="1376">
                  <c:v>3</c:v>
                </c:pt>
                <c:pt idx="1377">
                  <c:v>3</c:v>
                </c:pt>
                <c:pt idx="1378">
                  <c:v>3</c:v>
                </c:pt>
                <c:pt idx="1379">
                  <c:v>3</c:v>
                </c:pt>
                <c:pt idx="1380">
                  <c:v>3</c:v>
                </c:pt>
                <c:pt idx="1381">
                  <c:v>3.3</c:v>
                </c:pt>
                <c:pt idx="1382">
                  <c:v>3.3</c:v>
                </c:pt>
                <c:pt idx="1383">
                  <c:v>3</c:v>
                </c:pt>
                <c:pt idx="1384">
                  <c:v>3</c:v>
                </c:pt>
                <c:pt idx="1385">
                  <c:v>3</c:v>
                </c:pt>
                <c:pt idx="1386">
                  <c:v>3.15848</c:v>
                </c:pt>
                <c:pt idx="1387">
                  <c:v>3.1579200000000003</c:v>
                </c:pt>
                <c:pt idx="1388">
                  <c:v>3.1573600000000002</c:v>
                </c:pt>
                <c:pt idx="1389">
                  <c:v>3.1568000000000001</c:v>
                </c:pt>
                <c:pt idx="1390">
                  <c:v>3.14215</c:v>
                </c:pt>
                <c:pt idx="1391">
                  <c:v>3.1394799999999998</c:v>
                </c:pt>
                <c:pt idx="1392">
                  <c:v>3.1372399999999998</c:v>
                </c:pt>
                <c:pt idx="1393">
                  <c:v>3.1353800000000001</c:v>
                </c:pt>
                <c:pt idx="1394">
                  <c:v>3.1311100000000001</c:v>
                </c:pt>
                <c:pt idx="1395">
                  <c:v>3.1291799999999999</c:v>
                </c:pt>
                <c:pt idx="1396">
                  <c:v>3.10616</c:v>
                </c:pt>
                <c:pt idx="1397">
                  <c:v>3.09137</c:v>
                </c:pt>
                <c:pt idx="1398">
                  <c:v>3.0874099999999998</c:v>
                </c:pt>
                <c:pt idx="1399">
                  <c:v>3.0788600000000002</c:v>
                </c:pt>
                <c:pt idx="1400">
                  <c:v>3.07179</c:v>
                </c:pt>
                <c:pt idx="1401">
                  <c:v>3.0682100000000001</c:v>
                </c:pt>
                <c:pt idx="1402">
                  <c:v>3.02772</c:v>
                </c:pt>
                <c:pt idx="1403">
                  <c:v>3.0276100000000001</c:v>
                </c:pt>
                <c:pt idx="1404">
                  <c:v>3.0275599999999998</c:v>
                </c:pt>
                <c:pt idx="1405">
                  <c:v>3.0274800000000002</c:v>
                </c:pt>
                <c:pt idx="1406">
                  <c:v>3.0274800000000002</c:v>
                </c:pt>
                <c:pt idx="1407">
                  <c:v>3.0274999999999999</c:v>
                </c:pt>
                <c:pt idx="1408">
                  <c:v>3.02752</c:v>
                </c:pt>
                <c:pt idx="1409">
                  <c:v>3.0275599999999998</c:v>
                </c:pt>
                <c:pt idx="1410">
                  <c:v>3.0275799999999999</c:v>
                </c:pt>
                <c:pt idx="1411">
                  <c:v>3.0276399999999999</c:v>
                </c:pt>
                <c:pt idx="1412">
                  <c:v>3.0276700000000001</c:v>
                </c:pt>
                <c:pt idx="1413">
                  <c:v>3.0276300000000003</c:v>
                </c:pt>
                <c:pt idx="1414">
                  <c:v>3.0277600000000002</c:v>
                </c:pt>
                <c:pt idx="1415">
                  <c:v>3.0278299999999998</c:v>
                </c:pt>
                <c:pt idx="1416">
                  <c:v>3.0278800000000001</c:v>
                </c:pt>
                <c:pt idx="1417">
                  <c:v>3.0280200000000002</c:v>
                </c:pt>
                <c:pt idx="1418">
                  <c:v>3.0282</c:v>
                </c:pt>
                <c:pt idx="1419">
                  <c:v>3.0282399999999998</c:v>
                </c:pt>
                <c:pt idx="1420">
                  <c:v>3.02833</c:v>
                </c:pt>
                <c:pt idx="1421">
                  <c:v>3.0284499999999999</c:v>
                </c:pt>
                <c:pt idx="1422">
                  <c:v>3.0634399999999999</c:v>
                </c:pt>
                <c:pt idx="1423">
                  <c:v>3.0626799999999998</c:v>
                </c:pt>
                <c:pt idx="1424">
                  <c:v>3.0630600000000001</c:v>
                </c:pt>
                <c:pt idx="1425">
                  <c:v>3.06352</c:v>
                </c:pt>
                <c:pt idx="1426">
                  <c:v>2.9384899999999998</c:v>
                </c:pt>
                <c:pt idx="1427">
                  <c:v>2.9414699999999998</c:v>
                </c:pt>
                <c:pt idx="1428">
                  <c:v>2.9495200000000001</c:v>
                </c:pt>
                <c:pt idx="1429">
                  <c:v>2.9525900000000003</c:v>
                </c:pt>
                <c:pt idx="1430">
                  <c:v>3</c:v>
                </c:pt>
                <c:pt idx="1431">
                  <c:v>3</c:v>
                </c:pt>
                <c:pt idx="1432">
                  <c:v>3</c:v>
                </c:pt>
                <c:pt idx="1433">
                  <c:v>3</c:v>
                </c:pt>
                <c:pt idx="1434">
                  <c:v>3</c:v>
                </c:pt>
                <c:pt idx="1435">
                  <c:v>3.3</c:v>
                </c:pt>
                <c:pt idx="1436">
                  <c:v>3.3</c:v>
                </c:pt>
                <c:pt idx="1437">
                  <c:v>3.1190000000000002</c:v>
                </c:pt>
                <c:pt idx="1438">
                  <c:v>3.1190000000000002</c:v>
                </c:pt>
                <c:pt idx="1439">
                  <c:v>3</c:v>
                </c:pt>
                <c:pt idx="1440">
                  <c:v>3</c:v>
                </c:pt>
                <c:pt idx="1441">
                  <c:v>3</c:v>
                </c:pt>
                <c:pt idx="1442">
                  <c:v>3</c:v>
                </c:pt>
                <c:pt idx="1443">
                  <c:v>3</c:v>
                </c:pt>
                <c:pt idx="1444">
                  <c:v>3</c:v>
                </c:pt>
                <c:pt idx="1445">
                  <c:v>2.9862899999999999</c:v>
                </c:pt>
                <c:pt idx="1446">
                  <c:v>2.9833699999999999</c:v>
                </c:pt>
                <c:pt idx="1447">
                  <c:v>2.9813700000000001</c:v>
                </c:pt>
                <c:pt idx="1448">
                  <c:v>2.9794699999999996</c:v>
                </c:pt>
                <c:pt idx="1449">
                  <c:v>2.9980799999999999</c:v>
                </c:pt>
                <c:pt idx="1450">
                  <c:v>2.99925</c:v>
                </c:pt>
                <c:pt idx="1451">
                  <c:v>3.0002900000000001</c:v>
                </c:pt>
                <c:pt idx="1452">
                  <c:v>3.0030199999999998</c:v>
                </c:pt>
                <c:pt idx="1453">
                  <c:v>3.0021999999999998</c:v>
                </c:pt>
                <c:pt idx="1454">
                  <c:v>3.0042900000000001</c:v>
                </c:pt>
                <c:pt idx="1455">
                  <c:v>3.0057499999999999</c:v>
                </c:pt>
                <c:pt idx="1456">
                  <c:v>3.00712</c:v>
                </c:pt>
                <c:pt idx="1457">
                  <c:v>3.0086900000000001</c:v>
                </c:pt>
                <c:pt idx="1458">
                  <c:v>3.01</c:v>
                </c:pt>
                <c:pt idx="1459">
                  <c:v>3.0107499999999998</c:v>
                </c:pt>
                <c:pt idx="1460">
                  <c:v>3.0105200000000001</c:v>
                </c:pt>
                <c:pt idx="1461">
                  <c:v>3.01139</c:v>
                </c:pt>
                <c:pt idx="1462">
                  <c:v>3.01207</c:v>
                </c:pt>
                <c:pt idx="1463">
                  <c:v>3.01132</c:v>
                </c:pt>
                <c:pt idx="1464">
                  <c:v>3.01126</c:v>
                </c:pt>
                <c:pt idx="1465">
                  <c:v>3.00989</c:v>
                </c:pt>
                <c:pt idx="1466">
                  <c:v>3.00943</c:v>
                </c:pt>
                <c:pt idx="1467">
                  <c:v>3.0091199999999998</c:v>
                </c:pt>
                <c:pt idx="1468">
                  <c:v>3.00902</c:v>
                </c:pt>
                <c:pt idx="1469">
                  <c:v>3.0104299999999999</c:v>
                </c:pt>
                <c:pt idx="1470">
                  <c:v>3.0110900000000003</c:v>
                </c:pt>
                <c:pt idx="1471">
                  <c:v>3.0129000000000001</c:v>
                </c:pt>
                <c:pt idx="1472">
                  <c:v>3.0137700000000001</c:v>
                </c:pt>
                <c:pt idx="1473">
                  <c:v>3.01641</c:v>
                </c:pt>
                <c:pt idx="1474">
                  <c:v>3.0171700000000001</c:v>
                </c:pt>
                <c:pt idx="1475">
                  <c:v>3.0177100000000001</c:v>
                </c:pt>
                <c:pt idx="1476">
                  <c:v>3.0180100000000003</c:v>
                </c:pt>
                <c:pt idx="1477">
                  <c:v>3.0208600000000003</c:v>
                </c:pt>
                <c:pt idx="1478">
                  <c:v>3.0215199999999998</c:v>
                </c:pt>
                <c:pt idx="1479">
                  <c:v>3.0222199999999999</c:v>
                </c:pt>
                <c:pt idx="1480">
                  <c:v>3.0220100000000003</c:v>
                </c:pt>
                <c:pt idx="1481">
                  <c:v>3.0168699999999999</c:v>
                </c:pt>
                <c:pt idx="1482">
                  <c:v>3.0168900000000001</c:v>
                </c:pt>
                <c:pt idx="1483">
                  <c:v>3.0169000000000001</c:v>
                </c:pt>
                <c:pt idx="1484">
                  <c:v>3.0169200000000003</c:v>
                </c:pt>
                <c:pt idx="1485">
                  <c:v>3</c:v>
                </c:pt>
                <c:pt idx="1486">
                  <c:v>3</c:v>
                </c:pt>
                <c:pt idx="1487">
                  <c:v>3</c:v>
                </c:pt>
                <c:pt idx="1488">
                  <c:v>3</c:v>
                </c:pt>
                <c:pt idx="1489">
                  <c:v>3.1190000000000002</c:v>
                </c:pt>
                <c:pt idx="1490">
                  <c:v>3.19</c:v>
                </c:pt>
                <c:pt idx="1491">
                  <c:v>3.19</c:v>
                </c:pt>
                <c:pt idx="1492">
                  <c:v>3</c:v>
                </c:pt>
                <c:pt idx="1493">
                  <c:v>3</c:v>
                </c:pt>
                <c:pt idx="1494">
                  <c:v>3</c:v>
                </c:pt>
                <c:pt idx="1495">
                  <c:v>3</c:v>
                </c:pt>
                <c:pt idx="1496">
                  <c:v>3</c:v>
                </c:pt>
                <c:pt idx="1497">
                  <c:v>3</c:v>
                </c:pt>
                <c:pt idx="1498">
                  <c:v>3</c:v>
                </c:pt>
                <c:pt idx="1499">
                  <c:v>2.9914399999999999</c:v>
                </c:pt>
                <c:pt idx="1500">
                  <c:v>2.98909</c:v>
                </c:pt>
                <c:pt idx="1501">
                  <c:v>2.98706</c:v>
                </c:pt>
                <c:pt idx="1502">
                  <c:v>2.98543</c:v>
                </c:pt>
                <c:pt idx="1503">
                  <c:v>3.0111699999999999</c:v>
                </c:pt>
                <c:pt idx="1504">
                  <c:v>3.00983</c:v>
                </c:pt>
                <c:pt idx="1505">
                  <c:v>3.0079600000000002</c:v>
                </c:pt>
                <c:pt idx="1506">
                  <c:v>3.0065500000000003</c:v>
                </c:pt>
                <c:pt idx="1507">
                  <c:v>3.0060599999999997</c:v>
                </c:pt>
                <c:pt idx="1508">
                  <c:v>3.00535</c:v>
                </c:pt>
                <c:pt idx="1509">
                  <c:v>3.0042800000000001</c:v>
                </c:pt>
                <c:pt idx="1510">
                  <c:v>3.0039899999999999</c:v>
                </c:pt>
                <c:pt idx="1511">
                  <c:v>3.0034899999999998</c:v>
                </c:pt>
                <c:pt idx="1512">
                  <c:v>3.00325</c:v>
                </c:pt>
                <c:pt idx="1513">
                  <c:v>3.0031099999999999</c:v>
                </c:pt>
                <c:pt idx="1514">
                  <c:v>3.0034000000000001</c:v>
                </c:pt>
                <c:pt idx="1515">
                  <c:v>3.0046399999999998</c:v>
                </c:pt>
                <c:pt idx="1516">
                  <c:v>3.0056100000000003</c:v>
                </c:pt>
                <c:pt idx="1517">
                  <c:v>3.0065500000000003</c:v>
                </c:pt>
                <c:pt idx="1518">
                  <c:v>3.0083600000000001</c:v>
                </c:pt>
                <c:pt idx="1519">
                  <c:v>3.0083800000000003</c:v>
                </c:pt>
                <c:pt idx="1520">
                  <c:v>3.0081899999999999</c:v>
                </c:pt>
                <c:pt idx="1521">
                  <c:v>3.00861</c:v>
                </c:pt>
                <c:pt idx="1522">
                  <c:v>3.00908</c:v>
                </c:pt>
                <c:pt idx="1523">
                  <c:v>3.0084400000000002</c:v>
                </c:pt>
                <c:pt idx="1524">
                  <c:v>3.00854</c:v>
                </c:pt>
                <c:pt idx="1525">
                  <c:v>3.00848</c:v>
                </c:pt>
                <c:pt idx="1526">
                  <c:v>3.0087199999999998</c:v>
                </c:pt>
                <c:pt idx="1527">
                  <c:v>3.0093400000000003</c:v>
                </c:pt>
                <c:pt idx="1528">
                  <c:v>3.01044</c:v>
                </c:pt>
                <c:pt idx="1529">
                  <c:v>3.0109699999999999</c:v>
                </c:pt>
                <c:pt idx="1530">
                  <c:v>3.0122</c:v>
                </c:pt>
                <c:pt idx="1531">
                  <c:v>3.0173200000000002</c:v>
                </c:pt>
                <c:pt idx="1532">
                  <c:v>3.0187900000000001</c:v>
                </c:pt>
                <c:pt idx="1533">
                  <c:v>3.0209699999999997</c:v>
                </c:pt>
                <c:pt idx="1534">
                  <c:v>3.0221799999999996</c:v>
                </c:pt>
                <c:pt idx="1535">
                  <c:v>3.0307600000000003</c:v>
                </c:pt>
                <c:pt idx="1536">
                  <c:v>3.0307900000000001</c:v>
                </c:pt>
                <c:pt idx="1537">
                  <c:v>3.0308200000000003</c:v>
                </c:pt>
                <c:pt idx="1538">
                  <c:v>3.0308600000000001</c:v>
                </c:pt>
                <c:pt idx="1539">
                  <c:v>3</c:v>
                </c:pt>
                <c:pt idx="1540">
                  <c:v>3</c:v>
                </c:pt>
                <c:pt idx="1541">
                  <c:v>3</c:v>
                </c:pt>
                <c:pt idx="1542">
                  <c:v>3</c:v>
                </c:pt>
                <c:pt idx="1543">
                  <c:v>3.19</c:v>
                </c:pt>
                <c:pt idx="1544">
                  <c:v>3</c:v>
                </c:pt>
                <c:pt idx="1545">
                  <c:v>3</c:v>
                </c:pt>
                <c:pt idx="1546">
                  <c:v>3</c:v>
                </c:pt>
                <c:pt idx="1547">
                  <c:v>3</c:v>
                </c:pt>
                <c:pt idx="1548">
                  <c:v>3</c:v>
                </c:pt>
                <c:pt idx="1549">
                  <c:v>3</c:v>
                </c:pt>
                <c:pt idx="1550">
                  <c:v>2.1389099999999996</c:v>
                </c:pt>
                <c:pt idx="1551">
                  <c:v>2.1538900000000001</c:v>
                </c:pt>
                <c:pt idx="1552">
                  <c:v>2.1674000000000002</c:v>
                </c:pt>
                <c:pt idx="1553">
                  <c:v>2.1820200000000001</c:v>
                </c:pt>
                <c:pt idx="1554">
                  <c:v>2.1996700000000002</c:v>
                </c:pt>
                <c:pt idx="1555">
                  <c:v>2.22234</c:v>
                </c:pt>
                <c:pt idx="1556">
                  <c:v>2.2324899999999999</c:v>
                </c:pt>
                <c:pt idx="1557">
                  <c:v>2.2454999999999998</c:v>
                </c:pt>
                <c:pt idx="1558">
                  <c:v>2.2603800000000001</c:v>
                </c:pt>
                <c:pt idx="1559">
                  <c:v>2.29697</c:v>
                </c:pt>
                <c:pt idx="1560">
                  <c:v>2.3311999999999999</c:v>
                </c:pt>
                <c:pt idx="1561">
                  <c:v>2.35501</c:v>
                </c:pt>
                <c:pt idx="1562">
                  <c:v>2.3875199999999999</c:v>
                </c:pt>
                <c:pt idx="1563">
                  <c:v>2.4074299999999997</c:v>
                </c:pt>
                <c:pt idx="1564">
                  <c:v>2.42665</c:v>
                </c:pt>
                <c:pt idx="1565">
                  <c:v>2.4349099999999999</c:v>
                </c:pt>
                <c:pt idx="1566">
                  <c:v>2.9028</c:v>
                </c:pt>
                <c:pt idx="1567">
                  <c:v>2.9028</c:v>
                </c:pt>
                <c:pt idx="1568">
                  <c:v>2.9027500000000002</c:v>
                </c:pt>
                <c:pt idx="1569">
                  <c:v>2.90266</c:v>
                </c:pt>
                <c:pt idx="1570">
                  <c:v>2.9025700000000003</c:v>
                </c:pt>
                <c:pt idx="1571">
                  <c:v>2.9024800000000002</c:v>
                </c:pt>
                <c:pt idx="1572">
                  <c:v>2.90239</c:v>
                </c:pt>
                <c:pt idx="1573">
                  <c:v>2.90225</c:v>
                </c:pt>
                <c:pt idx="1574">
                  <c:v>2.9021599999999999</c:v>
                </c:pt>
                <c:pt idx="1575">
                  <c:v>2.9020700000000001</c:v>
                </c:pt>
                <c:pt idx="1576">
                  <c:v>2.9019299999999997</c:v>
                </c:pt>
                <c:pt idx="1577">
                  <c:v>2.9491799999999997</c:v>
                </c:pt>
                <c:pt idx="1578">
                  <c:v>2.94706</c:v>
                </c:pt>
                <c:pt idx="1579">
                  <c:v>2.9466000000000001</c:v>
                </c:pt>
                <c:pt idx="1580">
                  <c:v>2.9460000000000002</c:v>
                </c:pt>
                <c:pt idx="1581">
                  <c:v>2.9445999999999999</c:v>
                </c:pt>
                <c:pt idx="1582">
                  <c:v>2.37412</c:v>
                </c:pt>
                <c:pt idx="1583">
                  <c:v>2.39906</c:v>
                </c:pt>
                <c:pt idx="1584">
                  <c:v>2.41933</c:v>
                </c:pt>
                <c:pt idx="1585">
                  <c:v>2.4271199999999999</c:v>
                </c:pt>
                <c:pt idx="1586">
                  <c:v>3</c:v>
                </c:pt>
                <c:pt idx="1587">
                  <c:v>3</c:v>
                </c:pt>
                <c:pt idx="1588">
                  <c:v>3</c:v>
                </c:pt>
                <c:pt idx="1589">
                  <c:v>3</c:v>
                </c:pt>
                <c:pt idx="1590">
                  <c:v>3</c:v>
                </c:pt>
                <c:pt idx="1591">
                  <c:v>3</c:v>
                </c:pt>
                <c:pt idx="1592">
                  <c:v>3</c:v>
                </c:pt>
                <c:pt idx="1593">
                  <c:v>3</c:v>
                </c:pt>
                <c:pt idx="1594">
                  <c:v>4.4512</c:v>
                </c:pt>
                <c:pt idx="1595">
                  <c:v>4.4535499999999999</c:v>
                </c:pt>
                <c:pt idx="1596">
                  <c:v>4.47682</c:v>
                </c:pt>
                <c:pt idx="1597">
                  <c:v>4.45472</c:v>
                </c:pt>
                <c:pt idx="1598">
                  <c:v>4.45472</c:v>
                </c:pt>
                <c:pt idx="1599">
                  <c:v>4.4581400000000002</c:v>
                </c:pt>
                <c:pt idx="1600">
                  <c:v>4.4647100000000002</c:v>
                </c:pt>
                <c:pt idx="1601">
                  <c:v>4.4709300000000001</c:v>
                </c:pt>
                <c:pt idx="1602">
                  <c:v>4.4911599999999998</c:v>
                </c:pt>
                <c:pt idx="1603">
                  <c:v>4.47682</c:v>
                </c:pt>
                <c:pt idx="1604">
                  <c:v>4.4388399999999999</c:v>
                </c:pt>
                <c:pt idx="1605">
                  <c:v>4.4372299999999996</c:v>
                </c:pt>
                <c:pt idx="1606">
                  <c:v>4.4314999999999998</c:v>
                </c:pt>
                <c:pt idx="1607">
                  <c:v>4.4408700000000003</c:v>
                </c:pt>
                <c:pt idx="1608">
                  <c:v>4.4666600000000001</c:v>
                </c:pt>
                <c:pt idx="1609">
                  <c:v>4.4860100000000003</c:v>
                </c:pt>
                <c:pt idx="1610">
                  <c:v>4.4886200000000001</c:v>
                </c:pt>
                <c:pt idx="1611">
                  <c:v>4.4911599999999998</c:v>
                </c:pt>
                <c:pt idx="1612">
                  <c:v>4.4928299999999997</c:v>
                </c:pt>
                <c:pt idx="1613">
                  <c:v>4.4952800000000002</c:v>
                </c:pt>
                <c:pt idx="1614">
                  <c:v>4.51091</c:v>
                </c:pt>
                <c:pt idx="1615">
                  <c:v>4.4976700000000003</c:v>
                </c:pt>
                <c:pt idx="1616">
                  <c:v>4.6874200000000004</c:v>
                </c:pt>
                <c:pt idx="1617">
                  <c:v>4.6878000000000002</c:v>
                </c:pt>
                <c:pt idx="1618">
                  <c:v>4.6879499999999998</c:v>
                </c:pt>
                <c:pt idx="1619">
                  <c:v>4.6880200000000007</c:v>
                </c:pt>
                <c:pt idx="1620">
                  <c:v>4.6893599999999998</c:v>
                </c:pt>
                <c:pt idx="1621">
                  <c:v>4.6882399999999995</c:v>
                </c:pt>
                <c:pt idx="1622">
                  <c:v>4.6882999999999999</c:v>
                </c:pt>
                <c:pt idx="1623">
                  <c:v>4.6881000000000004</c:v>
                </c:pt>
                <c:pt idx="1624">
                  <c:v>4.6760000000000002</c:v>
                </c:pt>
                <c:pt idx="1625">
                  <c:v>4.6760000000000002</c:v>
                </c:pt>
                <c:pt idx="1626">
                  <c:v>3.45261</c:v>
                </c:pt>
                <c:pt idx="1627">
                  <c:v>3.45261</c:v>
                </c:pt>
                <c:pt idx="1629">
                  <c:v>3.3268499999999999</c:v>
                </c:pt>
                <c:pt idx="1630">
                  <c:v>3.3256100000000002</c:v>
                </c:pt>
                <c:pt idx="1631">
                  <c:v>3.3249200000000001</c:v>
                </c:pt>
                <c:pt idx="1632">
                  <c:v>3.3245800000000001</c:v>
                </c:pt>
                <c:pt idx="1633">
                  <c:v>3.3235399999999999</c:v>
                </c:pt>
                <c:pt idx="1634">
                  <c:v>3.32314</c:v>
                </c:pt>
                <c:pt idx="1635">
                  <c:v>3.3234599999999999</c:v>
                </c:pt>
                <c:pt idx="1636">
                  <c:v>3.3222100000000001</c:v>
                </c:pt>
                <c:pt idx="1637">
                  <c:v>3.6929000000000003</c:v>
                </c:pt>
                <c:pt idx="1638">
                  <c:v>3.6939199999999999</c:v>
                </c:pt>
                <c:pt idx="1639">
                  <c:v>3.6991399999999999</c:v>
                </c:pt>
                <c:pt idx="1640">
                  <c:v>3.6953800000000001</c:v>
                </c:pt>
                <c:pt idx="1641">
                  <c:v>3.6625999999999999</c:v>
                </c:pt>
                <c:pt idx="1642">
                  <c:v>3.6863699999999997</c:v>
                </c:pt>
                <c:pt idx="1643">
                  <c:v>3.6851500000000001</c:v>
                </c:pt>
                <c:pt idx="1644">
                  <c:v>3.68777</c:v>
                </c:pt>
                <c:pt idx="1645">
                  <c:v>3.6816</c:v>
                </c:pt>
                <c:pt idx="1646">
                  <c:v>3.6732199999999997</c:v>
                </c:pt>
                <c:pt idx="1647">
                  <c:v>3.6398600000000001</c:v>
                </c:pt>
                <c:pt idx="1648">
                  <c:v>3.6580599999999999</c:v>
                </c:pt>
                <c:pt idx="1649">
                  <c:v>3.65978</c:v>
                </c:pt>
                <c:pt idx="1650">
                  <c:v>3.6621899999999998</c:v>
                </c:pt>
                <c:pt idx="1651">
                  <c:v>3.6609799999999999</c:v>
                </c:pt>
                <c:pt idx="1652">
                  <c:v>3.65618</c:v>
                </c:pt>
                <c:pt idx="1653">
                  <c:v>3.63266</c:v>
                </c:pt>
                <c:pt idx="1654">
                  <c:v>3.6529699999999998</c:v>
                </c:pt>
                <c:pt idx="1655">
                  <c:v>3.6521300000000001</c:v>
                </c:pt>
                <c:pt idx="1656">
                  <c:v>3.6484999999999999</c:v>
                </c:pt>
                <c:pt idx="1657">
                  <c:v>3.6547499999999999</c:v>
                </c:pt>
                <c:pt idx="1658">
                  <c:v>3.6543099999999997</c:v>
                </c:pt>
                <c:pt idx="1659">
                  <c:v>3.6309299999999998</c:v>
                </c:pt>
                <c:pt idx="1660">
                  <c:v>3.65083</c:v>
                </c:pt>
                <c:pt idx="1661">
                  <c:v>3.3269699999999998</c:v>
                </c:pt>
                <c:pt idx="1662">
                  <c:v>3.32728</c:v>
                </c:pt>
                <c:pt idx="1663">
                  <c:v>3.3275999999999999</c:v>
                </c:pt>
                <c:pt idx="1664">
                  <c:v>3.3283200000000002</c:v>
                </c:pt>
                <c:pt idx="1665">
                  <c:v>3.3288600000000002</c:v>
                </c:pt>
                <c:pt idx="1666">
                  <c:v>3.3290700000000002</c:v>
                </c:pt>
                <c:pt idx="1667">
                  <c:v>3.3294000000000001</c:v>
                </c:pt>
                <c:pt idx="1668">
                  <c:v>3.3294999999999999</c:v>
                </c:pt>
                <c:pt idx="1669">
                  <c:v>3.45261</c:v>
                </c:pt>
                <c:pt idx="1670">
                  <c:v>3.45261</c:v>
                </c:pt>
                <c:pt idx="1671">
                  <c:v>4.1256300000000001</c:v>
                </c:pt>
                <c:pt idx="1672">
                  <c:v>4.1256300000000001</c:v>
                </c:pt>
                <c:pt idx="1673">
                  <c:v>4.5</c:v>
                </c:pt>
                <c:pt idx="1674">
                  <c:v>4.5</c:v>
                </c:pt>
                <c:pt idx="1675">
                  <c:v>4.5</c:v>
                </c:pt>
                <c:pt idx="1676">
                  <c:v>4.5</c:v>
                </c:pt>
                <c:pt idx="1677">
                  <c:v>4.5</c:v>
                </c:pt>
                <c:pt idx="1678">
                  <c:v>4.5</c:v>
                </c:pt>
                <c:pt idx="1679">
                  <c:v>4.5</c:v>
                </c:pt>
                <c:pt idx="1680">
                  <c:v>4.5</c:v>
                </c:pt>
                <c:pt idx="1681">
                  <c:v>3.87873</c:v>
                </c:pt>
                <c:pt idx="1682">
                  <c:v>3.8364699999999998</c:v>
                </c:pt>
                <c:pt idx="1683">
                  <c:v>3.8264899999999997</c:v>
                </c:pt>
                <c:pt idx="1684">
                  <c:v>3.8189499999999996</c:v>
                </c:pt>
                <c:pt idx="1685">
                  <c:v>3.8147699999999998</c:v>
                </c:pt>
                <c:pt idx="1686">
                  <c:v>3.8085200000000001</c:v>
                </c:pt>
                <c:pt idx="1687">
                  <c:v>3.81013</c:v>
                </c:pt>
                <c:pt idx="1688">
                  <c:v>3.78071</c:v>
                </c:pt>
                <c:pt idx="1689">
                  <c:v>3.7747600000000001</c:v>
                </c:pt>
                <c:pt idx="1690">
                  <c:v>3.7681499999999999</c:v>
                </c:pt>
                <c:pt idx="1691">
                  <c:v>3.7632500000000002</c:v>
                </c:pt>
                <c:pt idx="1692">
                  <c:v>3.7656900000000002</c:v>
                </c:pt>
                <c:pt idx="1693">
                  <c:v>3.7769200000000001</c:v>
                </c:pt>
                <c:pt idx="1694">
                  <c:v>3.7526599999999997</c:v>
                </c:pt>
                <c:pt idx="1695">
                  <c:v>3.7515100000000001</c:v>
                </c:pt>
                <c:pt idx="1696">
                  <c:v>3.75326</c:v>
                </c:pt>
                <c:pt idx="1697">
                  <c:v>3.7531500000000002</c:v>
                </c:pt>
                <c:pt idx="1698">
                  <c:v>3.7599699999999996</c:v>
                </c:pt>
                <c:pt idx="1699">
                  <c:v>3.7856399999999999</c:v>
                </c:pt>
                <c:pt idx="1700">
                  <c:v>3.7634300000000001</c:v>
                </c:pt>
                <c:pt idx="1701">
                  <c:v>3.7569400000000002</c:v>
                </c:pt>
                <c:pt idx="1702">
                  <c:v>3.7470100000000004</c:v>
                </c:pt>
                <c:pt idx="1703">
                  <c:v>3.7453499999999997</c:v>
                </c:pt>
                <c:pt idx="1704">
                  <c:v>3.7514099999999999</c:v>
                </c:pt>
                <c:pt idx="1705">
                  <c:v>3.7832499999999998</c:v>
                </c:pt>
                <c:pt idx="1706">
                  <c:v>3.7720400000000001</c:v>
                </c:pt>
                <c:pt idx="1707">
                  <c:v>3.7834599999999998</c:v>
                </c:pt>
                <c:pt idx="1708">
                  <c:v>3.7906500000000003</c:v>
                </c:pt>
                <c:pt idx="1709">
                  <c:v>3.8054999999999999</c:v>
                </c:pt>
                <c:pt idx="1710">
                  <c:v>3.8285999999999998</c:v>
                </c:pt>
                <c:pt idx="1711">
                  <c:v>3.8688600000000002</c:v>
                </c:pt>
                <c:pt idx="1712">
                  <c:v>3.8710599999999999</c:v>
                </c:pt>
                <c:pt idx="1713">
                  <c:v>3.8834</c:v>
                </c:pt>
                <c:pt idx="1714">
                  <c:v>3.89696</c:v>
                </c:pt>
                <c:pt idx="1715">
                  <c:v>3.9174199999999999</c:v>
                </c:pt>
                <c:pt idx="1716">
                  <c:v>3.9316500000000003</c:v>
                </c:pt>
                <c:pt idx="1717">
                  <c:v>3.9640599999999999</c:v>
                </c:pt>
                <c:pt idx="1718">
                  <c:v>3.97532</c:v>
                </c:pt>
                <c:pt idx="1719">
                  <c:v>3.9982399999999996</c:v>
                </c:pt>
                <c:pt idx="1720">
                  <c:v>4.01905</c:v>
                </c:pt>
                <c:pt idx="1721">
                  <c:v>4.1256300000000001</c:v>
                </c:pt>
                <c:pt idx="1722">
                  <c:v>4.1256300000000001</c:v>
                </c:pt>
                <c:pt idx="1723">
                  <c:v>4.0464500000000001</c:v>
                </c:pt>
                <c:pt idx="1724">
                  <c:v>4.0464500000000001</c:v>
                </c:pt>
                <c:pt idx="1725">
                  <c:v>3.8615900000000001</c:v>
                </c:pt>
                <c:pt idx="1726">
                  <c:v>3.8142100000000001</c:v>
                </c:pt>
                <c:pt idx="1727">
                  <c:v>3.7925200000000001</c:v>
                </c:pt>
                <c:pt idx="1728">
                  <c:v>3.7723499999999999</c:v>
                </c:pt>
                <c:pt idx="1729">
                  <c:v>3.7567900000000001</c:v>
                </c:pt>
                <c:pt idx="1730">
                  <c:v>3.7399299999999998</c:v>
                </c:pt>
                <c:pt idx="1731">
                  <c:v>3.74539</c:v>
                </c:pt>
                <c:pt idx="1732">
                  <c:v>3.7137399999999996</c:v>
                </c:pt>
                <c:pt idx="1733">
                  <c:v>3.6965100000000004</c:v>
                </c:pt>
                <c:pt idx="1734">
                  <c:v>3.68845</c:v>
                </c:pt>
                <c:pt idx="1735">
                  <c:v>3.6755500000000003</c:v>
                </c:pt>
                <c:pt idx="1736">
                  <c:v>3.6661199999999998</c:v>
                </c:pt>
                <c:pt idx="1737">
                  <c:v>3.6846000000000001</c:v>
                </c:pt>
                <c:pt idx="1738">
                  <c:v>3.6657800000000003</c:v>
                </c:pt>
                <c:pt idx="1739">
                  <c:v>3.6665900000000002</c:v>
                </c:pt>
                <c:pt idx="1740">
                  <c:v>3.6692399999999998</c:v>
                </c:pt>
                <c:pt idx="1741">
                  <c:v>3.66818</c:v>
                </c:pt>
                <c:pt idx="1742">
                  <c:v>3.6643600000000003</c:v>
                </c:pt>
                <c:pt idx="1743">
                  <c:v>3.6829899999999998</c:v>
                </c:pt>
                <c:pt idx="1744">
                  <c:v>3.6521999999999997</c:v>
                </c:pt>
                <c:pt idx="1745">
                  <c:v>3.6465399999999999</c:v>
                </c:pt>
                <c:pt idx="1746">
                  <c:v>3.64453</c:v>
                </c:pt>
                <c:pt idx="1747">
                  <c:v>3.6542300000000001</c:v>
                </c:pt>
                <c:pt idx="1748">
                  <c:v>3.6644099999999997</c:v>
                </c:pt>
                <c:pt idx="1749">
                  <c:v>3.6974800000000001</c:v>
                </c:pt>
                <c:pt idx="1750">
                  <c:v>3.6853200000000004</c:v>
                </c:pt>
                <c:pt idx="1751">
                  <c:v>3.7000500000000001</c:v>
                </c:pt>
                <c:pt idx="1752">
                  <c:v>3.7118899999999999</c:v>
                </c:pt>
                <c:pt idx="1753">
                  <c:v>3.7290300000000003</c:v>
                </c:pt>
                <c:pt idx="1754">
                  <c:v>3.7400100000000003</c:v>
                </c:pt>
                <c:pt idx="1755">
                  <c:v>3.7660100000000001</c:v>
                </c:pt>
                <c:pt idx="1756">
                  <c:v>3.7658899999999997</c:v>
                </c:pt>
                <c:pt idx="1757">
                  <c:v>3.7891999999999997</c:v>
                </c:pt>
                <c:pt idx="1758">
                  <c:v>3.7940300000000002</c:v>
                </c:pt>
                <c:pt idx="1759">
                  <c:v>3.8048000000000002</c:v>
                </c:pt>
                <c:pt idx="1760">
                  <c:v>3.8191799999999998</c:v>
                </c:pt>
                <c:pt idx="1761">
                  <c:v>3.8546399999999998</c:v>
                </c:pt>
                <c:pt idx="1762">
                  <c:v>3.8632199999999997</c:v>
                </c:pt>
                <c:pt idx="1763">
                  <c:v>3.8955000000000002</c:v>
                </c:pt>
                <c:pt idx="1764">
                  <c:v>3.9303400000000002</c:v>
                </c:pt>
                <c:pt idx="1765">
                  <c:v>4.0464500000000001</c:v>
                </c:pt>
                <c:pt idx="1766">
                  <c:v>4.0464500000000001</c:v>
                </c:pt>
                <c:pt idx="1767">
                  <c:v>4.0061</c:v>
                </c:pt>
                <c:pt idx="1768">
                  <c:v>4.0061</c:v>
                </c:pt>
                <c:pt idx="1775">
                  <c:v>3.8089299999999997</c:v>
                </c:pt>
                <c:pt idx="1776">
                  <c:v>3.7679999999999998</c:v>
                </c:pt>
                <c:pt idx="1777">
                  <c:v>3.74817</c:v>
                </c:pt>
                <c:pt idx="1778">
                  <c:v>3.7314400000000001</c:v>
                </c:pt>
                <c:pt idx="1779">
                  <c:v>3.71814</c:v>
                </c:pt>
                <c:pt idx="1780">
                  <c:v>3.70086</c:v>
                </c:pt>
                <c:pt idx="1781">
                  <c:v>3.7062900000000001</c:v>
                </c:pt>
                <c:pt idx="1782">
                  <c:v>3.6791499999999999</c:v>
                </c:pt>
                <c:pt idx="1783">
                  <c:v>3.6678999999999999</c:v>
                </c:pt>
                <c:pt idx="1784">
                  <c:v>3.6578200000000001</c:v>
                </c:pt>
                <c:pt idx="1785">
                  <c:v>3.6486000000000001</c:v>
                </c:pt>
                <c:pt idx="1786">
                  <c:v>3.6393899999999997</c:v>
                </c:pt>
                <c:pt idx="1787">
                  <c:v>3.6521500000000002</c:v>
                </c:pt>
                <c:pt idx="1788">
                  <c:v>3.6255900000000003</c:v>
                </c:pt>
                <c:pt idx="1789">
                  <c:v>3.6192500000000001</c:v>
                </c:pt>
                <c:pt idx="1790">
                  <c:v>3.6185700000000001</c:v>
                </c:pt>
                <c:pt idx="1791">
                  <c:v>3.6223899999999998</c:v>
                </c:pt>
                <c:pt idx="1792">
                  <c:v>3.6270799999999999</c:v>
                </c:pt>
                <c:pt idx="1793">
                  <c:v>3.6545100000000001</c:v>
                </c:pt>
                <c:pt idx="1794">
                  <c:v>3.6399699999999999</c:v>
                </c:pt>
                <c:pt idx="1795">
                  <c:v>3.6376500000000003</c:v>
                </c:pt>
                <c:pt idx="1796">
                  <c:v>3.6424799999999999</c:v>
                </c:pt>
                <c:pt idx="1797">
                  <c:v>3.6535799999999998</c:v>
                </c:pt>
                <c:pt idx="1798">
                  <c:v>3.6631199999999997</c:v>
                </c:pt>
                <c:pt idx="1799">
                  <c:v>3.6878299999999999</c:v>
                </c:pt>
                <c:pt idx="1800">
                  <c:v>3.6808200000000002</c:v>
                </c:pt>
                <c:pt idx="1801">
                  <c:v>3.6917900000000001</c:v>
                </c:pt>
                <c:pt idx="1802">
                  <c:v>3.7010000000000001</c:v>
                </c:pt>
                <c:pt idx="1803">
                  <c:v>3.7142900000000001</c:v>
                </c:pt>
                <c:pt idx="1804">
                  <c:v>3.7236700000000003</c:v>
                </c:pt>
                <c:pt idx="1805">
                  <c:v>3.7436700000000003</c:v>
                </c:pt>
                <c:pt idx="1806">
                  <c:v>3.74044</c:v>
                </c:pt>
                <c:pt idx="1807">
                  <c:v>3.7604499999999996</c:v>
                </c:pt>
                <c:pt idx="1808">
                  <c:v>3.7742</c:v>
                </c:pt>
                <c:pt idx="1809">
                  <c:v>3.7858700000000001</c:v>
                </c:pt>
                <c:pt idx="1810">
                  <c:v>3.8016799999999997</c:v>
                </c:pt>
                <c:pt idx="1811">
                  <c:v>3.8275600000000001</c:v>
                </c:pt>
                <c:pt idx="1812">
                  <c:v>3.8394599999999999</c:v>
                </c:pt>
                <c:pt idx="1813">
                  <c:v>3.8641999999999999</c:v>
                </c:pt>
                <c:pt idx="1814">
                  <c:v>3.8848799999999999</c:v>
                </c:pt>
                <c:pt idx="1815">
                  <c:v>4.0061</c:v>
                </c:pt>
                <c:pt idx="1816">
                  <c:v>4.0061</c:v>
                </c:pt>
                <c:pt idx="1817">
                  <c:v>3.8570000000000002</c:v>
                </c:pt>
                <c:pt idx="1818">
                  <c:v>3.8570000000000002</c:v>
                </c:pt>
                <c:pt idx="1819">
                  <c:v>3.4990000000000001</c:v>
                </c:pt>
                <c:pt idx="1820">
                  <c:v>3.4990000000000001</c:v>
                </c:pt>
                <c:pt idx="1821">
                  <c:v>3.4990000000000001</c:v>
                </c:pt>
                <c:pt idx="1822">
                  <c:v>3.4990000000000001</c:v>
                </c:pt>
                <c:pt idx="1823">
                  <c:v>3.4990000000000001</c:v>
                </c:pt>
                <c:pt idx="1824">
                  <c:v>3.4990000000000001</c:v>
                </c:pt>
                <c:pt idx="1825">
                  <c:v>3.4990000000000001</c:v>
                </c:pt>
                <c:pt idx="1826">
                  <c:v>3.4997699999999998</c:v>
                </c:pt>
                <c:pt idx="1827">
                  <c:v>3.5848100000000001</c:v>
                </c:pt>
                <c:pt idx="1828">
                  <c:v>3.4920100000000001</c:v>
                </c:pt>
                <c:pt idx="1829">
                  <c:v>3.4262899999999998</c:v>
                </c:pt>
                <c:pt idx="1830">
                  <c:v>3.3869899999999999</c:v>
                </c:pt>
                <c:pt idx="1831">
                  <c:v>3.3600100000000004</c:v>
                </c:pt>
                <c:pt idx="1832">
                  <c:v>3.3516500000000002</c:v>
                </c:pt>
                <c:pt idx="1833">
                  <c:v>3.3590300000000002</c:v>
                </c:pt>
                <c:pt idx="1834">
                  <c:v>3.3481399999999999</c:v>
                </c:pt>
                <c:pt idx="1835">
                  <c:v>3.3198000000000003</c:v>
                </c:pt>
                <c:pt idx="1836">
                  <c:v>3.3180399999999999</c:v>
                </c:pt>
                <c:pt idx="1837">
                  <c:v>3.3146900000000001</c:v>
                </c:pt>
                <c:pt idx="1838">
                  <c:v>3.3120400000000001</c:v>
                </c:pt>
                <c:pt idx="1839">
                  <c:v>3.3210799999999998</c:v>
                </c:pt>
                <c:pt idx="1840">
                  <c:v>3.30524</c:v>
                </c:pt>
                <c:pt idx="1841">
                  <c:v>3.3008800000000003</c:v>
                </c:pt>
                <c:pt idx="1842">
                  <c:v>3.2984599999999999</c:v>
                </c:pt>
                <c:pt idx="1843">
                  <c:v>3.3177500000000002</c:v>
                </c:pt>
                <c:pt idx="1844">
                  <c:v>3.3259300000000001</c:v>
                </c:pt>
                <c:pt idx="1845">
                  <c:v>3.3402500000000002</c:v>
                </c:pt>
                <c:pt idx="1846">
                  <c:v>3.33141</c:v>
                </c:pt>
                <c:pt idx="1847">
                  <c:v>3.32653</c:v>
                </c:pt>
                <c:pt idx="1848">
                  <c:v>3.3271599999999997</c:v>
                </c:pt>
                <c:pt idx="1849">
                  <c:v>3.3302299999999998</c:v>
                </c:pt>
                <c:pt idx="1850">
                  <c:v>3.3341599999999998</c:v>
                </c:pt>
                <c:pt idx="1851">
                  <c:v>3.3511899999999999</c:v>
                </c:pt>
                <c:pt idx="1852">
                  <c:v>3.3443100000000001</c:v>
                </c:pt>
                <c:pt idx="1853">
                  <c:v>3.3474299999999997</c:v>
                </c:pt>
                <c:pt idx="1854">
                  <c:v>3.3488200000000004</c:v>
                </c:pt>
                <c:pt idx="1855">
                  <c:v>3.3725900000000002</c:v>
                </c:pt>
                <c:pt idx="1856">
                  <c:v>3.3959299999999999</c:v>
                </c:pt>
                <c:pt idx="1857">
                  <c:v>3.4399299999999999</c:v>
                </c:pt>
                <c:pt idx="1858">
                  <c:v>3.4672899999999998</c:v>
                </c:pt>
                <c:pt idx="1859">
                  <c:v>3.5213299999999998</c:v>
                </c:pt>
                <c:pt idx="1860">
                  <c:v>3.5965599999999998</c:v>
                </c:pt>
                <c:pt idx="1861">
                  <c:v>3.6818299999999997</c:v>
                </c:pt>
                <c:pt idx="1862">
                  <c:v>3.7575599999999998</c:v>
                </c:pt>
                <c:pt idx="1863">
                  <c:v>3.77271</c:v>
                </c:pt>
                <c:pt idx="1864">
                  <c:v>3.7787500000000001</c:v>
                </c:pt>
                <c:pt idx="1865">
                  <c:v>3.7919099999999997</c:v>
                </c:pt>
                <c:pt idx="1866">
                  <c:v>3.8032499999999998</c:v>
                </c:pt>
                <c:pt idx="1867">
                  <c:v>3.4990000000000001</c:v>
                </c:pt>
                <c:pt idx="1868">
                  <c:v>3.4990000000000001</c:v>
                </c:pt>
                <c:pt idx="1869">
                  <c:v>3.4990000000000001</c:v>
                </c:pt>
                <c:pt idx="1870">
                  <c:v>3.4990000000000001</c:v>
                </c:pt>
                <c:pt idx="1871">
                  <c:v>3.8570000000000002</c:v>
                </c:pt>
                <c:pt idx="1872">
                  <c:v>3.8570000000000002</c:v>
                </c:pt>
                <c:pt idx="1873">
                  <c:v>4.0780000000000003</c:v>
                </c:pt>
                <c:pt idx="1874">
                  <c:v>4.0780000000000003</c:v>
                </c:pt>
                <c:pt idx="1875">
                  <c:v>3.3</c:v>
                </c:pt>
                <c:pt idx="1876">
                  <c:v>3.3</c:v>
                </c:pt>
                <c:pt idx="1877">
                  <c:v>3.3</c:v>
                </c:pt>
                <c:pt idx="1878">
                  <c:v>3.3</c:v>
                </c:pt>
                <c:pt idx="1879">
                  <c:v>3.3816999999999999</c:v>
                </c:pt>
                <c:pt idx="1880">
                  <c:v>3.3639600000000001</c:v>
                </c:pt>
                <c:pt idx="1881">
                  <c:v>3.3565800000000001</c:v>
                </c:pt>
                <c:pt idx="1882">
                  <c:v>3.3446400000000001</c:v>
                </c:pt>
                <c:pt idx="1883">
                  <c:v>3.5552199999999998</c:v>
                </c:pt>
                <c:pt idx="1884">
                  <c:v>3.5202900000000001</c:v>
                </c:pt>
                <c:pt idx="1885">
                  <c:v>3.4940500000000001</c:v>
                </c:pt>
                <c:pt idx="1886">
                  <c:v>3.4831500000000002</c:v>
                </c:pt>
                <c:pt idx="1887">
                  <c:v>3.46923</c:v>
                </c:pt>
                <c:pt idx="1888">
                  <c:v>3.4566699999999999</c:v>
                </c:pt>
                <c:pt idx="1889">
                  <c:v>3.4435199999999999</c:v>
                </c:pt>
                <c:pt idx="1890">
                  <c:v>3.4340100000000002</c:v>
                </c:pt>
                <c:pt idx="1891">
                  <c:v>3.4290400000000001</c:v>
                </c:pt>
                <c:pt idx="1892">
                  <c:v>3.4255300000000002</c:v>
                </c:pt>
                <c:pt idx="1893">
                  <c:v>3.4214799999999999</c:v>
                </c:pt>
                <c:pt idx="1894">
                  <c:v>3.4195700000000002</c:v>
                </c:pt>
                <c:pt idx="1895">
                  <c:v>3.4191599999999998</c:v>
                </c:pt>
                <c:pt idx="1896">
                  <c:v>3.41751</c:v>
                </c:pt>
                <c:pt idx="1897">
                  <c:v>3.4158400000000002</c:v>
                </c:pt>
                <c:pt idx="1898">
                  <c:v>3.4131300000000002</c:v>
                </c:pt>
                <c:pt idx="1899">
                  <c:v>3.4121799999999998</c:v>
                </c:pt>
                <c:pt idx="1900">
                  <c:v>3.4113099999999998</c:v>
                </c:pt>
                <c:pt idx="1901">
                  <c:v>3.4161700000000002</c:v>
                </c:pt>
                <c:pt idx="1902">
                  <c:v>3.41594</c:v>
                </c:pt>
                <c:pt idx="1903">
                  <c:v>3.4166799999999999</c:v>
                </c:pt>
                <c:pt idx="1904">
                  <c:v>3.4132500000000001</c:v>
                </c:pt>
                <c:pt idx="1905">
                  <c:v>3.4125700000000001</c:v>
                </c:pt>
                <c:pt idx="1906">
                  <c:v>3.41581</c:v>
                </c:pt>
                <c:pt idx="1907">
                  <c:v>3.4239000000000002</c:v>
                </c:pt>
                <c:pt idx="1908">
                  <c:v>3.42448</c:v>
                </c:pt>
                <c:pt idx="1909">
                  <c:v>3.4314499999999999</c:v>
                </c:pt>
                <c:pt idx="1910">
                  <c:v>3.4293299999999998</c:v>
                </c:pt>
                <c:pt idx="1911">
                  <c:v>3.4365100000000002</c:v>
                </c:pt>
                <c:pt idx="1912">
                  <c:v>3.4292600000000002</c:v>
                </c:pt>
                <c:pt idx="1913">
                  <c:v>3.4307800000000004</c:v>
                </c:pt>
                <c:pt idx="1914">
                  <c:v>3.4378200000000003</c:v>
                </c:pt>
                <c:pt idx="1915">
                  <c:v>3.4445799999999998</c:v>
                </c:pt>
                <c:pt idx="1916">
                  <c:v>3.3166799999999999</c:v>
                </c:pt>
                <c:pt idx="1917">
                  <c:v>3.3147199999999999</c:v>
                </c:pt>
                <c:pt idx="1918">
                  <c:v>3.31318</c:v>
                </c:pt>
                <c:pt idx="1919">
                  <c:v>3.3</c:v>
                </c:pt>
                <c:pt idx="1920">
                  <c:v>3.3</c:v>
                </c:pt>
                <c:pt idx="1921">
                  <c:v>3.3</c:v>
                </c:pt>
                <c:pt idx="1922">
                  <c:v>3.3</c:v>
                </c:pt>
                <c:pt idx="1923">
                  <c:v>3.3</c:v>
                </c:pt>
                <c:pt idx="1924">
                  <c:v>3.3</c:v>
                </c:pt>
                <c:pt idx="1925">
                  <c:v>3.3</c:v>
                </c:pt>
                <c:pt idx="1926">
                  <c:v>3.3</c:v>
                </c:pt>
                <c:pt idx="1929">
                  <c:v>4.0780000000000003</c:v>
                </c:pt>
                <c:pt idx="1930">
                  <c:v>4.0780000000000003</c:v>
                </c:pt>
                <c:pt idx="1931">
                  <c:v>4.0422199999999995</c:v>
                </c:pt>
                <c:pt idx="1932">
                  <c:v>4.0422199999999995</c:v>
                </c:pt>
                <c:pt idx="1933">
                  <c:v>4.2908599999999995</c:v>
                </c:pt>
                <c:pt idx="1934">
                  <c:v>4.29908</c:v>
                </c:pt>
                <c:pt idx="1935">
                  <c:v>4.2986599999999999</c:v>
                </c:pt>
                <c:pt idx="1936">
                  <c:v>4.2979799999999999</c:v>
                </c:pt>
                <c:pt idx="1937">
                  <c:v>4.2891899999999996</c:v>
                </c:pt>
                <c:pt idx="1938">
                  <c:v>4.28071</c:v>
                </c:pt>
                <c:pt idx="1939">
                  <c:v>4.2713100000000006</c:v>
                </c:pt>
                <c:pt idx="1940">
                  <c:v>4.2589600000000001</c:v>
                </c:pt>
                <c:pt idx="1941">
                  <c:v>4.1935600000000006</c:v>
                </c:pt>
                <c:pt idx="1942">
                  <c:v>4.1882099999999998</c:v>
                </c:pt>
                <c:pt idx="1943">
                  <c:v>4.1807299999999996</c:v>
                </c:pt>
                <c:pt idx="1944">
                  <c:v>4.1760699999999993</c:v>
                </c:pt>
                <c:pt idx="1945">
                  <c:v>4.0749499999999994</c:v>
                </c:pt>
                <c:pt idx="1946">
                  <c:v>3.9058000000000002</c:v>
                </c:pt>
                <c:pt idx="1947">
                  <c:v>3.8427600000000002</c:v>
                </c:pt>
                <c:pt idx="1948">
                  <c:v>3.7850799999999998</c:v>
                </c:pt>
                <c:pt idx="1949">
                  <c:v>3.7831000000000001</c:v>
                </c:pt>
                <c:pt idx="1950">
                  <c:v>3.78003</c:v>
                </c:pt>
                <c:pt idx="1951">
                  <c:v>3.7776300000000003</c:v>
                </c:pt>
                <c:pt idx="1952">
                  <c:v>3.7771500000000002</c:v>
                </c:pt>
                <c:pt idx="1953">
                  <c:v>3.7804099999999998</c:v>
                </c:pt>
                <c:pt idx="1954">
                  <c:v>3.77671</c:v>
                </c:pt>
                <c:pt idx="1955">
                  <c:v>3.7759999999999998</c:v>
                </c:pt>
                <c:pt idx="1956">
                  <c:v>3.7790700000000004</c:v>
                </c:pt>
                <c:pt idx="1957">
                  <c:v>3.7790900000000001</c:v>
                </c:pt>
                <c:pt idx="1958">
                  <c:v>3.7795199999999998</c:v>
                </c:pt>
                <c:pt idx="1959">
                  <c:v>3.78111</c:v>
                </c:pt>
                <c:pt idx="1960">
                  <c:v>3.7771699999999999</c:v>
                </c:pt>
                <c:pt idx="1961">
                  <c:v>3.7778899999999997</c:v>
                </c:pt>
                <c:pt idx="1962">
                  <c:v>3.7760500000000001</c:v>
                </c:pt>
                <c:pt idx="1963">
                  <c:v>3.7792800000000004</c:v>
                </c:pt>
                <c:pt idx="1964">
                  <c:v>3.7815799999999999</c:v>
                </c:pt>
                <c:pt idx="1965">
                  <c:v>3.7719800000000001</c:v>
                </c:pt>
                <c:pt idx="1966">
                  <c:v>3.75671</c:v>
                </c:pt>
                <c:pt idx="1967">
                  <c:v>3.7463500000000001</c:v>
                </c:pt>
                <c:pt idx="1968">
                  <c:v>3.7368099999999997</c:v>
                </c:pt>
                <c:pt idx="1969">
                  <c:v>3.7770999999999999</c:v>
                </c:pt>
                <c:pt idx="1970">
                  <c:v>3.8262600000000004</c:v>
                </c:pt>
                <c:pt idx="1971">
                  <c:v>3.8933400000000002</c:v>
                </c:pt>
                <c:pt idx="1972">
                  <c:v>3.9761299999999999</c:v>
                </c:pt>
                <c:pt idx="1973">
                  <c:v>4.0434299999999999</c:v>
                </c:pt>
                <c:pt idx="1974">
                  <c:v>4.05009</c:v>
                </c:pt>
                <c:pt idx="1975">
                  <c:v>4.0601700000000003</c:v>
                </c:pt>
                <c:pt idx="1976">
                  <c:v>4.0700799999999999</c:v>
                </c:pt>
                <c:pt idx="1977">
                  <c:v>3.9325999999999999</c:v>
                </c:pt>
                <c:pt idx="1978">
                  <c:v>3.9344399999999999</c:v>
                </c:pt>
                <c:pt idx="1979">
                  <c:v>3.9400399999999998</c:v>
                </c:pt>
                <c:pt idx="1980">
                  <c:v>3.9541399999999998</c:v>
                </c:pt>
                <c:pt idx="1981">
                  <c:v>3.4978500000000001</c:v>
                </c:pt>
                <c:pt idx="1982">
                  <c:v>3.4963500000000001</c:v>
                </c:pt>
                <c:pt idx="1983">
                  <c:v>3.4938000000000002</c:v>
                </c:pt>
                <c:pt idx="1984">
                  <c:v>3.5</c:v>
                </c:pt>
                <c:pt idx="1987">
                  <c:v>4.0422199999999995</c:v>
                </c:pt>
                <c:pt idx="1988">
                  <c:v>4.0422199999999995</c:v>
                </c:pt>
                <c:pt idx="1989">
                  <c:v>3.5249999999999999</c:v>
                </c:pt>
                <c:pt idx="1990">
                  <c:v>3.3</c:v>
                </c:pt>
                <c:pt idx="1991">
                  <c:v>3.7905700000000002</c:v>
                </c:pt>
                <c:pt idx="1992">
                  <c:v>3.78064</c:v>
                </c:pt>
                <c:pt idx="1993">
                  <c:v>3.7516799999999999</c:v>
                </c:pt>
                <c:pt idx="1994">
                  <c:v>3.7380100000000001</c:v>
                </c:pt>
                <c:pt idx="1995">
                  <c:v>3.2514600000000002</c:v>
                </c:pt>
                <c:pt idx="1996">
                  <c:v>3.2557800000000001</c:v>
                </c:pt>
                <c:pt idx="1997">
                  <c:v>3.2613499999999997</c:v>
                </c:pt>
                <c:pt idx="1998">
                  <c:v>3.2682500000000001</c:v>
                </c:pt>
                <c:pt idx="1999">
                  <c:v>3.2221700000000002</c:v>
                </c:pt>
                <c:pt idx="2000">
                  <c:v>3.2266999999999997</c:v>
                </c:pt>
                <c:pt idx="2001">
                  <c:v>3.2303999999999999</c:v>
                </c:pt>
                <c:pt idx="2002">
                  <c:v>3.2332199999999998</c:v>
                </c:pt>
                <c:pt idx="2003">
                  <c:v>3.2450399999999999</c:v>
                </c:pt>
                <c:pt idx="2004">
                  <c:v>3.2481900000000001</c:v>
                </c:pt>
                <c:pt idx="2005">
                  <c:v>3.2496999999999998</c:v>
                </c:pt>
                <c:pt idx="2006">
                  <c:v>3.2527699999999999</c:v>
                </c:pt>
                <c:pt idx="2007">
                  <c:v>3.2481</c:v>
                </c:pt>
                <c:pt idx="2008">
                  <c:v>3.2509899999999998</c:v>
                </c:pt>
                <c:pt idx="2009">
                  <c:v>3.25339</c:v>
                </c:pt>
                <c:pt idx="2010">
                  <c:v>3.2535599999999998</c:v>
                </c:pt>
                <c:pt idx="2011">
                  <c:v>3.2525999999999997</c:v>
                </c:pt>
                <c:pt idx="2012">
                  <c:v>3.2539199999999999</c:v>
                </c:pt>
                <c:pt idx="2013">
                  <c:v>3.25467</c:v>
                </c:pt>
                <c:pt idx="2014">
                  <c:v>3.2550599999999998</c:v>
                </c:pt>
                <c:pt idx="2015">
                  <c:v>3.2528099999999998</c:v>
                </c:pt>
                <c:pt idx="2016">
                  <c:v>3.2531399999999997</c:v>
                </c:pt>
                <c:pt idx="2017">
                  <c:v>3.2519200000000001</c:v>
                </c:pt>
                <c:pt idx="2018">
                  <c:v>3.2537500000000001</c:v>
                </c:pt>
                <c:pt idx="2019">
                  <c:v>3.2539000000000002</c:v>
                </c:pt>
                <c:pt idx="2020">
                  <c:v>3.25447</c:v>
                </c:pt>
                <c:pt idx="2021">
                  <c:v>3.2534000000000001</c:v>
                </c:pt>
                <c:pt idx="2022">
                  <c:v>3.2525900000000001</c:v>
                </c:pt>
                <c:pt idx="2023">
                  <c:v>3.2497500000000001</c:v>
                </c:pt>
                <c:pt idx="2024">
                  <c:v>3.2492299999999998</c:v>
                </c:pt>
                <c:pt idx="2025">
                  <c:v>3.2454000000000001</c:v>
                </c:pt>
                <c:pt idx="2026">
                  <c:v>3.2453499999999997</c:v>
                </c:pt>
                <c:pt idx="2027">
                  <c:v>3.2300200000000001</c:v>
                </c:pt>
                <c:pt idx="2028">
                  <c:v>3.2298800000000001</c:v>
                </c:pt>
                <c:pt idx="2029">
                  <c:v>3.2282800000000003</c:v>
                </c:pt>
                <c:pt idx="2030">
                  <c:v>3.2259799999999998</c:v>
                </c:pt>
                <c:pt idx="2031">
                  <c:v>3.2294399999999999</c:v>
                </c:pt>
                <c:pt idx="2032">
                  <c:v>3.2280700000000002</c:v>
                </c:pt>
                <c:pt idx="2033">
                  <c:v>3.2266500000000002</c:v>
                </c:pt>
                <c:pt idx="2034">
                  <c:v>3.2244899999999999</c:v>
                </c:pt>
                <c:pt idx="2035">
                  <c:v>3.2921999999999998</c:v>
                </c:pt>
                <c:pt idx="2036">
                  <c:v>3.2925500000000003</c:v>
                </c:pt>
                <c:pt idx="2037">
                  <c:v>3.2847900000000001</c:v>
                </c:pt>
                <c:pt idx="2038">
                  <c:v>3.2759999999999998</c:v>
                </c:pt>
                <c:pt idx="2039">
                  <c:v>3.4990000000000001</c:v>
                </c:pt>
                <c:pt idx="2040">
                  <c:v>3.4990000000000001</c:v>
                </c:pt>
                <c:pt idx="2041">
                  <c:v>3.4990000000000001</c:v>
                </c:pt>
                <c:pt idx="2042">
                  <c:v>3.3</c:v>
                </c:pt>
                <c:pt idx="2043">
                  <c:v>3.5249999999999999</c:v>
                </c:pt>
                <c:pt idx="2044">
                  <c:v>3.4270800000000001</c:v>
                </c:pt>
                <c:pt idx="2045">
                  <c:v>3.4268000000000001</c:v>
                </c:pt>
                <c:pt idx="2046">
                  <c:v>3.42659</c:v>
                </c:pt>
                <c:pt idx="2047">
                  <c:v>3.4102700000000001</c:v>
                </c:pt>
                <c:pt idx="2048">
                  <c:v>3.3904000000000001</c:v>
                </c:pt>
                <c:pt idx="2049">
                  <c:v>3.3896299999999999</c:v>
                </c:pt>
                <c:pt idx="2050">
                  <c:v>3.39262</c:v>
                </c:pt>
                <c:pt idx="2051">
                  <c:v>3.38883</c:v>
                </c:pt>
                <c:pt idx="2052">
                  <c:v>3.3868</c:v>
                </c:pt>
                <c:pt idx="2053">
                  <c:v>3.3850199999999999</c:v>
                </c:pt>
                <c:pt idx="2054">
                  <c:v>3.3833299999999999</c:v>
                </c:pt>
                <c:pt idx="2055">
                  <c:v>3.3818000000000001</c:v>
                </c:pt>
                <c:pt idx="2056">
                  <c:v>3.38653</c:v>
                </c:pt>
                <c:pt idx="2057">
                  <c:v>3.3802099999999999</c:v>
                </c:pt>
                <c:pt idx="2058">
                  <c:v>3.3799200000000003</c:v>
                </c:pt>
                <c:pt idx="2059">
                  <c:v>3.3790500000000003</c:v>
                </c:pt>
                <c:pt idx="2060">
                  <c:v>3.2623500000000001</c:v>
                </c:pt>
                <c:pt idx="2061">
                  <c:v>3.2612700000000001</c:v>
                </c:pt>
                <c:pt idx="2062">
                  <c:v>3.2672300000000001</c:v>
                </c:pt>
                <c:pt idx="2063">
                  <c:v>3.2598099999999999</c:v>
                </c:pt>
                <c:pt idx="2064">
                  <c:v>3.25908</c:v>
                </c:pt>
                <c:pt idx="2065">
                  <c:v>3.2591000000000001</c:v>
                </c:pt>
                <c:pt idx="2066">
                  <c:v>3.2616700000000001</c:v>
                </c:pt>
                <c:pt idx="2067">
                  <c:v>3.2659000000000002</c:v>
                </c:pt>
                <c:pt idx="2068">
                  <c:v>3.2755799999999997</c:v>
                </c:pt>
                <c:pt idx="2069">
                  <c:v>3.2724899999999999</c:v>
                </c:pt>
                <c:pt idx="2070">
                  <c:v>3.2755999999999998</c:v>
                </c:pt>
                <c:pt idx="2071">
                  <c:v>3.2774299999999998</c:v>
                </c:pt>
                <c:pt idx="2072">
                  <c:v>3.2797800000000001</c:v>
                </c:pt>
                <c:pt idx="2073">
                  <c:v>3.2809299999999997</c:v>
                </c:pt>
                <c:pt idx="2074">
                  <c:v>3.2874299999999996</c:v>
                </c:pt>
                <c:pt idx="2075">
                  <c:v>3.2845399999999998</c:v>
                </c:pt>
                <c:pt idx="2076">
                  <c:v>3.4267699999999999</c:v>
                </c:pt>
                <c:pt idx="2077">
                  <c:v>3.42692</c:v>
                </c:pt>
                <c:pt idx="2078">
                  <c:v>3.4270900000000002</c:v>
                </c:pt>
                <c:pt idx="2079">
                  <c:v>3.4273000000000002</c:v>
                </c:pt>
                <c:pt idx="2080">
                  <c:v>3.4275199999999999</c:v>
                </c:pt>
                <c:pt idx="2081">
                  <c:v>3.4276200000000001</c:v>
                </c:pt>
                <c:pt idx="2082">
                  <c:v>3.4276799999999996</c:v>
                </c:pt>
                <c:pt idx="2083">
                  <c:v>3.4277299999999999</c:v>
                </c:pt>
                <c:pt idx="2084">
                  <c:v>3.9</c:v>
                </c:pt>
                <c:pt idx="2085">
                  <c:v>3.9</c:v>
                </c:pt>
                <c:pt idx="2086">
                  <c:v>3.9</c:v>
                </c:pt>
                <c:pt idx="2087">
                  <c:v>3.9</c:v>
                </c:pt>
                <c:pt idx="2088">
                  <c:v>3.6771100000000003</c:v>
                </c:pt>
                <c:pt idx="2089">
                  <c:v>3.6770800000000001</c:v>
                </c:pt>
                <c:pt idx="2090">
                  <c:v>3.6770500000000004</c:v>
                </c:pt>
                <c:pt idx="2091">
                  <c:v>3.6728899999999998</c:v>
                </c:pt>
                <c:pt idx="2092">
                  <c:v>3.6702699999999999</c:v>
                </c:pt>
                <c:pt idx="2093">
                  <c:v>3.6659499999999996</c:v>
                </c:pt>
                <c:pt idx="2094">
                  <c:v>3.6650100000000001</c:v>
                </c:pt>
                <c:pt idx="2095">
                  <c:v>3.6614899999999997</c:v>
                </c:pt>
                <c:pt idx="2096">
                  <c:v>3.6585900000000002</c:v>
                </c:pt>
                <c:pt idx="2097">
                  <c:v>3.6562700000000001</c:v>
                </c:pt>
                <c:pt idx="2098">
                  <c:v>3.6563099999999999</c:v>
                </c:pt>
                <c:pt idx="2099">
                  <c:v>3.65272</c:v>
                </c:pt>
                <c:pt idx="2100">
                  <c:v>3.6514499999999996</c:v>
                </c:pt>
                <c:pt idx="2101">
                  <c:v>3.6504899999999996</c:v>
                </c:pt>
                <c:pt idx="2102">
                  <c:v>3.44693</c:v>
                </c:pt>
                <c:pt idx="2103">
                  <c:v>3.44428</c:v>
                </c:pt>
                <c:pt idx="2104">
                  <c:v>3.4483999999999999</c:v>
                </c:pt>
                <c:pt idx="2105">
                  <c:v>3.4379499999999998</c:v>
                </c:pt>
                <c:pt idx="2106">
                  <c:v>3.4336199999999999</c:v>
                </c:pt>
                <c:pt idx="2107">
                  <c:v>3.4314400000000003</c:v>
                </c:pt>
                <c:pt idx="2108">
                  <c:v>3.4305500000000002</c:v>
                </c:pt>
                <c:pt idx="2109">
                  <c:v>3.4326099999999999</c:v>
                </c:pt>
                <c:pt idx="2110">
                  <c:v>3.4426399999999999</c:v>
                </c:pt>
                <c:pt idx="2111">
                  <c:v>3.44116</c:v>
                </c:pt>
                <c:pt idx="2112">
                  <c:v>3.4469699999999999</c:v>
                </c:pt>
                <c:pt idx="2113">
                  <c:v>3.4501999999999997</c:v>
                </c:pt>
                <c:pt idx="2114">
                  <c:v>3.4531499999999999</c:v>
                </c:pt>
                <c:pt idx="2115">
                  <c:v>3.45634</c:v>
                </c:pt>
                <c:pt idx="2116">
                  <c:v>3.5074800000000002</c:v>
                </c:pt>
                <c:pt idx="2117">
                  <c:v>3.5644800000000001</c:v>
                </c:pt>
                <c:pt idx="2118">
                  <c:v>3.65646</c:v>
                </c:pt>
                <c:pt idx="2119">
                  <c:v>3.6564699999999997</c:v>
                </c:pt>
                <c:pt idx="2120">
                  <c:v>3.65686</c:v>
                </c:pt>
                <c:pt idx="2121">
                  <c:v>3.6573500000000001</c:v>
                </c:pt>
                <c:pt idx="2122">
                  <c:v>3.67794</c:v>
                </c:pt>
                <c:pt idx="2123">
                  <c:v>3.6778200000000001</c:v>
                </c:pt>
                <c:pt idx="2124">
                  <c:v>3.6779199999999999</c:v>
                </c:pt>
                <c:pt idx="2125">
                  <c:v>3.6780200000000001</c:v>
                </c:pt>
                <c:pt idx="2126">
                  <c:v>3.665</c:v>
                </c:pt>
                <c:pt idx="2127">
                  <c:v>3.665</c:v>
                </c:pt>
                <c:pt idx="2128">
                  <c:v>3.665</c:v>
                </c:pt>
                <c:pt idx="2130">
                  <c:v>3.4</c:v>
                </c:pt>
                <c:pt idx="2131">
                  <c:v>4.45</c:v>
                </c:pt>
                <c:pt idx="2132">
                  <c:v>4.84</c:v>
                </c:pt>
                <c:pt idx="2133">
                  <c:v>4.9354799999999992</c:v>
                </c:pt>
                <c:pt idx="2134">
                  <c:v>4.96692</c:v>
                </c:pt>
                <c:pt idx="2135">
                  <c:v>5.0819899999999993</c:v>
                </c:pt>
                <c:pt idx="2136">
                  <c:v>5.1429999999999998</c:v>
                </c:pt>
                <c:pt idx="2137">
                  <c:v>4.53146</c:v>
                </c:pt>
                <c:pt idx="2138">
                  <c:v>4.36897</c:v>
                </c:pt>
                <c:pt idx="2139">
                  <c:v>3.28268</c:v>
                </c:pt>
                <c:pt idx="2140">
                  <c:v>3.5188000000000001</c:v>
                </c:pt>
                <c:pt idx="2141">
                  <c:v>3.5168600000000003</c:v>
                </c:pt>
                <c:pt idx="2142">
                  <c:v>3.51579</c:v>
                </c:pt>
                <c:pt idx="2143">
                  <c:v>3.5196100000000001</c:v>
                </c:pt>
                <c:pt idx="2144">
                  <c:v>3.5219699999999996</c:v>
                </c:pt>
                <c:pt idx="2145">
                  <c:v>3.51708</c:v>
                </c:pt>
                <c:pt idx="2146">
                  <c:v>3.5142099999999998</c:v>
                </c:pt>
                <c:pt idx="2147">
                  <c:v>3.5151399999999997</c:v>
                </c:pt>
                <c:pt idx="2148">
                  <c:v>3.5156399999999999</c:v>
                </c:pt>
                <c:pt idx="2149">
                  <c:v>3.5149299999999997</c:v>
                </c:pt>
                <c:pt idx="2150">
                  <c:v>3.5205300000000004</c:v>
                </c:pt>
                <c:pt idx="2151">
                  <c:v>3.5123099999999998</c:v>
                </c:pt>
                <c:pt idx="2152">
                  <c:v>3.5083200000000003</c:v>
                </c:pt>
                <c:pt idx="2153">
                  <c:v>3.5069299999999997</c:v>
                </c:pt>
                <c:pt idx="2154">
                  <c:v>3.4045199999999998</c:v>
                </c:pt>
                <c:pt idx="2155">
                  <c:v>3.4040400000000002</c:v>
                </c:pt>
                <c:pt idx="2156">
                  <c:v>3.4081999999999999</c:v>
                </c:pt>
                <c:pt idx="2157">
                  <c:v>3.4021999999999997</c:v>
                </c:pt>
                <c:pt idx="2158">
                  <c:v>3.40103</c:v>
                </c:pt>
                <c:pt idx="2159">
                  <c:v>3.4007700000000001</c:v>
                </c:pt>
                <c:pt idx="2160">
                  <c:v>3.3727300000000002</c:v>
                </c:pt>
                <c:pt idx="2161">
                  <c:v>3.3718400000000002</c:v>
                </c:pt>
                <c:pt idx="2162">
                  <c:v>3.37812</c:v>
                </c:pt>
                <c:pt idx="2163">
                  <c:v>3.3737499999999998</c:v>
                </c:pt>
                <c:pt idx="2164">
                  <c:v>3.3771199999999997</c:v>
                </c:pt>
                <c:pt idx="2165">
                  <c:v>3.3795000000000002</c:v>
                </c:pt>
                <c:pt idx="2166">
                  <c:v>3.3780700000000001</c:v>
                </c:pt>
                <c:pt idx="2167">
                  <c:v>3.40089</c:v>
                </c:pt>
                <c:pt idx="2168">
                  <c:v>3.43005</c:v>
                </c:pt>
                <c:pt idx="2169">
                  <c:v>3.4560200000000001</c:v>
                </c:pt>
                <c:pt idx="2170">
                  <c:v>3.4923699999999998</c:v>
                </c:pt>
                <c:pt idx="2171">
                  <c:v>3.5428099999999998</c:v>
                </c:pt>
                <c:pt idx="2172">
                  <c:v>3.6145300000000002</c:v>
                </c:pt>
                <c:pt idx="2173">
                  <c:v>3.6183700000000001</c:v>
                </c:pt>
                <c:pt idx="2174">
                  <c:v>3.6468099999999999</c:v>
                </c:pt>
                <c:pt idx="2175">
                  <c:v>3.6448800000000001</c:v>
                </c:pt>
                <c:pt idx="2176">
                  <c:v>3.6439400000000002</c:v>
                </c:pt>
                <c:pt idx="2177">
                  <c:v>3.6422800000000004</c:v>
                </c:pt>
                <c:pt idx="2178">
                  <c:v>2.7</c:v>
                </c:pt>
                <c:pt idx="2179">
                  <c:v>2.7</c:v>
                </c:pt>
                <c:pt idx="2184">
                  <c:v>3.74533</c:v>
                </c:pt>
                <c:pt idx="2185">
                  <c:v>3.74533</c:v>
                </c:pt>
                <c:pt idx="2186">
                  <c:v>3.5139999999999998</c:v>
                </c:pt>
                <c:pt idx="2187">
                  <c:v>3.5139999999999998</c:v>
                </c:pt>
                <c:pt idx="2188">
                  <c:v>3.7787100000000002</c:v>
                </c:pt>
                <c:pt idx="2189">
                  <c:v>3.73305</c:v>
                </c:pt>
                <c:pt idx="2190">
                  <c:v>3.6728100000000001</c:v>
                </c:pt>
                <c:pt idx="2191">
                  <c:v>3.6431300000000002</c:v>
                </c:pt>
                <c:pt idx="2192">
                  <c:v>3.6537800000000002</c:v>
                </c:pt>
                <c:pt idx="2193">
                  <c:v>3.68573</c:v>
                </c:pt>
                <c:pt idx="2194">
                  <c:v>3.68845</c:v>
                </c:pt>
                <c:pt idx="2195">
                  <c:v>3.6822399999999997</c:v>
                </c:pt>
                <c:pt idx="2196">
                  <c:v>3.6623999999999999</c:v>
                </c:pt>
                <c:pt idx="2197">
                  <c:v>3.6906099999999999</c:v>
                </c:pt>
                <c:pt idx="2198">
                  <c:v>3.6715200000000001</c:v>
                </c:pt>
                <c:pt idx="2199">
                  <c:v>3.6966900000000003</c:v>
                </c:pt>
                <c:pt idx="2200">
                  <c:v>3.6924399999999999</c:v>
                </c:pt>
                <c:pt idx="2201">
                  <c:v>3.72444</c:v>
                </c:pt>
                <c:pt idx="2202">
                  <c:v>3.71549</c:v>
                </c:pt>
                <c:pt idx="2203">
                  <c:v>3.7111499999999999</c:v>
                </c:pt>
                <c:pt idx="2204">
                  <c:v>3.6971599999999998</c:v>
                </c:pt>
                <c:pt idx="2205">
                  <c:v>3.7009300000000001</c:v>
                </c:pt>
                <c:pt idx="2206">
                  <c:v>3.70357</c:v>
                </c:pt>
                <c:pt idx="2207">
                  <c:v>3.6701899999999998</c:v>
                </c:pt>
                <c:pt idx="2208">
                  <c:v>3.6665700000000001</c:v>
                </c:pt>
                <c:pt idx="2209">
                  <c:v>3.6840300000000004</c:v>
                </c:pt>
                <c:pt idx="2210">
                  <c:v>3.6998500000000001</c:v>
                </c:pt>
                <c:pt idx="2211">
                  <c:v>3.6800900000000003</c:v>
                </c:pt>
                <c:pt idx="2212">
                  <c:v>3.67557</c:v>
                </c:pt>
                <c:pt idx="2213">
                  <c:v>3.6913299999999998</c:v>
                </c:pt>
                <c:pt idx="2214">
                  <c:v>3.6890999999999998</c:v>
                </c:pt>
                <c:pt idx="2215">
                  <c:v>3.6764600000000001</c:v>
                </c:pt>
                <c:pt idx="2216">
                  <c:v>3.67536</c:v>
                </c:pt>
                <c:pt idx="2217">
                  <c:v>3.6757499999999999</c:v>
                </c:pt>
                <c:pt idx="2218">
                  <c:v>3.6908099999999999</c:v>
                </c:pt>
                <c:pt idx="2219">
                  <c:v>3.6677300000000002</c:v>
                </c:pt>
                <c:pt idx="2220">
                  <c:v>3.68879</c:v>
                </c:pt>
                <c:pt idx="2221">
                  <c:v>3.6944400000000002</c:v>
                </c:pt>
                <c:pt idx="2222">
                  <c:v>3.7051100000000003</c:v>
                </c:pt>
                <c:pt idx="2223">
                  <c:v>3.7118800000000003</c:v>
                </c:pt>
                <c:pt idx="2224">
                  <c:v>3.7139699999999998</c:v>
                </c:pt>
                <c:pt idx="2225">
                  <c:v>3.7176100000000001</c:v>
                </c:pt>
                <c:pt idx="2226">
                  <c:v>3.7183699999999997</c:v>
                </c:pt>
                <c:pt idx="2227">
                  <c:v>3.7204299999999999</c:v>
                </c:pt>
                <c:pt idx="2228">
                  <c:v>3.7212399999999999</c:v>
                </c:pt>
                <c:pt idx="2229">
                  <c:v>3.72234</c:v>
                </c:pt>
                <c:pt idx="2230">
                  <c:v>3.7240000000000002</c:v>
                </c:pt>
                <c:pt idx="2231">
                  <c:v>3.7588499999999998</c:v>
                </c:pt>
                <c:pt idx="2232">
                  <c:v>3.7601499999999999</c:v>
                </c:pt>
                <c:pt idx="2233">
                  <c:v>3.7634799999999999</c:v>
                </c:pt>
                <c:pt idx="2234">
                  <c:v>3.7678499999999997</c:v>
                </c:pt>
                <c:pt idx="2235">
                  <c:v>3.5006999999999997</c:v>
                </c:pt>
                <c:pt idx="2236">
                  <c:v>3.4946100000000002</c:v>
                </c:pt>
                <c:pt idx="2237">
                  <c:v>3.5139999999999998</c:v>
                </c:pt>
                <c:pt idx="2238">
                  <c:v>3.5139999999999998</c:v>
                </c:pt>
                <c:pt idx="2239">
                  <c:v>3.5139999999999998</c:v>
                </c:pt>
                <c:pt idx="2240">
                  <c:v>3.5139999999999998</c:v>
                </c:pt>
                <c:pt idx="2241">
                  <c:v>3.74533</c:v>
                </c:pt>
                <c:pt idx="2242">
                  <c:v>3.72214</c:v>
                </c:pt>
                <c:pt idx="2243">
                  <c:v>3.72214</c:v>
                </c:pt>
                <c:pt idx="2244">
                  <c:v>3.4609999999999999</c:v>
                </c:pt>
                <c:pt idx="2245">
                  <c:v>3.3546</c:v>
                </c:pt>
                <c:pt idx="2246">
                  <c:v>3.4176899999999999</c:v>
                </c:pt>
                <c:pt idx="2247">
                  <c:v>3.6330300000000002</c:v>
                </c:pt>
                <c:pt idx="2248">
                  <c:v>3.5965199999999999</c:v>
                </c:pt>
                <c:pt idx="2249">
                  <c:v>3.5784799999999999</c:v>
                </c:pt>
                <c:pt idx="2250">
                  <c:v>3.58175</c:v>
                </c:pt>
                <c:pt idx="2251">
                  <c:v>3.5993900000000001</c:v>
                </c:pt>
                <c:pt idx="2252">
                  <c:v>3.5939000000000001</c:v>
                </c:pt>
                <c:pt idx="2253">
                  <c:v>3.5915300000000001</c:v>
                </c:pt>
                <c:pt idx="2254">
                  <c:v>3.58616</c:v>
                </c:pt>
                <c:pt idx="2255">
                  <c:v>3.5636799999999997</c:v>
                </c:pt>
                <c:pt idx="2256">
                  <c:v>3.5918899999999998</c:v>
                </c:pt>
                <c:pt idx="2257">
                  <c:v>3.6828499999999997</c:v>
                </c:pt>
                <c:pt idx="2258">
                  <c:v>3.6093000000000002</c:v>
                </c:pt>
                <c:pt idx="2259">
                  <c:v>3.6098000000000003</c:v>
                </c:pt>
                <c:pt idx="2260">
                  <c:v>3.5914200000000003</c:v>
                </c:pt>
                <c:pt idx="2261">
                  <c:v>3.585</c:v>
                </c:pt>
                <c:pt idx="2262">
                  <c:v>3.59361</c:v>
                </c:pt>
                <c:pt idx="2263">
                  <c:v>3.5958800000000002</c:v>
                </c:pt>
                <c:pt idx="2264">
                  <c:v>3.6083099999999999</c:v>
                </c:pt>
                <c:pt idx="2265">
                  <c:v>3.6238099999999998</c:v>
                </c:pt>
                <c:pt idx="2266">
                  <c:v>3.6087899999999999</c:v>
                </c:pt>
                <c:pt idx="2267">
                  <c:v>3.6117600000000003</c:v>
                </c:pt>
                <c:pt idx="2268">
                  <c:v>3.6149499999999999</c:v>
                </c:pt>
                <c:pt idx="2269">
                  <c:v>3.6194999999999999</c:v>
                </c:pt>
                <c:pt idx="2270">
                  <c:v>3.6177299999999999</c:v>
                </c:pt>
                <c:pt idx="2271">
                  <c:v>3.6252300000000002</c:v>
                </c:pt>
                <c:pt idx="2272">
                  <c:v>3.6247600000000002</c:v>
                </c:pt>
                <c:pt idx="2273">
                  <c:v>3.6242199999999998</c:v>
                </c:pt>
                <c:pt idx="2274">
                  <c:v>3.6174499999999998</c:v>
                </c:pt>
                <c:pt idx="2275">
                  <c:v>3.6217800000000002</c:v>
                </c:pt>
                <c:pt idx="2276">
                  <c:v>3.6215100000000002</c:v>
                </c:pt>
                <c:pt idx="2277">
                  <c:v>3.63626</c:v>
                </c:pt>
                <c:pt idx="2278">
                  <c:v>3.6311199999999997</c:v>
                </c:pt>
                <c:pt idx="2279">
                  <c:v>3.64473</c:v>
                </c:pt>
                <c:pt idx="2280">
                  <c:v>3.6763300000000001</c:v>
                </c:pt>
                <c:pt idx="2281">
                  <c:v>3.6861199999999998</c:v>
                </c:pt>
                <c:pt idx="2282">
                  <c:v>3.6914699999999998</c:v>
                </c:pt>
                <c:pt idx="2283">
                  <c:v>3.6975500000000001</c:v>
                </c:pt>
                <c:pt idx="2284">
                  <c:v>3.6977800000000003</c:v>
                </c:pt>
                <c:pt idx="2285">
                  <c:v>3.7011999999999996</c:v>
                </c:pt>
                <c:pt idx="2286">
                  <c:v>3.7038000000000002</c:v>
                </c:pt>
                <c:pt idx="2287">
                  <c:v>3.7047699999999999</c:v>
                </c:pt>
                <c:pt idx="2288">
                  <c:v>3.7079899999999997</c:v>
                </c:pt>
                <c:pt idx="2289">
                  <c:v>3.7156700000000003</c:v>
                </c:pt>
                <c:pt idx="2290">
                  <c:v>3.71787</c:v>
                </c:pt>
                <c:pt idx="2291">
                  <c:v>3.7214499999999999</c:v>
                </c:pt>
                <c:pt idx="2292">
                  <c:v>3.7246700000000001</c:v>
                </c:pt>
                <c:pt idx="2293">
                  <c:v>3.4842300000000002</c:v>
                </c:pt>
                <c:pt idx="2294">
                  <c:v>3.4449899999999998</c:v>
                </c:pt>
                <c:pt idx="2295">
                  <c:v>3.4609999999999999</c:v>
                </c:pt>
                <c:pt idx="2299">
                  <c:v>3.72214</c:v>
                </c:pt>
                <c:pt idx="2300">
                  <c:v>4.4089999999999998</c:v>
                </c:pt>
                <c:pt idx="2301">
                  <c:v>4.4089999999999998</c:v>
                </c:pt>
                <c:pt idx="2302">
                  <c:v>4.0019999999999998</c:v>
                </c:pt>
                <c:pt idx="2303">
                  <c:v>4.0803799999999999</c:v>
                </c:pt>
                <c:pt idx="2304">
                  <c:v>4.0825899999999997</c:v>
                </c:pt>
                <c:pt idx="2305">
                  <c:v>4.0681199999999995</c:v>
                </c:pt>
                <c:pt idx="2306">
                  <c:v>4.0514700000000001</c:v>
                </c:pt>
                <c:pt idx="2307">
                  <c:v>4.0593000000000004</c:v>
                </c:pt>
                <c:pt idx="2308">
                  <c:v>4.0706199999999999</c:v>
                </c:pt>
                <c:pt idx="2309">
                  <c:v>4.0754700000000001</c:v>
                </c:pt>
                <c:pt idx="2310">
                  <c:v>4.3266200000000001</c:v>
                </c:pt>
                <c:pt idx="2311">
                  <c:v>4.2921100000000001</c:v>
                </c:pt>
                <c:pt idx="2312">
                  <c:v>4.2776899999999998</c:v>
                </c:pt>
                <c:pt idx="2313">
                  <c:v>4.2578300000000002</c:v>
                </c:pt>
                <c:pt idx="2314">
                  <c:v>4.2209500000000002</c:v>
                </c:pt>
                <c:pt idx="2315">
                  <c:v>4.2101600000000001</c:v>
                </c:pt>
                <c:pt idx="2316">
                  <c:v>4.2273000000000005</c:v>
                </c:pt>
                <c:pt idx="2317">
                  <c:v>4.1981099999999998</c:v>
                </c:pt>
                <c:pt idx="2318">
                  <c:v>4.1791099999999997</c:v>
                </c:pt>
                <c:pt idx="2319">
                  <c:v>4.2280800000000003</c:v>
                </c:pt>
                <c:pt idx="2320">
                  <c:v>4.26145</c:v>
                </c:pt>
                <c:pt idx="2321">
                  <c:v>4.3008999999999995</c:v>
                </c:pt>
                <c:pt idx="2322">
                  <c:v>4.3645699999999996</c:v>
                </c:pt>
                <c:pt idx="2323">
                  <c:v>4.3673599999999997</c:v>
                </c:pt>
                <c:pt idx="2324">
                  <c:v>4.3738100000000006</c:v>
                </c:pt>
                <c:pt idx="2325">
                  <c:v>4.3765000000000001</c:v>
                </c:pt>
                <c:pt idx="2326">
                  <c:v>4.3695300000000001</c:v>
                </c:pt>
                <c:pt idx="2327">
                  <c:v>4.3660200000000007</c:v>
                </c:pt>
                <c:pt idx="2328">
                  <c:v>4.3748800000000001</c:v>
                </c:pt>
                <c:pt idx="2329">
                  <c:v>4.3760600000000007</c:v>
                </c:pt>
                <c:pt idx="2330">
                  <c:v>4.3678800000000004</c:v>
                </c:pt>
                <c:pt idx="2331">
                  <c:v>4.3698699999999997</c:v>
                </c:pt>
                <c:pt idx="2332">
                  <c:v>4.3689300000000006</c:v>
                </c:pt>
                <c:pt idx="2333">
                  <c:v>4.3766600000000002</c:v>
                </c:pt>
                <c:pt idx="2334">
                  <c:v>4.3747499999999997</c:v>
                </c:pt>
                <c:pt idx="2335">
                  <c:v>4.3754200000000001</c:v>
                </c:pt>
                <c:pt idx="2336">
                  <c:v>4.3843900000000007</c:v>
                </c:pt>
                <c:pt idx="2337">
                  <c:v>4.3879399999999995</c:v>
                </c:pt>
                <c:pt idx="2338">
                  <c:v>4.3900899999999998</c:v>
                </c:pt>
                <c:pt idx="2339">
                  <c:v>4.3936700000000002</c:v>
                </c:pt>
                <c:pt idx="2340">
                  <c:v>4.4012399999999996</c:v>
                </c:pt>
                <c:pt idx="2341">
                  <c:v>4.39954</c:v>
                </c:pt>
                <c:pt idx="2342">
                  <c:v>4.4008199999999995</c:v>
                </c:pt>
                <c:pt idx="2343">
                  <c:v>4.4103000000000003</c:v>
                </c:pt>
                <c:pt idx="2344">
                  <c:v>4.4064399999999999</c:v>
                </c:pt>
                <c:pt idx="2345">
                  <c:v>4.4133800000000001</c:v>
                </c:pt>
                <c:pt idx="2346">
                  <c:v>4.4129499999999995</c:v>
                </c:pt>
                <c:pt idx="2347">
                  <c:v>4.4101000000000008</c:v>
                </c:pt>
                <c:pt idx="2348">
                  <c:v>4.4114499999999994</c:v>
                </c:pt>
                <c:pt idx="2349">
                  <c:v>4.4125299999999994</c:v>
                </c:pt>
                <c:pt idx="2350">
                  <c:v>4.0019999999999998</c:v>
                </c:pt>
                <c:pt idx="2351">
                  <c:v>4.0019999999999998</c:v>
                </c:pt>
                <c:pt idx="2352">
                  <c:v>4.0019999999999998</c:v>
                </c:pt>
                <c:pt idx="2353">
                  <c:v>4.0019999999999998</c:v>
                </c:pt>
                <c:pt idx="2354">
                  <c:v>4.4089999999999998</c:v>
                </c:pt>
                <c:pt idx="2355">
                  <c:v>4.4089999999999998</c:v>
                </c:pt>
                <c:pt idx="2357">
                  <c:v>3</c:v>
                </c:pt>
                <c:pt idx="2358">
                  <c:v>3</c:v>
                </c:pt>
                <c:pt idx="2359">
                  <c:v>3</c:v>
                </c:pt>
                <c:pt idx="2360">
                  <c:v>3</c:v>
                </c:pt>
                <c:pt idx="2361">
                  <c:v>3</c:v>
                </c:pt>
                <c:pt idx="2362">
                  <c:v>3</c:v>
                </c:pt>
                <c:pt idx="2363">
                  <c:v>3</c:v>
                </c:pt>
                <c:pt idx="2364">
                  <c:v>3.7665700000000002</c:v>
                </c:pt>
                <c:pt idx="2365">
                  <c:v>3.7598600000000002</c:v>
                </c:pt>
                <c:pt idx="2366">
                  <c:v>3.7526299999999999</c:v>
                </c:pt>
                <c:pt idx="2367">
                  <c:v>3.7475399999999999</c:v>
                </c:pt>
                <c:pt idx="2368">
                  <c:v>3.7410399999999999</c:v>
                </c:pt>
                <c:pt idx="2369">
                  <c:v>3.7369899999999996</c:v>
                </c:pt>
                <c:pt idx="2370">
                  <c:v>3.74471</c:v>
                </c:pt>
                <c:pt idx="2371">
                  <c:v>3.7267399999999999</c:v>
                </c:pt>
                <c:pt idx="2372">
                  <c:v>3.7219499999999996</c:v>
                </c:pt>
                <c:pt idx="2373">
                  <c:v>3.7108699999999999</c:v>
                </c:pt>
                <c:pt idx="2374">
                  <c:v>3.7007699999999999</c:v>
                </c:pt>
                <c:pt idx="2375">
                  <c:v>3.6973400000000001</c:v>
                </c:pt>
                <c:pt idx="2376">
                  <c:v>3.7179099999999998</c:v>
                </c:pt>
                <c:pt idx="2377">
                  <c:v>3.6999299999999997</c:v>
                </c:pt>
                <c:pt idx="2378">
                  <c:v>3.71007</c:v>
                </c:pt>
                <c:pt idx="2379">
                  <c:v>3.7112600000000002</c:v>
                </c:pt>
                <c:pt idx="2380">
                  <c:v>3.7033100000000001</c:v>
                </c:pt>
                <c:pt idx="2381">
                  <c:v>3.6994699999999998</c:v>
                </c:pt>
                <c:pt idx="2382">
                  <c:v>3.7158200000000003</c:v>
                </c:pt>
                <c:pt idx="2383">
                  <c:v>3.7004200000000003</c:v>
                </c:pt>
                <c:pt idx="2384">
                  <c:v>3.6904299999999997</c:v>
                </c:pt>
                <c:pt idx="2385">
                  <c:v>3.6885500000000002</c:v>
                </c:pt>
                <c:pt idx="2386">
                  <c:v>3.70424</c:v>
                </c:pt>
                <c:pt idx="2387">
                  <c:v>3.7115200000000002</c:v>
                </c:pt>
                <c:pt idx="2388">
                  <c:v>3.7290100000000002</c:v>
                </c:pt>
                <c:pt idx="2389">
                  <c:v>3.71929</c:v>
                </c:pt>
                <c:pt idx="2390">
                  <c:v>3.7276700000000003</c:v>
                </c:pt>
                <c:pt idx="2391">
                  <c:v>3.73611</c:v>
                </c:pt>
                <c:pt idx="2392">
                  <c:v>3.7391000000000001</c:v>
                </c:pt>
                <c:pt idx="2393">
                  <c:v>3.7489599999999998</c:v>
                </c:pt>
                <c:pt idx="2394">
                  <c:v>3.7610900000000003</c:v>
                </c:pt>
                <c:pt idx="2395">
                  <c:v>3.7603599999999999</c:v>
                </c:pt>
                <c:pt idx="2396">
                  <c:v>3.76274</c:v>
                </c:pt>
                <c:pt idx="2397">
                  <c:v>3.7669000000000001</c:v>
                </c:pt>
                <c:pt idx="2398">
                  <c:v>3.7710300000000001</c:v>
                </c:pt>
                <c:pt idx="2399">
                  <c:v>3.7748699999999999</c:v>
                </c:pt>
                <c:pt idx="2400">
                  <c:v>3.78023</c:v>
                </c:pt>
                <c:pt idx="2401">
                  <c:v>3.7835300000000003</c:v>
                </c:pt>
                <c:pt idx="2402">
                  <c:v>3.7846799999999998</c:v>
                </c:pt>
                <c:pt idx="2403">
                  <c:v>3.7856000000000001</c:v>
                </c:pt>
                <c:pt idx="2404">
                  <c:v>3</c:v>
                </c:pt>
                <c:pt idx="2405">
                  <c:v>3</c:v>
                </c:pt>
                <c:pt idx="2410">
                  <c:v>3.8869400000000001</c:v>
                </c:pt>
                <c:pt idx="2411">
                  <c:v>3.8869400000000001</c:v>
                </c:pt>
                <c:pt idx="2412">
                  <c:v>3.8869400000000001</c:v>
                </c:pt>
                <c:pt idx="2413">
                  <c:v>3.8869400000000001</c:v>
                </c:pt>
                <c:pt idx="2414">
                  <c:v>4.8</c:v>
                </c:pt>
                <c:pt idx="2415">
                  <c:v>4.8</c:v>
                </c:pt>
                <c:pt idx="2416">
                  <c:v>4.8</c:v>
                </c:pt>
                <c:pt idx="2417">
                  <c:v>4.8</c:v>
                </c:pt>
                <c:pt idx="2418">
                  <c:v>4.8</c:v>
                </c:pt>
                <c:pt idx="2419">
                  <c:v>4.8</c:v>
                </c:pt>
                <c:pt idx="2420">
                  <c:v>4.8</c:v>
                </c:pt>
                <c:pt idx="2421">
                  <c:v>4.8</c:v>
                </c:pt>
                <c:pt idx="2422">
                  <c:v>4.8</c:v>
                </c:pt>
                <c:pt idx="2423">
                  <c:v>4.8</c:v>
                </c:pt>
                <c:pt idx="2424">
                  <c:v>4.8</c:v>
                </c:pt>
                <c:pt idx="2425">
                  <c:v>3.2</c:v>
                </c:pt>
                <c:pt idx="2426">
                  <c:v>3.4990700000000001</c:v>
                </c:pt>
                <c:pt idx="2427">
                  <c:v>5.5101199999999997</c:v>
                </c:pt>
                <c:pt idx="2428">
                  <c:v>5.5983199999999993</c:v>
                </c:pt>
                <c:pt idx="2429">
                  <c:v>5.6091699999999998</c:v>
                </c:pt>
                <c:pt idx="2430">
                  <c:v>5.5802500000000004</c:v>
                </c:pt>
                <c:pt idx="2431">
                  <c:v>5.5665899999999997</c:v>
                </c:pt>
                <c:pt idx="2432">
                  <c:v>5.6320800000000002</c:v>
                </c:pt>
                <c:pt idx="2433">
                  <c:v>5.3740200000000007</c:v>
                </c:pt>
                <c:pt idx="2434">
                  <c:v>5.3878300000000001</c:v>
                </c:pt>
                <c:pt idx="2435">
                  <c:v>5.3918200000000001</c:v>
                </c:pt>
                <c:pt idx="2436">
                  <c:v>5.4108900000000002</c:v>
                </c:pt>
                <c:pt idx="2437">
                  <c:v>5.4046199999999995</c:v>
                </c:pt>
                <c:pt idx="2438">
                  <c:v>5.4097100000000005</c:v>
                </c:pt>
                <c:pt idx="2439">
                  <c:v>5.4021000000000008</c:v>
                </c:pt>
                <c:pt idx="2440">
                  <c:v>5.4223100000000004</c:v>
                </c:pt>
                <c:pt idx="2441">
                  <c:v>5.4138599999999997</c:v>
                </c:pt>
                <c:pt idx="2442">
                  <c:v>5.4054200000000003</c:v>
                </c:pt>
                <c:pt idx="2443">
                  <c:v>5.3987100000000003</c:v>
                </c:pt>
                <c:pt idx="2444">
                  <c:v>5.38544</c:v>
                </c:pt>
                <c:pt idx="2445">
                  <c:v>5.3567</c:v>
                </c:pt>
                <c:pt idx="2446">
                  <c:v>5.3881199999999998</c:v>
                </c:pt>
                <c:pt idx="2447">
                  <c:v>5.3872</c:v>
                </c:pt>
                <c:pt idx="2448">
                  <c:v>5.4013500000000008</c:v>
                </c:pt>
                <c:pt idx="2449">
                  <c:v>5.6510100000000003</c:v>
                </c:pt>
                <c:pt idx="2450">
                  <c:v>5.6476999999999995</c:v>
                </c:pt>
                <c:pt idx="2451">
                  <c:v>5.6503199999999998</c:v>
                </c:pt>
                <c:pt idx="2452">
                  <c:v>5.6524399999999995</c:v>
                </c:pt>
                <c:pt idx="2453">
                  <c:v>5.6557500000000003</c:v>
                </c:pt>
                <c:pt idx="2454">
                  <c:v>5.6585000000000001</c:v>
                </c:pt>
                <c:pt idx="2455">
                  <c:v>5.66256</c:v>
                </c:pt>
                <c:pt idx="2456">
                  <c:v>5.6653900000000004</c:v>
                </c:pt>
                <c:pt idx="2457">
                  <c:v>4.8</c:v>
                </c:pt>
                <c:pt idx="2458">
                  <c:v>4.8</c:v>
                </c:pt>
                <c:pt idx="2459">
                  <c:v>4.8</c:v>
                </c:pt>
                <c:pt idx="2460">
                  <c:v>4.8</c:v>
                </c:pt>
                <c:pt idx="2462">
                  <c:v>4.8995600000000001</c:v>
                </c:pt>
                <c:pt idx="2463">
                  <c:v>4.8948799999999997</c:v>
                </c:pt>
                <c:pt idx="2464">
                  <c:v>4.8905799999999999</c:v>
                </c:pt>
                <c:pt idx="2465">
                  <c:v>4.8907400000000001</c:v>
                </c:pt>
                <c:pt idx="2466">
                  <c:v>4.8922499999999998</c:v>
                </c:pt>
                <c:pt idx="2467">
                  <c:v>4.8886499999999993</c:v>
                </c:pt>
                <c:pt idx="2468">
                  <c:v>4.88666</c:v>
                </c:pt>
                <c:pt idx="2469">
                  <c:v>4.8850299999999995</c:v>
                </c:pt>
                <c:pt idx="2470">
                  <c:v>4.8451000000000004</c:v>
                </c:pt>
                <c:pt idx="2471">
                  <c:v>4.8391999999999999</c:v>
                </c:pt>
                <c:pt idx="2472">
                  <c:v>4.8340500000000004</c:v>
                </c:pt>
                <c:pt idx="2473">
                  <c:v>4.8303599999999998</c:v>
                </c:pt>
                <c:pt idx="2474">
                  <c:v>4.8305200000000008</c:v>
                </c:pt>
                <c:pt idx="2475">
                  <c:v>4.82172</c:v>
                </c:pt>
                <c:pt idx="2476">
                  <c:v>4.8129999999999997</c:v>
                </c:pt>
                <c:pt idx="2477">
                  <c:v>4.8121800000000006</c:v>
                </c:pt>
                <c:pt idx="2478">
                  <c:v>4.7170800000000002</c:v>
                </c:pt>
                <c:pt idx="2479">
                  <c:v>4.7068599999999998</c:v>
                </c:pt>
                <c:pt idx="2480">
                  <c:v>4.7006199999999998</c:v>
                </c:pt>
                <c:pt idx="2481">
                  <c:v>4.69801</c:v>
                </c:pt>
                <c:pt idx="2482">
                  <c:v>4.6946300000000001</c:v>
                </c:pt>
                <c:pt idx="2483">
                  <c:v>4.7009699999999999</c:v>
                </c:pt>
                <c:pt idx="2484">
                  <c:v>4.7088799999999997</c:v>
                </c:pt>
                <c:pt idx="2485">
                  <c:v>4.7168799999999997</c:v>
                </c:pt>
                <c:pt idx="2486">
                  <c:v>4.72018</c:v>
                </c:pt>
                <c:pt idx="2487">
                  <c:v>4.7200800000000003</c:v>
                </c:pt>
                <c:pt idx="2488">
                  <c:v>4.7213500000000002</c:v>
                </c:pt>
                <c:pt idx="2489">
                  <c:v>4.7151800000000001</c:v>
                </c:pt>
                <c:pt idx="2490">
                  <c:v>4.7127400000000002</c:v>
                </c:pt>
                <c:pt idx="2491">
                  <c:v>4.7124600000000001</c:v>
                </c:pt>
                <c:pt idx="2492">
                  <c:v>4.7108299999999996</c:v>
                </c:pt>
                <c:pt idx="2493">
                  <c:v>4.7135400000000001</c:v>
                </c:pt>
                <c:pt idx="2494">
                  <c:v>4.71075</c:v>
                </c:pt>
                <c:pt idx="2495">
                  <c:v>4.7163900000000005</c:v>
                </c:pt>
                <c:pt idx="2496">
                  <c:v>4.7180799999999996</c:v>
                </c:pt>
                <c:pt idx="2497">
                  <c:v>4.7170800000000002</c:v>
                </c:pt>
                <c:pt idx="2498">
                  <c:v>4.7236499999999992</c:v>
                </c:pt>
                <c:pt idx="2499">
                  <c:v>4.7314399999999992</c:v>
                </c:pt>
                <c:pt idx="2500">
                  <c:v>4.7401</c:v>
                </c:pt>
                <c:pt idx="2501">
                  <c:v>4.7423799999999998</c:v>
                </c:pt>
                <c:pt idx="2502">
                  <c:v>4.7471000000000005</c:v>
                </c:pt>
                <c:pt idx="2503">
                  <c:v>4.7507600000000005</c:v>
                </c:pt>
                <c:pt idx="2504">
                  <c:v>4.7601700000000005</c:v>
                </c:pt>
                <c:pt idx="2505">
                  <c:v>4.7668900000000001</c:v>
                </c:pt>
                <c:pt idx="2506">
                  <c:v>4.7931599999999994</c:v>
                </c:pt>
                <c:pt idx="2507">
                  <c:v>4.7929399999999998</c:v>
                </c:pt>
                <c:pt idx="2508">
                  <c:v>4.7929899999999996</c:v>
                </c:pt>
                <c:pt idx="2509">
                  <c:v>4.7930900000000003</c:v>
                </c:pt>
                <c:pt idx="2511">
                  <c:v>4.4429999999999996</c:v>
                </c:pt>
                <c:pt idx="2512">
                  <c:v>4.3824700000000005</c:v>
                </c:pt>
                <c:pt idx="2513">
                  <c:v>4.3745600000000007</c:v>
                </c:pt>
                <c:pt idx="2514">
                  <c:v>4.4003300000000003</c:v>
                </c:pt>
                <c:pt idx="2515">
                  <c:v>4.4082799999999995</c:v>
                </c:pt>
                <c:pt idx="2516">
                  <c:v>4.4034199999999997</c:v>
                </c:pt>
                <c:pt idx="2517">
                  <c:v>4.4008100000000008</c:v>
                </c:pt>
                <c:pt idx="2518">
                  <c:v>4.3994300000000006</c:v>
                </c:pt>
                <c:pt idx="2519">
                  <c:v>4.6320699999999997</c:v>
                </c:pt>
                <c:pt idx="2520">
                  <c:v>4.6179499999999996</c:v>
                </c:pt>
                <c:pt idx="2521">
                  <c:v>4.6075900000000001</c:v>
                </c:pt>
                <c:pt idx="2522">
                  <c:v>4.6001300000000001</c:v>
                </c:pt>
                <c:pt idx="2523">
                  <c:v>4.5694099999999995</c:v>
                </c:pt>
                <c:pt idx="2524">
                  <c:v>4.5985399999999998</c:v>
                </c:pt>
                <c:pt idx="2525">
                  <c:v>4.5797600000000003</c:v>
                </c:pt>
                <c:pt idx="2526">
                  <c:v>4.5735400000000004</c:v>
                </c:pt>
                <c:pt idx="2527">
                  <c:v>4.5580100000000003</c:v>
                </c:pt>
                <c:pt idx="2528">
                  <c:v>4.5623000000000005</c:v>
                </c:pt>
                <c:pt idx="2529">
                  <c:v>4.5536099999999999</c:v>
                </c:pt>
                <c:pt idx="2530">
                  <c:v>4.5518000000000001</c:v>
                </c:pt>
                <c:pt idx="2531">
                  <c:v>4.5626999999999995</c:v>
                </c:pt>
                <c:pt idx="2532">
                  <c:v>4.55741</c:v>
                </c:pt>
                <c:pt idx="2533">
                  <c:v>4.5532899999999996</c:v>
                </c:pt>
                <c:pt idx="2534">
                  <c:v>4.5487900000000003</c:v>
                </c:pt>
                <c:pt idx="2535">
                  <c:v>4.5570300000000001</c:v>
                </c:pt>
                <c:pt idx="2536">
                  <c:v>4.56074</c:v>
                </c:pt>
                <c:pt idx="2537">
                  <c:v>4.5567799999999998</c:v>
                </c:pt>
                <c:pt idx="2538">
                  <c:v>4.5573300000000003</c:v>
                </c:pt>
                <c:pt idx="2539">
                  <c:v>4.5648500000000007</c:v>
                </c:pt>
                <c:pt idx="2540">
                  <c:v>4.5659099999999997</c:v>
                </c:pt>
                <c:pt idx="2541">
                  <c:v>4.5649499999999996</c:v>
                </c:pt>
                <c:pt idx="2542">
                  <c:v>4.5576600000000003</c:v>
                </c:pt>
                <c:pt idx="2543">
                  <c:v>4.5389200000000001</c:v>
                </c:pt>
                <c:pt idx="2544">
                  <c:v>4.5624399999999996</c:v>
                </c:pt>
                <c:pt idx="2545">
                  <c:v>4.56196</c:v>
                </c:pt>
                <c:pt idx="2546">
                  <c:v>4.5637600000000003</c:v>
                </c:pt>
                <c:pt idx="2547">
                  <c:v>4.6670100000000003</c:v>
                </c:pt>
                <c:pt idx="2548">
                  <c:v>4.6714899999999995</c:v>
                </c:pt>
                <c:pt idx="2549">
                  <c:v>4.6797200000000005</c:v>
                </c:pt>
                <c:pt idx="2550">
                  <c:v>4.6895299999999995</c:v>
                </c:pt>
                <c:pt idx="2551">
                  <c:v>4.6985900000000003</c:v>
                </c:pt>
                <c:pt idx="2552">
                  <c:v>4.7146300000000005</c:v>
                </c:pt>
                <c:pt idx="2553">
                  <c:v>4.7353999999999994</c:v>
                </c:pt>
                <c:pt idx="2554">
                  <c:v>4.7681899999999997</c:v>
                </c:pt>
                <c:pt idx="2555">
                  <c:v>4.7871499999999996</c:v>
                </c:pt>
                <c:pt idx="2556">
                  <c:v>4.8093699999999995</c:v>
                </c:pt>
                <c:pt idx="2557">
                  <c:v>4.8277200000000002</c:v>
                </c:pt>
                <c:pt idx="2558">
                  <c:v>4.8452799999999998</c:v>
                </c:pt>
                <c:pt idx="2559">
                  <c:v>4.4429999999999996</c:v>
                </c:pt>
                <c:pt idx="2560">
                  <c:v>4.4429999999999996</c:v>
                </c:pt>
                <c:pt idx="2561">
                  <c:v>4.7539999999999996</c:v>
                </c:pt>
                <c:pt idx="2562">
                  <c:v>4.7539999999999996</c:v>
                </c:pt>
                <c:pt idx="2565">
                  <c:v>4</c:v>
                </c:pt>
                <c:pt idx="2566">
                  <c:v>4.1155799999999996</c:v>
                </c:pt>
                <c:pt idx="2567">
                  <c:v>4.2636099999999999</c:v>
                </c:pt>
                <c:pt idx="2568">
                  <c:v>4.2820299999999998</c:v>
                </c:pt>
                <c:pt idx="2569">
                  <c:v>4.2832499999999998</c:v>
                </c:pt>
                <c:pt idx="2570">
                  <c:v>4.2916499999999997</c:v>
                </c:pt>
                <c:pt idx="2571">
                  <c:v>4.2830399999999997</c:v>
                </c:pt>
                <c:pt idx="2572">
                  <c:v>4.2809999999999997</c:v>
                </c:pt>
                <c:pt idx="2573">
                  <c:v>4.27921</c:v>
                </c:pt>
                <c:pt idx="2574">
                  <c:v>4.2815799999999999</c:v>
                </c:pt>
                <c:pt idx="2575">
                  <c:v>4.2836499999999997</c:v>
                </c:pt>
                <c:pt idx="2576">
                  <c:v>4.1691799999999999</c:v>
                </c:pt>
                <c:pt idx="2577">
                  <c:v>4.1939599999999997</c:v>
                </c:pt>
                <c:pt idx="2578">
                  <c:v>4.2682799999999999</c:v>
                </c:pt>
                <c:pt idx="2579">
                  <c:v>4.2900900000000002</c:v>
                </c:pt>
                <c:pt idx="2580">
                  <c:v>4.2993699999999997</c:v>
                </c:pt>
                <c:pt idx="2581">
                  <c:v>4.2773999999999992</c:v>
                </c:pt>
                <c:pt idx="2582">
                  <c:v>4.3090900000000003</c:v>
                </c:pt>
                <c:pt idx="2583">
                  <c:v>4.3133100000000004</c:v>
                </c:pt>
                <c:pt idx="2584">
                  <c:v>4.2628399999999997</c:v>
                </c:pt>
                <c:pt idx="2585">
                  <c:v>4.2835299999999998</c:v>
                </c:pt>
                <c:pt idx="2586">
                  <c:v>4.2913300000000003</c:v>
                </c:pt>
                <c:pt idx="2587">
                  <c:v>4.3170500000000001</c:v>
                </c:pt>
                <c:pt idx="2588">
                  <c:v>4.29399</c:v>
                </c:pt>
                <c:pt idx="2589">
                  <c:v>4.2926200000000003</c:v>
                </c:pt>
                <c:pt idx="2590">
                  <c:v>4.3259300000000005</c:v>
                </c:pt>
                <c:pt idx="2591">
                  <c:v>4.3250600000000006</c:v>
                </c:pt>
                <c:pt idx="2592">
                  <c:v>4.3018700000000001</c:v>
                </c:pt>
                <c:pt idx="2593">
                  <c:v>4.2976999999999999</c:v>
                </c:pt>
                <c:pt idx="2594">
                  <c:v>4.2917100000000001</c:v>
                </c:pt>
                <c:pt idx="2595">
                  <c:v>4.3119399999999999</c:v>
                </c:pt>
                <c:pt idx="2596">
                  <c:v>4.2688699999999997</c:v>
                </c:pt>
                <c:pt idx="2597">
                  <c:v>4.2903599999999997</c:v>
                </c:pt>
                <c:pt idx="2598">
                  <c:v>4.3166599999999997</c:v>
                </c:pt>
                <c:pt idx="2599">
                  <c:v>4.3119499999999995</c:v>
                </c:pt>
                <c:pt idx="2600">
                  <c:v>4.3209399999999993</c:v>
                </c:pt>
                <c:pt idx="2601">
                  <c:v>4.3236000000000008</c:v>
                </c:pt>
                <c:pt idx="2602">
                  <c:v>4.3255499999999998</c:v>
                </c:pt>
                <c:pt idx="2603">
                  <c:v>4.3280699999999994</c:v>
                </c:pt>
                <c:pt idx="2604">
                  <c:v>4.3282400000000001</c:v>
                </c:pt>
                <c:pt idx="2605">
                  <c:v>4.32965</c:v>
                </c:pt>
                <c:pt idx="2606">
                  <c:v>4.3313100000000002</c:v>
                </c:pt>
                <c:pt idx="2607">
                  <c:v>4.32951</c:v>
                </c:pt>
                <c:pt idx="2608">
                  <c:v>4.3303000000000003</c:v>
                </c:pt>
                <c:pt idx="2609">
                  <c:v>4.3313100000000002</c:v>
                </c:pt>
                <c:pt idx="2610">
                  <c:v>4.3338199999999993</c:v>
                </c:pt>
                <c:pt idx="2611">
                  <c:v>4.3328199999999999</c:v>
                </c:pt>
                <c:pt idx="2612">
                  <c:v>4.3559999999999999</c:v>
                </c:pt>
                <c:pt idx="2613">
                  <c:v>4.3559999999999999</c:v>
                </c:pt>
                <c:pt idx="2614">
                  <c:v>4.3559999999999999</c:v>
                </c:pt>
                <c:pt idx="2615">
                  <c:v>4.7539999999999996</c:v>
                </c:pt>
                <c:pt idx="2616">
                  <c:v>4.7539999999999996</c:v>
                </c:pt>
                <c:pt idx="2617">
                  <c:v>5.37113</c:v>
                </c:pt>
                <c:pt idx="2618">
                  <c:v>5.4720000000000004</c:v>
                </c:pt>
                <c:pt idx="2621">
                  <c:v>4</c:v>
                </c:pt>
                <c:pt idx="2622">
                  <c:v>4.8150500000000003</c:v>
                </c:pt>
                <c:pt idx="2623">
                  <c:v>4.9580000000000002</c:v>
                </c:pt>
                <c:pt idx="2624">
                  <c:v>4.9879100000000003</c:v>
                </c:pt>
                <c:pt idx="2625">
                  <c:v>4.9751799999999999</c:v>
                </c:pt>
                <c:pt idx="2626">
                  <c:v>4.9962</c:v>
                </c:pt>
                <c:pt idx="2627">
                  <c:v>4.9893000000000001</c:v>
                </c:pt>
                <c:pt idx="2628">
                  <c:v>5.3233600000000001</c:v>
                </c:pt>
                <c:pt idx="2629">
                  <c:v>5.3103500000000006</c:v>
                </c:pt>
                <c:pt idx="2630">
                  <c:v>5.3007100000000005</c:v>
                </c:pt>
                <c:pt idx="2631">
                  <c:v>5.2875299999999994</c:v>
                </c:pt>
                <c:pt idx="2632">
                  <c:v>5.2630400000000002</c:v>
                </c:pt>
                <c:pt idx="2633">
                  <c:v>5.2732099999999997</c:v>
                </c:pt>
                <c:pt idx="2634">
                  <c:v>5.2833500000000004</c:v>
                </c:pt>
                <c:pt idx="2635">
                  <c:v>5.2754300000000001</c:v>
                </c:pt>
                <c:pt idx="2636">
                  <c:v>5.2694600000000005</c:v>
                </c:pt>
                <c:pt idx="2637">
                  <c:v>5.2673999999999994</c:v>
                </c:pt>
                <c:pt idx="2638">
                  <c:v>5.2676499999999997</c:v>
                </c:pt>
                <c:pt idx="2639">
                  <c:v>5.2648299999999999</c:v>
                </c:pt>
                <c:pt idx="2640">
                  <c:v>5.2643699999999995</c:v>
                </c:pt>
                <c:pt idx="2641">
                  <c:v>5.2575000000000003</c:v>
                </c:pt>
                <c:pt idx="2642">
                  <c:v>5.2634799999999995</c:v>
                </c:pt>
                <c:pt idx="2643">
                  <c:v>5.2633999999999999</c:v>
                </c:pt>
                <c:pt idx="2644">
                  <c:v>5.2675299999999998</c:v>
                </c:pt>
                <c:pt idx="2645">
                  <c:v>5.2698</c:v>
                </c:pt>
                <c:pt idx="2646">
                  <c:v>5.2865200000000003</c:v>
                </c:pt>
                <c:pt idx="2647">
                  <c:v>5.2809600000000003</c:v>
                </c:pt>
                <c:pt idx="2648">
                  <c:v>5.2760200000000008</c:v>
                </c:pt>
                <c:pt idx="2649">
                  <c:v>5.2724299999999999</c:v>
                </c:pt>
                <c:pt idx="2650">
                  <c:v>5.2782499999999999</c:v>
                </c:pt>
                <c:pt idx="2651">
                  <c:v>5.2974700000000006</c:v>
                </c:pt>
                <c:pt idx="2652">
                  <c:v>5.2938499999999999</c:v>
                </c:pt>
                <c:pt idx="2653">
                  <c:v>5.3012700000000006</c:v>
                </c:pt>
                <c:pt idx="2654">
                  <c:v>5.3084300000000004</c:v>
                </c:pt>
                <c:pt idx="2655">
                  <c:v>5.3117399999999995</c:v>
                </c:pt>
                <c:pt idx="2656">
                  <c:v>5.3159200000000002</c:v>
                </c:pt>
                <c:pt idx="2657">
                  <c:v>5.3230200000000005</c:v>
                </c:pt>
                <c:pt idx="2658">
                  <c:v>5.3300900000000002</c:v>
                </c:pt>
                <c:pt idx="2659">
                  <c:v>5.3326199999999995</c:v>
                </c:pt>
                <c:pt idx="2660">
                  <c:v>5.3344899999999997</c:v>
                </c:pt>
                <c:pt idx="2661">
                  <c:v>5.3354300000000006</c:v>
                </c:pt>
                <c:pt idx="2662">
                  <c:v>5.3371199999999996</c:v>
                </c:pt>
                <c:pt idx="2663">
                  <c:v>5.3409399999999998</c:v>
                </c:pt>
                <c:pt idx="2664">
                  <c:v>5.3636499999999998</c:v>
                </c:pt>
                <c:pt idx="2665">
                  <c:v>5.3680399999999997</c:v>
                </c:pt>
                <c:pt idx="2666">
                  <c:v>5.3740699999999997</c:v>
                </c:pt>
                <c:pt idx="2667">
                  <c:v>5.37812</c:v>
                </c:pt>
                <c:pt idx="2668">
                  <c:v>5.1520000000000001</c:v>
                </c:pt>
                <c:pt idx="2669">
                  <c:v>5.1520000000000001</c:v>
                </c:pt>
                <c:pt idx="2670">
                  <c:v>5.4720000000000004</c:v>
                </c:pt>
                <c:pt idx="2671">
                  <c:v>5.37113</c:v>
                </c:pt>
                <c:pt idx="2673">
                  <c:v>5.48184</c:v>
                </c:pt>
                <c:pt idx="2674">
                  <c:v>5.4767600000000005</c:v>
                </c:pt>
                <c:pt idx="2675">
                  <c:v>5.4660500000000001</c:v>
                </c:pt>
                <c:pt idx="2676">
                  <c:v>5.4544499999999996</c:v>
                </c:pt>
                <c:pt idx="2677">
                  <c:v>5.42971</c:v>
                </c:pt>
                <c:pt idx="2678">
                  <c:v>5.4049399999999999</c:v>
                </c:pt>
                <c:pt idx="2679">
                  <c:v>5.3820800000000002</c:v>
                </c:pt>
                <c:pt idx="2680">
                  <c:v>5.3525700000000001</c:v>
                </c:pt>
                <c:pt idx="2681">
                  <c:v>5.4617299999999993</c:v>
                </c:pt>
                <c:pt idx="2682">
                  <c:v>5.4329900000000002</c:v>
                </c:pt>
                <c:pt idx="2683">
                  <c:v>5.4103000000000003</c:v>
                </c:pt>
                <c:pt idx="2684">
                  <c:v>5.3870800000000001</c:v>
                </c:pt>
                <c:pt idx="2685">
                  <c:v>5.3321999999999994</c:v>
                </c:pt>
                <c:pt idx="2686">
                  <c:v>5.3053900000000001</c:v>
                </c:pt>
                <c:pt idx="2687">
                  <c:v>5.3019300000000005</c:v>
                </c:pt>
                <c:pt idx="2688">
                  <c:v>5.2703199999999999</c:v>
                </c:pt>
                <c:pt idx="2689">
                  <c:v>5.2404899999999994</c:v>
                </c:pt>
                <c:pt idx="2690">
                  <c:v>5.2206999999999999</c:v>
                </c:pt>
                <c:pt idx="2691">
                  <c:v>5.1865399999999999</c:v>
                </c:pt>
                <c:pt idx="2692">
                  <c:v>5.1589399999999994</c:v>
                </c:pt>
                <c:pt idx="2693">
                  <c:v>5.165</c:v>
                </c:pt>
                <c:pt idx="2694">
                  <c:v>5.1382599999999998</c:v>
                </c:pt>
                <c:pt idx="2695">
                  <c:v>5.13049</c:v>
                </c:pt>
                <c:pt idx="2696">
                  <c:v>5.1336899999999996</c:v>
                </c:pt>
                <c:pt idx="2697">
                  <c:v>5.13985</c:v>
                </c:pt>
                <c:pt idx="2698">
                  <c:v>5.1455699999999993</c:v>
                </c:pt>
                <c:pt idx="2699">
                  <c:v>5.1718500000000001</c:v>
                </c:pt>
                <c:pt idx="2700">
                  <c:v>5.1618199999999996</c:v>
                </c:pt>
                <c:pt idx="2701">
                  <c:v>5.1647299999999996</c:v>
                </c:pt>
                <c:pt idx="2702">
                  <c:v>5.16913</c:v>
                </c:pt>
                <c:pt idx="2703">
                  <c:v>5.2077099999999996</c:v>
                </c:pt>
                <c:pt idx="2704">
                  <c:v>5.2499599999999997</c:v>
                </c:pt>
                <c:pt idx="2705">
                  <c:v>5.2879499999999995</c:v>
                </c:pt>
                <c:pt idx="2706">
                  <c:v>5.2853100000000008</c:v>
                </c:pt>
                <c:pt idx="2707">
                  <c:v>5.2803100000000001</c:v>
                </c:pt>
                <c:pt idx="2708">
                  <c:v>5.2958100000000004</c:v>
                </c:pt>
                <c:pt idx="2709">
                  <c:v>5.3083999999999998</c:v>
                </c:pt>
                <c:pt idx="2710">
                  <c:v>5.3284500000000001</c:v>
                </c:pt>
                <c:pt idx="2711">
                  <c:v>5.3541099999999995</c:v>
                </c:pt>
                <c:pt idx="2712">
                  <c:v>5.3532799999999998</c:v>
                </c:pt>
                <c:pt idx="2713">
                  <c:v>5.3561499999999995</c:v>
                </c:pt>
                <c:pt idx="2714">
                  <c:v>5.3561199999999998</c:v>
                </c:pt>
                <c:pt idx="2715">
                  <c:v>5.3648800000000003</c:v>
                </c:pt>
                <c:pt idx="2716">
                  <c:v>5.3819999999999997</c:v>
                </c:pt>
                <c:pt idx="2717">
                  <c:v>5.62249</c:v>
                </c:pt>
                <c:pt idx="2718">
                  <c:v>5.6287900000000004</c:v>
                </c:pt>
                <c:pt idx="2719">
                  <c:v>5.6799799999999996</c:v>
                </c:pt>
                <c:pt idx="2720">
                  <c:v>5.7023400000000004</c:v>
                </c:pt>
                <c:pt idx="2721">
                  <c:v>4.7910000000000004</c:v>
                </c:pt>
                <c:pt idx="2722">
                  <c:v>4.7910000000000004</c:v>
                </c:pt>
                <c:pt idx="2723">
                  <c:v>4.7910000000000004</c:v>
                </c:pt>
                <c:pt idx="2724">
                  <c:v>4.0309999999999997</c:v>
                </c:pt>
                <c:pt idx="2725">
                  <c:v>4.0309999999999997</c:v>
                </c:pt>
                <c:pt idx="2726">
                  <c:v>3.9282199999999996</c:v>
                </c:pt>
                <c:pt idx="2727">
                  <c:v>3.9058200000000003</c:v>
                </c:pt>
                <c:pt idx="2728">
                  <c:v>3.9091900000000002</c:v>
                </c:pt>
                <c:pt idx="2729">
                  <c:v>3.9093299999999997</c:v>
                </c:pt>
                <c:pt idx="2730">
                  <c:v>3.9093899999999997</c:v>
                </c:pt>
                <c:pt idx="2731">
                  <c:v>3.8595700000000002</c:v>
                </c:pt>
                <c:pt idx="2732">
                  <c:v>3.8625400000000001</c:v>
                </c:pt>
                <c:pt idx="2733">
                  <c:v>3.86415</c:v>
                </c:pt>
                <c:pt idx="2734">
                  <c:v>3.8668499999999999</c:v>
                </c:pt>
                <c:pt idx="2735">
                  <c:v>3.8697600000000003</c:v>
                </c:pt>
                <c:pt idx="2736">
                  <c:v>3.86951</c:v>
                </c:pt>
                <c:pt idx="2737">
                  <c:v>3.8696999999999999</c:v>
                </c:pt>
                <c:pt idx="2738">
                  <c:v>3.8676699999999999</c:v>
                </c:pt>
                <c:pt idx="2739">
                  <c:v>3.9639199999999999</c:v>
                </c:pt>
                <c:pt idx="2740">
                  <c:v>3.9623200000000001</c:v>
                </c:pt>
                <c:pt idx="2741">
                  <c:v>3.96129</c:v>
                </c:pt>
                <c:pt idx="2742">
                  <c:v>3.9596999999999998</c:v>
                </c:pt>
                <c:pt idx="2743">
                  <c:v>3.99173</c:v>
                </c:pt>
                <c:pt idx="2744">
                  <c:v>3.9903899999999997</c:v>
                </c:pt>
                <c:pt idx="2745">
                  <c:v>3.9901799999999996</c:v>
                </c:pt>
                <c:pt idx="2746">
                  <c:v>3.9908399999999999</c:v>
                </c:pt>
                <c:pt idx="2747">
                  <c:v>3.9915400000000001</c:v>
                </c:pt>
                <c:pt idx="2748">
                  <c:v>3.9925799999999998</c:v>
                </c:pt>
                <c:pt idx="2749">
                  <c:v>3.99444</c:v>
                </c:pt>
                <c:pt idx="2750">
                  <c:v>3.9936199999999999</c:v>
                </c:pt>
                <c:pt idx="2751">
                  <c:v>3.9935300000000002</c:v>
                </c:pt>
                <c:pt idx="2752">
                  <c:v>3.9936199999999999</c:v>
                </c:pt>
                <c:pt idx="2753">
                  <c:v>3.9703900000000001</c:v>
                </c:pt>
                <c:pt idx="2754">
                  <c:v>3.97106</c:v>
                </c:pt>
                <c:pt idx="2755">
                  <c:v>3.9728499999999998</c:v>
                </c:pt>
                <c:pt idx="2756">
                  <c:v>3.9728699999999999</c:v>
                </c:pt>
                <c:pt idx="2757">
                  <c:v>3.9744299999999999</c:v>
                </c:pt>
                <c:pt idx="2758">
                  <c:v>3.97594</c:v>
                </c:pt>
                <c:pt idx="2759">
                  <c:v>3.8704499999999999</c:v>
                </c:pt>
                <c:pt idx="2760">
                  <c:v>3.8741500000000002</c:v>
                </c:pt>
                <c:pt idx="2761">
                  <c:v>3.8788899999999997</c:v>
                </c:pt>
                <c:pt idx="2762">
                  <c:v>3.8834</c:v>
                </c:pt>
                <c:pt idx="2763">
                  <c:v>3.8824000000000001</c:v>
                </c:pt>
                <c:pt idx="2764">
                  <c:v>3.9772500000000002</c:v>
                </c:pt>
                <c:pt idx="2765">
                  <c:v>3.9784099999999998</c:v>
                </c:pt>
                <c:pt idx="2766">
                  <c:v>3.9732699999999999</c:v>
                </c:pt>
                <c:pt idx="2767">
                  <c:v>3.9669299999999996</c:v>
                </c:pt>
                <c:pt idx="2768">
                  <c:v>3.95926</c:v>
                </c:pt>
                <c:pt idx="2769">
                  <c:v>3.9013400000000003</c:v>
                </c:pt>
                <c:pt idx="2770">
                  <c:v>3.9196800000000001</c:v>
                </c:pt>
                <c:pt idx="2771">
                  <c:v>3.9087700000000001</c:v>
                </c:pt>
                <c:pt idx="2772">
                  <c:v>4.0309999999999997</c:v>
                </c:pt>
                <c:pt idx="2775">
                  <c:v>4.8834099999999996</c:v>
                </c:pt>
                <c:pt idx="2776">
                  <c:v>4.8249499999999994</c:v>
                </c:pt>
                <c:pt idx="2777">
                  <c:v>4.9418899999999999</c:v>
                </c:pt>
                <c:pt idx="2778">
                  <c:v>5.0918299999999999</c:v>
                </c:pt>
                <c:pt idx="2779">
                  <c:v>5.09049</c:v>
                </c:pt>
                <c:pt idx="2780">
                  <c:v>5.0938699999999999</c:v>
                </c:pt>
                <c:pt idx="2781">
                  <c:v>5.0859899999999998</c:v>
                </c:pt>
                <c:pt idx="2782">
                  <c:v>4.7784899999999997</c:v>
                </c:pt>
                <c:pt idx="2783">
                  <c:v>4.7803599999999999</c:v>
                </c:pt>
                <c:pt idx="2784">
                  <c:v>4.7409699999999999</c:v>
                </c:pt>
                <c:pt idx="2785">
                  <c:v>4.75908</c:v>
                </c:pt>
                <c:pt idx="2786">
                  <c:v>4.8042199999999999</c:v>
                </c:pt>
                <c:pt idx="2787">
                  <c:v>4.8488699999999998</c:v>
                </c:pt>
                <c:pt idx="2788">
                  <c:v>4.8801699999999997</c:v>
                </c:pt>
                <c:pt idx="2789">
                  <c:v>4.9595799999999999</c:v>
                </c:pt>
                <c:pt idx="2790">
                  <c:v>4.9042899999999996</c:v>
                </c:pt>
                <c:pt idx="2791">
                  <c:v>4.9777700000000005</c:v>
                </c:pt>
                <c:pt idx="2792">
                  <c:v>4.52475</c:v>
                </c:pt>
                <c:pt idx="2793">
                  <c:v>4.5234899999999998</c:v>
                </c:pt>
                <c:pt idx="2794">
                  <c:v>4.5255700000000001</c:v>
                </c:pt>
                <c:pt idx="2795">
                  <c:v>4.51546</c:v>
                </c:pt>
                <c:pt idx="2796">
                  <c:v>4.51579</c:v>
                </c:pt>
                <c:pt idx="2797">
                  <c:v>4.5093800000000002</c:v>
                </c:pt>
                <c:pt idx="2798">
                  <c:v>4.5065</c:v>
                </c:pt>
                <c:pt idx="2799">
                  <c:v>4.5078100000000001</c:v>
                </c:pt>
                <c:pt idx="2800">
                  <c:v>4.5112200000000007</c:v>
                </c:pt>
                <c:pt idx="2801">
                  <c:v>4.5091800000000006</c:v>
                </c:pt>
                <c:pt idx="2802">
                  <c:v>4.50718</c:v>
                </c:pt>
                <c:pt idx="2803">
                  <c:v>4.5046200000000001</c:v>
                </c:pt>
                <c:pt idx="2804">
                  <c:v>4.5049099999999997</c:v>
                </c:pt>
                <c:pt idx="2805">
                  <c:v>4.5029700000000004</c:v>
                </c:pt>
                <c:pt idx="2806">
                  <c:v>4.5058699999999998</c:v>
                </c:pt>
                <c:pt idx="2807">
                  <c:v>4.4999599999999997</c:v>
                </c:pt>
                <c:pt idx="2808">
                  <c:v>4.5052099999999999</c:v>
                </c:pt>
                <c:pt idx="2809">
                  <c:v>4.5154700000000005</c:v>
                </c:pt>
                <c:pt idx="2810">
                  <c:v>5.1292399999999994</c:v>
                </c:pt>
                <c:pt idx="2811">
                  <c:v>5.1348100000000008</c:v>
                </c:pt>
                <c:pt idx="2812">
                  <c:v>5.2088700000000001</c:v>
                </c:pt>
                <c:pt idx="2813">
                  <c:v>5.2587999999999999</c:v>
                </c:pt>
                <c:pt idx="2814">
                  <c:v>5.1862700000000004</c:v>
                </c:pt>
                <c:pt idx="2815">
                  <c:v>5.2897400000000001</c:v>
                </c:pt>
                <c:pt idx="2816">
                  <c:v>5.2839399999999994</c:v>
                </c:pt>
                <c:pt idx="2817">
                  <c:v>5.26302</c:v>
                </c:pt>
                <c:pt idx="2818">
                  <c:v>5.3195200000000007</c:v>
                </c:pt>
                <c:pt idx="2819">
                  <c:v>5.4209499999999995</c:v>
                </c:pt>
                <c:pt idx="2820">
                  <c:v>6.1738299999999997</c:v>
                </c:pt>
                <c:pt idx="2821">
                  <c:v>6.14412</c:v>
                </c:pt>
                <c:pt idx="2822">
                  <c:v>5.4064799999999993</c:v>
                </c:pt>
                <c:pt idx="2823">
                  <c:v>4.9859999999999998</c:v>
                </c:pt>
                <c:pt idx="2824">
                  <c:v>4.8650000000000002</c:v>
                </c:pt>
                <c:pt idx="2825">
                  <c:v>4.8650000000000002</c:v>
                </c:pt>
                <c:pt idx="2827">
                  <c:v>4.8789999999999996</c:v>
                </c:pt>
                <c:pt idx="2828">
                  <c:v>4.8783300000000001</c:v>
                </c:pt>
                <c:pt idx="2829">
                  <c:v>4.87758</c:v>
                </c:pt>
                <c:pt idx="2830">
                  <c:v>4.8755299999999995</c:v>
                </c:pt>
                <c:pt idx="2831">
                  <c:v>4.8723000000000001</c:v>
                </c:pt>
                <c:pt idx="2832">
                  <c:v>4.8682600000000003</c:v>
                </c:pt>
                <c:pt idx="2833">
                  <c:v>4.8642799999999999</c:v>
                </c:pt>
                <c:pt idx="2834">
                  <c:v>4.8599600000000001</c:v>
                </c:pt>
                <c:pt idx="2835">
                  <c:v>4.6938999999999993</c:v>
                </c:pt>
                <c:pt idx="2836">
                  <c:v>4.6962799999999998</c:v>
                </c:pt>
                <c:pt idx="2837">
                  <c:v>4.6957500000000003</c:v>
                </c:pt>
                <c:pt idx="2838">
                  <c:v>4.6981200000000003</c:v>
                </c:pt>
                <c:pt idx="2839">
                  <c:v>4.7085499999999998</c:v>
                </c:pt>
                <c:pt idx="2840">
                  <c:v>4.6894</c:v>
                </c:pt>
                <c:pt idx="2841">
                  <c:v>4.6876600000000002</c:v>
                </c:pt>
                <c:pt idx="2842">
                  <c:v>4.6955499999999999</c:v>
                </c:pt>
                <c:pt idx="2843">
                  <c:v>4.9135900000000001</c:v>
                </c:pt>
                <c:pt idx="2844">
                  <c:v>4.9155600000000002</c:v>
                </c:pt>
                <c:pt idx="2845">
                  <c:v>4.9189499999999997</c:v>
                </c:pt>
                <c:pt idx="2846">
                  <c:v>4.9224399999999999</c:v>
                </c:pt>
                <c:pt idx="2847">
                  <c:v>4.9293399999999998</c:v>
                </c:pt>
                <c:pt idx="2848">
                  <c:v>4.9268199999999993</c:v>
                </c:pt>
                <c:pt idx="2849">
                  <c:v>4.9284399999999993</c:v>
                </c:pt>
                <c:pt idx="2850">
                  <c:v>4.9281800000000002</c:v>
                </c:pt>
                <c:pt idx="2851">
                  <c:v>4.9293999999999993</c:v>
                </c:pt>
                <c:pt idx="2852">
                  <c:v>4.9286199999999996</c:v>
                </c:pt>
                <c:pt idx="2853">
                  <c:v>4.9308900000000007</c:v>
                </c:pt>
                <c:pt idx="2854">
                  <c:v>4.9277600000000001</c:v>
                </c:pt>
                <c:pt idx="2855">
                  <c:v>4.9236599999999999</c:v>
                </c:pt>
                <c:pt idx="2856">
                  <c:v>4.9206199999999995</c:v>
                </c:pt>
                <c:pt idx="2857">
                  <c:v>4.92035</c:v>
                </c:pt>
                <c:pt idx="2858">
                  <c:v>4.9167399999999999</c:v>
                </c:pt>
                <c:pt idx="2859">
                  <c:v>4.9220899999999999</c:v>
                </c:pt>
                <c:pt idx="2860">
                  <c:v>4.9201000000000006</c:v>
                </c:pt>
                <c:pt idx="2861">
                  <c:v>4.92448</c:v>
                </c:pt>
                <c:pt idx="2862">
                  <c:v>4.9267799999999999</c:v>
                </c:pt>
                <c:pt idx="2863">
                  <c:v>4.9320399999999998</c:v>
                </c:pt>
                <c:pt idx="2864">
                  <c:v>4.9342299999999994</c:v>
                </c:pt>
                <c:pt idx="2865">
                  <c:v>4.9379900000000001</c:v>
                </c:pt>
                <c:pt idx="2866">
                  <c:v>4.9374099999999999</c:v>
                </c:pt>
                <c:pt idx="2867">
                  <c:v>4.9407399999999999</c:v>
                </c:pt>
                <c:pt idx="2868">
                  <c:v>4.9457200000000006</c:v>
                </c:pt>
                <c:pt idx="2869">
                  <c:v>4.9478999999999997</c:v>
                </c:pt>
                <c:pt idx="2870">
                  <c:v>4.9502799999999993</c:v>
                </c:pt>
                <c:pt idx="2871">
                  <c:v>4.9656000000000002</c:v>
                </c:pt>
                <c:pt idx="2872">
                  <c:v>4.9776099999999994</c:v>
                </c:pt>
                <c:pt idx="2873">
                  <c:v>4.9933699999999996</c:v>
                </c:pt>
                <c:pt idx="2874">
                  <c:v>5.0111300000000005</c:v>
                </c:pt>
                <c:pt idx="2875">
                  <c:v>4.7320799999999998</c:v>
                </c:pt>
                <c:pt idx="2876">
                  <c:v>4.7910000000000004</c:v>
                </c:pt>
                <c:pt idx="2877">
                  <c:v>4.8650000000000002</c:v>
                </c:pt>
                <c:pt idx="2878">
                  <c:v>4.8650000000000002</c:v>
                </c:pt>
                <c:pt idx="2879">
                  <c:v>4.62</c:v>
                </c:pt>
                <c:pt idx="2880">
                  <c:v>4.62</c:v>
                </c:pt>
                <c:pt idx="2882">
                  <c:v>4.5803400000000005</c:v>
                </c:pt>
                <c:pt idx="2883">
                  <c:v>4.5796200000000002</c:v>
                </c:pt>
                <c:pt idx="2884">
                  <c:v>4.5780600000000007</c:v>
                </c:pt>
                <c:pt idx="2885">
                  <c:v>4.5728599999999995</c:v>
                </c:pt>
                <c:pt idx="2886">
                  <c:v>4.5662900000000004</c:v>
                </c:pt>
                <c:pt idx="2887">
                  <c:v>4.5576300000000005</c:v>
                </c:pt>
                <c:pt idx="2888">
                  <c:v>4.5487200000000003</c:v>
                </c:pt>
                <c:pt idx="2889">
                  <c:v>4.5392700000000001</c:v>
                </c:pt>
                <c:pt idx="2890">
                  <c:v>4.5306000000000006</c:v>
                </c:pt>
                <c:pt idx="2891">
                  <c:v>4.5227200000000005</c:v>
                </c:pt>
                <c:pt idx="2892">
                  <c:v>4.5138100000000003</c:v>
                </c:pt>
                <c:pt idx="2893">
                  <c:v>4.5063199999999997</c:v>
                </c:pt>
                <c:pt idx="2894">
                  <c:v>4.4262700000000006</c:v>
                </c:pt>
                <c:pt idx="2895">
                  <c:v>4.4214599999999997</c:v>
                </c:pt>
                <c:pt idx="2896">
                  <c:v>4.4260200000000003</c:v>
                </c:pt>
                <c:pt idx="2897">
                  <c:v>4.4257399999999993</c:v>
                </c:pt>
                <c:pt idx="2898">
                  <c:v>4.4241599999999996</c:v>
                </c:pt>
                <c:pt idx="2899">
                  <c:v>4.4154</c:v>
                </c:pt>
                <c:pt idx="2900">
                  <c:v>4.4254899999999999</c:v>
                </c:pt>
                <c:pt idx="2901">
                  <c:v>4.4188299999999998</c:v>
                </c:pt>
                <c:pt idx="2902">
                  <c:v>4.4211899999999993</c:v>
                </c:pt>
                <c:pt idx="2903">
                  <c:v>4.4210699999999994</c:v>
                </c:pt>
                <c:pt idx="2904">
                  <c:v>4.4217700000000004</c:v>
                </c:pt>
                <c:pt idx="2905">
                  <c:v>4.4230600000000004</c:v>
                </c:pt>
                <c:pt idx="2906">
                  <c:v>4.4244200000000005</c:v>
                </c:pt>
                <c:pt idx="2907">
                  <c:v>4.4251899999999997</c:v>
                </c:pt>
                <c:pt idx="2908">
                  <c:v>4.4315800000000003</c:v>
                </c:pt>
                <c:pt idx="2909">
                  <c:v>4.4242499999999998</c:v>
                </c:pt>
                <c:pt idx="2910">
                  <c:v>4.4231300000000005</c:v>
                </c:pt>
                <c:pt idx="2911">
                  <c:v>4.4219200000000001</c:v>
                </c:pt>
                <c:pt idx="2912">
                  <c:v>4.42204</c:v>
                </c:pt>
                <c:pt idx="2913">
                  <c:v>4.4228199999999998</c:v>
                </c:pt>
                <c:pt idx="2914">
                  <c:v>4.4246699999999999</c:v>
                </c:pt>
                <c:pt idx="2915">
                  <c:v>4.4254300000000004</c:v>
                </c:pt>
                <c:pt idx="2916">
                  <c:v>4.4346000000000005</c:v>
                </c:pt>
                <c:pt idx="2917">
                  <c:v>4.4387400000000001</c:v>
                </c:pt>
                <c:pt idx="2918">
                  <c:v>4.6386400000000005</c:v>
                </c:pt>
                <c:pt idx="2919">
                  <c:v>4.6438600000000001</c:v>
                </c:pt>
                <c:pt idx="2920">
                  <c:v>4.6464699999999999</c:v>
                </c:pt>
                <c:pt idx="2921">
                  <c:v>4.6466099999999999</c:v>
                </c:pt>
                <c:pt idx="2922">
                  <c:v>4.6702700000000004</c:v>
                </c:pt>
                <c:pt idx="2923">
                  <c:v>4.68621</c:v>
                </c:pt>
                <c:pt idx="2924">
                  <c:v>4.6922799999999993</c:v>
                </c:pt>
                <c:pt idx="2925">
                  <c:v>4.6970900000000002</c:v>
                </c:pt>
                <c:pt idx="2926">
                  <c:v>4.7270300000000001</c:v>
                </c:pt>
                <c:pt idx="2927">
                  <c:v>4.7895600000000007</c:v>
                </c:pt>
                <c:pt idx="2928">
                  <c:v>4.8528599999999997</c:v>
                </c:pt>
                <c:pt idx="2929">
                  <c:v>4.9082100000000004</c:v>
                </c:pt>
                <c:pt idx="2930">
                  <c:v>4.1557599999999999</c:v>
                </c:pt>
                <c:pt idx="2931">
                  <c:v>4.2590000000000003</c:v>
                </c:pt>
                <c:pt idx="2932">
                  <c:v>4.62</c:v>
                </c:pt>
                <c:pt idx="2933">
                  <c:v>4.62</c:v>
                </c:pt>
                <c:pt idx="2934">
                  <c:v>4</c:v>
                </c:pt>
                <c:pt idx="2935">
                  <c:v>4</c:v>
                </c:pt>
                <c:pt idx="2936">
                  <c:v>4.1314599999999997</c:v>
                </c:pt>
                <c:pt idx="2937">
                  <c:v>4.0917700000000004</c:v>
                </c:pt>
                <c:pt idx="2938">
                  <c:v>4.1346499999999997</c:v>
                </c:pt>
                <c:pt idx="2939">
                  <c:v>4.1247199999999999</c:v>
                </c:pt>
                <c:pt idx="2940">
                  <c:v>4.1295200000000003</c:v>
                </c:pt>
                <c:pt idx="2941">
                  <c:v>4.1301499999999995</c:v>
                </c:pt>
                <c:pt idx="2942">
                  <c:v>4.1308299999999996</c:v>
                </c:pt>
                <c:pt idx="2943">
                  <c:v>4.1174900000000001</c:v>
                </c:pt>
                <c:pt idx="2944">
                  <c:v>4.1201499999999998</c:v>
                </c:pt>
                <c:pt idx="2945">
                  <c:v>4.1212099999999996</c:v>
                </c:pt>
                <c:pt idx="2946">
                  <c:v>4.1377199999999998</c:v>
                </c:pt>
                <c:pt idx="2947">
                  <c:v>4.0868799999999998</c:v>
                </c:pt>
                <c:pt idx="2948">
                  <c:v>4.0321100000000003</c:v>
                </c:pt>
                <c:pt idx="2949">
                  <c:v>3.99173</c:v>
                </c:pt>
                <c:pt idx="2950">
                  <c:v>3.9556499999999999</c:v>
                </c:pt>
                <c:pt idx="2951">
                  <c:v>3.9767700000000001</c:v>
                </c:pt>
                <c:pt idx="2952">
                  <c:v>3.9733499999999999</c:v>
                </c:pt>
                <c:pt idx="2953">
                  <c:v>3.9712299999999998</c:v>
                </c:pt>
                <c:pt idx="2954">
                  <c:v>3.9681100000000002</c:v>
                </c:pt>
                <c:pt idx="2955">
                  <c:v>3.9677899999999999</c:v>
                </c:pt>
                <c:pt idx="2956">
                  <c:v>3.9664999999999999</c:v>
                </c:pt>
                <c:pt idx="2957">
                  <c:v>3.9677399999999996</c:v>
                </c:pt>
                <c:pt idx="2958">
                  <c:v>3.9698500000000001</c:v>
                </c:pt>
                <c:pt idx="2959">
                  <c:v>3.9704000000000002</c:v>
                </c:pt>
                <c:pt idx="2960">
                  <c:v>3.9707800000000004</c:v>
                </c:pt>
                <c:pt idx="2961">
                  <c:v>3.9695300000000002</c:v>
                </c:pt>
                <c:pt idx="2962">
                  <c:v>3.9720599999999999</c:v>
                </c:pt>
                <c:pt idx="2963">
                  <c:v>3.97017</c:v>
                </c:pt>
                <c:pt idx="2964">
                  <c:v>3.9733899999999998</c:v>
                </c:pt>
                <c:pt idx="2965">
                  <c:v>3.9690799999999999</c:v>
                </c:pt>
                <c:pt idx="2966">
                  <c:v>3.97159</c:v>
                </c:pt>
                <c:pt idx="2967">
                  <c:v>3.9817300000000002</c:v>
                </c:pt>
                <c:pt idx="2968">
                  <c:v>3.9886200000000001</c:v>
                </c:pt>
                <c:pt idx="2969">
                  <c:v>3.9881500000000001</c:v>
                </c:pt>
                <c:pt idx="2970">
                  <c:v>3.9986799999999998</c:v>
                </c:pt>
                <c:pt idx="2971">
                  <c:v>4.1003599999999993</c:v>
                </c:pt>
                <c:pt idx="2972">
                  <c:v>4.1014200000000001</c:v>
                </c:pt>
                <c:pt idx="2973">
                  <c:v>4.0978599999999998</c:v>
                </c:pt>
                <c:pt idx="2974">
                  <c:v>4.0998100000000006</c:v>
                </c:pt>
                <c:pt idx="2975">
                  <c:v>4.1013199999999994</c:v>
                </c:pt>
                <c:pt idx="2976">
                  <c:v>4.1049499999999997</c:v>
                </c:pt>
                <c:pt idx="2977">
                  <c:v>4.1097000000000001</c:v>
                </c:pt>
                <c:pt idx="2978">
                  <c:v>4.1124999999999998</c:v>
                </c:pt>
                <c:pt idx="2979">
                  <c:v>4.1093299999999999</c:v>
                </c:pt>
                <c:pt idx="2980">
                  <c:v>4.1097700000000001</c:v>
                </c:pt>
                <c:pt idx="2981">
                  <c:v>4.1059200000000002</c:v>
                </c:pt>
                <c:pt idx="2982">
                  <c:v>4.1249500000000001</c:v>
                </c:pt>
                <c:pt idx="2983">
                  <c:v>4.11008</c:v>
                </c:pt>
                <c:pt idx="2984">
                  <c:v>4.2220000000000004</c:v>
                </c:pt>
                <c:pt idx="2987">
                  <c:v>4.3766800000000003</c:v>
                </c:pt>
                <c:pt idx="2988">
                  <c:v>4.4962900000000001</c:v>
                </c:pt>
                <c:pt idx="2989">
                  <c:v>4.5318900000000006</c:v>
                </c:pt>
                <c:pt idx="2990">
                  <c:v>4.5338599999999998</c:v>
                </c:pt>
                <c:pt idx="2991">
                  <c:v>4.5353000000000003</c:v>
                </c:pt>
                <c:pt idx="2992">
                  <c:v>4.5390699999999997</c:v>
                </c:pt>
                <c:pt idx="2993">
                  <c:v>4.5410200000000005</c:v>
                </c:pt>
                <c:pt idx="2994">
                  <c:v>4.5436399999999999</c:v>
                </c:pt>
                <c:pt idx="2995">
                  <c:v>4.5517799999999999</c:v>
                </c:pt>
                <c:pt idx="2996">
                  <c:v>4.5517799999999999</c:v>
                </c:pt>
                <c:pt idx="2997">
                  <c:v>4.5572700000000008</c:v>
                </c:pt>
                <c:pt idx="2998">
                  <c:v>4.5730600000000008</c:v>
                </c:pt>
                <c:pt idx="2999">
                  <c:v>4.5629600000000003</c:v>
                </c:pt>
                <c:pt idx="3000">
                  <c:v>4.5643199999999995</c:v>
                </c:pt>
                <c:pt idx="3001">
                  <c:v>4.5606499999999999</c:v>
                </c:pt>
                <c:pt idx="3002">
                  <c:v>4.57301</c:v>
                </c:pt>
                <c:pt idx="3003">
                  <c:v>4.57369</c:v>
                </c:pt>
                <c:pt idx="3004">
                  <c:v>4.5744199999999999</c:v>
                </c:pt>
                <c:pt idx="3005">
                  <c:v>4.5763800000000003</c:v>
                </c:pt>
                <c:pt idx="3006">
                  <c:v>4.3154700000000004</c:v>
                </c:pt>
                <c:pt idx="3007">
                  <c:v>4.3140400000000003</c:v>
                </c:pt>
                <c:pt idx="3008">
                  <c:v>4.3144099999999996</c:v>
                </c:pt>
                <c:pt idx="3009">
                  <c:v>4.3117600000000005</c:v>
                </c:pt>
                <c:pt idx="3010">
                  <c:v>4.3126300000000004</c:v>
                </c:pt>
                <c:pt idx="3011">
                  <c:v>4.3099099999999995</c:v>
                </c:pt>
                <c:pt idx="3012">
                  <c:v>4.3068599999999995</c:v>
                </c:pt>
                <c:pt idx="3013">
                  <c:v>4.3090399999999995</c:v>
                </c:pt>
                <c:pt idx="3014">
                  <c:v>4.3117299999999998</c:v>
                </c:pt>
                <c:pt idx="3015">
                  <c:v>4.3093999999999992</c:v>
                </c:pt>
                <c:pt idx="3016">
                  <c:v>4.3098400000000003</c:v>
                </c:pt>
                <c:pt idx="3017">
                  <c:v>4.3081400000000007</c:v>
                </c:pt>
                <c:pt idx="3018">
                  <c:v>4.3081300000000002</c:v>
                </c:pt>
                <c:pt idx="3019">
                  <c:v>4.3019499999999997</c:v>
                </c:pt>
                <c:pt idx="3020">
                  <c:v>4.6553500000000003</c:v>
                </c:pt>
                <c:pt idx="3021">
                  <c:v>4.6550600000000006</c:v>
                </c:pt>
                <c:pt idx="3022">
                  <c:v>4.5736300000000005</c:v>
                </c:pt>
                <c:pt idx="3023">
                  <c:v>4.5734500000000002</c:v>
                </c:pt>
                <c:pt idx="3024">
                  <c:v>4.5735900000000003</c:v>
                </c:pt>
                <c:pt idx="3025">
                  <c:v>4.5733900000000007</c:v>
                </c:pt>
                <c:pt idx="3026">
                  <c:v>4.54847</c:v>
                </c:pt>
                <c:pt idx="3027">
                  <c:v>4.5511400000000002</c:v>
                </c:pt>
                <c:pt idx="3028">
                  <c:v>4.5474199999999998</c:v>
                </c:pt>
                <c:pt idx="3029">
                  <c:v>4.5506599999999997</c:v>
                </c:pt>
                <c:pt idx="3030">
                  <c:v>4.5552799999999998</c:v>
                </c:pt>
                <c:pt idx="3031">
                  <c:v>4.5571899999999994</c:v>
                </c:pt>
                <c:pt idx="3032">
                  <c:v>4.5551899999999996</c:v>
                </c:pt>
                <c:pt idx="3033">
                  <c:v>4.5590000000000002</c:v>
                </c:pt>
                <c:pt idx="3034">
                  <c:v>4.5749899999999997</c:v>
                </c:pt>
                <c:pt idx="3035">
                  <c:v>4.5839999999999996</c:v>
                </c:pt>
                <c:pt idx="3036">
                  <c:v>4.5839999999999996</c:v>
                </c:pt>
                <c:pt idx="3037">
                  <c:v>4.6834700000000007</c:v>
                </c:pt>
                <c:pt idx="3038">
                  <c:v>4.6807799999999995</c:v>
                </c:pt>
                <c:pt idx="3039">
                  <c:v>4.7096499999999999</c:v>
                </c:pt>
                <c:pt idx="3040">
                  <c:v>4.6832200000000004</c:v>
                </c:pt>
                <c:pt idx="3041">
                  <c:v>4.6566299999999998</c:v>
                </c:pt>
                <c:pt idx="3042">
                  <c:v>4.6572100000000001</c:v>
                </c:pt>
                <c:pt idx="3043">
                  <c:v>4.6608400000000003</c:v>
                </c:pt>
                <c:pt idx="3044">
                  <c:v>4.6611199999999995</c:v>
                </c:pt>
                <c:pt idx="3045">
                  <c:v>4.6638299999999999</c:v>
                </c:pt>
                <c:pt idx="3046">
                  <c:v>4.6674600000000002</c:v>
                </c:pt>
                <c:pt idx="3047">
                  <c:v>4.6713399999999998</c:v>
                </c:pt>
                <c:pt idx="3048">
                  <c:v>4.6743199999999998</c:v>
                </c:pt>
                <c:pt idx="3049">
                  <c:v>4.6878799999999998</c:v>
                </c:pt>
                <c:pt idx="3050">
                  <c:v>4.6897500000000001</c:v>
                </c:pt>
                <c:pt idx="3051">
                  <c:v>4.6926499999999995</c:v>
                </c:pt>
                <c:pt idx="3052">
                  <c:v>4.6935900000000004</c:v>
                </c:pt>
                <c:pt idx="3053">
                  <c:v>4.6944300000000005</c:v>
                </c:pt>
                <c:pt idx="3054">
                  <c:v>4.6928000000000001</c:v>
                </c:pt>
                <c:pt idx="3055">
                  <c:v>4.6910299999999996</c:v>
                </c:pt>
                <c:pt idx="3056">
                  <c:v>4.6891499999999997</c:v>
                </c:pt>
                <c:pt idx="3057">
                  <c:v>4.6366000000000005</c:v>
                </c:pt>
                <c:pt idx="3058">
                  <c:v>4.6353500000000007</c:v>
                </c:pt>
                <c:pt idx="3059">
                  <c:v>4.6348700000000003</c:v>
                </c:pt>
                <c:pt idx="3060">
                  <c:v>4.62751</c:v>
                </c:pt>
                <c:pt idx="3061">
                  <c:v>4.6272799999999998</c:v>
                </c:pt>
                <c:pt idx="3062">
                  <c:v>4.6262400000000001</c:v>
                </c:pt>
                <c:pt idx="3063">
                  <c:v>4.6181700000000001</c:v>
                </c:pt>
                <c:pt idx="3064">
                  <c:v>4.6166700000000001</c:v>
                </c:pt>
                <c:pt idx="3065">
                  <c:v>4.6150399999999996</c:v>
                </c:pt>
                <c:pt idx="3066">
                  <c:v>4.6158199999999994</c:v>
                </c:pt>
                <c:pt idx="3067">
                  <c:v>4.6168100000000001</c:v>
                </c:pt>
                <c:pt idx="3068">
                  <c:v>4.6167700000000007</c:v>
                </c:pt>
                <c:pt idx="3069">
                  <c:v>4.6177000000000001</c:v>
                </c:pt>
                <c:pt idx="3070">
                  <c:v>4.5902700000000003</c:v>
                </c:pt>
                <c:pt idx="3071">
                  <c:v>4.5915600000000003</c:v>
                </c:pt>
                <c:pt idx="3072">
                  <c:v>4.5906000000000002</c:v>
                </c:pt>
                <c:pt idx="3073">
                  <c:v>5.16127</c:v>
                </c:pt>
                <c:pt idx="3074">
                  <c:v>5.1779899999999994</c:v>
                </c:pt>
                <c:pt idx="3075">
                  <c:v>5.1918199999999999</c:v>
                </c:pt>
                <c:pt idx="3076">
                  <c:v>5.2068900000000005</c:v>
                </c:pt>
                <c:pt idx="3077">
                  <c:v>5.2203999999999997</c:v>
                </c:pt>
                <c:pt idx="3078">
                  <c:v>5.21699</c:v>
                </c:pt>
                <c:pt idx="3079">
                  <c:v>5.2014399999999998</c:v>
                </c:pt>
                <c:pt idx="3080">
                  <c:v>5.18079</c:v>
                </c:pt>
                <c:pt idx="3081">
                  <c:v>5.1887299999999996</c:v>
                </c:pt>
                <c:pt idx="3082">
                  <c:v>5.1816000000000004</c:v>
                </c:pt>
                <c:pt idx="3083">
                  <c:v>5.1978800000000005</c:v>
                </c:pt>
                <c:pt idx="3084">
                  <c:v>5.15158</c:v>
                </c:pt>
                <c:pt idx="3085">
                  <c:v>5.1933100000000003</c:v>
                </c:pt>
                <c:pt idx="3086">
                  <c:v>4.8360000000000003</c:v>
                </c:pt>
                <c:pt idx="3087">
                  <c:v>4.8360000000000003</c:v>
                </c:pt>
                <c:pt idx="3088">
                  <c:v>4.8360000000000003</c:v>
                </c:pt>
                <c:pt idx="3089">
                  <c:v>4.7389299999999999</c:v>
                </c:pt>
                <c:pt idx="3090">
                  <c:v>4.7365600000000008</c:v>
                </c:pt>
                <c:pt idx="3091">
                  <c:v>4.73325</c:v>
                </c:pt>
                <c:pt idx="3092">
                  <c:v>4.7255699999999994</c:v>
                </c:pt>
                <c:pt idx="3093">
                  <c:v>4.7115</c:v>
                </c:pt>
                <c:pt idx="3094">
                  <c:v>4.6947900000000002</c:v>
                </c:pt>
                <c:pt idx="3095">
                  <c:v>4.6773800000000003</c:v>
                </c:pt>
                <c:pt idx="3096">
                  <c:v>4.6573900000000004</c:v>
                </c:pt>
                <c:pt idx="3097">
                  <c:v>4.6385299999999994</c:v>
                </c:pt>
                <c:pt idx="3098">
                  <c:v>4.6202100000000002</c:v>
                </c:pt>
                <c:pt idx="3099">
                  <c:v>4.6017299999999999</c:v>
                </c:pt>
                <c:pt idx="3100">
                  <c:v>4.5834799999999998</c:v>
                </c:pt>
                <c:pt idx="3101">
                  <c:v>4.5667099999999996</c:v>
                </c:pt>
                <c:pt idx="3102">
                  <c:v>4.5495200000000002</c:v>
                </c:pt>
                <c:pt idx="3103">
                  <c:v>4.5359300000000005</c:v>
                </c:pt>
                <c:pt idx="3104">
                  <c:v>4.5240299999999998</c:v>
                </c:pt>
                <c:pt idx="3105">
                  <c:v>4.5158000000000005</c:v>
                </c:pt>
                <c:pt idx="3106">
                  <c:v>4.5095299999999998</c:v>
                </c:pt>
                <c:pt idx="3107">
                  <c:v>4.5050299999999996</c:v>
                </c:pt>
                <c:pt idx="3108">
                  <c:v>4.5011299999999999</c:v>
                </c:pt>
                <c:pt idx="3109">
                  <c:v>4.4995099999999999</c:v>
                </c:pt>
                <c:pt idx="3110">
                  <c:v>4.4969599999999996</c:v>
                </c:pt>
                <c:pt idx="3111">
                  <c:v>4.4994499999999995</c:v>
                </c:pt>
                <c:pt idx="3112">
                  <c:v>4.5053799999999997</c:v>
                </c:pt>
                <c:pt idx="3113">
                  <c:v>4.1027800000000001</c:v>
                </c:pt>
                <c:pt idx="3114">
                  <c:v>4.1145500000000004</c:v>
                </c:pt>
                <c:pt idx="3115">
                  <c:v>4.1201300000000005</c:v>
                </c:pt>
                <c:pt idx="3116">
                  <c:v>4.1177399999999995</c:v>
                </c:pt>
                <c:pt idx="3117">
                  <c:v>4.1132200000000001</c:v>
                </c:pt>
                <c:pt idx="3118">
                  <c:v>4.1076600000000001</c:v>
                </c:pt>
                <c:pt idx="3119">
                  <c:v>4.1154899999999994</c:v>
                </c:pt>
                <c:pt idx="3120">
                  <c:v>4.1079999999999997</c:v>
                </c:pt>
                <c:pt idx="3121">
                  <c:v>4.52081</c:v>
                </c:pt>
                <c:pt idx="3122">
                  <c:v>4.5219399999999998</c:v>
                </c:pt>
                <c:pt idx="3123">
                  <c:v>4.5268000000000006</c:v>
                </c:pt>
                <c:pt idx="3124">
                  <c:v>4.5339799999999997</c:v>
                </c:pt>
                <c:pt idx="3125">
                  <c:v>4.5496300000000005</c:v>
                </c:pt>
                <c:pt idx="3126">
                  <c:v>4.5609999999999999</c:v>
                </c:pt>
                <c:pt idx="3127">
                  <c:v>4.5724999999999998</c:v>
                </c:pt>
                <c:pt idx="3128">
                  <c:v>4.5841099999999999</c:v>
                </c:pt>
                <c:pt idx="3129">
                  <c:v>4.5956800000000007</c:v>
                </c:pt>
                <c:pt idx="3130">
                  <c:v>4.6134300000000001</c:v>
                </c:pt>
                <c:pt idx="3131">
                  <c:v>4.6153300000000002</c:v>
                </c:pt>
                <c:pt idx="3132">
                  <c:v>4.6180099999999999</c:v>
                </c:pt>
                <c:pt idx="3133">
                  <c:v>4.57782</c:v>
                </c:pt>
                <c:pt idx="3134">
                  <c:v>4.5714899999999998</c:v>
                </c:pt>
                <c:pt idx="3135">
                  <c:v>4.5644999999999998</c:v>
                </c:pt>
                <c:pt idx="3136">
                  <c:v>4.5810699999999995</c:v>
                </c:pt>
                <c:pt idx="3137">
                  <c:v>4.0635599999999998</c:v>
                </c:pt>
                <c:pt idx="3138">
                  <c:v>4.0979999999999999</c:v>
                </c:pt>
                <c:pt idx="3139">
                  <c:v>4.0979999999999999</c:v>
                </c:pt>
                <c:pt idx="3142">
                  <c:v>6.6420000000000003</c:v>
                </c:pt>
                <c:pt idx="3143">
                  <c:v>6.6828199999999995</c:v>
                </c:pt>
                <c:pt idx="3144">
                  <c:v>6.6192600000000006</c:v>
                </c:pt>
                <c:pt idx="3145">
                  <c:v>6.6691099999999999</c:v>
                </c:pt>
                <c:pt idx="3146">
                  <c:v>6.6915200000000006</c:v>
                </c:pt>
                <c:pt idx="3147">
                  <c:v>6.7035499999999999</c:v>
                </c:pt>
                <c:pt idx="3148">
                  <c:v>6.7117100000000001</c:v>
                </c:pt>
                <c:pt idx="3149">
                  <c:v>6.7153700000000001</c:v>
                </c:pt>
                <c:pt idx="3150">
                  <c:v>6.71793</c:v>
                </c:pt>
                <c:pt idx="3151">
                  <c:v>6.6270899999999999</c:v>
                </c:pt>
                <c:pt idx="3152">
                  <c:v>6.5762600000000004</c:v>
                </c:pt>
                <c:pt idx="3153">
                  <c:v>6.4912799999999997</c:v>
                </c:pt>
                <c:pt idx="3154">
                  <c:v>6.4463400000000002</c:v>
                </c:pt>
                <c:pt idx="3155">
                  <c:v>6.4845200000000007</c:v>
                </c:pt>
                <c:pt idx="3156">
                  <c:v>6.4951600000000003</c:v>
                </c:pt>
                <c:pt idx="3157">
                  <c:v>6.4796800000000001</c:v>
                </c:pt>
                <c:pt idx="3158">
                  <c:v>6.44564</c:v>
                </c:pt>
                <c:pt idx="3159">
                  <c:v>6.4259399999999998</c:v>
                </c:pt>
                <c:pt idx="3160">
                  <c:v>6.4072299999999993</c:v>
                </c:pt>
                <c:pt idx="3161">
                  <c:v>6.3939399999999997</c:v>
                </c:pt>
                <c:pt idx="3162">
                  <c:v>6.38347</c:v>
                </c:pt>
                <c:pt idx="3163">
                  <c:v>6.3773100000000005</c:v>
                </c:pt>
                <c:pt idx="3164">
                  <c:v>6.37493</c:v>
                </c:pt>
                <c:pt idx="3165">
                  <c:v>6.3638300000000001</c:v>
                </c:pt>
                <c:pt idx="3166">
                  <c:v>6.3608599999999997</c:v>
                </c:pt>
                <c:pt idx="3167">
                  <c:v>6.3650200000000003</c:v>
                </c:pt>
                <c:pt idx="3168">
                  <c:v>6.3704399999999994</c:v>
                </c:pt>
                <c:pt idx="3169">
                  <c:v>6.3917600000000006</c:v>
                </c:pt>
                <c:pt idx="3170">
                  <c:v>6.3916300000000001</c:v>
                </c:pt>
                <c:pt idx="3171">
                  <c:v>6.3971200000000001</c:v>
                </c:pt>
                <c:pt idx="3172">
                  <c:v>6.4024899999999993</c:v>
                </c:pt>
                <c:pt idx="3173">
                  <c:v>6.39466</c:v>
                </c:pt>
                <c:pt idx="3174">
                  <c:v>6.3742700000000001</c:v>
                </c:pt>
                <c:pt idx="3175">
                  <c:v>6.3653300000000002</c:v>
                </c:pt>
                <c:pt idx="3176">
                  <c:v>6.3575900000000001</c:v>
                </c:pt>
                <c:pt idx="3177">
                  <c:v>6.7387299999999994</c:v>
                </c:pt>
                <c:pt idx="3178">
                  <c:v>6.7394799999999995</c:v>
                </c:pt>
                <c:pt idx="3179">
                  <c:v>6.7402899999999999</c:v>
                </c:pt>
                <c:pt idx="3180">
                  <c:v>6.7375200000000008</c:v>
                </c:pt>
                <c:pt idx="3181">
                  <c:v>6.7312899999999996</c:v>
                </c:pt>
                <c:pt idx="3182">
                  <c:v>6.7319399999999998</c:v>
                </c:pt>
                <c:pt idx="3183">
                  <c:v>6.7310299999999996</c:v>
                </c:pt>
                <c:pt idx="3184">
                  <c:v>6.7333599999999993</c:v>
                </c:pt>
                <c:pt idx="3185">
                  <c:v>6.73339</c:v>
                </c:pt>
                <c:pt idx="3186">
                  <c:v>6.7378599999999995</c:v>
                </c:pt>
                <c:pt idx="3187">
                  <c:v>6.7357500000000003</c:v>
                </c:pt>
                <c:pt idx="3188">
                  <c:v>6.7542099999999996</c:v>
                </c:pt>
                <c:pt idx="3189">
                  <c:v>6.7488999999999999</c:v>
                </c:pt>
                <c:pt idx="3190">
                  <c:v>6.7809999999999997</c:v>
                </c:pt>
                <c:pt idx="3193">
                  <c:v>8.3651700000000009</c:v>
                </c:pt>
                <c:pt idx="3194">
                  <c:v>8.4758999999999993</c:v>
                </c:pt>
                <c:pt idx="3195">
                  <c:v>9.3632299999999997</c:v>
                </c:pt>
                <c:pt idx="3196">
                  <c:v>9.4679400000000005</c:v>
                </c:pt>
                <c:pt idx="3197">
                  <c:v>9.5444099999999992</c:v>
                </c:pt>
                <c:pt idx="3198">
                  <c:v>9.5619899999999998</c:v>
                </c:pt>
                <c:pt idx="3199">
                  <c:v>9.5857700000000001</c:v>
                </c:pt>
                <c:pt idx="3200">
                  <c:v>9.6369599999999984</c:v>
                </c:pt>
                <c:pt idx="3201">
                  <c:v>9.6257099999999998</c:v>
                </c:pt>
                <c:pt idx="3202">
                  <c:v>9.6750699999999998</c:v>
                </c:pt>
                <c:pt idx="3203">
                  <c:v>9.6588399999999996</c:v>
                </c:pt>
                <c:pt idx="3204">
                  <c:v>9.6622900000000005</c:v>
                </c:pt>
                <c:pt idx="3205">
                  <c:v>9.6777700000000006</c:v>
                </c:pt>
                <c:pt idx="3206">
                  <c:v>9.7004599999999996</c:v>
                </c:pt>
                <c:pt idx="3207">
                  <c:v>9.7181800000000003</c:v>
                </c:pt>
                <c:pt idx="3208">
                  <c:v>9.4720800000000001</c:v>
                </c:pt>
                <c:pt idx="3209">
                  <c:v>9.4586699999999997</c:v>
                </c:pt>
                <c:pt idx="3210">
                  <c:v>9.4496099999999998</c:v>
                </c:pt>
                <c:pt idx="3211">
                  <c:v>9.4442199999999996</c:v>
                </c:pt>
                <c:pt idx="3212">
                  <c:v>9.4447700000000001</c:v>
                </c:pt>
                <c:pt idx="3213">
                  <c:v>9.4373899999999988</c:v>
                </c:pt>
                <c:pt idx="3214">
                  <c:v>9.4298199999999994</c:v>
                </c:pt>
                <c:pt idx="3215">
                  <c:v>9.4275500000000001</c:v>
                </c:pt>
                <c:pt idx="3216">
                  <c:v>9.4335100000000001</c:v>
                </c:pt>
                <c:pt idx="3217">
                  <c:v>9.4240400000000015</c:v>
                </c:pt>
                <c:pt idx="3218">
                  <c:v>9.4361800000000002</c:v>
                </c:pt>
                <c:pt idx="3219">
                  <c:v>9.434190000000001</c:v>
                </c:pt>
                <c:pt idx="3220">
                  <c:v>9.4480400000000007</c:v>
                </c:pt>
                <c:pt idx="3221">
                  <c:v>9.4446900000000014</c:v>
                </c:pt>
                <c:pt idx="3222">
                  <c:v>9.4525900000000007</c:v>
                </c:pt>
                <c:pt idx="3223">
                  <c:v>9.4590800000000002</c:v>
                </c:pt>
                <c:pt idx="3224">
                  <c:v>9.4522399999999998</c:v>
                </c:pt>
                <c:pt idx="3225">
                  <c:v>9.4368199999999991</c:v>
                </c:pt>
                <c:pt idx="3226">
                  <c:v>9.4281600000000001</c:v>
                </c:pt>
                <c:pt idx="3227">
                  <c:v>9.4243500000000004</c:v>
                </c:pt>
                <c:pt idx="3228">
                  <c:v>9.7827900000000003</c:v>
                </c:pt>
                <c:pt idx="3229">
                  <c:v>9.7860400000000016</c:v>
                </c:pt>
                <c:pt idx="3230">
                  <c:v>9.7908999999999988</c:v>
                </c:pt>
                <c:pt idx="3231">
                  <c:v>9.8083299999999998</c:v>
                </c:pt>
                <c:pt idx="3232">
                  <c:v>9.8272499999999994</c:v>
                </c:pt>
                <c:pt idx="3233">
                  <c:v>9.8365599999999986</c:v>
                </c:pt>
                <c:pt idx="3234">
                  <c:v>9.8430999999999997</c:v>
                </c:pt>
                <c:pt idx="3235">
                  <c:v>9.8403700000000001</c:v>
                </c:pt>
                <c:pt idx="3236">
                  <c:v>9.8576299999999986</c:v>
                </c:pt>
                <c:pt idx="3237">
                  <c:v>9.8787299999999991</c:v>
                </c:pt>
                <c:pt idx="3238">
                  <c:v>9.9019099999999991</c:v>
                </c:pt>
                <c:pt idx="3239">
                  <c:v>9.9609400000000008</c:v>
                </c:pt>
                <c:pt idx="3240">
                  <c:v>10.039299999999999</c:v>
                </c:pt>
                <c:pt idx="3241">
                  <c:v>10.061</c:v>
                </c:pt>
                <c:pt idx="3243">
                  <c:v>8.5028100000000002</c:v>
                </c:pt>
                <c:pt idx="3244">
                  <c:v>8.6233299999999993</c:v>
                </c:pt>
                <c:pt idx="3245">
                  <c:v>9.4045300000000012</c:v>
                </c:pt>
                <c:pt idx="3246">
                  <c:v>9.5110700000000001</c:v>
                </c:pt>
                <c:pt idx="3247">
                  <c:v>9.6363899999999987</c:v>
                </c:pt>
                <c:pt idx="3248">
                  <c:v>9.67943</c:v>
                </c:pt>
                <c:pt idx="3249">
                  <c:v>9.7023700000000002</c:v>
                </c:pt>
                <c:pt idx="3250">
                  <c:v>9.70364</c:v>
                </c:pt>
                <c:pt idx="3251">
                  <c:v>9.7016799999999996</c:v>
                </c:pt>
                <c:pt idx="3252">
                  <c:v>9.6887099999999986</c:v>
                </c:pt>
                <c:pt idx="3253">
                  <c:v>9.6787700000000001</c:v>
                </c:pt>
                <c:pt idx="3254">
                  <c:v>9.4616299999999995</c:v>
                </c:pt>
                <c:pt idx="3255">
                  <c:v>9.4043200000000002</c:v>
                </c:pt>
                <c:pt idx="3256">
                  <c:v>9.4300800000000002</c:v>
                </c:pt>
                <c:pt idx="3257">
                  <c:v>9.4919699999999985</c:v>
                </c:pt>
                <c:pt idx="3258">
                  <c:v>9.3639899999999994</c:v>
                </c:pt>
                <c:pt idx="3259">
                  <c:v>9.2949400000000004</c:v>
                </c:pt>
                <c:pt idx="3260">
                  <c:v>9.2862099999999987</c:v>
                </c:pt>
                <c:pt idx="3261">
                  <c:v>9.2384699999999995</c:v>
                </c:pt>
                <c:pt idx="3262">
                  <c:v>9.3088499999999996</c:v>
                </c:pt>
                <c:pt idx="3263">
                  <c:v>9.2820599999999995</c:v>
                </c:pt>
                <c:pt idx="3264">
                  <c:v>9.26098</c:v>
                </c:pt>
                <c:pt idx="3265">
                  <c:v>9.2371400000000001</c:v>
                </c:pt>
                <c:pt idx="3266">
                  <c:v>9.2383700000000015</c:v>
                </c:pt>
                <c:pt idx="3267">
                  <c:v>9.2352500000000006</c:v>
                </c:pt>
                <c:pt idx="3268">
                  <c:v>9.2336900000000011</c:v>
                </c:pt>
                <c:pt idx="3269">
                  <c:v>9.2424300000000006</c:v>
                </c:pt>
                <c:pt idx="3270">
                  <c:v>9.2535900000000009</c:v>
                </c:pt>
                <c:pt idx="3271">
                  <c:v>9.2759099999999997</c:v>
                </c:pt>
                <c:pt idx="3272">
                  <c:v>9.2835200000000011</c:v>
                </c:pt>
                <c:pt idx="3273">
                  <c:v>9.2936599999999991</c:v>
                </c:pt>
                <c:pt idx="3274">
                  <c:v>9.2763399999999994</c:v>
                </c:pt>
                <c:pt idx="3275">
                  <c:v>9.2406399999999991</c:v>
                </c:pt>
                <c:pt idx="3276">
                  <c:v>9.2083300000000001</c:v>
                </c:pt>
                <c:pt idx="3277">
                  <c:v>9.1530400000000007</c:v>
                </c:pt>
                <c:pt idx="3278">
                  <c:v>9.7850300000000008</c:v>
                </c:pt>
                <c:pt idx="3279">
                  <c:v>9.777239999999999</c:v>
                </c:pt>
                <c:pt idx="3280">
                  <c:v>9.7671499999999991</c:v>
                </c:pt>
                <c:pt idx="3281">
                  <c:v>9.7639500000000012</c:v>
                </c:pt>
                <c:pt idx="3282">
                  <c:v>9.7077500000000008</c:v>
                </c:pt>
                <c:pt idx="3283">
                  <c:v>9.7219899999999999</c:v>
                </c:pt>
                <c:pt idx="3284">
                  <c:v>9.717690000000001</c:v>
                </c:pt>
                <c:pt idx="3285">
                  <c:v>9.72255</c:v>
                </c:pt>
                <c:pt idx="3286">
                  <c:v>9.705680000000001</c:v>
                </c:pt>
                <c:pt idx="3287">
                  <c:v>9.7335200000000004</c:v>
                </c:pt>
                <c:pt idx="3288">
                  <c:v>9.7668799999999987</c:v>
                </c:pt>
                <c:pt idx="3289">
                  <c:v>9.7764500000000005</c:v>
                </c:pt>
                <c:pt idx="3290">
                  <c:v>9.8960000000000008</c:v>
                </c:pt>
                <c:pt idx="3291">
                  <c:v>9.8960000000000008</c:v>
                </c:pt>
                <c:pt idx="3292">
                  <c:v>10.269</c:v>
                </c:pt>
                <c:pt idx="3294">
                  <c:v>9.6017099999999989</c:v>
                </c:pt>
                <c:pt idx="3295">
                  <c:v>9.4533500000000004</c:v>
                </c:pt>
                <c:pt idx="3296">
                  <c:v>10.4634</c:v>
                </c:pt>
                <c:pt idx="3297">
                  <c:v>10.631600000000001</c:v>
                </c:pt>
                <c:pt idx="3298">
                  <c:v>10.735299999999999</c:v>
                </c:pt>
                <c:pt idx="3299">
                  <c:v>10.811200000000001</c:v>
                </c:pt>
                <c:pt idx="3300">
                  <c:v>10.858499999999999</c:v>
                </c:pt>
                <c:pt idx="3301">
                  <c:v>10.939200000000001</c:v>
                </c:pt>
                <c:pt idx="3302">
                  <c:v>10.968</c:v>
                </c:pt>
                <c:pt idx="3303">
                  <c:v>10.990399999999999</c:v>
                </c:pt>
                <c:pt idx="3304">
                  <c:v>10.984299999999999</c:v>
                </c:pt>
                <c:pt idx="3305">
                  <c:v>10.9907</c:v>
                </c:pt>
                <c:pt idx="3306">
                  <c:v>10.9818</c:v>
                </c:pt>
                <c:pt idx="3307">
                  <c:v>10.992299999999998</c:v>
                </c:pt>
                <c:pt idx="3308">
                  <c:v>11.0055</c:v>
                </c:pt>
                <c:pt idx="3309">
                  <c:v>11.0183</c:v>
                </c:pt>
                <c:pt idx="3310">
                  <c:v>11.0284</c:v>
                </c:pt>
                <c:pt idx="3311">
                  <c:v>11.032299999999999</c:v>
                </c:pt>
                <c:pt idx="3312">
                  <c:v>11.0327</c:v>
                </c:pt>
                <c:pt idx="3313">
                  <c:v>11.0284</c:v>
                </c:pt>
                <c:pt idx="3314">
                  <c:v>11.024299999999998</c:v>
                </c:pt>
                <c:pt idx="3315">
                  <c:v>11.0182</c:v>
                </c:pt>
                <c:pt idx="3316">
                  <c:v>11.009799999999998</c:v>
                </c:pt>
                <c:pt idx="3317">
                  <c:v>10.994999999999999</c:v>
                </c:pt>
                <c:pt idx="3318">
                  <c:v>10.981</c:v>
                </c:pt>
                <c:pt idx="3319">
                  <c:v>10.974600000000001</c:v>
                </c:pt>
                <c:pt idx="3320">
                  <c:v>10.9747</c:v>
                </c:pt>
                <c:pt idx="3321">
                  <c:v>10.985899999999999</c:v>
                </c:pt>
                <c:pt idx="3322">
                  <c:v>11.0024</c:v>
                </c:pt>
                <c:pt idx="3323">
                  <c:v>11.0199</c:v>
                </c:pt>
                <c:pt idx="3324">
                  <c:v>11.0199</c:v>
                </c:pt>
                <c:pt idx="3325">
                  <c:v>11.041399999999999</c:v>
                </c:pt>
                <c:pt idx="3326">
                  <c:v>11.032</c:v>
                </c:pt>
                <c:pt idx="3327">
                  <c:v>11.036799999999999</c:v>
                </c:pt>
                <c:pt idx="3328">
                  <c:v>11.040899999999999</c:v>
                </c:pt>
                <c:pt idx="3329">
                  <c:v>11.0528</c:v>
                </c:pt>
                <c:pt idx="3330">
                  <c:v>11.054</c:v>
                </c:pt>
                <c:pt idx="3331">
                  <c:v>11.056799999999999</c:v>
                </c:pt>
                <c:pt idx="3332">
                  <c:v>11.071200000000001</c:v>
                </c:pt>
                <c:pt idx="3333">
                  <c:v>11.0909</c:v>
                </c:pt>
                <c:pt idx="3334">
                  <c:v>11.112399999999999</c:v>
                </c:pt>
                <c:pt idx="3335">
                  <c:v>11.105600000000001</c:v>
                </c:pt>
                <c:pt idx="3336">
                  <c:v>11.104899999999999</c:v>
                </c:pt>
                <c:pt idx="3337">
                  <c:v>11.0793</c:v>
                </c:pt>
                <c:pt idx="3338">
                  <c:v>11.117799999999999</c:v>
                </c:pt>
                <c:pt idx="3339">
                  <c:v>11.151999999999999</c:v>
                </c:pt>
                <c:pt idx="3340">
                  <c:v>11.2392</c:v>
                </c:pt>
                <c:pt idx="3341">
                  <c:v>11.0426</c:v>
                </c:pt>
                <c:pt idx="3342">
                  <c:v>11.368</c:v>
                </c:pt>
                <c:pt idx="3343">
                  <c:v>10.269</c:v>
                </c:pt>
                <c:pt idx="3344">
                  <c:v>13.167999999999999</c:v>
                </c:pt>
                <c:pt idx="3345">
                  <c:v>13.118600000000001</c:v>
                </c:pt>
                <c:pt idx="3346">
                  <c:v>12.257999999999999</c:v>
                </c:pt>
                <c:pt idx="3347">
                  <c:v>12.5891</c:v>
                </c:pt>
                <c:pt idx="3348">
                  <c:v>12.7095</c:v>
                </c:pt>
                <c:pt idx="3349">
                  <c:v>12.780799999999999</c:v>
                </c:pt>
                <c:pt idx="3350">
                  <c:v>12.8193</c:v>
                </c:pt>
                <c:pt idx="3351">
                  <c:v>12.834700000000002</c:v>
                </c:pt>
                <c:pt idx="3352">
                  <c:v>12.871</c:v>
                </c:pt>
                <c:pt idx="3353">
                  <c:v>12.8849</c:v>
                </c:pt>
                <c:pt idx="3354">
                  <c:v>12.885200000000001</c:v>
                </c:pt>
                <c:pt idx="3355">
                  <c:v>12.873100000000001</c:v>
                </c:pt>
                <c:pt idx="3356">
                  <c:v>12.8781</c:v>
                </c:pt>
                <c:pt idx="3357">
                  <c:v>12.8711</c:v>
                </c:pt>
                <c:pt idx="3358">
                  <c:v>12.8828</c:v>
                </c:pt>
                <c:pt idx="3359">
                  <c:v>12.896799999999999</c:v>
                </c:pt>
                <c:pt idx="3360">
                  <c:v>13.0838</c:v>
                </c:pt>
                <c:pt idx="3361">
                  <c:v>13.08</c:v>
                </c:pt>
                <c:pt idx="3362">
                  <c:v>13.0756</c:v>
                </c:pt>
                <c:pt idx="3363">
                  <c:v>13.0725</c:v>
                </c:pt>
                <c:pt idx="3364">
                  <c:v>13.0914</c:v>
                </c:pt>
                <c:pt idx="3365">
                  <c:v>13.0891</c:v>
                </c:pt>
                <c:pt idx="3366">
                  <c:v>13.0871</c:v>
                </c:pt>
                <c:pt idx="3367">
                  <c:v>13.0844</c:v>
                </c:pt>
                <c:pt idx="3368">
                  <c:v>13.079700000000001</c:v>
                </c:pt>
                <c:pt idx="3369">
                  <c:v>13.0754</c:v>
                </c:pt>
                <c:pt idx="3370">
                  <c:v>13.073499999999999</c:v>
                </c:pt>
                <c:pt idx="3371">
                  <c:v>13.0733</c:v>
                </c:pt>
                <c:pt idx="3372">
                  <c:v>13.077</c:v>
                </c:pt>
                <c:pt idx="3373">
                  <c:v>13.0825</c:v>
                </c:pt>
                <c:pt idx="3374">
                  <c:v>13.088700000000001</c:v>
                </c:pt>
                <c:pt idx="3375">
                  <c:v>13.089399999999999</c:v>
                </c:pt>
                <c:pt idx="3376">
                  <c:v>13.097700000000001</c:v>
                </c:pt>
                <c:pt idx="3377">
                  <c:v>13.097700000000001</c:v>
                </c:pt>
                <c:pt idx="3378">
                  <c:v>13.103200000000001</c:v>
                </c:pt>
                <c:pt idx="3379">
                  <c:v>13.1091</c:v>
                </c:pt>
                <c:pt idx="3380">
                  <c:v>12.941600000000001</c:v>
                </c:pt>
                <c:pt idx="3381">
                  <c:v>12.940100000000001</c:v>
                </c:pt>
                <c:pt idx="3382">
                  <c:v>12.94</c:v>
                </c:pt>
                <c:pt idx="3383">
                  <c:v>12.946999999999999</c:v>
                </c:pt>
                <c:pt idx="3384">
                  <c:v>12.910399999999999</c:v>
                </c:pt>
                <c:pt idx="3385">
                  <c:v>12.927899999999999</c:v>
                </c:pt>
                <c:pt idx="3386">
                  <c:v>12.922600000000001</c:v>
                </c:pt>
                <c:pt idx="3387">
                  <c:v>12.9169</c:v>
                </c:pt>
                <c:pt idx="3388">
                  <c:v>12.8994</c:v>
                </c:pt>
                <c:pt idx="3389">
                  <c:v>12.9351</c:v>
                </c:pt>
                <c:pt idx="3390">
                  <c:v>12.9772</c:v>
                </c:pt>
                <c:pt idx="3391">
                  <c:v>13.129899999999999</c:v>
                </c:pt>
                <c:pt idx="3392">
                  <c:v>13.1435</c:v>
                </c:pt>
                <c:pt idx="3393">
                  <c:v>13.167999999999999</c:v>
                </c:pt>
                <c:pt idx="3394">
                  <c:v>13.167999999999999</c:v>
                </c:pt>
                <c:pt idx="3396">
                  <c:v>12.932</c:v>
                </c:pt>
                <c:pt idx="3397">
                  <c:v>11.967600000000001</c:v>
                </c:pt>
                <c:pt idx="3398">
                  <c:v>11.7326</c:v>
                </c:pt>
                <c:pt idx="3399">
                  <c:v>12.2676</c:v>
                </c:pt>
                <c:pt idx="3400">
                  <c:v>12.429200000000002</c:v>
                </c:pt>
                <c:pt idx="3401">
                  <c:v>12.3734</c:v>
                </c:pt>
                <c:pt idx="3402">
                  <c:v>12.420299999999999</c:v>
                </c:pt>
                <c:pt idx="3403">
                  <c:v>12.4572</c:v>
                </c:pt>
                <c:pt idx="3404">
                  <c:v>12.4795</c:v>
                </c:pt>
                <c:pt idx="3405">
                  <c:v>12.5518</c:v>
                </c:pt>
                <c:pt idx="3406">
                  <c:v>12.5656</c:v>
                </c:pt>
                <c:pt idx="3407">
                  <c:v>12.6229</c:v>
                </c:pt>
                <c:pt idx="3408">
                  <c:v>12.820499999999999</c:v>
                </c:pt>
                <c:pt idx="3409">
                  <c:v>12.6884</c:v>
                </c:pt>
                <c:pt idx="3410">
                  <c:v>12.7079</c:v>
                </c:pt>
                <c:pt idx="3411">
                  <c:v>12.6655</c:v>
                </c:pt>
                <c:pt idx="3412">
                  <c:v>12.6945</c:v>
                </c:pt>
                <c:pt idx="3413">
                  <c:v>12.709100000000001</c:v>
                </c:pt>
                <c:pt idx="3414">
                  <c:v>12.7209</c:v>
                </c:pt>
                <c:pt idx="3415">
                  <c:v>12.731200000000001</c:v>
                </c:pt>
                <c:pt idx="3416">
                  <c:v>12.798500000000001</c:v>
                </c:pt>
                <c:pt idx="3417">
                  <c:v>12.795399999999999</c:v>
                </c:pt>
                <c:pt idx="3418">
                  <c:v>12.776999999999999</c:v>
                </c:pt>
                <c:pt idx="3419">
                  <c:v>12.7507</c:v>
                </c:pt>
                <c:pt idx="3420">
                  <c:v>12.776899999999999</c:v>
                </c:pt>
                <c:pt idx="3421">
                  <c:v>12.7789</c:v>
                </c:pt>
                <c:pt idx="3422">
                  <c:v>12.705299999999999</c:v>
                </c:pt>
                <c:pt idx="3423">
                  <c:v>12.7235</c:v>
                </c:pt>
                <c:pt idx="3424">
                  <c:v>12.8</c:v>
                </c:pt>
                <c:pt idx="3425">
                  <c:v>12.8277</c:v>
                </c:pt>
                <c:pt idx="3426">
                  <c:v>12.821</c:v>
                </c:pt>
                <c:pt idx="3427">
                  <c:v>12.754799999999999</c:v>
                </c:pt>
                <c:pt idx="3428">
                  <c:v>12.844700000000001</c:v>
                </c:pt>
                <c:pt idx="3429">
                  <c:v>12.7385</c:v>
                </c:pt>
                <c:pt idx="3430">
                  <c:v>12.738100000000001</c:v>
                </c:pt>
                <c:pt idx="3431">
                  <c:v>12.6808</c:v>
                </c:pt>
                <c:pt idx="3432">
                  <c:v>12.67</c:v>
                </c:pt>
                <c:pt idx="3433">
                  <c:v>12.686999999999999</c:v>
                </c:pt>
                <c:pt idx="3434">
                  <c:v>12.6462</c:v>
                </c:pt>
                <c:pt idx="3435">
                  <c:v>12.666600000000001</c:v>
                </c:pt>
                <c:pt idx="3436">
                  <c:v>12.6663</c:v>
                </c:pt>
                <c:pt idx="3437">
                  <c:v>12.668700000000001</c:v>
                </c:pt>
                <c:pt idx="3438">
                  <c:v>12.6701</c:v>
                </c:pt>
                <c:pt idx="3439">
                  <c:v>12.679600000000001</c:v>
                </c:pt>
                <c:pt idx="3440">
                  <c:v>12.686299999999999</c:v>
                </c:pt>
                <c:pt idx="3441">
                  <c:v>12.6983</c:v>
                </c:pt>
                <c:pt idx="3442">
                  <c:v>12.714600000000001</c:v>
                </c:pt>
                <c:pt idx="3443">
                  <c:v>12.764700000000001</c:v>
                </c:pt>
                <c:pt idx="3444">
                  <c:v>12.913399999999999</c:v>
                </c:pt>
                <c:pt idx="3445">
                  <c:v>12.932</c:v>
                </c:pt>
                <c:pt idx="3446">
                  <c:v>12.932</c:v>
                </c:pt>
                <c:pt idx="3448">
                  <c:v>7.8355699999999997</c:v>
                </c:pt>
                <c:pt idx="3449">
                  <c:v>8.3944700000000001</c:v>
                </c:pt>
                <c:pt idx="3450">
                  <c:v>8.9584299999999999</c:v>
                </c:pt>
                <c:pt idx="3451">
                  <c:v>9.0626599999999993</c:v>
                </c:pt>
                <c:pt idx="3452">
                  <c:v>9.0400299999999998</c:v>
                </c:pt>
                <c:pt idx="3453">
                  <c:v>9.0704699999999985</c:v>
                </c:pt>
                <c:pt idx="3454">
                  <c:v>9.0941700000000001</c:v>
                </c:pt>
                <c:pt idx="3455">
                  <c:v>9.1476600000000001</c:v>
                </c:pt>
                <c:pt idx="3456">
                  <c:v>9.1266800000000003</c:v>
                </c:pt>
                <c:pt idx="3457">
                  <c:v>9.1416800000000009</c:v>
                </c:pt>
                <c:pt idx="3458">
                  <c:v>9.1486499999999999</c:v>
                </c:pt>
                <c:pt idx="3459">
                  <c:v>9.1616900000000001</c:v>
                </c:pt>
                <c:pt idx="3460">
                  <c:v>9.1771399999999996</c:v>
                </c:pt>
                <c:pt idx="3461">
                  <c:v>9.1860099999999996</c:v>
                </c:pt>
                <c:pt idx="3462">
                  <c:v>9.186020000000001</c:v>
                </c:pt>
                <c:pt idx="3463">
                  <c:v>9.2065400000000004</c:v>
                </c:pt>
                <c:pt idx="3464">
                  <c:v>9.2134799999999988</c:v>
                </c:pt>
                <c:pt idx="3465">
                  <c:v>9.2184799999999996</c:v>
                </c:pt>
                <c:pt idx="3466">
                  <c:v>9.2222000000000008</c:v>
                </c:pt>
                <c:pt idx="3467">
                  <c:v>9.2221000000000011</c:v>
                </c:pt>
                <c:pt idx="3468">
                  <c:v>9.2168799999999997</c:v>
                </c:pt>
                <c:pt idx="3469">
                  <c:v>9.2109899999999989</c:v>
                </c:pt>
                <c:pt idx="3470">
                  <c:v>9.2045400000000015</c:v>
                </c:pt>
                <c:pt idx="3471">
                  <c:v>9.2135599999999993</c:v>
                </c:pt>
                <c:pt idx="3472">
                  <c:v>9.2288999999999994</c:v>
                </c:pt>
                <c:pt idx="3473">
                  <c:v>9.2383600000000001</c:v>
                </c:pt>
                <c:pt idx="3474">
                  <c:v>9.2501200000000008</c:v>
                </c:pt>
                <c:pt idx="3475">
                  <c:v>9.2488200000000003</c:v>
                </c:pt>
                <c:pt idx="3476">
                  <c:v>9.2461000000000002</c:v>
                </c:pt>
                <c:pt idx="3477">
                  <c:v>9.2673400000000008</c:v>
                </c:pt>
                <c:pt idx="3478">
                  <c:v>9.2659199999999995</c:v>
                </c:pt>
                <c:pt idx="3479">
                  <c:v>9.2653799999999986</c:v>
                </c:pt>
                <c:pt idx="3480">
                  <c:v>9.2622400000000003</c:v>
                </c:pt>
                <c:pt idx="3481">
                  <c:v>9.2566600000000001</c:v>
                </c:pt>
                <c:pt idx="3482">
                  <c:v>9.2537000000000003</c:v>
                </c:pt>
                <c:pt idx="3483">
                  <c:v>9.2565799999999996</c:v>
                </c:pt>
                <c:pt idx="3484">
                  <c:v>9.2582199999999997</c:v>
                </c:pt>
                <c:pt idx="3485">
                  <c:v>9.2566200000000016</c:v>
                </c:pt>
                <c:pt idx="3486">
                  <c:v>9.2571000000000012</c:v>
                </c:pt>
                <c:pt idx="3487">
                  <c:v>9.2625200000000003</c:v>
                </c:pt>
                <c:pt idx="3488">
                  <c:v>9.2730800000000002</c:v>
                </c:pt>
                <c:pt idx="3489">
                  <c:v>9.2861900000000013</c:v>
                </c:pt>
                <c:pt idx="3490">
                  <c:v>9.3054799999999993</c:v>
                </c:pt>
                <c:pt idx="3491">
                  <c:v>9.3096200000000007</c:v>
                </c:pt>
                <c:pt idx="3492">
                  <c:v>9.3185599999999997</c:v>
                </c:pt>
                <c:pt idx="3493">
                  <c:v>9.3190000000000008</c:v>
                </c:pt>
                <c:pt idx="3494">
                  <c:v>9.3502700000000001</c:v>
                </c:pt>
                <c:pt idx="3495">
                  <c:v>9.4361899999999999</c:v>
                </c:pt>
                <c:pt idx="3496">
                  <c:v>9.4550000000000001</c:v>
                </c:pt>
                <c:pt idx="3498">
                  <c:v>14.3461</c:v>
                </c:pt>
                <c:pt idx="3499">
                  <c:v>14.271600000000001</c:v>
                </c:pt>
                <c:pt idx="3500">
                  <c:v>12.2194</c:v>
                </c:pt>
                <c:pt idx="3501">
                  <c:v>12.800799999999999</c:v>
                </c:pt>
                <c:pt idx="3502">
                  <c:v>12.975700000000002</c:v>
                </c:pt>
                <c:pt idx="3503">
                  <c:v>12.953799999999999</c:v>
                </c:pt>
                <c:pt idx="3504">
                  <c:v>12.9979</c:v>
                </c:pt>
                <c:pt idx="3505">
                  <c:v>13.023</c:v>
                </c:pt>
                <c:pt idx="3506">
                  <c:v>13.0946</c:v>
                </c:pt>
                <c:pt idx="3507">
                  <c:v>13.1069</c:v>
                </c:pt>
                <c:pt idx="3508">
                  <c:v>13.434299999999999</c:v>
                </c:pt>
                <c:pt idx="3509">
                  <c:v>13.4146</c:v>
                </c:pt>
                <c:pt idx="3510">
                  <c:v>13.4091</c:v>
                </c:pt>
                <c:pt idx="3511">
                  <c:v>13.4062</c:v>
                </c:pt>
                <c:pt idx="3512">
                  <c:v>13.4009</c:v>
                </c:pt>
                <c:pt idx="3513">
                  <c:v>13.3903</c:v>
                </c:pt>
                <c:pt idx="3514">
                  <c:v>13.383299999999998</c:v>
                </c:pt>
                <c:pt idx="3515">
                  <c:v>13.385399999999999</c:v>
                </c:pt>
                <c:pt idx="3516">
                  <c:v>13.389100000000001</c:v>
                </c:pt>
                <c:pt idx="3517">
                  <c:v>13.3887</c:v>
                </c:pt>
                <c:pt idx="3518">
                  <c:v>13.3721</c:v>
                </c:pt>
                <c:pt idx="3519">
                  <c:v>13.348799999999999</c:v>
                </c:pt>
                <c:pt idx="3520">
                  <c:v>13.3264</c:v>
                </c:pt>
                <c:pt idx="3521">
                  <c:v>13.3193</c:v>
                </c:pt>
                <c:pt idx="3522">
                  <c:v>13.3101</c:v>
                </c:pt>
                <c:pt idx="3523">
                  <c:v>13.3286</c:v>
                </c:pt>
                <c:pt idx="3524">
                  <c:v>13.3408</c:v>
                </c:pt>
                <c:pt idx="3525">
                  <c:v>13.357799999999999</c:v>
                </c:pt>
                <c:pt idx="3526">
                  <c:v>13.359299999999999</c:v>
                </c:pt>
                <c:pt idx="3527">
                  <c:v>13.359399999999999</c:v>
                </c:pt>
                <c:pt idx="3528">
                  <c:v>13.4011</c:v>
                </c:pt>
                <c:pt idx="3529">
                  <c:v>13.405200000000001</c:v>
                </c:pt>
                <c:pt idx="3530">
                  <c:v>13.406700000000001</c:v>
                </c:pt>
                <c:pt idx="3531">
                  <c:v>13.4092</c:v>
                </c:pt>
                <c:pt idx="3532">
                  <c:v>13.406700000000001</c:v>
                </c:pt>
                <c:pt idx="3533">
                  <c:v>13.415700000000001</c:v>
                </c:pt>
                <c:pt idx="3534">
                  <c:v>13.439399999999999</c:v>
                </c:pt>
                <c:pt idx="3535">
                  <c:v>13.456799999999999</c:v>
                </c:pt>
                <c:pt idx="3536">
                  <c:v>13.4688</c:v>
                </c:pt>
                <c:pt idx="3537">
                  <c:v>13.496700000000001</c:v>
                </c:pt>
                <c:pt idx="3538">
                  <c:v>13.243799999999998</c:v>
                </c:pt>
                <c:pt idx="3539">
                  <c:v>13.253500000000001</c:v>
                </c:pt>
                <c:pt idx="3540">
                  <c:v>13.2593</c:v>
                </c:pt>
                <c:pt idx="3541">
                  <c:v>13.276299999999999</c:v>
                </c:pt>
                <c:pt idx="3542">
                  <c:v>13.288</c:v>
                </c:pt>
                <c:pt idx="3543">
                  <c:v>13.306299999999998</c:v>
                </c:pt>
                <c:pt idx="3544">
                  <c:v>13.303600000000001</c:v>
                </c:pt>
                <c:pt idx="3545">
                  <c:v>13.3261</c:v>
                </c:pt>
                <c:pt idx="3546">
                  <c:v>13.482700000000001</c:v>
                </c:pt>
                <c:pt idx="3547">
                  <c:v>13.497</c:v>
                </c:pt>
                <c:pt idx="3548">
                  <c:v>13.497</c:v>
                </c:pt>
                <c:pt idx="3551">
                  <c:v>10.173500000000001</c:v>
                </c:pt>
                <c:pt idx="3552">
                  <c:v>10.0281</c:v>
                </c:pt>
                <c:pt idx="3553">
                  <c:v>13.2201</c:v>
                </c:pt>
                <c:pt idx="3554">
                  <c:v>13.198700000000001</c:v>
                </c:pt>
                <c:pt idx="3555">
                  <c:v>13.217799999999999</c:v>
                </c:pt>
                <c:pt idx="3556">
                  <c:v>13.215999999999999</c:v>
                </c:pt>
                <c:pt idx="3557">
                  <c:v>13.221299999999999</c:v>
                </c:pt>
                <c:pt idx="3558">
                  <c:v>13.222899999999999</c:v>
                </c:pt>
                <c:pt idx="3559">
                  <c:v>13.239700000000001</c:v>
                </c:pt>
                <c:pt idx="3560">
                  <c:v>13.247</c:v>
                </c:pt>
                <c:pt idx="3561">
                  <c:v>13.235299999999999</c:v>
                </c:pt>
                <c:pt idx="3562">
                  <c:v>13.471500000000001</c:v>
                </c:pt>
                <c:pt idx="3563">
                  <c:v>13.4208</c:v>
                </c:pt>
                <c:pt idx="3564">
                  <c:v>13.3589</c:v>
                </c:pt>
                <c:pt idx="3565">
                  <c:v>13.290700000000001</c:v>
                </c:pt>
                <c:pt idx="3566">
                  <c:v>13.321</c:v>
                </c:pt>
                <c:pt idx="3567">
                  <c:v>13.280100000000001</c:v>
                </c:pt>
                <c:pt idx="3568">
                  <c:v>13.2302</c:v>
                </c:pt>
                <c:pt idx="3569">
                  <c:v>13.234999999999999</c:v>
                </c:pt>
                <c:pt idx="3570">
                  <c:v>13.2348</c:v>
                </c:pt>
                <c:pt idx="3571">
                  <c:v>13.231999999999999</c:v>
                </c:pt>
                <c:pt idx="3572">
                  <c:v>13.2385</c:v>
                </c:pt>
                <c:pt idx="3573">
                  <c:v>13.2232</c:v>
                </c:pt>
                <c:pt idx="3574">
                  <c:v>13.217000000000001</c:v>
                </c:pt>
                <c:pt idx="3575">
                  <c:v>13.2332</c:v>
                </c:pt>
                <c:pt idx="3576">
                  <c:v>13.241299999999999</c:v>
                </c:pt>
                <c:pt idx="3577">
                  <c:v>13.2494</c:v>
                </c:pt>
                <c:pt idx="3578">
                  <c:v>13.2515</c:v>
                </c:pt>
                <c:pt idx="3579">
                  <c:v>13.2524</c:v>
                </c:pt>
                <c:pt idx="3580">
                  <c:v>13.241400000000001</c:v>
                </c:pt>
                <c:pt idx="3581">
                  <c:v>13.244999999999999</c:v>
                </c:pt>
                <c:pt idx="3582">
                  <c:v>13.2531</c:v>
                </c:pt>
                <c:pt idx="3583">
                  <c:v>13.280100000000001</c:v>
                </c:pt>
                <c:pt idx="3584">
                  <c:v>13.292200000000001</c:v>
                </c:pt>
                <c:pt idx="3585">
                  <c:v>13.310600000000001</c:v>
                </c:pt>
                <c:pt idx="3586">
                  <c:v>13.322799999999999</c:v>
                </c:pt>
                <c:pt idx="3587">
                  <c:v>13.305999999999999</c:v>
                </c:pt>
                <c:pt idx="3588">
                  <c:v>13.287100000000001</c:v>
                </c:pt>
                <c:pt idx="3589">
                  <c:v>13.289399999999999</c:v>
                </c:pt>
                <c:pt idx="3590">
                  <c:v>13.2835</c:v>
                </c:pt>
                <c:pt idx="3591">
                  <c:v>13.299100000000001</c:v>
                </c:pt>
                <c:pt idx="3592">
                  <c:v>13.3119</c:v>
                </c:pt>
                <c:pt idx="3593">
                  <c:v>13.331799999999999</c:v>
                </c:pt>
                <c:pt idx="3594">
                  <c:v>13.350700000000002</c:v>
                </c:pt>
                <c:pt idx="3595">
                  <c:v>13.366899999999999</c:v>
                </c:pt>
                <c:pt idx="3596">
                  <c:v>13.3842</c:v>
                </c:pt>
                <c:pt idx="3597">
                  <c:v>13.390600000000001</c:v>
                </c:pt>
                <c:pt idx="3598">
                  <c:v>13.426200000000001</c:v>
                </c:pt>
                <c:pt idx="3599">
                  <c:v>13.516999999999999</c:v>
                </c:pt>
                <c:pt idx="3600">
                  <c:v>7.78721</c:v>
                </c:pt>
                <c:pt idx="3601">
                  <c:v>7.1656199999999997</c:v>
                </c:pt>
                <c:pt idx="3602">
                  <c:v>7.12547</c:v>
                </c:pt>
                <c:pt idx="3603">
                  <c:v>7.4367999999999999</c:v>
                </c:pt>
                <c:pt idx="3604">
                  <c:v>7.5687700000000007</c:v>
                </c:pt>
                <c:pt idx="3605">
                  <c:v>7.5863300000000002</c:v>
                </c:pt>
                <c:pt idx="3606">
                  <c:v>7.6111199999999997</c:v>
                </c:pt>
                <c:pt idx="3607">
                  <c:v>7.6266000000000007</c:v>
                </c:pt>
                <c:pt idx="3608">
                  <c:v>7.6355900000000005</c:v>
                </c:pt>
                <c:pt idx="3609">
                  <c:v>7.6443100000000008</c:v>
                </c:pt>
                <c:pt idx="3610">
                  <c:v>7.6395</c:v>
                </c:pt>
                <c:pt idx="3611">
                  <c:v>7.6470799999999999</c:v>
                </c:pt>
                <c:pt idx="3612">
                  <c:v>7.64649</c:v>
                </c:pt>
                <c:pt idx="3613">
                  <c:v>7.6513</c:v>
                </c:pt>
                <c:pt idx="3614">
                  <c:v>7.64933</c:v>
                </c:pt>
                <c:pt idx="3615">
                  <c:v>7.6516700000000002</c:v>
                </c:pt>
                <c:pt idx="3616">
                  <c:v>7.6527799999999999</c:v>
                </c:pt>
                <c:pt idx="3617">
                  <c:v>7.65496</c:v>
                </c:pt>
                <c:pt idx="3618">
                  <c:v>7.65665</c:v>
                </c:pt>
                <c:pt idx="3619">
                  <c:v>7.6556099999999994</c:v>
                </c:pt>
                <c:pt idx="3620">
                  <c:v>7.6608599999999996</c:v>
                </c:pt>
                <c:pt idx="3621">
                  <c:v>7.6588700000000003</c:v>
                </c:pt>
                <c:pt idx="3622">
                  <c:v>7.6623999999999999</c:v>
                </c:pt>
                <c:pt idx="3623">
                  <c:v>7.6526399999999999</c:v>
                </c:pt>
                <c:pt idx="3624">
                  <c:v>7.6636099999999994</c:v>
                </c:pt>
                <c:pt idx="3625">
                  <c:v>7.6676500000000001</c:v>
                </c:pt>
                <c:pt idx="3626">
                  <c:v>7.6659899999999999</c:v>
                </c:pt>
                <c:pt idx="3627">
                  <c:v>7.6668500000000002</c:v>
                </c:pt>
                <c:pt idx="3628">
                  <c:v>7.67225</c:v>
                </c:pt>
                <c:pt idx="3629">
                  <c:v>7.6707900000000002</c:v>
                </c:pt>
                <c:pt idx="3630">
                  <c:v>7.6708599999999993</c:v>
                </c:pt>
                <c:pt idx="3631">
                  <c:v>7.6697199999999999</c:v>
                </c:pt>
                <c:pt idx="3632">
                  <c:v>7.6764099999999997</c:v>
                </c:pt>
                <c:pt idx="3633">
                  <c:v>7.6765499999999998</c:v>
                </c:pt>
                <c:pt idx="3634">
                  <c:v>7.6694799999999992</c:v>
                </c:pt>
                <c:pt idx="3635">
                  <c:v>7.6737399999999996</c:v>
                </c:pt>
                <c:pt idx="3636">
                  <c:v>7.6788500000000006</c:v>
                </c:pt>
                <c:pt idx="3637">
                  <c:v>7.6754499999999997</c:v>
                </c:pt>
                <c:pt idx="3638">
                  <c:v>7.6713199999999997</c:v>
                </c:pt>
                <c:pt idx="3639">
                  <c:v>7.6730499999999999</c:v>
                </c:pt>
                <c:pt idx="3640">
                  <c:v>7.6682499999999996</c:v>
                </c:pt>
                <c:pt idx="3641">
                  <c:v>7.67476</c:v>
                </c:pt>
                <c:pt idx="3642">
                  <c:v>7.6830699999999998</c:v>
                </c:pt>
                <c:pt idx="3643">
                  <c:v>7.6967299999999996</c:v>
                </c:pt>
                <c:pt idx="3644">
                  <c:v>7.7281300000000002</c:v>
                </c:pt>
                <c:pt idx="3645">
                  <c:v>7.7350699999999994</c:v>
                </c:pt>
                <c:pt idx="3646">
                  <c:v>7.7232099999999999</c:v>
                </c:pt>
                <c:pt idx="3647">
                  <c:v>7.7319199999999997</c:v>
                </c:pt>
                <c:pt idx="3648">
                  <c:v>7.8100699999999996</c:v>
                </c:pt>
                <c:pt idx="3649">
                  <c:v>7.8170000000000002</c:v>
                </c:pt>
                <c:pt idx="3650">
                  <c:v>10.206700000000001</c:v>
                </c:pt>
                <c:pt idx="3651">
                  <c:v>10.2021</c:v>
                </c:pt>
                <c:pt idx="3652">
                  <c:v>10.1938</c:v>
                </c:pt>
                <c:pt idx="3653">
                  <c:v>10.1715</c:v>
                </c:pt>
                <c:pt idx="3654">
                  <c:v>10.1212</c:v>
                </c:pt>
                <c:pt idx="3655">
                  <c:v>10.079499999999999</c:v>
                </c:pt>
                <c:pt idx="3656">
                  <c:v>10.0311</c:v>
                </c:pt>
                <c:pt idx="3657">
                  <c:v>9.9823299999999993</c:v>
                </c:pt>
                <c:pt idx="3658">
                  <c:v>9.9420500000000001</c:v>
                </c:pt>
                <c:pt idx="3659">
                  <c:v>9.8948900000000002</c:v>
                </c:pt>
                <c:pt idx="3660">
                  <c:v>9.8495100000000004</c:v>
                </c:pt>
                <c:pt idx="3661">
                  <c:v>9.8103799999999985</c:v>
                </c:pt>
                <c:pt idx="3662">
                  <c:v>9.772549999999999</c:v>
                </c:pt>
                <c:pt idx="3663">
                  <c:v>9.7381000000000011</c:v>
                </c:pt>
                <c:pt idx="3664">
                  <c:v>9.7116499999999988</c:v>
                </c:pt>
                <c:pt idx="3665">
                  <c:v>9.6859300000000008</c:v>
                </c:pt>
                <c:pt idx="3666">
                  <c:v>9.6648499999999995</c:v>
                </c:pt>
                <c:pt idx="3667">
                  <c:v>9.6639599999999994</c:v>
                </c:pt>
                <c:pt idx="3668">
                  <c:v>9.6607800000000008</c:v>
                </c:pt>
                <c:pt idx="3669">
                  <c:v>9.6554500000000001</c:v>
                </c:pt>
                <c:pt idx="3670">
                  <c:v>9.6578799999999987</c:v>
                </c:pt>
                <c:pt idx="3671">
                  <c:v>9.6584799999999991</c:v>
                </c:pt>
                <c:pt idx="3672">
                  <c:v>9.6556299999999986</c:v>
                </c:pt>
                <c:pt idx="3673">
                  <c:v>9.6507699999999996</c:v>
                </c:pt>
                <c:pt idx="3674">
                  <c:v>9.6223700000000001</c:v>
                </c:pt>
                <c:pt idx="3675">
                  <c:v>9.5926299999999998</c:v>
                </c:pt>
                <c:pt idx="3676">
                  <c:v>9.5584100000000003</c:v>
                </c:pt>
                <c:pt idx="3677">
                  <c:v>9.5022099999999998</c:v>
                </c:pt>
                <c:pt idx="3678">
                  <c:v>9.4528799999999986</c:v>
                </c:pt>
                <c:pt idx="3679">
                  <c:v>9.3856999999999999</c:v>
                </c:pt>
                <c:pt idx="3680">
                  <c:v>9.3137099999999986</c:v>
                </c:pt>
                <c:pt idx="3681">
                  <c:v>9.3093799999999991</c:v>
                </c:pt>
                <c:pt idx="3682">
                  <c:v>9.3254900000000003</c:v>
                </c:pt>
                <c:pt idx="3683">
                  <c:v>9.3411799999999996</c:v>
                </c:pt>
                <c:pt idx="3684">
                  <c:v>9.3469999999999995</c:v>
                </c:pt>
                <c:pt idx="3685">
                  <c:v>9.3479500000000009</c:v>
                </c:pt>
                <c:pt idx="3686">
                  <c:v>9.3557800000000011</c:v>
                </c:pt>
                <c:pt idx="3687">
                  <c:v>9.3774500000000014</c:v>
                </c:pt>
                <c:pt idx="3688">
                  <c:v>9.4339300000000001</c:v>
                </c:pt>
                <c:pt idx="3689">
                  <c:v>9.4978300000000004</c:v>
                </c:pt>
                <c:pt idx="3690">
                  <c:v>9.5651900000000012</c:v>
                </c:pt>
                <c:pt idx="3691">
                  <c:v>9.6532599999999995</c:v>
                </c:pt>
                <c:pt idx="3692">
                  <c:v>9.7364999999999995</c:v>
                </c:pt>
                <c:pt idx="3693">
                  <c:v>9.8260799999999993</c:v>
                </c:pt>
                <c:pt idx="3694">
                  <c:v>9.92258</c:v>
                </c:pt>
                <c:pt idx="3695">
                  <c:v>10.0025</c:v>
                </c:pt>
                <c:pt idx="3696">
                  <c:v>10.0724</c:v>
                </c:pt>
                <c:pt idx="3697">
                  <c:v>10.135999999999999</c:v>
                </c:pt>
                <c:pt idx="3698">
                  <c:v>9.522969999999999</c:v>
                </c:pt>
                <c:pt idx="3699">
                  <c:v>5.8579999999999997</c:v>
                </c:pt>
                <c:pt idx="3700">
                  <c:v>5.8579999999999997</c:v>
                </c:pt>
                <c:pt idx="3701">
                  <c:v>7.7435400000000003</c:v>
                </c:pt>
                <c:pt idx="3702">
                  <c:v>7.7363</c:v>
                </c:pt>
                <c:pt idx="3703">
                  <c:v>7.7338000000000005</c:v>
                </c:pt>
                <c:pt idx="3704">
                  <c:v>7.6192600000000006</c:v>
                </c:pt>
                <c:pt idx="3705">
                  <c:v>7.5048399999999997</c:v>
                </c:pt>
                <c:pt idx="3706">
                  <c:v>7.3018900000000002</c:v>
                </c:pt>
                <c:pt idx="3707">
                  <c:v>7.1032799999999998</c:v>
                </c:pt>
                <c:pt idx="3708">
                  <c:v>6.8778999999999995</c:v>
                </c:pt>
                <c:pt idx="3709">
                  <c:v>6.6508199999999995</c:v>
                </c:pt>
                <c:pt idx="3710">
                  <c:v>6.4290900000000004</c:v>
                </c:pt>
                <c:pt idx="3711">
                  <c:v>6.2046599999999996</c:v>
                </c:pt>
                <c:pt idx="3712">
                  <c:v>6.0042600000000004</c:v>
                </c:pt>
                <c:pt idx="3713">
                  <c:v>5.6400399999999999</c:v>
                </c:pt>
                <c:pt idx="3714">
                  <c:v>5.4569899999999993</c:v>
                </c:pt>
                <c:pt idx="3715">
                  <c:v>4.7124199999999998</c:v>
                </c:pt>
                <c:pt idx="3716">
                  <c:v>4.5564099999999996</c:v>
                </c:pt>
                <c:pt idx="3717">
                  <c:v>4.4283199999999994</c:v>
                </c:pt>
                <c:pt idx="3718">
                  <c:v>4.3263800000000003</c:v>
                </c:pt>
                <c:pt idx="3719">
                  <c:v>3.6131100000000003</c:v>
                </c:pt>
                <c:pt idx="3720">
                  <c:v>3.60724</c:v>
                </c:pt>
                <c:pt idx="3721">
                  <c:v>3.6256900000000001</c:v>
                </c:pt>
                <c:pt idx="3722">
                  <c:v>3.59802</c:v>
                </c:pt>
                <c:pt idx="3723">
                  <c:v>3.62039</c:v>
                </c:pt>
                <c:pt idx="3724">
                  <c:v>3.5871900000000001</c:v>
                </c:pt>
                <c:pt idx="3725">
                  <c:v>3.5706700000000002</c:v>
                </c:pt>
                <c:pt idx="3726">
                  <c:v>3.5709</c:v>
                </c:pt>
                <c:pt idx="3727">
                  <c:v>3.5708600000000001</c:v>
                </c:pt>
                <c:pt idx="3728">
                  <c:v>3.5720200000000002</c:v>
                </c:pt>
                <c:pt idx="3729">
                  <c:v>3.5726100000000001</c:v>
                </c:pt>
                <c:pt idx="3730">
                  <c:v>3.5737899999999998</c:v>
                </c:pt>
                <c:pt idx="3731">
                  <c:v>3.57579</c:v>
                </c:pt>
                <c:pt idx="3732">
                  <c:v>3.6069</c:v>
                </c:pt>
                <c:pt idx="3733">
                  <c:v>4.2048900000000007</c:v>
                </c:pt>
                <c:pt idx="3734">
                  <c:v>4.3110499999999998</c:v>
                </c:pt>
                <c:pt idx="3735">
                  <c:v>4.41052</c:v>
                </c:pt>
                <c:pt idx="3736">
                  <c:v>4.6325699999999994</c:v>
                </c:pt>
                <c:pt idx="3737">
                  <c:v>4.6961899999999996</c:v>
                </c:pt>
                <c:pt idx="3738">
                  <c:v>4.8662700000000001</c:v>
                </c:pt>
                <c:pt idx="3739">
                  <c:v>5.1593500000000008</c:v>
                </c:pt>
                <c:pt idx="3740">
                  <c:v>5.3562500000000002</c:v>
                </c:pt>
                <c:pt idx="3741">
                  <c:v>5.5749199999999997</c:v>
                </c:pt>
                <c:pt idx="3742">
                  <c:v>5.8134600000000001</c:v>
                </c:pt>
                <c:pt idx="3743">
                  <c:v>6.0648299999999997</c:v>
                </c:pt>
                <c:pt idx="3744">
                  <c:v>6.3128500000000001</c:v>
                </c:pt>
                <c:pt idx="3745">
                  <c:v>6.5751400000000002</c:v>
                </c:pt>
                <c:pt idx="3746">
                  <c:v>6.6672700000000003</c:v>
                </c:pt>
                <c:pt idx="3747">
                  <c:v>6.8680200000000005</c:v>
                </c:pt>
                <c:pt idx="3748">
                  <c:v>7.0940900000000005</c:v>
                </c:pt>
                <c:pt idx="3749">
                  <c:v>3.5219699999999996</c:v>
                </c:pt>
                <c:pt idx="3750">
                  <c:v>3.5248600000000003</c:v>
                </c:pt>
                <c:pt idx="3751">
                  <c:v>3.5129999999999999</c:v>
                </c:pt>
                <c:pt idx="3752">
                  <c:v>3.5129999999999999</c:v>
                </c:pt>
                <c:pt idx="3753">
                  <c:v>5.8579999999999997</c:v>
                </c:pt>
                <c:pt idx="3754">
                  <c:v>5.8579999999999997</c:v>
                </c:pt>
                <c:pt idx="3755">
                  <c:v>5.43</c:v>
                </c:pt>
                <c:pt idx="3756">
                  <c:v>5.43</c:v>
                </c:pt>
                <c:pt idx="3757">
                  <c:v>5.71244</c:v>
                </c:pt>
                <c:pt idx="3758">
                  <c:v>5.7041000000000004</c:v>
                </c:pt>
                <c:pt idx="3759">
                  <c:v>5.6974999999999998</c:v>
                </c:pt>
                <c:pt idx="3760">
                  <c:v>5.6438199999999998</c:v>
                </c:pt>
                <c:pt idx="3761">
                  <c:v>5.5740600000000002</c:v>
                </c:pt>
                <c:pt idx="3762">
                  <c:v>5.4558800000000005</c:v>
                </c:pt>
                <c:pt idx="3763">
                  <c:v>5.3469899999999999</c:v>
                </c:pt>
                <c:pt idx="3764">
                  <c:v>5.2496099999999997</c:v>
                </c:pt>
                <c:pt idx="3765">
                  <c:v>5.1867900000000002</c:v>
                </c:pt>
                <c:pt idx="3766">
                  <c:v>5.1353900000000001</c:v>
                </c:pt>
                <c:pt idx="3767">
                  <c:v>5.1035399999999997</c:v>
                </c:pt>
                <c:pt idx="3768">
                  <c:v>5.0284499999999994</c:v>
                </c:pt>
                <c:pt idx="3769">
                  <c:v>4.9537700000000005</c:v>
                </c:pt>
                <c:pt idx="3770">
                  <c:v>4.8844099999999999</c:v>
                </c:pt>
                <c:pt idx="3771">
                  <c:v>4.8178100000000006</c:v>
                </c:pt>
                <c:pt idx="3772">
                  <c:v>4.7603599999999995</c:v>
                </c:pt>
                <c:pt idx="3773">
                  <c:v>4.7022500000000003</c:v>
                </c:pt>
                <c:pt idx="3774">
                  <c:v>4.6559099999999995</c:v>
                </c:pt>
                <c:pt idx="3775">
                  <c:v>4.6140400000000001</c:v>
                </c:pt>
                <c:pt idx="3776">
                  <c:v>4.5806100000000001</c:v>
                </c:pt>
                <c:pt idx="3777">
                  <c:v>4.5262000000000002</c:v>
                </c:pt>
                <c:pt idx="3778">
                  <c:v>4.5088200000000001</c:v>
                </c:pt>
                <c:pt idx="3779">
                  <c:v>4.50244</c:v>
                </c:pt>
                <c:pt idx="3780">
                  <c:v>4.4997499999999997</c:v>
                </c:pt>
                <c:pt idx="3781">
                  <c:v>4.4982499999999996</c:v>
                </c:pt>
                <c:pt idx="3782">
                  <c:v>4.4924399999999993</c:v>
                </c:pt>
                <c:pt idx="3783">
                  <c:v>4.49336</c:v>
                </c:pt>
                <c:pt idx="3784">
                  <c:v>4.4933399999999999</c:v>
                </c:pt>
                <c:pt idx="3785">
                  <c:v>4.4563800000000002</c:v>
                </c:pt>
                <c:pt idx="3786">
                  <c:v>4.4582299999999995</c:v>
                </c:pt>
                <c:pt idx="3787">
                  <c:v>4.4960900000000006</c:v>
                </c:pt>
                <c:pt idx="3788">
                  <c:v>4.5330600000000008</c:v>
                </c:pt>
                <c:pt idx="3789">
                  <c:v>4.5597899999999996</c:v>
                </c:pt>
                <c:pt idx="3790">
                  <c:v>4.5981300000000003</c:v>
                </c:pt>
                <c:pt idx="3791">
                  <c:v>4.6409799999999999</c:v>
                </c:pt>
                <c:pt idx="3792">
                  <c:v>4.6905700000000001</c:v>
                </c:pt>
                <c:pt idx="3793">
                  <c:v>4.7438599999999997</c:v>
                </c:pt>
                <c:pt idx="3794">
                  <c:v>4.8015600000000003</c:v>
                </c:pt>
                <c:pt idx="3795">
                  <c:v>4.8959799999999998</c:v>
                </c:pt>
                <c:pt idx="3796">
                  <c:v>4.9657799999999996</c:v>
                </c:pt>
                <c:pt idx="3797">
                  <c:v>5.0373000000000001</c:v>
                </c:pt>
                <c:pt idx="3798">
                  <c:v>5.1217899999999998</c:v>
                </c:pt>
                <c:pt idx="3799">
                  <c:v>5.2074600000000002</c:v>
                </c:pt>
                <c:pt idx="3800">
                  <c:v>5.2644799999999998</c:v>
                </c:pt>
                <c:pt idx="3801">
                  <c:v>5.2586599999999999</c:v>
                </c:pt>
                <c:pt idx="3802">
                  <c:v>5.3120099999999999</c:v>
                </c:pt>
                <c:pt idx="3803">
                  <c:v>5.4482299999999997</c:v>
                </c:pt>
                <c:pt idx="3804">
                  <c:v>5.5568400000000002</c:v>
                </c:pt>
                <c:pt idx="3805">
                  <c:v>4.30579</c:v>
                </c:pt>
                <c:pt idx="3806">
                  <c:v>4.3563499999999999</c:v>
                </c:pt>
                <c:pt idx="3807">
                  <c:v>4.4375</c:v>
                </c:pt>
                <c:pt idx="3808">
                  <c:v>4.4375</c:v>
                </c:pt>
                <c:pt idx="3809">
                  <c:v>5.43</c:v>
                </c:pt>
                <c:pt idx="3810">
                  <c:v>5.43</c:v>
                </c:pt>
                <c:pt idx="3811">
                  <c:v>4.2510000000000003</c:v>
                </c:pt>
                <c:pt idx="3812">
                  <c:v>4.2510000000000003</c:v>
                </c:pt>
                <c:pt idx="3813">
                  <c:v>4.5785600000000004</c:v>
                </c:pt>
                <c:pt idx="3814">
                  <c:v>4.55633</c:v>
                </c:pt>
                <c:pt idx="3815">
                  <c:v>4.5498100000000008</c:v>
                </c:pt>
                <c:pt idx="3816">
                  <c:v>4.51675</c:v>
                </c:pt>
                <c:pt idx="3817">
                  <c:v>4.4207900000000002</c:v>
                </c:pt>
                <c:pt idx="3818">
                  <c:v>4.3578400000000004</c:v>
                </c:pt>
                <c:pt idx="3819">
                  <c:v>4.2925900000000006</c:v>
                </c:pt>
                <c:pt idx="3820">
                  <c:v>4.22729</c:v>
                </c:pt>
                <c:pt idx="3821">
                  <c:v>4.1307</c:v>
                </c:pt>
                <c:pt idx="3822">
                  <c:v>4.0672600000000001</c:v>
                </c:pt>
                <c:pt idx="3823">
                  <c:v>4.00779</c:v>
                </c:pt>
                <c:pt idx="3824">
                  <c:v>3.9503200000000001</c:v>
                </c:pt>
                <c:pt idx="3825">
                  <c:v>3.8843800000000002</c:v>
                </c:pt>
                <c:pt idx="3826">
                  <c:v>3.8345100000000003</c:v>
                </c:pt>
                <c:pt idx="3827">
                  <c:v>3.78694</c:v>
                </c:pt>
                <c:pt idx="3828">
                  <c:v>3.74762</c:v>
                </c:pt>
                <c:pt idx="3829">
                  <c:v>3.70275</c:v>
                </c:pt>
                <c:pt idx="3830">
                  <c:v>3.6690999999999998</c:v>
                </c:pt>
                <c:pt idx="3831">
                  <c:v>3.6382800000000004</c:v>
                </c:pt>
                <c:pt idx="3832">
                  <c:v>3.6168400000000003</c:v>
                </c:pt>
                <c:pt idx="3833">
                  <c:v>3.6147800000000001</c:v>
                </c:pt>
                <c:pt idx="3834">
                  <c:v>3.6033499999999998</c:v>
                </c:pt>
                <c:pt idx="3835">
                  <c:v>3.59856</c:v>
                </c:pt>
                <c:pt idx="3836">
                  <c:v>3.5975100000000002</c:v>
                </c:pt>
                <c:pt idx="3837">
                  <c:v>3.59789</c:v>
                </c:pt>
                <c:pt idx="3838">
                  <c:v>3.5979099999999997</c:v>
                </c:pt>
                <c:pt idx="3839">
                  <c:v>3.5992500000000001</c:v>
                </c:pt>
                <c:pt idx="3840">
                  <c:v>3.60005</c:v>
                </c:pt>
                <c:pt idx="3841">
                  <c:v>3.5911900000000001</c:v>
                </c:pt>
                <c:pt idx="3842">
                  <c:v>3.5999099999999999</c:v>
                </c:pt>
                <c:pt idx="3843">
                  <c:v>3.6124800000000001</c:v>
                </c:pt>
                <c:pt idx="3844">
                  <c:v>3.6371500000000001</c:v>
                </c:pt>
                <c:pt idx="3845">
                  <c:v>3.6700200000000001</c:v>
                </c:pt>
                <c:pt idx="3846">
                  <c:v>3.7018</c:v>
                </c:pt>
                <c:pt idx="3847">
                  <c:v>3.7348499999999998</c:v>
                </c:pt>
                <c:pt idx="3848">
                  <c:v>3.75081</c:v>
                </c:pt>
                <c:pt idx="3849">
                  <c:v>3.8040599999999998</c:v>
                </c:pt>
                <c:pt idx="3850">
                  <c:v>3.8543699999999999</c:v>
                </c:pt>
                <c:pt idx="3851">
                  <c:v>3.9079899999999999</c:v>
                </c:pt>
                <c:pt idx="3852">
                  <c:v>3.9675400000000001</c:v>
                </c:pt>
                <c:pt idx="3853">
                  <c:v>4.0411200000000003</c:v>
                </c:pt>
                <c:pt idx="3854">
                  <c:v>4.1074899999999994</c:v>
                </c:pt>
                <c:pt idx="3855">
                  <c:v>4.1733100000000007</c:v>
                </c:pt>
                <c:pt idx="3856">
                  <c:v>4.2383100000000002</c:v>
                </c:pt>
                <c:pt idx="3857">
                  <c:v>4.32463</c:v>
                </c:pt>
                <c:pt idx="3858">
                  <c:v>4.3678100000000004</c:v>
                </c:pt>
                <c:pt idx="3859">
                  <c:v>4.4142000000000001</c:v>
                </c:pt>
                <c:pt idx="3860">
                  <c:v>4.4315800000000003</c:v>
                </c:pt>
                <c:pt idx="3861">
                  <c:v>3.0390000000000001</c:v>
                </c:pt>
                <c:pt idx="3862">
                  <c:v>3.09</c:v>
                </c:pt>
                <c:pt idx="3863">
                  <c:v>3.173</c:v>
                </c:pt>
                <c:pt idx="3864">
                  <c:v>3.173</c:v>
                </c:pt>
                <c:pt idx="3865">
                  <c:v>4.2510000000000003</c:v>
                </c:pt>
                <c:pt idx="3866">
                  <c:v>4.2510000000000003</c:v>
                </c:pt>
                <c:pt idx="3867">
                  <c:v>4.3652499999999996</c:v>
                </c:pt>
                <c:pt idx="3868">
                  <c:v>4.3652499999999996</c:v>
                </c:pt>
                <c:pt idx="3870">
                  <c:v>4.4320200000000005</c:v>
                </c:pt>
                <c:pt idx="3871">
                  <c:v>4.43161</c:v>
                </c:pt>
                <c:pt idx="3872">
                  <c:v>4.4312200000000006</c:v>
                </c:pt>
                <c:pt idx="3873">
                  <c:v>4.4254899999999999</c:v>
                </c:pt>
                <c:pt idx="3874">
                  <c:v>4.4136899999999999</c:v>
                </c:pt>
                <c:pt idx="3875">
                  <c:v>4.3935500000000003</c:v>
                </c:pt>
                <c:pt idx="3876">
                  <c:v>4.3750900000000001</c:v>
                </c:pt>
                <c:pt idx="3877">
                  <c:v>4.3511999999999995</c:v>
                </c:pt>
                <c:pt idx="3878">
                  <c:v>4.3244499999999997</c:v>
                </c:pt>
                <c:pt idx="3879">
                  <c:v>4.2985800000000003</c:v>
                </c:pt>
                <c:pt idx="3880">
                  <c:v>4.2735699999999994</c:v>
                </c:pt>
                <c:pt idx="3881">
                  <c:v>4.2461000000000002</c:v>
                </c:pt>
                <c:pt idx="3882">
                  <c:v>4.2133000000000003</c:v>
                </c:pt>
                <c:pt idx="3883">
                  <c:v>4.1906600000000003</c:v>
                </c:pt>
                <c:pt idx="3884">
                  <c:v>4.16378</c:v>
                </c:pt>
                <c:pt idx="3885">
                  <c:v>4.1420699999999995</c:v>
                </c:pt>
                <c:pt idx="3886">
                  <c:v>4.1163400000000001</c:v>
                </c:pt>
                <c:pt idx="3887">
                  <c:v>4.0949999999999998</c:v>
                </c:pt>
                <c:pt idx="3888">
                  <c:v>4.07254</c:v>
                </c:pt>
                <c:pt idx="3889">
                  <c:v>4.0541799999999997</c:v>
                </c:pt>
                <c:pt idx="3890">
                  <c:v>4.1570200000000002</c:v>
                </c:pt>
                <c:pt idx="3891">
                  <c:v>4.10616</c:v>
                </c:pt>
                <c:pt idx="3892">
                  <c:v>3.9679600000000002</c:v>
                </c:pt>
                <c:pt idx="3893">
                  <c:v>3.9204599999999998</c:v>
                </c:pt>
                <c:pt idx="3894">
                  <c:v>3.8325399999999998</c:v>
                </c:pt>
                <c:pt idx="3895">
                  <c:v>3.8332100000000002</c:v>
                </c:pt>
                <c:pt idx="3896">
                  <c:v>3.8312199999999996</c:v>
                </c:pt>
                <c:pt idx="3897">
                  <c:v>3.8319099999999997</c:v>
                </c:pt>
                <c:pt idx="3898">
                  <c:v>3.8314599999999999</c:v>
                </c:pt>
                <c:pt idx="3899">
                  <c:v>3.83765</c:v>
                </c:pt>
                <c:pt idx="3900">
                  <c:v>3.8698999999999999</c:v>
                </c:pt>
                <c:pt idx="3901">
                  <c:v>3.8974699999999998</c:v>
                </c:pt>
                <c:pt idx="3902">
                  <c:v>3.97038</c:v>
                </c:pt>
                <c:pt idx="3903">
                  <c:v>4.0473600000000003</c:v>
                </c:pt>
                <c:pt idx="3904">
                  <c:v>4.1373100000000003</c:v>
                </c:pt>
                <c:pt idx="3905">
                  <c:v>4.25617</c:v>
                </c:pt>
                <c:pt idx="3906">
                  <c:v>4.2784300000000002</c:v>
                </c:pt>
                <c:pt idx="3907">
                  <c:v>4.30213</c:v>
                </c:pt>
                <c:pt idx="3908">
                  <c:v>4.3267700000000007</c:v>
                </c:pt>
                <c:pt idx="3909">
                  <c:v>4.3506299999999998</c:v>
                </c:pt>
                <c:pt idx="3910">
                  <c:v>4.2843100000000005</c:v>
                </c:pt>
                <c:pt idx="3911">
                  <c:v>4.3071999999999999</c:v>
                </c:pt>
                <c:pt idx="3912">
                  <c:v>4.3359100000000002</c:v>
                </c:pt>
                <c:pt idx="3913">
                  <c:v>4.3640699999999999</c:v>
                </c:pt>
                <c:pt idx="3914">
                  <c:v>4.3808299999999996</c:v>
                </c:pt>
                <c:pt idx="3915">
                  <c:v>4.3953699999999998</c:v>
                </c:pt>
                <c:pt idx="3916">
                  <c:v>4.4142900000000003</c:v>
                </c:pt>
                <c:pt idx="3917">
                  <c:v>4.4220299999999995</c:v>
                </c:pt>
                <c:pt idx="3918">
                  <c:v>3.4312600000000004</c:v>
                </c:pt>
                <c:pt idx="3919">
                  <c:v>3.7</c:v>
                </c:pt>
                <c:pt idx="3920">
                  <c:v>4.3652499999999996</c:v>
                </c:pt>
                <c:pt idx="3921">
                  <c:v>4.3652499999999996</c:v>
                </c:pt>
                <c:pt idx="3922">
                  <c:v>4.4660000000000002</c:v>
                </c:pt>
                <c:pt idx="3923">
                  <c:v>4.4660000000000002</c:v>
                </c:pt>
                <c:pt idx="3924">
                  <c:v>4.5</c:v>
                </c:pt>
                <c:pt idx="3925">
                  <c:v>3.7395800000000001</c:v>
                </c:pt>
                <c:pt idx="3926">
                  <c:v>3.7227700000000001</c:v>
                </c:pt>
                <c:pt idx="3927">
                  <c:v>4.0221799999999996</c:v>
                </c:pt>
                <c:pt idx="3928">
                  <c:v>3.8644000000000003</c:v>
                </c:pt>
                <c:pt idx="3929">
                  <c:v>3.6886799999999997</c:v>
                </c:pt>
                <c:pt idx="3930">
                  <c:v>3.6293200000000003</c:v>
                </c:pt>
                <c:pt idx="3931">
                  <c:v>3.5885199999999999</c:v>
                </c:pt>
                <c:pt idx="3932">
                  <c:v>3.5621</c:v>
                </c:pt>
                <c:pt idx="3933">
                  <c:v>3.6716199999999999</c:v>
                </c:pt>
                <c:pt idx="3934">
                  <c:v>3.6859299999999999</c:v>
                </c:pt>
                <c:pt idx="3935">
                  <c:v>3.6247399999999996</c:v>
                </c:pt>
                <c:pt idx="3936">
                  <c:v>3.5892900000000001</c:v>
                </c:pt>
                <c:pt idx="3937">
                  <c:v>3.5790500000000001</c:v>
                </c:pt>
                <c:pt idx="3938">
                  <c:v>3.5796100000000002</c:v>
                </c:pt>
                <c:pt idx="3939">
                  <c:v>3.5805599999999997</c:v>
                </c:pt>
                <c:pt idx="3940">
                  <c:v>3.58</c:v>
                </c:pt>
                <c:pt idx="3941">
                  <c:v>3.5796700000000001</c:v>
                </c:pt>
                <c:pt idx="3942">
                  <c:v>3.5799400000000001</c:v>
                </c:pt>
                <c:pt idx="3943">
                  <c:v>3.5794999999999999</c:v>
                </c:pt>
                <c:pt idx="3944">
                  <c:v>3.5870500000000001</c:v>
                </c:pt>
                <c:pt idx="3945">
                  <c:v>3.5871599999999999</c:v>
                </c:pt>
                <c:pt idx="3946">
                  <c:v>3.5876300000000003</c:v>
                </c:pt>
                <c:pt idx="3947">
                  <c:v>3.5888299999999997</c:v>
                </c:pt>
                <c:pt idx="3948">
                  <c:v>3.5782800000000003</c:v>
                </c:pt>
                <c:pt idx="3949">
                  <c:v>3.5783400000000003</c:v>
                </c:pt>
                <c:pt idx="3950">
                  <c:v>3.5808200000000001</c:v>
                </c:pt>
                <c:pt idx="3951">
                  <c:v>3.58012</c:v>
                </c:pt>
                <c:pt idx="3952">
                  <c:v>3.5775300000000003</c:v>
                </c:pt>
                <c:pt idx="3953">
                  <c:v>3.57612</c:v>
                </c:pt>
                <c:pt idx="3954">
                  <c:v>3.58622</c:v>
                </c:pt>
                <c:pt idx="3955">
                  <c:v>3.5886199999999997</c:v>
                </c:pt>
                <c:pt idx="3956">
                  <c:v>3.5855900000000003</c:v>
                </c:pt>
                <c:pt idx="3957">
                  <c:v>3.5891100000000002</c:v>
                </c:pt>
                <c:pt idx="3958">
                  <c:v>3.6024499999999997</c:v>
                </c:pt>
                <c:pt idx="3959">
                  <c:v>3.6230700000000002</c:v>
                </c:pt>
                <c:pt idx="3960">
                  <c:v>3.7255700000000003</c:v>
                </c:pt>
                <c:pt idx="3961">
                  <c:v>3.5892199999999996</c:v>
                </c:pt>
                <c:pt idx="3962">
                  <c:v>3.5927899999999999</c:v>
                </c:pt>
                <c:pt idx="3963">
                  <c:v>3.59524</c:v>
                </c:pt>
                <c:pt idx="3964">
                  <c:v>3.56854</c:v>
                </c:pt>
                <c:pt idx="3965">
                  <c:v>3.5569199999999999</c:v>
                </c:pt>
                <c:pt idx="3966">
                  <c:v>3.5755300000000001</c:v>
                </c:pt>
                <c:pt idx="3967">
                  <c:v>3.6259999999999999</c:v>
                </c:pt>
                <c:pt idx="3968">
                  <c:v>3.6557199999999996</c:v>
                </c:pt>
                <c:pt idx="3969">
                  <c:v>3.6766999999999999</c:v>
                </c:pt>
                <c:pt idx="3970">
                  <c:v>3.6815100000000003</c:v>
                </c:pt>
                <c:pt idx="3971">
                  <c:v>3.6406700000000001</c:v>
                </c:pt>
                <c:pt idx="3972">
                  <c:v>3.5</c:v>
                </c:pt>
                <c:pt idx="3973">
                  <c:v>3.5</c:v>
                </c:pt>
                <c:pt idx="3974">
                  <c:v>4.4660000000000002</c:v>
                </c:pt>
                <c:pt idx="3975">
                  <c:v>4.4660000000000002</c:v>
                </c:pt>
                <c:pt idx="3976">
                  <c:v>4.2804700000000002</c:v>
                </c:pt>
                <c:pt idx="3977">
                  <c:v>3.5743200000000002</c:v>
                </c:pt>
                <c:pt idx="3978">
                  <c:v>3.57483</c:v>
                </c:pt>
                <c:pt idx="3979">
                  <c:v>3.5980400000000001</c:v>
                </c:pt>
                <c:pt idx="3980">
                  <c:v>3.5331700000000001</c:v>
                </c:pt>
                <c:pt idx="3981">
                  <c:v>3.5301</c:v>
                </c:pt>
                <c:pt idx="3982">
                  <c:v>3.5251600000000001</c:v>
                </c:pt>
                <c:pt idx="3983">
                  <c:v>3.5135900000000002</c:v>
                </c:pt>
                <c:pt idx="3984">
                  <c:v>3.5116199999999997</c:v>
                </c:pt>
                <c:pt idx="3985">
                  <c:v>3.5074999999999998</c:v>
                </c:pt>
                <c:pt idx="3986">
                  <c:v>3.5072700000000001</c:v>
                </c:pt>
                <c:pt idx="3987">
                  <c:v>3.5027300000000001</c:v>
                </c:pt>
                <c:pt idx="3988">
                  <c:v>3.82518</c:v>
                </c:pt>
                <c:pt idx="3989">
                  <c:v>3.8516500000000002</c:v>
                </c:pt>
                <c:pt idx="3990">
                  <c:v>3.8339499999999997</c:v>
                </c:pt>
                <c:pt idx="3991">
                  <c:v>3.8196500000000002</c:v>
                </c:pt>
                <c:pt idx="3992">
                  <c:v>3.8065199999999999</c:v>
                </c:pt>
                <c:pt idx="3993">
                  <c:v>3.7950100000000004</c:v>
                </c:pt>
                <c:pt idx="3994">
                  <c:v>3.7873000000000001</c:v>
                </c:pt>
                <c:pt idx="3995">
                  <c:v>3.8151199999999998</c:v>
                </c:pt>
                <c:pt idx="3996">
                  <c:v>3.9702899999999999</c:v>
                </c:pt>
                <c:pt idx="3997">
                  <c:v>3.9691100000000001</c:v>
                </c:pt>
                <c:pt idx="3998">
                  <c:v>3.96631</c:v>
                </c:pt>
                <c:pt idx="3999">
                  <c:v>3.9668400000000004</c:v>
                </c:pt>
                <c:pt idx="4000">
                  <c:v>3.9671500000000002</c:v>
                </c:pt>
                <c:pt idx="4001">
                  <c:v>3.9677600000000002</c:v>
                </c:pt>
                <c:pt idx="4002">
                  <c:v>3.96895</c:v>
                </c:pt>
                <c:pt idx="4003">
                  <c:v>3.9711099999999999</c:v>
                </c:pt>
                <c:pt idx="4004">
                  <c:v>3.9729699999999997</c:v>
                </c:pt>
                <c:pt idx="4005">
                  <c:v>3.9757199999999999</c:v>
                </c:pt>
                <c:pt idx="4006">
                  <c:v>3.9788099999999997</c:v>
                </c:pt>
                <c:pt idx="4007">
                  <c:v>3.9860000000000002</c:v>
                </c:pt>
                <c:pt idx="4008">
                  <c:v>3.9911599999999998</c:v>
                </c:pt>
                <c:pt idx="4009">
                  <c:v>4.0041399999999996</c:v>
                </c:pt>
                <c:pt idx="4010">
                  <c:v>3.9465599999999998</c:v>
                </c:pt>
                <c:pt idx="4011">
                  <c:v>3.9746199999999998</c:v>
                </c:pt>
                <c:pt idx="4012">
                  <c:v>3.8991899999999999</c:v>
                </c:pt>
                <c:pt idx="4013">
                  <c:v>3.92075</c:v>
                </c:pt>
                <c:pt idx="4014">
                  <c:v>3.9416700000000002</c:v>
                </c:pt>
                <c:pt idx="4015">
                  <c:v>3.9685300000000003</c:v>
                </c:pt>
                <c:pt idx="4016">
                  <c:v>3.9548700000000001</c:v>
                </c:pt>
                <c:pt idx="4017">
                  <c:v>3.9942199999999999</c:v>
                </c:pt>
                <c:pt idx="4018">
                  <c:v>3.5109899999999996</c:v>
                </c:pt>
                <c:pt idx="4019">
                  <c:v>3.5216799999999999</c:v>
                </c:pt>
                <c:pt idx="4020">
                  <c:v>3.5280200000000002</c:v>
                </c:pt>
                <c:pt idx="4021">
                  <c:v>3.53552</c:v>
                </c:pt>
                <c:pt idx="4022">
                  <c:v>3.5446200000000001</c:v>
                </c:pt>
                <c:pt idx="4023">
                  <c:v>3.5349899999999996</c:v>
                </c:pt>
                <c:pt idx="4024">
                  <c:v>3.5</c:v>
                </c:pt>
                <c:pt idx="4025">
                  <c:v>3.5</c:v>
                </c:pt>
                <c:pt idx="4026">
                  <c:v>4.2229999999999999</c:v>
                </c:pt>
                <c:pt idx="4027">
                  <c:v>3.6303800000000002</c:v>
                </c:pt>
                <c:pt idx="4028">
                  <c:v>3.8744200000000002</c:v>
                </c:pt>
                <c:pt idx="4029">
                  <c:v>4.2148699999999995</c:v>
                </c:pt>
                <c:pt idx="4030">
                  <c:v>3.9626000000000001</c:v>
                </c:pt>
                <c:pt idx="4031">
                  <c:v>4.0236499999999999</c:v>
                </c:pt>
                <c:pt idx="4032">
                  <c:v>4.1260900000000005</c:v>
                </c:pt>
                <c:pt idx="4033">
                  <c:v>4.1794399999999996</c:v>
                </c:pt>
                <c:pt idx="4034">
                  <c:v>4.2012999999999998</c:v>
                </c:pt>
                <c:pt idx="4035">
                  <c:v>4.3185799999999999</c:v>
                </c:pt>
                <c:pt idx="4036">
                  <c:v>4.4584700000000002</c:v>
                </c:pt>
                <c:pt idx="4037">
                  <c:v>4.4534200000000004</c:v>
                </c:pt>
                <c:pt idx="4038">
                  <c:v>4.4495399999999998</c:v>
                </c:pt>
                <c:pt idx="4039">
                  <c:v>4.4467299999999996</c:v>
                </c:pt>
                <c:pt idx="4040">
                  <c:v>4.4459399999999993</c:v>
                </c:pt>
                <c:pt idx="4041">
                  <c:v>4.4444600000000003</c:v>
                </c:pt>
                <c:pt idx="4042">
                  <c:v>4.4420999999999999</c:v>
                </c:pt>
                <c:pt idx="4043">
                  <c:v>4.4401800000000007</c:v>
                </c:pt>
                <c:pt idx="4044">
                  <c:v>4.4399300000000004</c:v>
                </c:pt>
                <c:pt idx="4045">
                  <c:v>4.4385300000000001</c:v>
                </c:pt>
                <c:pt idx="4046">
                  <c:v>4.444</c:v>
                </c:pt>
                <c:pt idx="4047">
                  <c:v>4.4435900000000004</c:v>
                </c:pt>
                <c:pt idx="4048">
                  <c:v>4.4432</c:v>
                </c:pt>
                <c:pt idx="4049">
                  <c:v>4.4434399999999998</c:v>
                </c:pt>
                <c:pt idx="4050">
                  <c:v>4.4434700000000005</c:v>
                </c:pt>
                <c:pt idx="4051">
                  <c:v>4.4439799999999998</c:v>
                </c:pt>
                <c:pt idx="4052">
                  <c:v>4.4446300000000001</c:v>
                </c:pt>
                <c:pt idx="4053">
                  <c:v>4.4448800000000004</c:v>
                </c:pt>
                <c:pt idx="4054">
                  <c:v>4.4459300000000006</c:v>
                </c:pt>
                <c:pt idx="4055">
                  <c:v>4.4460299999999995</c:v>
                </c:pt>
                <c:pt idx="4056">
                  <c:v>4.4470700000000001</c:v>
                </c:pt>
                <c:pt idx="4057">
                  <c:v>4.2796000000000003</c:v>
                </c:pt>
                <c:pt idx="4058">
                  <c:v>4.2778700000000001</c:v>
                </c:pt>
                <c:pt idx="4059">
                  <c:v>4.2743000000000002</c:v>
                </c:pt>
                <c:pt idx="4060">
                  <c:v>4.2741800000000003</c:v>
                </c:pt>
                <c:pt idx="4061">
                  <c:v>4.2691999999999997</c:v>
                </c:pt>
                <c:pt idx="4062">
                  <c:v>4.2674399999999997</c:v>
                </c:pt>
                <c:pt idx="4063">
                  <c:v>4.2598900000000004</c:v>
                </c:pt>
                <c:pt idx="4064">
                  <c:v>4.2531099999999995</c:v>
                </c:pt>
                <c:pt idx="4065">
                  <c:v>4.2416499999999999</c:v>
                </c:pt>
                <c:pt idx="4066">
                  <c:v>4.2355299999999998</c:v>
                </c:pt>
                <c:pt idx="4067">
                  <c:v>4.2239300000000002</c:v>
                </c:pt>
                <c:pt idx="4068">
                  <c:v>4.2109700000000005</c:v>
                </c:pt>
                <c:pt idx="4069">
                  <c:v>4.1896100000000001</c:v>
                </c:pt>
                <c:pt idx="4070">
                  <c:v>4.1592399999999996</c:v>
                </c:pt>
                <c:pt idx="4071">
                  <c:v>4.0922200000000002</c:v>
                </c:pt>
                <c:pt idx="4072">
                  <c:v>3.9728600000000003</c:v>
                </c:pt>
                <c:pt idx="4073">
                  <c:v>3.9135999999999997</c:v>
                </c:pt>
                <c:pt idx="4074">
                  <c:v>3.6170500000000003</c:v>
                </c:pt>
                <c:pt idx="4075">
                  <c:v>3.5279199999999999</c:v>
                </c:pt>
                <c:pt idx="4076">
                  <c:v>3.415</c:v>
                </c:pt>
                <c:pt idx="4077">
                  <c:v>3.415</c:v>
                </c:pt>
                <c:pt idx="4078">
                  <c:v>3.415</c:v>
                </c:pt>
                <c:pt idx="4079">
                  <c:v>3.5312299999999999</c:v>
                </c:pt>
                <c:pt idx="4080">
                  <c:v>3.5793600000000003</c:v>
                </c:pt>
                <c:pt idx="4081">
                  <c:v>3.6026100000000003</c:v>
                </c:pt>
                <c:pt idx="4082">
                  <c:v>3.61117</c:v>
                </c:pt>
                <c:pt idx="4083">
                  <c:v>3.6177700000000002</c:v>
                </c:pt>
                <c:pt idx="4084">
                  <c:v>3.6809499999999997</c:v>
                </c:pt>
                <c:pt idx="4085">
                  <c:v>3.6755300000000002</c:v>
                </c:pt>
                <c:pt idx="4086">
                  <c:v>3.6722100000000002</c:v>
                </c:pt>
                <c:pt idx="4087">
                  <c:v>3.6607500000000002</c:v>
                </c:pt>
                <c:pt idx="4088">
                  <c:v>3.65612</c:v>
                </c:pt>
                <c:pt idx="4089">
                  <c:v>3.6628000000000003</c:v>
                </c:pt>
                <c:pt idx="4090">
                  <c:v>3.6648000000000001</c:v>
                </c:pt>
                <c:pt idx="4091">
                  <c:v>3.6631100000000001</c:v>
                </c:pt>
                <c:pt idx="4092">
                  <c:v>3.59456</c:v>
                </c:pt>
                <c:pt idx="4093">
                  <c:v>3.6095799999999998</c:v>
                </c:pt>
                <c:pt idx="4094">
                  <c:v>3.6486300000000003</c:v>
                </c:pt>
                <c:pt idx="4095">
                  <c:v>3.6838200000000003</c:v>
                </c:pt>
                <c:pt idx="4096">
                  <c:v>3.72464</c:v>
                </c:pt>
                <c:pt idx="4097">
                  <c:v>3.7357199999999997</c:v>
                </c:pt>
                <c:pt idx="4098">
                  <c:v>3.7418800000000001</c:v>
                </c:pt>
                <c:pt idx="4099">
                  <c:v>3.7470500000000002</c:v>
                </c:pt>
                <c:pt idx="4100">
                  <c:v>3.7475800000000001</c:v>
                </c:pt>
                <c:pt idx="4101">
                  <c:v>3.74919</c:v>
                </c:pt>
                <c:pt idx="4102">
                  <c:v>3.7549099999999997</c:v>
                </c:pt>
                <c:pt idx="4103">
                  <c:v>3.70025</c:v>
                </c:pt>
                <c:pt idx="4104">
                  <c:v>3.62032</c:v>
                </c:pt>
                <c:pt idx="4105">
                  <c:v>3.62479</c:v>
                </c:pt>
                <c:pt idx="4106">
                  <c:v>3.6917900000000001</c:v>
                </c:pt>
                <c:pt idx="4107">
                  <c:v>3.73237</c:v>
                </c:pt>
                <c:pt idx="4108">
                  <c:v>3.7336999999999998</c:v>
                </c:pt>
                <c:pt idx="4109">
                  <c:v>3.7605399999999998</c:v>
                </c:pt>
                <c:pt idx="4110">
                  <c:v>3.7676399999999997</c:v>
                </c:pt>
                <c:pt idx="4111">
                  <c:v>3.7728200000000003</c:v>
                </c:pt>
                <c:pt idx="4112">
                  <c:v>3.7842699999999998</c:v>
                </c:pt>
                <c:pt idx="4113">
                  <c:v>3.79121</c:v>
                </c:pt>
                <c:pt idx="4114">
                  <c:v>3.7986500000000003</c:v>
                </c:pt>
                <c:pt idx="4115">
                  <c:v>3.8035000000000001</c:v>
                </c:pt>
                <c:pt idx="4116">
                  <c:v>3.7986</c:v>
                </c:pt>
                <c:pt idx="4117">
                  <c:v>3.8143600000000002</c:v>
                </c:pt>
                <c:pt idx="4118">
                  <c:v>3.8340399999999999</c:v>
                </c:pt>
                <c:pt idx="4119">
                  <c:v>3.8527199999999997</c:v>
                </c:pt>
                <c:pt idx="4120">
                  <c:v>3.8807700000000001</c:v>
                </c:pt>
                <c:pt idx="4121">
                  <c:v>3.9002300000000001</c:v>
                </c:pt>
                <c:pt idx="4122">
                  <c:v>3.9161999999999999</c:v>
                </c:pt>
                <c:pt idx="4123">
                  <c:v>3.9281899999999998</c:v>
                </c:pt>
                <c:pt idx="4124">
                  <c:v>3.63985</c:v>
                </c:pt>
                <c:pt idx="4126">
                  <c:v>3.6909999999999998</c:v>
                </c:pt>
                <c:pt idx="4127">
                  <c:v>3.6909999999999998</c:v>
                </c:pt>
                <c:pt idx="4128">
                  <c:v>3.6909999999999998</c:v>
                </c:pt>
                <c:pt idx="4129">
                  <c:v>3.7268699999999999</c:v>
                </c:pt>
                <c:pt idx="4130">
                  <c:v>4.1581200000000003</c:v>
                </c:pt>
                <c:pt idx="4131">
                  <c:v>4.1347500000000004</c:v>
                </c:pt>
                <c:pt idx="4132">
                  <c:v>4.0761399999999997</c:v>
                </c:pt>
                <c:pt idx="4133">
                  <c:v>4.0348699999999997</c:v>
                </c:pt>
                <c:pt idx="4134">
                  <c:v>4.0030000000000001</c:v>
                </c:pt>
                <c:pt idx="4135">
                  <c:v>3.9781300000000002</c:v>
                </c:pt>
                <c:pt idx="4136">
                  <c:v>3.96543</c:v>
                </c:pt>
                <c:pt idx="4137">
                  <c:v>3.9493</c:v>
                </c:pt>
                <c:pt idx="4138">
                  <c:v>3.9371300000000002</c:v>
                </c:pt>
                <c:pt idx="4139">
                  <c:v>3.9329699999999996</c:v>
                </c:pt>
                <c:pt idx="4140">
                  <c:v>3.93</c:v>
                </c:pt>
                <c:pt idx="4141">
                  <c:v>3.7047300000000001</c:v>
                </c:pt>
                <c:pt idx="4142">
                  <c:v>3.9197299999999999</c:v>
                </c:pt>
                <c:pt idx="4143">
                  <c:v>3.6392399999999996</c:v>
                </c:pt>
                <c:pt idx="4144">
                  <c:v>3.63686</c:v>
                </c:pt>
                <c:pt idx="4145">
                  <c:v>3.63788</c:v>
                </c:pt>
                <c:pt idx="4146">
                  <c:v>3.6516500000000001</c:v>
                </c:pt>
                <c:pt idx="4147">
                  <c:v>3.6505300000000003</c:v>
                </c:pt>
                <c:pt idx="4148">
                  <c:v>3.64907</c:v>
                </c:pt>
                <c:pt idx="4149">
                  <c:v>3.6491199999999999</c:v>
                </c:pt>
                <c:pt idx="4150">
                  <c:v>3.64839</c:v>
                </c:pt>
                <c:pt idx="4151">
                  <c:v>3.6468799999999999</c:v>
                </c:pt>
                <c:pt idx="4152">
                  <c:v>3.6479200000000001</c:v>
                </c:pt>
                <c:pt idx="4153">
                  <c:v>3.6514000000000002</c:v>
                </c:pt>
                <c:pt idx="4154">
                  <c:v>3.6501300000000003</c:v>
                </c:pt>
                <c:pt idx="4155">
                  <c:v>3.6553200000000001</c:v>
                </c:pt>
                <c:pt idx="4156">
                  <c:v>3.6605400000000001</c:v>
                </c:pt>
                <c:pt idx="4157">
                  <c:v>3.6776900000000001</c:v>
                </c:pt>
                <c:pt idx="4158">
                  <c:v>3.68398</c:v>
                </c:pt>
                <c:pt idx="4159">
                  <c:v>3.6733699999999998</c:v>
                </c:pt>
                <c:pt idx="4160">
                  <c:v>3.9467099999999999</c:v>
                </c:pt>
                <c:pt idx="4161">
                  <c:v>3.9523699999999997</c:v>
                </c:pt>
                <c:pt idx="4162">
                  <c:v>3.94075</c:v>
                </c:pt>
                <c:pt idx="4163">
                  <c:v>3.9495900000000002</c:v>
                </c:pt>
                <c:pt idx="4164">
                  <c:v>3.9590799999999997</c:v>
                </c:pt>
                <c:pt idx="4165">
                  <c:v>3.9748299999999999</c:v>
                </c:pt>
                <c:pt idx="4166">
                  <c:v>3.9845199999999998</c:v>
                </c:pt>
                <c:pt idx="4167">
                  <c:v>3.9950199999999998</c:v>
                </c:pt>
                <c:pt idx="4168">
                  <c:v>4.0131100000000002</c:v>
                </c:pt>
                <c:pt idx="4169">
                  <c:v>4.0375100000000002</c:v>
                </c:pt>
                <c:pt idx="4170">
                  <c:v>4.0735299999999999</c:v>
                </c:pt>
                <c:pt idx="4171">
                  <c:v>4.1161199999999996</c:v>
                </c:pt>
                <c:pt idx="4172">
                  <c:v>4.1761899999999992</c:v>
                </c:pt>
                <c:pt idx="4173">
                  <c:v>4.1946000000000003</c:v>
                </c:pt>
                <c:pt idx="4174">
                  <c:v>4.2904900000000001</c:v>
                </c:pt>
                <c:pt idx="4175">
                  <c:v>4.33317</c:v>
                </c:pt>
                <c:pt idx="4176">
                  <c:v>4.3330000000000002</c:v>
                </c:pt>
                <c:pt idx="4179">
                  <c:v>2.6259999999999999</c:v>
                </c:pt>
                <c:pt idx="4180">
                  <c:v>3.1077900000000001</c:v>
                </c:pt>
                <c:pt idx="4181">
                  <c:v>2.93438</c:v>
                </c:pt>
                <c:pt idx="4182">
                  <c:v>2.9718</c:v>
                </c:pt>
                <c:pt idx="4183">
                  <c:v>3.0238800000000001</c:v>
                </c:pt>
                <c:pt idx="4184">
                  <c:v>3.0668699999999998</c:v>
                </c:pt>
                <c:pt idx="4185">
                  <c:v>3.4312300000000002</c:v>
                </c:pt>
                <c:pt idx="4186">
                  <c:v>3.4275700000000002</c:v>
                </c:pt>
                <c:pt idx="4187">
                  <c:v>3.4231100000000003</c:v>
                </c:pt>
                <c:pt idx="4188">
                  <c:v>3.4180100000000002</c:v>
                </c:pt>
                <c:pt idx="4189">
                  <c:v>3.4148299999999998</c:v>
                </c:pt>
                <c:pt idx="4190">
                  <c:v>3.4112499999999999</c:v>
                </c:pt>
                <c:pt idx="4191">
                  <c:v>3.4086399999999997</c:v>
                </c:pt>
                <c:pt idx="4192">
                  <c:v>3.4073699999999998</c:v>
                </c:pt>
                <c:pt idx="4193">
                  <c:v>3.4052099999999998</c:v>
                </c:pt>
                <c:pt idx="4194">
                  <c:v>3.4039999999999999</c:v>
                </c:pt>
                <c:pt idx="4195">
                  <c:v>3.4030900000000002</c:v>
                </c:pt>
                <c:pt idx="4196">
                  <c:v>3.4029000000000003</c:v>
                </c:pt>
                <c:pt idx="4197">
                  <c:v>3.44652</c:v>
                </c:pt>
                <c:pt idx="4198">
                  <c:v>3.4475500000000001</c:v>
                </c:pt>
                <c:pt idx="4199">
                  <c:v>3.44699</c:v>
                </c:pt>
                <c:pt idx="4200">
                  <c:v>3.4493299999999998</c:v>
                </c:pt>
                <c:pt idx="4201">
                  <c:v>3.4484499999999998</c:v>
                </c:pt>
                <c:pt idx="4202">
                  <c:v>3.4477800000000003</c:v>
                </c:pt>
                <c:pt idx="4203">
                  <c:v>3.4487199999999998</c:v>
                </c:pt>
                <c:pt idx="4204">
                  <c:v>3.4485700000000001</c:v>
                </c:pt>
                <c:pt idx="4205">
                  <c:v>3.4486399999999997</c:v>
                </c:pt>
                <c:pt idx="4206">
                  <c:v>3.4499599999999999</c:v>
                </c:pt>
                <c:pt idx="4207">
                  <c:v>3.4501399999999998</c:v>
                </c:pt>
                <c:pt idx="4208">
                  <c:v>3.4511700000000003</c:v>
                </c:pt>
                <c:pt idx="4209">
                  <c:v>3.4504699999999997</c:v>
                </c:pt>
                <c:pt idx="4210">
                  <c:v>3.45058</c:v>
                </c:pt>
                <c:pt idx="4211">
                  <c:v>3.4513699999999998</c:v>
                </c:pt>
                <c:pt idx="4212">
                  <c:v>3.4525399999999999</c:v>
                </c:pt>
                <c:pt idx="4213">
                  <c:v>3.4095300000000002</c:v>
                </c:pt>
                <c:pt idx="4214">
                  <c:v>3.4111599999999997</c:v>
                </c:pt>
                <c:pt idx="4215">
                  <c:v>3.4163999999999999</c:v>
                </c:pt>
                <c:pt idx="4216">
                  <c:v>3.4217300000000002</c:v>
                </c:pt>
                <c:pt idx="4217">
                  <c:v>3.4188100000000001</c:v>
                </c:pt>
                <c:pt idx="4218">
                  <c:v>3.4067699999999999</c:v>
                </c:pt>
                <c:pt idx="4219">
                  <c:v>3.17597</c:v>
                </c:pt>
                <c:pt idx="4220">
                  <c:v>3.16005</c:v>
                </c:pt>
                <c:pt idx="4221">
                  <c:v>3.1316299999999999</c:v>
                </c:pt>
                <c:pt idx="4222">
                  <c:v>3.0880000000000001</c:v>
                </c:pt>
                <c:pt idx="4223">
                  <c:v>2.9911799999999999</c:v>
                </c:pt>
                <c:pt idx="4224">
                  <c:v>2.87839</c:v>
                </c:pt>
                <c:pt idx="4225">
                  <c:v>2.6688700000000001</c:v>
                </c:pt>
                <c:pt idx="4226">
                  <c:v>2.62154</c:v>
                </c:pt>
                <c:pt idx="4227">
                  <c:v>2.7149999999999999</c:v>
                </c:pt>
                <c:pt idx="4228">
                  <c:v>4.0199999999999996</c:v>
                </c:pt>
                <c:pt idx="4229">
                  <c:v>3.78627</c:v>
                </c:pt>
                <c:pt idx="4230">
                  <c:v>3.7727300000000001</c:v>
                </c:pt>
                <c:pt idx="4231">
                  <c:v>3.8243</c:v>
                </c:pt>
                <c:pt idx="4232">
                  <c:v>3.7484199999999999</c:v>
                </c:pt>
                <c:pt idx="4233">
                  <c:v>3.7596799999999999</c:v>
                </c:pt>
                <c:pt idx="4234">
                  <c:v>3.75596</c:v>
                </c:pt>
                <c:pt idx="4235">
                  <c:v>3.7290300000000003</c:v>
                </c:pt>
                <c:pt idx="4236">
                  <c:v>3.8203100000000001</c:v>
                </c:pt>
                <c:pt idx="4237">
                  <c:v>3.8055599999999998</c:v>
                </c:pt>
                <c:pt idx="4238">
                  <c:v>3.7929299999999997</c:v>
                </c:pt>
                <c:pt idx="4239">
                  <c:v>3.78234</c:v>
                </c:pt>
                <c:pt idx="4240">
                  <c:v>3.7750400000000002</c:v>
                </c:pt>
                <c:pt idx="4241">
                  <c:v>3.7709600000000001</c:v>
                </c:pt>
                <c:pt idx="4242">
                  <c:v>3.7726999999999999</c:v>
                </c:pt>
                <c:pt idx="4243">
                  <c:v>3.7903600000000002</c:v>
                </c:pt>
                <c:pt idx="4244">
                  <c:v>3.6186199999999999</c:v>
                </c:pt>
                <c:pt idx="4245">
                  <c:v>3.6316999999999999</c:v>
                </c:pt>
                <c:pt idx="4246">
                  <c:v>3.6418499999999998</c:v>
                </c:pt>
                <c:pt idx="4247">
                  <c:v>3.6531400000000001</c:v>
                </c:pt>
                <c:pt idx="4248">
                  <c:v>3.6752500000000001</c:v>
                </c:pt>
                <c:pt idx="4249">
                  <c:v>3.6844000000000001</c:v>
                </c:pt>
                <c:pt idx="4250">
                  <c:v>3.69103</c:v>
                </c:pt>
                <c:pt idx="4251">
                  <c:v>3.6957</c:v>
                </c:pt>
                <c:pt idx="4252">
                  <c:v>3.69584</c:v>
                </c:pt>
                <c:pt idx="4253">
                  <c:v>3.6975799999999999</c:v>
                </c:pt>
                <c:pt idx="4254">
                  <c:v>3.69998</c:v>
                </c:pt>
                <c:pt idx="4255">
                  <c:v>3.6998200000000003</c:v>
                </c:pt>
                <c:pt idx="4256">
                  <c:v>3.6953800000000001</c:v>
                </c:pt>
                <c:pt idx="4257">
                  <c:v>3.6909200000000002</c:v>
                </c:pt>
                <c:pt idx="4258">
                  <c:v>3.6865900000000003</c:v>
                </c:pt>
                <c:pt idx="4259">
                  <c:v>3.68723</c:v>
                </c:pt>
                <c:pt idx="4260">
                  <c:v>3.68669</c:v>
                </c:pt>
                <c:pt idx="4261">
                  <c:v>3.68696</c:v>
                </c:pt>
                <c:pt idx="4262">
                  <c:v>3.6915500000000003</c:v>
                </c:pt>
                <c:pt idx="4263">
                  <c:v>3.6943299999999999</c:v>
                </c:pt>
                <c:pt idx="4264">
                  <c:v>3.8759299999999999</c:v>
                </c:pt>
                <c:pt idx="4265">
                  <c:v>3.8813800000000001</c:v>
                </c:pt>
                <c:pt idx="4266">
                  <c:v>3.8746199999999997</c:v>
                </c:pt>
                <c:pt idx="4267">
                  <c:v>3.8525700000000001</c:v>
                </c:pt>
                <c:pt idx="4268">
                  <c:v>3.8412700000000002</c:v>
                </c:pt>
                <c:pt idx="4269">
                  <c:v>3.72397</c:v>
                </c:pt>
                <c:pt idx="4270">
                  <c:v>3.7344299999999997</c:v>
                </c:pt>
                <c:pt idx="4271">
                  <c:v>3.7635900000000002</c:v>
                </c:pt>
                <c:pt idx="4272">
                  <c:v>3.7870500000000002</c:v>
                </c:pt>
                <c:pt idx="4273">
                  <c:v>3.8029499999999996</c:v>
                </c:pt>
                <c:pt idx="4274">
                  <c:v>3.8098100000000001</c:v>
                </c:pt>
                <c:pt idx="4275">
                  <c:v>3.80965</c:v>
                </c:pt>
                <c:pt idx="4276">
                  <c:v>3.7697500000000002</c:v>
                </c:pt>
                <c:pt idx="4277">
                  <c:v>3.7842600000000002</c:v>
                </c:pt>
                <c:pt idx="4278">
                  <c:v>3.7909999999999999</c:v>
                </c:pt>
                <c:pt idx="4280">
                  <c:v>3.3540000000000001</c:v>
                </c:pt>
                <c:pt idx="4281">
                  <c:v>3.927</c:v>
                </c:pt>
                <c:pt idx="4282">
                  <c:v>3.9467600000000003</c:v>
                </c:pt>
                <c:pt idx="4283">
                  <c:v>3.65618</c:v>
                </c:pt>
                <c:pt idx="4284">
                  <c:v>3.6789399999999999</c:v>
                </c:pt>
                <c:pt idx="4285">
                  <c:v>3.68052</c:v>
                </c:pt>
                <c:pt idx="4286">
                  <c:v>3.6738400000000002</c:v>
                </c:pt>
                <c:pt idx="4287">
                  <c:v>3.67109</c:v>
                </c:pt>
                <c:pt idx="4288">
                  <c:v>3.6682299999999999</c:v>
                </c:pt>
                <c:pt idx="4289">
                  <c:v>3.6628499999999997</c:v>
                </c:pt>
                <c:pt idx="4290">
                  <c:v>3.6595399999999998</c:v>
                </c:pt>
                <c:pt idx="4291">
                  <c:v>3.6419699999999997</c:v>
                </c:pt>
                <c:pt idx="4292">
                  <c:v>3.7328999999999999</c:v>
                </c:pt>
                <c:pt idx="4293">
                  <c:v>3.7631900000000003</c:v>
                </c:pt>
                <c:pt idx="4294">
                  <c:v>3.7246100000000002</c:v>
                </c:pt>
                <c:pt idx="4295">
                  <c:v>3.7183600000000001</c:v>
                </c:pt>
                <c:pt idx="4296">
                  <c:v>3.6664699999999999</c:v>
                </c:pt>
                <c:pt idx="4297">
                  <c:v>3.6608899999999998</c:v>
                </c:pt>
                <c:pt idx="4298">
                  <c:v>3.6567500000000002</c:v>
                </c:pt>
                <c:pt idx="4299">
                  <c:v>3.6528700000000001</c:v>
                </c:pt>
                <c:pt idx="4300">
                  <c:v>3.6615799999999998</c:v>
                </c:pt>
                <c:pt idx="4301">
                  <c:v>3.6597199999999996</c:v>
                </c:pt>
                <c:pt idx="4302">
                  <c:v>3.6585399999999999</c:v>
                </c:pt>
                <c:pt idx="4303">
                  <c:v>3.6578499999999998</c:v>
                </c:pt>
                <c:pt idx="4304">
                  <c:v>3.6578400000000002</c:v>
                </c:pt>
                <c:pt idx="4305">
                  <c:v>3.65781</c:v>
                </c:pt>
                <c:pt idx="4306">
                  <c:v>3.6581100000000002</c:v>
                </c:pt>
                <c:pt idx="4307">
                  <c:v>3.6589800000000001</c:v>
                </c:pt>
                <c:pt idx="4308">
                  <c:v>3.65991</c:v>
                </c:pt>
                <c:pt idx="4309">
                  <c:v>3.6618000000000004</c:v>
                </c:pt>
                <c:pt idx="4310">
                  <c:v>3.6640000000000001</c:v>
                </c:pt>
                <c:pt idx="4311">
                  <c:v>3.6666599999999998</c:v>
                </c:pt>
                <c:pt idx="4312">
                  <c:v>3.6703099999999997</c:v>
                </c:pt>
                <c:pt idx="4313">
                  <c:v>3.6850000000000001</c:v>
                </c:pt>
                <c:pt idx="4314">
                  <c:v>3.7222399999999998</c:v>
                </c:pt>
                <c:pt idx="4315">
                  <c:v>3.7185999999999999</c:v>
                </c:pt>
                <c:pt idx="4316">
                  <c:v>3.8452899999999999</c:v>
                </c:pt>
                <c:pt idx="4317">
                  <c:v>3.84097</c:v>
                </c:pt>
                <c:pt idx="4318">
                  <c:v>3.8020999999999998</c:v>
                </c:pt>
                <c:pt idx="4319">
                  <c:v>3.7325500000000003</c:v>
                </c:pt>
                <c:pt idx="4320">
                  <c:v>3.6696399999999998</c:v>
                </c:pt>
                <c:pt idx="4321">
                  <c:v>3.6717600000000004</c:v>
                </c:pt>
                <c:pt idx="4322">
                  <c:v>3.6751100000000001</c:v>
                </c:pt>
                <c:pt idx="4323">
                  <c:v>3.6785000000000001</c:v>
                </c:pt>
                <c:pt idx="4324">
                  <c:v>3.6834899999999999</c:v>
                </c:pt>
                <c:pt idx="4325">
                  <c:v>3.6915300000000002</c:v>
                </c:pt>
                <c:pt idx="4326">
                  <c:v>3.6941899999999999</c:v>
                </c:pt>
                <c:pt idx="4327">
                  <c:v>3.7045400000000002</c:v>
                </c:pt>
                <c:pt idx="4328">
                  <c:v>3.70858</c:v>
                </c:pt>
                <c:pt idx="4329">
                  <c:v>3.71536</c:v>
                </c:pt>
                <c:pt idx="4330">
                  <c:v>3.7154199999999999</c:v>
                </c:pt>
                <c:pt idx="4389">
                  <c:v>3.8408000000000002</c:v>
                </c:pt>
                <c:pt idx="4390">
                  <c:v>3.5150100000000002</c:v>
                </c:pt>
                <c:pt idx="4391">
                  <c:v>3.50292</c:v>
                </c:pt>
                <c:pt idx="4392">
                  <c:v>3.5299299999999998</c:v>
                </c:pt>
                <c:pt idx="4393">
                  <c:v>3.5551300000000001</c:v>
                </c:pt>
                <c:pt idx="4394">
                  <c:v>3.5719699999999999</c:v>
                </c:pt>
                <c:pt idx="4395">
                  <c:v>3.5937899999999998</c:v>
                </c:pt>
                <c:pt idx="4396">
                  <c:v>3.5299099999999997</c:v>
                </c:pt>
                <c:pt idx="4397">
                  <c:v>3.5227499999999998</c:v>
                </c:pt>
                <c:pt idx="4398">
                  <c:v>3.6453699999999998</c:v>
                </c:pt>
                <c:pt idx="4399">
                  <c:v>3.64235</c:v>
                </c:pt>
                <c:pt idx="4400">
                  <c:v>3.63802</c:v>
                </c:pt>
                <c:pt idx="4401">
                  <c:v>3.63171</c:v>
                </c:pt>
                <c:pt idx="4402">
                  <c:v>3.6276100000000002</c:v>
                </c:pt>
                <c:pt idx="4403">
                  <c:v>3.6171500000000001</c:v>
                </c:pt>
                <c:pt idx="4404">
                  <c:v>3.6105700000000001</c:v>
                </c:pt>
                <c:pt idx="4405">
                  <c:v>3.6014299999999997</c:v>
                </c:pt>
                <c:pt idx="4406">
                  <c:v>3.6026500000000001</c:v>
                </c:pt>
                <c:pt idx="4407">
                  <c:v>3.59409</c:v>
                </c:pt>
                <c:pt idx="4408">
                  <c:v>3.5899800000000002</c:v>
                </c:pt>
                <c:pt idx="4409">
                  <c:v>3.5897299999999999</c:v>
                </c:pt>
                <c:pt idx="4410">
                  <c:v>3.5921099999999999</c:v>
                </c:pt>
                <c:pt idx="4411">
                  <c:v>3.5894499999999998</c:v>
                </c:pt>
                <c:pt idx="4412">
                  <c:v>3.5892900000000001</c:v>
                </c:pt>
                <c:pt idx="4413">
                  <c:v>3.5907800000000001</c:v>
                </c:pt>
                <c:pt idx="4414">
                  <c:v>3.5945399999999998</c:v>
                </c:pt>
                <c:pt idx="4415">
                  <c:v>3.5998399999999999</c:v>
                </c:pt>
                <c:pt idx="4416">
                  <c:v>3.6026500000000001</c:v>
                </c:pt>
                <c:pt idx="4417">
                  <c:v>3.6096300000000001</c:v>
                </c:pt>
                <c:pt idx="4418">
                  <c:v>3.61267</c:v>
                </c:pt>
                <c:pt idx="4419">
                  <c:v>3.6147800000000001</c:v>
                </c:pt>
                <c:pt idx="4420">
                  <c:v>3.6137700000000001</c:v>
                </c:pt>
                <c:pt idx="4421">
                  <c:v>3.61822</c:v>
                </c:pt>
                <c:pt idx="4422">
                  <c:v>3.6157300000000001</c:v>
                </c:pt>
                <c:pt idx="4423">
                  <c:v>3.6198200000000003</c:v>
                </c:pt>
                <c:pt idx="4424">
                  <c:v>3.6114699999999997</c:v>
                </c:pt>
                <c:pt idx="4425">
                  <c:v>3.6043099999999999</c:v>
                </c:pt>
                <c:pt idx="4426">
                  <c:v>3.5969099999999998</c:v>
                </c:pt>
                <c:pt idx="4427">
                  <c:v>3.5884200000000002</c:v>
                </c:pt>
                <c:pt idx="4428">
                  <c:v>3.57009</c:v>
                </c:pt>
                <c:pt idx="4429">
                  <c:v>3.5546199999999999</c:v>
                </c:pt>
                <c:pt idx="4430">
                  <c:v>3.5356000000000001</c:v>
                </c:pt>
                <c:pt idx="4431">
                  <c:v>3.5085700000000002</c:v>
                </c:pt>
                <c:pt idx="4432">
                  <c:v>3.4761199999999999</c:v>
                </c:pt>
                <c:pt idx="4433">
                  <c:v>3.49729</c:v>
                </c:pt>
                <c:pt idx="4434">
                  <c:v>3.4761700000000002</c:v>
                </c:pt>
                <c:pt idx="4435">
                  <c:v>3.4736899999999999</c:v>
                </c:pt>
                <c:pt idx="4436">
                  <c:v>3.47336</c:v>
                </c:pt>
                <c:pt idx="4441">
                  <c:v>3.87845</c:v>
                </c:pt>
                <c:pt idx="4442">
                  <c:v>3.5978300000000001</c:v>
                </c:pt>
                <c:pt idx="4443">
                  <c:v>3.7568600000000001</c:v>
                </c:pt>
                <c:pt idx="4444">
                  <c:v>3.6518999999999999</c:v>
                </c:pt>
                <c:pt idx="4445">
                  <c:v>3.5755100000000004</c:v>
                </c:pt>
                <c:pt idx="4446">
                  <c:v>3.5040999999999998</c:v>
                </c:pt>
                <c:pt idx="4447">
                  <c:v>3.5030000000000001</c:v>
                </c:pt>
                <c:pt idx="4448">
                  <c:v>3.5032299999999998</c:v>
                </c:pt>
                <c:pt idx="4449">
                  <c:v>3.50082</c:v>
                </c:pt>
                <c:pt idx="4450">
                  <c:v>3.6888100000000001</c:v>
                </c:pt>
                <c:pt idx="4451">
                  <c:v>3.69109</c:v>
                </c:pt>
                <c:pt idx="4452">
                  <c:v>3.6896</c:v>
                </c:pt>
                <c:pt idx="4453">
                  <c:v>3.6780500000000003</c:v>
                </c:pt>
                <c:pt idx="4454">
                  <c:v>3.67286</c:v>
                </c:pt>
                <c:pt idx="4455">
                  <c:v>3.66418</c:v>
                </c:pt>
                <c:pt idx="4456">
                  <c:v>3.6459099999999998</c:v>
                </c:pt>
                <c:pt idx="4457">
                  <c:v>3.6381100000000002</c:v>
                </c:pt>
                <c:pt idx="4458">
                  <c:v>3.6240199999999998</c:v>
                </c:pt>
                <c:pt idx="4459">
                  <c:v>3.6170399999999998</c:v>
                </c:pt>
                <c:pt idx="4460">
                  <c:v>3.6009199999999999</c:v>
                </c:pt>
                <c:pt idx="4461">
                  <c:v>3.5994800000000002</c:v>
                </c:pt>
                <c:pt idx="4462">
                  <c:v>3.5996599999999996</c:v>
                </c:pt>
                <c:pt idx="4463">
                  <c:v>3.5972199999999996</c:v>
                </c:pt>
                <c:pt idx="4464">
                  <c:v>3.5955400000000002</c:v>
                </c:pt>
                <c:pt idx="4465">
                  <c:v>3.5975999999999999</c:v>
                </c:pt>
                <c:pt idx="4466">
                  <c:v>3.6037499999999998</c:v>
                </c:pt>
                <c:pt idx="4467">
                  <c:v>3.6104000000000003</c:v>
                </c:pt>
                <c:pt idx="4468">
                  <c:v>3.61273</c:v>
                </c:pt>
                <c:pt idx="4469">
                  <c:v>3.61598</c:v>
                </c:pt>
                <c:pt idx="4470">
                  <c:v>3.6099399999999999</c:v>
                </c:pt>
                <c:pt idx="4471">
                  <c:v>3.6072700000000002</c:v>
                </c:pt>
                <c:pt idx="4472">
                  <c:v>3.6020400000000001</c:v>
                </c:pt>
                <c:pt idx="4473">
                  <c:v>3.5957199999999996</c:v>
                </c:pt>
                <c:pt idx="4474">
                  <c:v>3.8350399999999998</c:v>
                </c:pt>
                <c:pt idx="4475">
                  <c:v>3.84565</c:v>
                </c:pt>
                <c:pt idx="4476">
                  <c:v>3.8616999999999999</c:v>
                </c:pt>
                <c:pt idx="4477">
                  <c:v>3.8757899999999998</c:v>
                </c:pt>
                <c:pt idx="4478">
                  <c:v>3.88266</c:v>
                </c:pt>
                <c:pt idx="4479">
                  <c:v>3.8960400000000002</c:v>
                </c:pt>
                <c:pt idx="4480">
                  <c:v>3.9293100000000001</c:v>
                </c:pt>
                <c:pt idx="4481">
                  <c:v>3.9434800000000001</c:v>
                </c:pt>
                <c:pt idx="4482">
                  <c:v>3.93323</c:v>
                </c:pt>
                <c:pt idx="4483">
                  <c:v>3.5109299999999997</c:v>
                </c:pt>
                <c:pt idx="4484">
                  <c:v>3.5</c:v>
                </c:pt>
                <c:pt idx="4485">
                  <c:v>3.5</c:v>
                </c:pt>
                <c:pt idx="4486">
                  <c:v>3.5</c:v>
                </c:pt>
                <c:pt idx="4489">
                  <c:v>3.4990000000000001</c:v>
                </c:pt>
                <c:pt idx="4490">
                  <c:v>3.4990000000000001</c:v>
                </c:pt>
                <c:pt idx="4491">
                  <c:v>3.4990000000000001</c:v>
                </c:pt>
                <c:pt idx="4492">
                  <c:v>3.49926</c:v>
                </c:pt>
                <c:pt idx="4493">
                  <c:v>3.4994999999999998</c:v>
                </c:pt>
                <c:pt idx="4494">
                  <c:v>3.4995599999999998</c:v>
                </c:pt>
                <c:pt idx="4495">
                  <c:v>3.4996100000000001</c:v>
                </c:pt>
                <c:pt idx="4496">
                  <c:v>3.4995799999999999</c:v>
                </c:pt>
                <c:pt idx="4497">
                  <c:v>3.4996199999999997</c:v>
                </c:pt>
                <c:pt idx="4498">
                  <c:v>3.4996499999999999</c:v>
                </c:pt>
                <c:pt idx="4499">
                  <c:v>3.4996900000000002</c:v>
                </c:pt>
                <c:pt idx="4500">
                  <c:v>3.4996999999999998</c:v>
                </c:pt>
                <c:pt idx="4501">
                  <c:v>3.4997099999999999</c:v>
                </c:pt>
                <c:pt idx="4502">
                  <c:v>3.77067</c:v>
                </c:pt>
                <c:pt idx="4503">
                  <c:v>3.69577</c:v>
                </c:pt>
                <c:pt idx="4504">
                  <c:v>3.6032899999999999</c:v>
                </c:pt>
                <c:pt idx="4505">
                  <c:v>3.58752</c:v>
                </c:pt>
                <c:pt idx="4506">
                  <c:v>3.5806799999999996</c:v>
                </c:pt>
                <c:pt idx="4507">
                  <c:v>3.6669699999999996</c:v>
                </c:pt>
                <c:pt idx="4508">
                  <c:v>3.6664699999999999</c:v>
                </c:pt>
                <c:pt idx="4509">
                  <c:v>3.6643400000000002</c:v>
                </c:pt>
                <c:pt idx="4510">
                  <c:v>3.6643300000000001</c:v>
                </c:pt>
                <c:pt idx="4511">
                  <c:v>3.6643400000000002</c:v>
                </c:pt>
                <c:pt idx="4512">
                  <c:v>3.6615100000000003</c:v>
                </c:pt>
                <c:pt idx="4513">
                  <c:v>3.66154</c:v>
                </c:pt>
                <c:pt idx="4514">
                  <c:v>3.6614499999999999</c:v>
                </c:pt>
                <c:pt idx="4515">
                  <c:v>3.6612499999999999</c:v>
                </c:pt>
                <c:pt idx="4516">
                  <c:v>3.6613600000000002</c:v>
                </c:pt>
                <c:pt idx="4517">
                  <c:v>3.66168</c:v>
                </c:pt>
                <c:pt idx="4518">
                  <c:v>3.66194</c:v>
                </c:pt>
                <c:pt idx="4519">
                  <c:v>3.6625399999999999</c:v>
                </c:pt>
                <c:pt idx="4520">
                  <c:v>3.6649699999999998</c:v>
                </c:pt>
                <c:pt idx="4521">
                  <c:v>3.6658600000000003</c:v>
                </c:pt>
                <c:pt idx="4522">
                  <c:v>3.6666699999999999</c:v>
                </c:pt>
                <c:pt idx="4523">
                  <c:v>3.67686</c:v>
                </c:pt>
                <c:pt idx="4524">
                  <c:v>3.6764399999999999</c:v>
                </c:pt>
                <c:pt idx="4525">
                  <c:v>3.6762600000000001</c:v>
                </c:pt>
                <c:pt idx="4526">
                  <c:v>3.68608</c:v>
                </c:pt>
                <c:pt idx="4527">
                  <c:v>3.6058600000000003</c:v>
                </c:pt>
                <c:pt idx="4528">
                  <c:v>3.6242700000000001</c:v>
                </c:pt>
                <c:pt idx="4529">
                  <c:v>3.6426100000000003</c:v>
                </c:pt>
                <c:pt idx="4530">
                  <c:v>3.7021799999999998</c:v>
                </c:pt>
                <c:pt idx="4531">
                  <c:v>3.5863299999999998</c:v>
                </c:pt>
                <c:pt idx="4532">
                  <c:v>3.4997099999999999</c:v>
                </c:pt>
                <c:pt idx="4533">
                  <c:v>3.4996799999999997</c:v>
                </c:pt>
                <c:pt idx="4534">
                  <c:v>3.4997500000000001</c:v>
                </c:pt>
                <c:pt idx="4535">
                  <c:v>3.4997500000000001</c:v>
                </c:pt>
                <c:pt idx="4536">
                  <c:v>3.4997399999999996</c:v>
                </c:pt>
                <c:pt idx="4537">
                  <c:v>3.4994099999999997</c:v>
                </c:pt>
                <c:pt idx="4540">
                  <c:v>4</c:v>
                </c:pt>
                <c:pt idx="4541">
                  <c:v>4</c:v>
                </c:pt>
                <c:pt idx="4542">
                  <c:v>4</c:v>
                </c:pt>
                <c:pt idx="4543">
                  <c:v>4</c:v>
                </c:pt>
                <c:pt idx="4544">
                  <c:v>3.5489299999999999</c:v>
                </c:pt>
                <c:pt idx="4545">
                  <c:v>3.5265999999999997</c:v>
                </c:pt>
                <c:pt idx="4546">
                  <c:v>3.5180700000000003</c:v>
                </c:pt>
                <c:pt idx="4547">
                  <c:v>3.5147900000000001</c:v>
                </c:pt>
                <c:pt idx="4548">
                  <c:v>3.5156799999999997</c:v>
                </c:pt>
                <c:pt idx="4549">
                  <c:v>3.51329</c:v>
                </c:pt>
                <c:pt idx="4550">
                  <c:v>3.5136999999999996</c:v>
                </c:pt>
                <c:pt idx="4551">
                  <c:v>3.5097700000000001</c:v>
                </c:pt>
                <c:pt idx="4552">
                  <c:v>3.5085100000000002</c:v>
                </c:pt>
                <c:pt idx="4553">
                  <c:v>3.5125700000000002</c:v>
                </c:pt>
                <c:pt idx="4554">
                  <c:v>3.5132300000000001</c:v>
                </c:pt>
                <c:pt idx="4555">
                  <c:v>3.5125100000000002</c:v>
                </c:pt>
                <c:pt idx="4556">
                  <c:v>3.73082</c:v>
                </c:pt>
                <c:pt idx="4557">
                  <c:v>3.73014</c:v>
                </c:pt>
                <c:pt idx="4558">
                  <c:v>3.7310599999999998</c:v>
                </c:pt>
                <c:pt idx="4559">
                  <c:v>3.7308300000000001</c:v>
                </c:pt>
                <c:pt idx="4560">
                  <c:v>3.7284800000000002</c:v>
                </c:pt>
                <c:pt idx="4561">
                  <c:v>3.7224400000000002</c:v>
                </c:pt>
                <c:pt idx="4562">
                  <c:v>3.7223999999999999</c:v>
                </c:pt>
                <c:pt idx="4563">
                  <c:v>3.7234499999999997</c:v>
                </c:pt>
                <c:pt idx="4564">
                  <c:v>3.72967</c:v>
                </c:pt>
                <c:pt idx="4565">
                  <c:v>3.7233100000000001</c:v>
                </c:pt>
                <c:pt idx="4566">
                  <c:v>3.7238600000000002</c:v>
                </c:pt>
                <c:pt idx="4567">
                  <c:v>3.72342</c:v>
                </c:pt>
                <c:pt idx="4568">
                  <c:v>3.7288399999999999</c:v>
                </c:pt>
                <c:pt idx="4569">
                  <c:v>3.7211999999999996</c:v>
                </c:pt>
                <c:pt idx="4570">
                  <c:v>3.72167</c:v>
                </c:pt>
                <c:pt idx="4571">
                  <c:v>3.72322</c:v>
                </c:pt>
                <c:pt idx="4572">
                  <c:v>3.72763</c:v>
                </c:pt>
                <c:pt idx="4573">
                  <c:v>3.7220500000000003</c:v>
                </c:pt>
                <c:pt idx="4574">
                  <c:v>3.7223099999999998</c:v>
                </c:pt>
                <c:pt idx="4575">
                  <c:v>3.7236899999999999</c:v>
                </c:pt>
                <c:pt idx="4576">
                  <c:v>3.5132099999999999</c:v>
                </c:pt>
                <c:pt idx="4577">
                  <c:v>3.51179</c:v>
                </c:pt>
                <c:pt idx="4578">
                  <c:v>3.5142099999999998</c:v>
                </c:pt>
                <c:pt idx="4579">
                  <c:v>3.5158200000000002</c:v>
                </c:pt>
                <c:pt idx="4580">
                  <c:v>3.5199400000000001</c:v>
                </c:pt>
                <c:pt idx="4581">
                  <c:v>3.5144099999999998</c:v>
                </c:pt>
                <c:pt idx="4582">
                  <c:v>3.51607</c:v>
                </c:pt>
                <c:pt idx="4583">
                  <c:v>3.5348299999999999</c:v>
                </c:pt>
                <c:pt idx="4584">
                  <c:v>3.5507399999999998</c:v>
                </c:pt>
                <c:pt idx="4585">
                  <c:v>3.5594399999999999</c:v>
                </c:pt>
                <c:pt idx="4586">
                  <c:v>3.6111900000000001</c:v>
                </c:pt>
                <c:pt idx="4587">
                  <c:v>4</c:v>
                </c:pt>
                <c:pt idx="4588">
                  <c:v>3.4985900000000001</c:v>
                </c:pt>
                <c:pt idx="4590">
                  <c:v>3.5</c:v>
                </c:pt>
                <c:pt idx="4591">
                  <c:v>3.5</c:v>
                </c:pt>
                <c:pt idx="4592">
                  <c:v>3.5</c:v>
                </c:pt>
                <c:pt idx="4593">
                  <c:v>3.51667</c:v>
                </c:pt>
                <c:pt idx="4594">
                  <c:v>3.53918</c:v>
                </c:pt>
                <c:pt idx="4595">
                  <c:v>3.5506899999999999</c:v>
                </c:pt>
                <c:pt idx="4596">
                  <c:v>3.55748</c:v>
                </c:pt>
                <c:pt idx="4597">
                  <c:v>3.5631500000000003</c:v>
                </c:pt>
                <c:pt idx="4598">
                  <c:v>3.5660100000000003</c:v>
                </c:pt>
                <c:pt idx="4599">
                  <c:v>3.5677800000000004</c:v>
                </c:pt>
                <c:pt idx="4600">
                  <c:v>3.56908</c:v>
                </c:pt>
                <c:pt idx="4601">
                  <c:v>3.5700599999999998</c:v>
                </c:pt>
                <c:pt idx="4602">
                  <c:v>3.5125199999999999</c:v>
                </c:pt>
                <c:pt idx="4603">
                  <c:v>3.5137499999999999</c:v>
                </c:pt>
                <c:pt idx="4604">
                  <c:v>3.5148800000000002</c:v>
                </c:pt>
                <c:pt idx="4605">
                  <c:v>3.5158499999999999</c:v>
                </c:pt>
                <c:pt idx="4606">
                  <c:v>3.55884</c:v>
                </c:pt>
                <c:pt idx="4607">
                  <c:v>3.5542500000000001</c:v>
                </c:pt>
                <c:pt idx="4608">
                  <c:v>3.55219</c:v>
                </c:pt>
                <c:pt idx="4609">
                  <c:v>3.54982</c:v>
                </c:pt>
                <c:pt idx="4610">
                  <c:v>3.5489899999999999</c:v>
                </c:pt>
                <c:pt idx="4611">
                  <c:v>3.54698</c:v>
                </c:pt>
                <c:pt idx="4612">
                  <c:v>3.5464499999999997</c:v>
                </c:pt>
                <c:pt idx="4613">
                  <c:v>3.5467900000000001</c:v>
                </c:pt>
                <c:pt idx="4614">
                  <c:v>3.5475300000000001</c:v>
                </c:pt>
                <c:pt idx="4615">
                  <c:v>3.5482100000000001</c:v>
                </c:pt>
                <c:pt idx="4616">
                  <c:v>3.5486500000000003</c:v>
                </c:pt>
                <c:pt idx="4617">
                  <c:v>3.5484200000000001</c:v>
                </c:pt>
                <c:pt idx="4618">
                  <c:v>3.54772</c:v>
                </c:pt>
                <c:pt idx="4619">
                  <c:v>3.5467</c:v>
                </c:pt>
                <c:pt idx="4620">
                  <c:v>3.54677</c:v>
                </c:pt>
                <c:pt idx="4621">
                  <c:v>3.5497399999999999</c:v>
                </c:pt>
                <c:pt idx="4622">
                  <c:v>3.5523699999999998</c:v>
                </c:pt>
                <c:pt idx="4623">
                  <c:v>3.5586700000000002</c:v>
                </c:pt>
                <c:pt idx="4624">
                  <c:v>3.6086</c:v>
                </c:pt>
                <c:pt idx="4625">
                  <c:v>3.6130500000000003</c:v>
                </c:pt>
                <c:pt idx="4626">
                  <c:v>3.6082800000000002</c:v>
                </c:pt>
                <c:pt idx="4627">
                  <c:v>3.6189100000000001</c:v>
                </c:pt>
                <c:pt idx="4628">
                  <c:v>3.5159000000000002</c:v>
                </c:pt>
                <c:pt idx="4629">
                  <c:v>3.57673</c:v>
                </c:pt>
                <c:pt idx="4630">
                  <c:v>3.5765700000000002</c:v>
                </c:pt>
                <c:pt idx="4631">
                  <c:v>3.5767699999999998</c:v>
                </c:pt>
                <c:pt idx="4632">
                  <c:v>3.57735</c:v>
                </c:pt>
                <c:pt idx="4633">
                  <c:v>3.5781999999999998</c:v>
                </c:pt>
                <c:pt idx="4634">
                  <c:v>3.5778600000000003</c:v>
                </c:pt>
                <c:pt idx="4635">
                  <c:v>3.5758200000000002</c:v>
                </c:pt>
                <c:pt idx="4636">
                  <c:v>3.5744799999999999</c:v>
                </c:pt>
                <c:pt idx="4637">
                  <c:v>3.56793</c:v>
                </c:pt>
                <c:pt idx="4638">
                  <c:v>3.5</c:v>
                </c:pt>
                <c:pt idx="4640">
                  <c:v>3.98516</c:v>
                </c:pt>
                <c:pt idx="4641">
                  <c:v>3.9387800000000004</c:v>
                </c:pt>
                <c:pt idx="4642">
                  <c:v>3.9023099999999999</c:v>
                </c:pt>
                <c:pt idx="4643">
                  <c:v>3.8819699999999999</c:v>
                </c:pt>
                <c:pt idx="4644">
                  <c:v>3.8894099999999998</c:v>
                </c:pt>
                <c:pt idx="4645">
                  <c:v>3.8991599999999997</c:v>
                </c:pt>
                <c:pt idx="4646">
                  <c:v>3.9117299999999999</c:v>
                </c:pt>
                <c:pt idx="4647">
                  <c:v>3.94964</c:v>
                </c:pt>
                <c:pt idx="4648">
                  <c:v>3.9679899999999999</c:v>
                </c:pt>
                <c:pt idx="4649">
                  <c:v>3.9870100000000002</c:v>
                </c:pt>
                <c:pt idx="4650">
                  <c:v>4.0480700000000001</c:v>
                </c:pt>
                <c:pt idx="4651">
                  <c:v>3.6290999999999998</c:v>
                </c:pt>
                <c:pt idx="4652">
                  <c:v>3.6310899999999999</c:v>
                </c:pt>
                <c:pt idx="4653">
                  <c:v>3.65476</c:v>
                </c:pt>
                <c:pt idx="4654">
                  <c:v>3.6685300000000001</c:v>
                </c:pt>
                <c:pt idx="4655">
                  <c:v>3.7240600000000001</c:v>
                </c:pt>
                <c:pt idx="4656">
                  <c:v>3.72262</c:v>
                </c:pt>
                <c:pt idx="4657">
                  <c:v>3.6183100000000001</c:v>
                </c:pt>
                <c:pt idx="4658">
                  <c:v>3.65909</c:v>
                </c:pt>
                <c:pt idx="4659">
                  <c:v>3.78</c:v>
                </c:pt>
                <c:pt idx="4664">
                  <c:v>3.8031299999999999</c:v>
                </c:pt>
                <c:pt idx="4665">
                  <c:v>3.89</c:v>
                </c:pt>
                <c:pt idx="4666">
                  <c:v>3.8748</c:v>
                </c:pt>
                <c:pt idx="4667">
                  <c:v>3.8400799999999999</c:v>
                </c:pt>
                <c:pt idx="4668">
                  <c:v>3.8267099999999998</c:v>
                </c:pt>
                <c:pt idx="4669">
                  <c:v>3.8193000000000001</c:v>
                </c:pt>
                <c:pt idx="4670">
                  <c:v>3.81548</c:v>
                </c:pt>
                <c:pt idx="4671">
                  <c:v>3.8138400000000003</c:v>
                </c:pt>
                <c:pt idx="4672">
                  <c:v>3.73902</c:v>
                </c:pt>
                <c:pt idx="4673">
                  <c:v>3.74213</c:v>
                </c:pt>
                <c:pt idx="4674">
                  <c:v>3.7237900000000002</c:v>
                </c:pt>
                <c:pt idx="4675">
                  <c:v>3.7290100000000002</c:v>
                </c:pt>
                <c:pt idx="4676">
                  <c:v>3.7309800000000002</c:v>
                </c:pt>
                <c:pt idx="4677">
                  <c:v>3.7352699999999999</c:v>
                </c:pt>
                <c:pt idx="4678">
                  <c:v>3.7280199999999999</c:v>
                </c:pt>
                <c:pt idx="4679">
                  <c:v>3.7421799999999998</c:v>
                </c:pt>
                <c:pt idx="4680">
                  <c:v>3.7394699999999998</c:v>
                </c:pt>
                <c:pt idx="4681">
                  <c:v>3.7294099999999997</c:v>
                </c:pt>
                <c:pt idx="4682">
                  <c:v>3.7302600000000004</c:v>
                </c:pt>
                <c:pt idx="4683">
                  <c:v>3.7309399999999999</c:v>
                </c:pt>
                <c:pt idx="4684">
                  <c:v>3.7392699999999999</c:v>
                </c:pt>
                <c:pt idx="4685">
                  <c:v>3.7363200000000001</c:v>
                </c:pt>
                <c:pt idx="4686">
                  <c:v>3.73515</c:v>
                </c:pt>
                <c:pt idx="4687">
                  <c:v>3.7418</c:v>
                </c:pt>
                <c:pt idx="4688">
                  <c:v>3.74288</c:v>
                </c:pt>
                <c:pt idx="4689">
                  <c:v>3.7335599999999998</c:v>
                </c:pt>
                <c:pt idx="4690">
                  <c:v>3.7315</c:v>
                </c:pt>
                <c:pt idx="4691">
                  <c:v>3.7316199999999999</c:v>
                </c:pt>
                <c:pt idx="4692">
                  <c:v>3.7386500000000003</c:v>
                </c:pt>
                <c:pt idx="4693">
                  <c:v>3.7290000000000001</c:v>
                </c:pt>
                <c:pt idx="4694">
                  <c:v>3.7283300000000001</c:v>
                </c:pt>
                <c:pt idx="4695">
                  <c:v>3.7271300000000003</c:v>
                </c:pt>
                <c:pt idx="4696">
                  <c:v>3.7359599999999999</c:v>
                </c:pt>
                <c:pt idx="4697">
                  <c:v>3.7314799999999999</c:v>
                </c:pt>
                <c:pt idx="4698">
                  <c:v>3.7268600000000003</c:v>
                </c:pt>
                <c:pt idx="4699">
                  <c:v>3.7273200000000002</c:v>
                </c:pt>
                <c:pt idx="4700">
                  <c:v>3.7245100000000004</c:v>
                </c:pt>
                <c:pt idx="4701">
                  <c:v>3.7987600000000001</c:v>
                </c:pt>
                <c:pt idx="4702">
                  <c:v>3.79908</c:v>
                </c:pt>
                <c:pt idx="4703">
                  <c:v>3.7975599999999998</c:v>
                </c:pt>
                <c:pt idx="4704">
                  <c:v>3.7942100000000001</c:v>
                </c:pt>
                <c:pt idx="4705">
                  <c:v>3.7957399999999999</c:v>
                </c:pt>
                <c:pt idx="4706">
                  <c:v>3.8</c:v>
                </c:pt>
                <c:pt idx="4707">
                  <c:v>3.78</c:v>
                </c:pt>
                <c:pt idx="4708">
                  <c:v>3.78</c:v>
                </c:pt>
                <c:pt idx="4709">
                  <c:v>3.78</c:v>
                </c:pt>
                <c:pt idx="4711">
                  <c:v>3.6</c:v>
                </c:pt>
                <c:pt idx="4712">
                  <c:v>3.6</c:v>
                </c:pt>
                <c:pt idx="4713">
                  <c:v>3.5569000000000002</c:v>
                </c:pt>
                <c:pt idx="4714">
                  <c:v>3.8084000000000002</c:v>
                </c:pt>
                <c:pt idx="4715">
                  <c:v>3.6232899999999999</c:v>
                </c:pt>
                <c:pt idx="4716">
                  <c:v>3.6581900000000003</c:v>
                </c:pt>
                <c:pt idx="4717">
                  <c:v>3.6637199999999996</c:v>
                </c:pt>
                <c:pt idx="4718">
                  <c:v>3.6520199999999998</c:v>
                </c:pt>
                <c:pt idx="4719">
                  <c:v>3.64744</c:v>
                </c:pt>
                <c:pt idx="4720">
                  <c:v>3.6440799999999998</c:v>
                </c:pt>
                <c:pt idx="4721">
                  <c:v>3.62656</c:v>
                </c:pt>
                <c:pt idx="4722">
                  <c:v>3.6265100000000001</c:v>
                </c:pt>
                <c:pt idx="4723">
                  <c:v>3.6065</c:v>
                </c:pt>
                <c:pt idx="4724">
                  <c:v>3.60364</c:v>
                </c:pt>
                <c:pt idx="4725">
                  <c:v>3.6516199999999999</c:v>
                </c:pt>
                <c:pt idx="4726">
                  <c:v>3.6500700000000004</c:v>
                </c:pt>
                <c:pt idx="4727">
                  <c:v>3.6404999999999998</c:v>
                </c:pt>
                <c:pt idx="4728">
                  <c:v>3.63849</c:v>
                </c:pt>
                <c:pt idx="4729">
                  <c:v>3.6307700000000001</c:v>
                </c:pt>
                <c:pt idx="4730">
                  <c:v>3.6354199999999999</c:v>
                </c:pt>
                <c:pt idx="4731">
                  <c:v>3.6311599999999999</c:v>
                </c:pt>
                <c:pt idx="4732">
                  <c:v>3.62629</c:v>
                </c:pt>
                <c:pt idx="4733">
                  <c:v>3.6256300000000001</c:v>
                </c:pt>
                <c:pt idx="4734">
                  <c:v>3.6249699999999998</c:v>
                </c:pt>
                <c:pt idx="4735">
                  <c:v>3.62792</c:v>
                </c:pt>
                <c:pt idx="4736">
                  <c:v>3.6270199999999999</c:v>
                </c:pt>
                <c:pt idx="4737">
                  <c:v>3.62669</c:v>
                </c:pt>
                <c:pt idx="4738">
                  <c:v>3.6296399999999998</c:v>
                </c:pt>
                <c:pt idx="4739">
                  <c:v>3.6302099999999999</c:v>
                </c:pt>
                <c:pt idx="4740">
                  <c:v>3.6268000000000002</c:v>
                </c:pt>
                <c:pt idx="4741">
                  <c:v>3.6270500000000001</c:v>
                </c:pt>
                <c:pt idx="4742">
                  <c:v>3.6269800000000001</c:v>
                </c:pt>
                <c:pt idx="4743">
                  <c:v>3.6331799999999999</c:v>
                </c:pt>
                <c:pt idx="4744">
                  <c:v>3.6325100000000003</c:v>
                </c:pt>
                <c:pt idx="4745">
                  <c:v>3.6352600000000002</c:v>
                </c:pt>
                <c:pt idx="4746">
                  <c:v>3.6378900000000001</c:v>
                </c:pt>
                <c:pt idx="4747">
                  <c:v>3.6478999999999999</c:v>
                </c:pt>
                <c:pt idx="4748">
                  <c:v>3.6558600000000001</c:v>
                </c:pt>
                <c:pt idx="4749">
                  <c:v>3.6580599999999999</c:v>
                </c:pt>
                <c:pt idx="4750">
                  <c:v>3.6651400000000001</c:v>
                </c:pt>
                <c:pt idx="4751">
                  <c:v>3.6335000000000002</c:v>
                </c:pt>
                <c:pt idx="4752">
                  <c:v>3.63314</c:v>
                </c:pt>
                <c:pt idx="4753">
                  <c:v>3.63618</c:v>
                </c:pt>
                <c:pt idx="4754">
                  <c:v>3.6426399999999997</c:v>
                </c:pt>
                <c:pt idx="4755">
                  <c:v>3.6438800000000002</c:v>
                </c:pt>
                <c:pt idx="4756">
                  <c:v>3.6641699999999999</c:v>
                </c:pt>
                <c:pt idx="4757">
                  <c:v>3.6349899999999997</c:v>
                </c:pt>
                <c:pt idx="4758">
                  <c:v>3.6167800000000003</c:v>
                </c:pt>
                <c:pt idx="4759">
                  <c:v>3.78</c:v>
                </c:pt>
                <c:pt idx="4761">
                  <c:v>3.6</c:v>
                </c:pt>
                <c:pt idx="4762">
                  <c:v>3.6</c:v>
                </c:pt>
                <c:pt idx="4763">
                  <c:v>3.6</c:v>
                </c:pt>
                <c:pt idx="4764">
                  <c:v>3.5516100000000002</c:v>
                </c:pt>
                <c:pt idx="4765">
                  <c:v>3.5630799999999998</c:v>
                </c:pt>
                <c:pt idx="4766">
                  <c:v>3.5549200000000001</c:v>
                </c:pt>
                <c:pt idx="4767">
                  <c:v>3.5459399999999999</c:v>
                </c:pt>
                <c:pt idx="4768">
                  <c:v>3.5405199999999999</c:v>
                </c:pt>
                <c:pt idx="4769">
                  <c:v>3.5392600000000001</c:v>
                </c:pt>
                <c:pt idx="4770">
                  <c:v>3.5365100000000003</c:v>
                </c:pt>
                <c:pt idx="4771">
                  <c:v>3.5345200000000001</c:v>
                </c:pt>
                <c:pt idx="4772">
                  <c:v>3.5340400000000001</c:v>
                </c:pt>
                <c:pt idx="4773">
                  <c:v>3.54494</c:v>
                </c:pt>
                <c:pt idx="4774">
                  <c:v>3.5429200000000001</c:v>
                </c:pt>
                <c:pt idx="4775">
                  <c:v>3.5196199999999997</c:v>
                </c:pt>
                <c:pt idx="4776">
                  <c:v>3.5173200000000002</c:v>
                </c:pt>
                <c:pt idx="4777">
                  <c:v>3.51945</c:v>
                </c:pt>
                <c:pt idx="4778">
                  <c:v>3.5180599999999997</c:v>
                </c:pt>
                <c:pt idx="4779">
                  <c:v>3.5178600000000002</c:v>
                </c:pt>
                <c:pt idx="4780">
                  <c:v>3.5144099999999998</c:v>
                </c:pt>
                <c:pt idx="4781">
                  <c:v>3.5148899999999998</c:v>
                </c:pt>
                <c:pt idx="4782">
                  <c:v>3.5146599999999997</c:v>
                </c:pt>
                <c:pt idx="4783">
                  <c:v>3.5128900000000001</c:v>
                </c:pt>
                <c:pt idx="4784">
                  <c:v>3.51274</c:v>
                </c:pt>
                <c:pt idx="4785">
                  <c:v>3.51268</c:v>
                </c:pt>
                <c:pt idx="4786">
                  <c:v>3.5126900000000001</c:v>
                </c:pt>
                <c:pt idx="4787">
                  <c:v>3.51267</c:v>
                </c:pt>
                <c:pt idx="4788">
                  <c:v>3.5125500000000001</c:v>
                </c:pt>
                <c:pt idx="4789">
                  <c:v>3.51247</c:v>
                </c:pt>
                <c:pt idx="4790">
                  <c:v>3.5117399999999996</c:v>
                </c:pt>
                <c:pt idx="4791">
                  <c:v>3.5122199999999997</c:v>
                </c:pt>
                <c:pt idx="4792">
                  <c:v>3.5122399999999998</c:v>
                </c:pt>
                <c:pt idx="4793">
                  <c:v>3.5120300000000002</c:v>
                </c:pt>
                <c:pt idx="4794">
                  <c:v>3.5123800000000003</c:v>
                </c:pt>
                <c:pt idx="4795">
                  <c:v>3.5176500000000002</c:v>
                </c:pt>
                <c:pt idx="4796">
                  <c:v>3.5202800000000001</c:v>
                </c:pt>
                <c:pt idx="4797">
                  <c:v>3.5205100000000003</c:v>
                </c:pt>
                <c:pt idx="4798">
                  <c:v>3.5264000000000002</c:v>
                </c:pt>
                <c:pt idx="4799">
                  <c:v>3.5418699999999999</c:v>
                </c:pt>
                <c:pt idx="4800">
                  <c:v>3.5434800000000002</c:v>
                </c:pt>
                <c:pt idx="4801">
                  <c:v>3.54589</c:v>
                </c:pt>
                <c:pt idx="4802">
                  <c:v>3.5257700000000001</c:v>
                </c:pt>
                <c:pt idx="4803">
                  <c:v>3.52494</c:v>
                </c:pt>
                <c:pt idx="4804">
                  <c:v>3.5236300000000003</c:v>
                </c:pt>
                <c:pt idx="4805">
                  <c:v>3.5217800000000001</c:v>
                </c:pt>
                <c:pt idx="4806">
                  <c:v>3.5200800000000001</c:v>
                </c:pt>
                <c:pt idx="4807">
                  <c:v>3.5143499999999999</c:v>
                </c:pt>
                <c:pt idx="4808">
                  <c:v>3.5136799999999999</c:v>
                </c:pt>
                <c:pt idx="4809">
                  <c:v>3.5</c:v>
                </c:pt>
                <c:pt idx="4811">
                  <c:v>3.6</c:v>
                </c:pt>
                <c:pt idx="4812">
                  <c:v>3.6</c:v>
                </c:pt>
                <c:pt idx="4813">
                  <c:v>3.6</c:v>
                </c:pt>
                <c:pt idx="4814">
                  <c:v>3.8910900000000002</c:v>
                </c:pt>
                <c:pt idx="4815">
                  <c:v>3.74953</c:v>
                </c:pt>
                <c:pt idx="4816">
                  <c:v>3.7248200000000002</c:v>
                </c:pt>
                <c:pt idx="4817">
                  <c:v>3.7414999999999998</c:v>
                </c:pt>
                <c:pt idx="4818">
                  <c:v>3.8031299999999999</c:v>
                </c:pt>
                <c:pt idx="4819">
                  <c:v>3.8173900000000001</c:v>
                </c:pt>
                <c:pt idx="4820">
                  <c:v>3.8187800000000003</c:v>
                </c:pt>
                <c:pt idx="4821">
                  <c:v>3.8481100000000001</c:v>
                </c:pt>
                <c:pt idx="4822">
                  <c:v>3.8114599999999998</c:v>
                </c:pt>
                <c:pt idx="4823">
                  <c:v>3.8224200000000002</c:v>
                </c:pt>
                <c:pt idx="4824">
                  <c:v>3.8046500000000001</c:v>
                </c:pt>
                <c:pt idx="4825">
                  <c:v>3.7055500000000001</c:v>
                </c:pt>
                <c:pt idx="4826">
                  <c:v>3.6945600000000001</c:v>
                </c:pt>
                <c:pt idx="4827">
                  <c:v>3.6683000000000003</c:v>
                </c:pt>
                <c:pt idx="4828">
                  <c:v>3.6668799999999999</c:v>
                </c:pt>
                <c:pt idx="4829">
                  <c:v>3.6652399999999998</c:v>
                </c:pt>
                <c:pt idx="4830">
                  <c:v>3.6635399999999998</c:v>
                </c:pt>
                <c:pt idx="4831">
                  <c:v>3.6035999999999997</c:v>
                </c:pt>
                <c:pt idx="4832">
                  <c:v>3.5887699999999998</c:v>
                </c:pt>
                <c:pt idx="4833">
                  <c:v>3.5746199999999999</c:v>
                </c:pt>
                <c:pt idx="4834">
                  <c:v>3.5728800000000001</c:v>
                </c:pt>
                <c:pt idx="4835">
                  <c:v>3.5728899999999997</c:v>
                </c:pt>
                <c:pt idx="4836">
                  <c:v>3.5728499999999999</c:v>
                </c:pt>
                <c:pt idx="4837">
                  <c:v>3.5767399999999996</c:v>
                </c:pt>
                <c:pt idx="4838">
                  <c:v>3.5764299999999998</c:v>
                </c:pt>
                <c:pt idx="4839">
                  <c:v>3.5784000000000002</c:v>
                </c:pt>
                <c:pt idx="4840">
                  <c:v>3.57761</c:v>
                </c:pt>
                <c:pt idx="4841">
                  <c:v>3.5885100000000003</c:v>
                </c:pt>
                <c:pt idx="4842">
                  <c:v>3.5930999999999997</c:v>
                </c:pt>
                <c:pt idx="4843">
                  <c:v>3.6026799999999999</c:v>
                </c:pt>
                <c:pt idx="4844">
                  <c:v>3.6252</c:v>
                </c:pt>
                <c:pt idx="4845">
                  <c:v>3.6798500000000001</c:v>
                </c:pt>
                <c:pt idx="4846">
                  <c:v>3.68065</c:v>
                </c:pt>
                <c:pt idx="4847">
                  <c:v>3.6719899999999996</c:v>
                </c:pt>
                <c:pt idx="4848">
                  <c:v>3.6758500000000001</c:v>
                </c:pt>
                <c:pt idx="4849">
                  <c:v>3.7395500000000004</c:v>
                </c:pt>
                <c:pt idx="4850">
                  <c:v>3.8166899999999999</c:v>
                </c:pt>
                <c:pt idx="4851">
                  <c:v>3.8934699999999998</c:v>
                </c:pt>
                <c:pt idx="4852">
                  <c:v>3.88672</c:v>
                </c:pt>
                <c:pt idx="4853">
                  <c:v>3.88659</c:v>
                </c:pt>
                <c:pt idx="4854">
                  <c:v>3.8865700000000003</c:v>
                </c:pt>
                <c:pt idx="4855">
                  <c:v>3.9482600000000003</c:v>
                </c:pt>
                <c:pt idx="4856">
                  <c:v>3.8633600000000001</c:v>
                </c:pt>
                <c:pt idx="4857">
                  <c:v>3.8611300000000002</c:v>
                </c:pt>
                <c:pt idx="4858">
                  <c:v>3.8050300000000004</c:v>
                </c:pt>
                <c:pt idx="4859">
                  <c:v>4.2210000000000001</c:v>
                </c:pt>
                <c:pt idx="4861">
                  <c:v>3.6</c:v>
                </c:pt>
                <c:pt idx="4862">
                  <c:v>3.6</c:v>
                </c:pt>
                <c:pt idx="4863">
                  <c:v>3.6</c:v>
                </c:pt>
                <c:pt idx="4864">
                  <c:v>3.64703</c:v>
                </c:pt>
                <c:pt idx="4865">
                  <c:v>3.6284699999999996</c:v>
                </c:pt>
                <c:pt idx="4866">
                  <c:v>3.6252900000000001</c:v>
                </c:pt>
                <c:pt idx="4867">
                  <c:v>3.6318099999999998</c:v>
                </c:pt>
                <c:pt idx="4868">
                  <c:v>3.6360000000000001</c:v>
                </c:pt>
                <c:pt idx="4869">
                  <c:v>3.6376999999999997</c:v>
                </c:pt>
                <c:pt idx="4870">
                  <c:v>3.6397699999999999</c:v>
                </c:pt>
                <c:pt idx="4871">
                  <c:v>3.64011</c:v>
                </c:pt>
                <c:pt idx="4872">
                  <c:v>3.6410500000000003</c:v>
                </c:pt>
                <c:pt idx="4873">
                  <c:v>3.6235900000000001</c:v>
                </c:pt>
                <c:pt idx="4874">
                  <c:v>3.6499200000000003</c:v>
                </c:pt>
                <c:pt idx="4875">
                  <c:v>3.6549499999999999</c:v>
                </c:pt>
                <c:pt idx="4876">
                  <c:v>3.6546599999999998</c:v>
                </c:pt>
                <c:pt idx="4877">
                  <c:v>3.64568</c:v>
                </c:pt>
                <c:pt idx="4878">
                  <c:v>3.64323</c:v>
                </c:pt>
                <c:pt idx="4879">
                  <c:v>3.64737</c:v>
                </c:pt>
                <c:pt idx="4880">
                  <c:v>3.6463899999999998</c:v>
                </c:pt>
                <c:pt idx="4881">
                  <c:v>3.6433</c:v>
                </c:pt>
                <c:pt idx="4882">
                  <c:v>3.6435200000000001</c:v>
                </c:pt>
                <c:pt idx="4883">
                  <c:v>3.64371</c:v>
                </c:pt>
                <c:pt idx="4884">
                  <c:v>3.6461399999999999</c:v>
                </c:pt>
                <c:pt idx="4885">
                  <c:v>3.6451199999999999</c:v>
                </c:pt>
                <c:pt idx="4886">
                  <c:v>3.6448899999999997</c:v>
                </c:pt>
                <c:pt idx="4887">
                  <c:v>3.6469800000000001</c:v>
                </c:pt>
                <c:pt idx="4888">
                  <c:v>3.6469499999999999</c:v>
                </c:pt>
                <c:pt idx="4889">
                  <c:v>3.64418</c:v>
                </c:pt>
                <c:pt idx="4890">
                  <c:v>3.64371</c:v>
                </c:pt>
                <c:pt idx="4891">
                  <c:v>3.6435200000000001</c:v>
                </c:pt>
                <c:pt idx="4892">
                  <c:v>3.6450999999999998</c:v>
                </c:pt>
                <c:pt idx="4893">
                  <c:v>3.6429699999999996</c:v>
                </c:pt>
                <c:pt idx="4894">
                  <c:v>3.6426399999999997</c:v>
                </c:pt>
                <c:pt idx="4895">
                  <c:v>3.6422399999999997</c:v>
                </c:pt>
                <c:pt idx="4896">
                  <c:v>3.6455700000000002</c:v>
                </c:pt>
                <c:pt idx="4897">
                  <c:v>3.6539200000000003</c:v>
                </c:pt>
                <c:pt idx="4898">
                  <c:v>3.6518600000000001</c:v>
                </c:pt>
                <c:pt idx="4899">
                  <c:v>3.6711799999999997</c:v>
                </c:pt>
                <c:pt idx="4900">
                  <c:v>3.6737700000000002</c:v>
                </c:pt>
                <c:pt idx="4901">
                  <c:v>3.6924200000000003</c:v>
                </c:pt>
                <c:pt idx="4902">
                  <c:v>3.6506099999999999</c:v>
                </c:pt>
                <c:pt idx="4903">
                  <c:v>3.65205</c:v>
                </c:pt>
                <c:pt idx="4904">
                  <c:v>3.6547299999999998</c:v>
                </c:pt>
                <c:pt idx="4905">
                  <c:v>3.6567399999999997</c:v>
                </c:pt>
                <c:pt idx="4906">
                  <c:v>3.6614100000000001</c:v>
                </c:pt>
                <c:pt idx="4907">
                  <c:v>3.6650200000000002</c:v>
                </c:pt>
                <c:pt idx="4908">
                  <c:v>3.6666999999999996</c:v>
                </c:pt>
                <c:pt idx="4909">
                  <c:v>3.6869999999999998</c:v>
                </c:pt>
                <c:pt idx="4911">
                  <c:v>3.6</c:v>
                </c:pt>
                <c:pt idx="4912">
                  <c:v>3.6</c:v>
                </c:pt>
                <c:pt idx="4913">
                  <c:v>3.6</c:v>
                </c:pt>
                <c:pt idx="4914">
                  <c:v>3.6</c:v>
                </c:pt>
                <c:pt idx="4915">
                  <c:v>3.6</c:v>
                </c:pt>
                <c:pt idx="4916">
                  <c:v>3.6</c:v>
                </c:pt>
                <c:pt idx="4917">
                  <c:v>3.6</c:v>
                </c:pt>
                <c:pt idx="4918">
                  <c:v>3.6</c:v>
                </c:pt>
                <c:pt idx="4919">
                  <c:v>3.6</c:v>
                </c:pt>
                <c:pt idx="4920">
                  <c:v>3.6</c:v>
                </c:pt>
                <c:pt idx="4921">
                  <c:v>3.6</c:v>
                </c:pt>
                <c:pt idx="4922">
                  <c:v>3.6</c:v>
                </c:pt>
                <c:pt idx="4923">
                  <c:v>3.54901</c:v>
                </c:pt>
                <c:pt idx="4924">
                  <c:v>3.5484400000000003</c:v>
                </c:pt>
                <c:pt idx="4925">
                  <c:v>3.5619099999999997</c:v>
                </c:pt>
                <c:pt idx="4926">
                  <c:v>3.5376500000000002</c:v>
                </c:pt>
                <c:pt idx="4927">
                  <c:v>3.5544699999999998</c:v>
                </c:pt>
                <c:pt idx="4928">
                  <c:v>3.5605100000000003</c:v>
                </c:pt>
                <c:pt idx="4929">
                  <c:v>3.5630700000000002</c:v>
                </c:pt>
                <c:pt idx="4930">
                  <c:v>3.5522800000000001</c:v>
                </c:pt>
                <c:pt idx="4931">
                  <c:v>3.5606499999999999</c:v>
                </c:pt>
                <c:pt idx="4932">
                  <c:v>3.5575300000000003</c:v>
                </c:pt>
                <c:pt idx="4933">
                  <c:v>3.5550700000000002</c:v>
                </c:pt>
                <c:pt idx="4934">
                  <c:v>3.5560100000000001</c:v>
                </c:pt>
                <c:pt idx="4935">
                  <c:v>3.5946199999999999</c:v>
                </c:pt>
                <c:pt idx="4936">
                  <c:v>3.5933099999999998</c:v>
                </c:pt>
                <c:pt idx="4937">
                  <c:v>3.5956399999999999</c:v>
                </c:pt>
                <c:pt idx="4938">
                  <c:v>3.5966199999999997</c:v>
                </c:pt>
                <c:pt idx="4939">
                  <c:v>3.5961599999999998</c:v>
                </c:pt>
                <c:pt idx="4940">
                  <c:v>3.5987399999999998</c:v>
                </c:pt>
                <c:pt idx="4941">
                  <c:v>3.6231</c:v>
                </c:pt>
                <c:pt idx="4942">
                  <c:v>3.6658400000000002</c:v>
                </c:pt>
                <c:pt idx="4943">
                  <c:v>3.7040500000000001</c:v>
                </c:pt>
                <c:pt idx="4944">
                  <c:v>3.7579400000000001</c:v>
                </c:pt>
                <c:pt idx="4945">
                  <c:v>3.8223799999999999</c:v>
                </c:pt>
                <c:pt idx="4946">
                  <c:v>3.8938600000000001</c:v>
                </c:pt>
                <c:pt idx="4947">
                  <c:v>3.8103400000000001</c:v>
                </c:pt>
                <c:pt idx="4948">
                  <c:v>3.7547100000000002</c:v>
                </c:pt>
                <c:pt idx="4949">
                  <c:v>4.2343900000000003</c:v>
                </c:pt>
                <c:pt idx="4950">
                  <c:v>4.5511299999999997</c:v>
                </c:pt>
                <c:pt idx="4951">
                  <c:v>4.8941300000000005</c:v>
                </c:pt>
                <c:pt idx="4952">
                  <c:v>5.0651400000000004</c:v>
                </c:pt>
                <c:pt idx="4953">
                  <c:v>5.2791000000000006</c:v>
                </c:pt>
                <c:pt idx="4954">
                  <c:v>5.5416800000000004</c:v>
                </c:pt>
                <c:pt idx="4955">
                  <c:v>3.6</c:v>
                </c:pt>
                <c:pt idx="4956">
                  <c:v>3.6</c:v>
                </c:pt>
                <c:pt idx="4957">
                  <c:v>3.6</c:v>
                </c:pt>
                <c:pt idx="4958">
                  <c:v>3.6</c:v>
                </c:pt>
                <c:pt idx="4959">
                  <c:v>3.5</c:v>
                </c:pt>
                <c:pt idx="4964">
                  <c:v>4.1980000000000004</c:v>
                </c:pt>
                <c:pt idx="4965">
                  <c:v>4.1980000000000004</c:v>
                </c:pt>
                <c:pt idx="4966">
                  <c:v>4.1980000000000004</c:v>
                </c:pt>
                <c:pt idx="4967">
                  <c:v>4.1980000000000004</c:v>
                </c:pt>
                <c:pt idx="4968">
                  <c:v>4.1980000000000004</c:v>
                </c:pt>
                <c:pt idx="4969">
                  <c:v>4.1980000000000004</c:v>
                </c:pt>
                <c:pt idx="4970">
                  <c:v>4.1980000000000004</c:v>
                </c:pt>
                <c:pt idx="4971">
                  <c:v>4.1980000000000004</c:v>
                </c:pt>
                <c:pt idx="4972">
                  <c:v>4.1980000000000004</c:v>
                </c:pt>
                <c:pt idx="4973">
                  <c:v>4.1980000000000004</c:v>
                </c:pt>
                <c:pt idx="4974">
                  <c:v>4.1980000000000004</c:v>
                </c:pt>
                <c:pt idx="4975">
                  <c:v>3.74925</c:v>
                </c:pt>
                <c:pt idx="4976">
                  <c:v>3.7574899999999998</c:v>
                </c:pt>
                <c:pt idx="4977">
                  <c:v>3.70173</c:v>
                </c:pt>
                <c:pt idx="4978">
                  <c:v>3.74844</c:v>
                </c:pt>
                <c:pt idx="4979">
                  <c:v>3.7530199999999998</c:v>
                </c:pt>
                <c:pt idx="4980">
                  <c:v>3.7566299999999999</c:v>
                </c:pt>
                <c:pt idx="4981">
                  <c:v>3.6449600000000002</c:v>
                </c:pt>
                <c:pt idx="4982">
                  <c:v>3.6204800000000001</c:v>
                </c:pt>
                <c:pt idx="4983">
                  <c:v>3.71448</c:v>
                </c:pt>
                <c:pt idx="4984">
                  <c:v>3.7174699999999996</c:v>
                </c:pt>
                <c:pt idx="4985">
                  <c:v>3.7361599999999999</c:v>
                </c:pt>
                <c:pt idx="4986">
                  <c:v>3.7363899999999997</c:v>
                </c:pt>
                <c:pt idx="4987">
                  <c:v>3.7372700000000001</c:v>
                </c:pt>
                <c:pt idx="4988">
                  <c:v>3.73705</c:v>
                </c:pt>
                <c:pt idx="4989">
                  <c:v>3.7354600000000002</c:v>
                </c:pt>
                <c:pt idx="4990">
                  <c:v>3.7333000000000003</c:v>
                </c:pt>
                <c:pt idx="4991">
                  <c:v>3.73184</c:v>
                </c:pt>
                <c:pt idx="4992">
                  <c:v>3.73062</c:v>
                </c:pt>
                <c:pt idx="4993">
                  <c:v>3.72749</c:v>
                </c:pt>
                <c:pt idx="4994">
                  <c:v>3.7248399999999999</c:v>
                </c:pt>
                <c:pt idx="4995">
                  <c:v>3.72159</c:v>
                </c:pt>
                <c:pt idx="4996">
                  <c:v>3.72017</c:v>
                </c:pt>
                <c:pt idx="4997">
                  <c:v>3.7632099999999999</c:v>
                </c:pt>
                <c:pt idx="4998">
                  <c:v>3.7573799999999999</c:v>
                </c:pt>
                <c:pt idx="4999">
                  <c:v>3.7490799999999997</c:v>
                </c:pt>
                <c:pt idx="5000">
                  <c:v>3.7390300000000001</c:v>
                </c:pt>
                <c:pt idx="5001">
                  <c:v>4.1980000000000004</c:v>
                </c:pt>
                <c:pt idx="5002">
                  <c:v>4.1980000000000004</c:v>
                </c:pt>
                <c:pt idx="5003">
                  <c:v>4.1980000000000004</c:v>
                </c:pt>
                <c:pt idx="5004">
                  <c:v>4.1980000000000004</c:v>
                </c:pt>
                <c:pt idx="5005">
                  <c:v>4.1980000000000004</c:v>
                </c:pt>
                <c:pt idx="5006">
                  <c:v>4.1980000000000004</c:v>
                </c:pt>
                <c:pt idx="5007">
                  <c:v>4.1980000000000004</c:v>
                </c:pt>
                <c:pt idx="5008">
                  <c:v>4.1980000000000004</c:v>
                </c:pt>
                <c:pt idx="5009">
                  <c:v>4.1980000000000004</c:v>
                </c:pt>
                <c:pt idx="5014">
                  <c:v>4.3319999999999999</c:v>
                </c:pt>
                <c:pt idx="5015">
                  <c:v>4.3319999999999999</c:v>
                </c:pt>
                <c:pt idx="5016">
                  <c:v>4.3319999999999999</c:v>
                </c:pt>
                <c:pt idx="5017">
                  <c:v>4.3319999999999999</c:v>
                </c:pt>
                <c:pt idx="5018">
                  <c:v>4.3319999999999999</c:v>
                </c:pt>
                <c:pt idx="5019">
                  <c:v>4.2889399999999993</c:v>
                </c:pt>
                <c:pt idx="5020">
                  <c:v>4.3003100000000005</c:v>
                </c:pt>
                <c:pt idx="5021">
                  <c:v>4.3066700000000004</c:v>
                </c:pt>
                <c:pt idx="5022">
                  <c:v>4.3114399999999993</c:v>
                </c:pt>
                <c:pt idx="5023">
                  <c:v>4.2980299999999998</c:v>
                </c:pt>
                <c:pt idx="5024">
                  <c:v>4.3022999999999998</c:v>
                </c:pt>
                <c:pt idx="5025">
                  <c:v>3.8600300000000001</c:v>
                </c:pt>
                <c:pt idx="5026">
                  <c:v>3.8674599999999999</c:v>
                </c:pt>
                <c:pt idx="5027">
                  <c:v>3.8381699999999999</c:v>
                </c:pt>
                <c:pt idx="5028">
                  <c:v>3.8421399999999997</c:v>
                </c:pt>
                <c:pt idx="5029">
                  <c:v>3.84545</c:v>
                </c:pt>
                <c:pt idx="5030">
                  <c:v>3.8481399999999999</c:v>
                </c:pt>
                <c:pt idx="5031">
                  <c:v>3.8508</c:v>
                </c:pt>
                <c:pt idx="5032">
                  <c:v>3.8531300000000002</c:v>
                </c:pt>
                <c:pt idx="5033">
                  <c:v>3.9441599999999997</c:v>
                </c:pt>
                <c:pt idx="5034">
                  <c:v>3.9505700000000004</c:v>
                </c:pt>
                <c:pt idx="5035">
                  <c:v>3.82315</c:v>
                </c:pt>
                <c:pt idx="5036">
                  <c:v>3.8226199999999997</c:v>
                </c:pt>
                <c:pt idx="5037">
                  <c:v>3.8235399999999999</c:v>
                </c:pt>
                <c:pt idx="5038">
                  <c:v>3.8233000000000001</c:v>
                </c:pt>
                <c:pt idx="5039">
                  <c:v>3.8235799999999998</c:v>
                </c:pt>
                <c:pt idx="5040">
                  <c:v>3.8243100000000001</c:v>
                </c:pt>
                <c:pt idx="5041">
                  <c:v>3.8238099999999999</c:v>
                </c:pt>
                <c:pt idx="5042">
                  <c:v>3.82254</c:v>
                </c:pt>
                <c:pt idx="5043">
                  <c:v>3.8215300000000001</c:v>
                </c:pt>
                <c:pt idx="5044">
                  <c:v>3.8198499999999997</c:v>
                </c:pt>
                <c:pt idx="5045">
                  <c:v>3.8193000000000001</c:v>
                </c:pt>
                <c:pt idx="5046">
                  <c:v>3.85602</c:v>
                </c:pt>
                <c:pt idx="5047">
                  <c:v>3.8504499999999999</c:v>
                </c:pt>
                <c:pt idx="5048">
                  <c:v>3.8448000000000002</c:v>
                </c:pt>
                <c:pt idx="5049">
                  <c:v>3.8384399999999999</c:v>
                </c:pt>
                <c:pt idx="5050">
                  <c:v>3.8250900000000003</c:v>
                </c:pt>
                <c:pt idx="5051">
                  <c:v>4.4512200000000002</c:v>
                </c:pt>
                <c:pt idx="5052">
                  <c:v>4.4695</c:v>
                </c:pt>
                <c:pt idx="5053">
                  <c:v>4.4600499999999998</c:v>
                </c:pt>
                <c:pt idx="5054">
                  <c:v>4.4446899999999996</c:v>
                </c:pt>
                <c:pt idx="5055">
                  <c:v>4.4135200000000001</c:v>
                </c:pt>
                <c:pt idx="5056">
                  <c:v>4.5010000000000003</c:v>
                </c:pt>
                <c:pt idx="5057">
                  <c:v>4.5010000000000003</c:v>
                </c:pt>
                <c:pt idx="5058">
                  <c:v>4.5010000000000003</c:v>
                </c:pt>
                <c:pt idx="5059">
                  <c:v>4.5010000000000003</c:v>
                </c:pt>
                <c:pt idx="5066">
                  <c:v>3.7095500000000001</c:v>
                </c:pt>
                <c:pt idx="5067">
                  <c:v>3.71156</c:v>
                </c:pt>
                <c:pt idx="5068">
                  <c:v>3.7066999999999997</c:v>
                </c:pt>
                <c:pt idx="5069">
                  <c:v>3.7071300000000003</c:v>
                </c:pt>
                <c:pt idx="5070">
                  <c:v>3.7071000000000001</c:v>
                </c:pt>
                <c:pt idx="5071">
                  <c:v>3.7071199999999997</c:v>
                </c:pt>
                <c:pt idx="5072">
                  <c:v>3.7061599999999997</c:v>
                </c:pt>
                <c:pt idx="5073">
                  <c:v>3.7075</c:v>
                </c:pt>
                <c:pt idx="5074">
                  <c:v>3.9556</c:v>
                </c:pt>
                <c:pt idx="5075">
                  <c:v>3.9452600000000002</c:v>
                </c:pt>
                <c:pt idx="5076">
                  <c:v>3.86239</c:v>
                </c:pt>
                <c:pt idx="5077">
                  <c:v>3.8506900000000002</c:v>
                </c:pt>
                <c:pt idx="5078">
                  <c:v>3.7207499999999998</c:v>
                </c:pt>
                <c:pt idx="5079">
                  <c:v>3.7186999999999997</c:v>
                </c:pt>
                <c:pt idx="5080">
                  <c:v>3.6860500000000003</c:v>
                </c:pt>
                <c:pt idx="5081">
                  <c:v>3.6855199999999999</c:v>
                </c:pt>
                <c:pt idx="5082">
                  <c:v>3.6839200000000001</c:v>
                </c:pt>
                <c:pt idx="5083">
                  <c:v>3.68404</c:v>
                </c:pt>
                <c:pt idx="5084">
                  <c:v>3.68418</c:v>
                </c:pt>
                <c:pt idx="5085">
                  <c:v>3.6855799999999999</c:v>
                </c:pt>
                <c:pt idx="5086">
                  <c:v>3.6919</c:v>
                </c:pt>
                <c:pt idx="5087">
                  <c:v>3.6915900000000001</c:v>
                </c:pt>
                <c:pt idx="5088">
                  <c:v>3.6924000000000001</c:v>
                </c:pt>
                <c:pt idx="5089">
                  <c:v>3.6923900000000001</c:v>
                </c:pt>
                <c:pt idx="5090">
                  <c:v>3.69136</c:v>
                </c:pt>
                <c:pt idx="5091">
                  <c:v>3.6906500000000002</c:v>
                </c:pt>
                <c:pt idx="5092">
                  <c:v>3.6905399999999999</c:v>
                </c:pt>
                <c:pt idx="5093">
                  <c:v>3.6915200000000001</c:v>
                </c:pt>
                <c:pt idx="5094">
                  <c:v>3.6902300000000001</c:v>
                </c:pt>
                <c:pt idx="5095">
                  <c:v>3.6900300000000001</c:v>
                </c:pt>
                <c:pt idx="5096">
                  <c:v>3.6897500000000001</c:v>
                </c:pt>
                <c:pt idx="5097">
                  <c:v>3.6915300000000002</c:v>
                </c:pt>
                <c:pt idx="5098">
                  <c:v>3.7313200000000002</c:v>
                </c:pt>
                <c:pt idx="5099">
                  <c:v>3.7306900000000001</c:v>
                </c:pt>
                <c:pt idx="5100">
                  <c:v>3.7334999999999998</c:v>
                </c:pt>
                <c:pt idx="5101">
                  <c:v>3.7340100000000001</c:v>
                </c:pt>
                <c:pt idx="5102">
                  <c:v>3.7061500000000001</c:v>
                </c:pt>
                <c:pt idx="5103">
                  <c:v>3.7062900000000001</c:v>
                </c:pt>
                <c:pt idx="5104">
                  <c:v>3.7062199999999996</c:v>
                </c:pt>
                <c:pt idx="5105">
                  <c:v>3.7065000000000001</c:v>
                </c:pt>
                <c:pt idx="5106">
                  <c:v>3.7070799999999999</c:v>
                </c:pt>
                <c:pt idx="5107">
                  <c:v>3.7080900000000003</c:v>
                </c:pt>
                <c:pt idx="5108">
                  <c:v>3.7100399999999998</c:v>
                </c:pt>
                <c:pt idx="5112">
                  <c:v>4.1429999999999998</c:v>
                </c:pt>
                <c:pt idx="5113">
                  <c:v>4.1429999999999998</c:v>
                </c:pt>
                <c:pt idx="5114">
                  <c:v>4.1429999999999998</c:v>
                </c:pt>
                <c:pt idx="5115">
                  <c:v>4.1417999999999999</c:v>
                </c:pt>
                <c:pt idx="5116">
                  <c:v>4.1393699999999995</c:v>
                </c:pt>
                <c:pt idx="5117">
                  <c:v>4.1367200000000004</c:v>
                </c:pt>
                <c:pt idx="5118">
                  <c:v>4.1258599999999994</c:v>
                </c:pt>
                <c:pt idx="5119">
                  <c:v>4.1121000000000008</c:v>
                </c:pt>
                <c:pt idx="5120">
                  <c:v>4.0941099999999997</c:v>
                </c:pt>
                <c:pt idx="5121">
                  <c:v>4.0748600000000001</c:v>
                </c:pt>
                <c:pt idx="5122">
                  <c:v>4.0573899999999998</c:v>
                </c:pt>
                <c:pt idx="5123">
                  <c:v>4.0472299999999999</c:v>
                </c:pt>
                <c:pt idx="5124">
                  <c:v>4.0049099999999997</c:v>
                </c:pt>
                <c:pt idx="5125">
                  <c:v>3.9650300000000001</c:v>
                </c:pt>
                <c:pt idx="5126">
                  <c:v>4.0000799999999996</c:v>
                </c:pt>
                <c:pt idx="5127">
                  <c:v>3.8917600000000001</c:v>
                </c:pt>
                <c:pt idx="5128">
                  <c:v>3.8888099999999999</c:v>
                </c:pt>
                <c:pt idx="5129">
                  <c:v>3.8826900000000002</c:v>
                </c:pt>
                <c:pt idx="5130">
                  <c:v>3.8786900000000002</c:v>
                </c:pt>
                <c:pt idx="5131">
                  <c:v>3.8759899999999998</c:v>
                </c:pt>
                <c:pt idx="5132">
                  <c:v>3.5867300000000002</c:v>
                </c:pt>
                <c:pt idx="5133">
                  <c:v>3.5878200000000002</c:v>
                </c:pt>
                <c:pt idx="5134">
                  <c:v>3.5889499999999996</c:v>
                </c:pt>
                <c:pt idx="5135">
                  <c:v>3.5897600000000001</c:v>
                </c:pt>
                <c:pt idx="5136">
                  <c:v>3.58832</c:v>
                </c:pt>
                <c:pt idx="5137">
                  <c:v>3.5883000000000003</c:v>
                </c:pt>
                <c:pt idx="5138">
                  <c:v>3.58771</c:v>
                </c:pt>
                <c:pt idx="5139">
                  <c:v>3.5869</c:v>
                </c:pt>
                <c:pt idx="5140">
                  <c:v>3.5861799999999997</c:v>
                </c:pt>
                <c:pt idx="5141">
                  <c:v>3.5850399999999998</c:v>
                </c:pt>
                <c:pt idx="5142">
                  <c:v>3.5839600000000003</c:v>
                </c:pt>
                <c:pt idx="5143">
                  <c:v>3.5825300000000002</c:v>
                </c:pt>
                <c:pt idx="5144">
                  <c:v>3.5809899999999999</c:v>
                </c:pt>
                <c:pt idx="5145">
                  <c:v>3.5791399999999998</c:v>
                </c:pt>
                <c:pt idx="5146">
                  <c:v>3.5766999999999998</c:v>
                </c:pt>
                <c:pt idx="5147">
                  <c:v>3.5742699999999998</c:v>
                </c:pt>
                <c:pt idx="5148">
                  <c:v>3.90998</c:v>
                </c:pt>
                <c:pt idx="5149">
                  <c:v>3.9171499999999999</c:v>
                </c:pt>
                <c:pt idx="5150">
                  <c:v>3.9571100000000001</c:v>
                </c:pt>
                <c:pt idx="5151">
                  <c:v>4.0261300000000002</c:v>
                </c:pt>
                <c:pt idx="5152">
                  <c:v>4.0705299999999998</c:v>
                </c:pt>
                <c:pt idx="5153">
                  <c:v>4.0895599999999996</c:v>
                </c:pt>
                <c:pt idx="5154">
                  <c:v>4.1070200000000003</c:v>
                </c:pt>
                <c:pt idx="5155">
                  <c:v>4.1191700000000004</c:v>
                </c:pt>
                <c:pt idx="5156">
                  <c:v>4.1303900000000002</c:v>
                </c:pt>
                <c:pt idx="5157">
                  <c:v>4.13734</c:v>
                </c:pt>
                <c:pt idx="5158">
                  <c:v>4.1416199999999996</c:v>
                </c:pt>
                <c:pt idx="5159">
                  <c:v>4.1429999999999998</c:v>
                </c:pt>
                <c:pt idx="5166">
                  <c:v>3.8</c:v>
                </c:pt>
                <c:pt idx="5167">
                  <c:v>3.8</c:v>
                </c:pt>
                <c:pt idx="5168">
                  <c:v>3.8</c:v>
                </c:pt>
                <c:pt idx="5169">
                  <c:v>3.8</c:v>
                </c:pt>
                <c:pt idx="5170">
                  <c:v>3.8</c:v>
                </c:pt>
                <c:pt idx="5171">
                  <c:v>3.8</c:v>
                </c:pt>
                <c:pt idx="5172">
                  <c:v>3.8</c:v>
                </c:pt>
                <c:pt idx="5173">
                  <c:v>3.8</c:v>
                </c:pt>
                <c:pt idx="5174">
                  <c:v>3.8</c:v>
                </c:pt>
                <c:pt idx="5175">
                  <c:v>3.8</c:v>
                </c:pt>
                <c:pt idx="5176">
                  <c:v>3.8</c:v>
                </c:pt>
                <c:pt idx="5177">
                  <c:v>3.8</c:v>
                </c:pt>
                <c:pt idx="5178">
                  <c:v>3.8</c:v>
                </c:pt>
                <c:pt idx="5179">
                  <c:v>3.8</c:v>
                </c:pt>
                <c:pt idx="5180">
                  <c:v>3.8</c:v>
                </c:pt>
                <c:pt idx="5181">
                  <c:v>3.8</c:v>
                </c:pt>
                <c:pt idx="5182">
                  <c:v>3.8</c:v>
                </c:pt>
                <c:pt idx="5183">
                  <c:v>3.8</c:v>
                </c:pt>
                <c:pt idx="5184">
                  <c:v>3.8</c:v>
                </c:pt>
                <c:pt idx="5185">
                  <c:v>3.8</c:v>
                </c:pt>
                <c:pt idx="5186">
                  <c:v>3.8</c:v>
                </c:pt>
                <c:pt idx="5187">
                  <c:v>3.8</c:v>
                </c:pt>
                <c:pt idx="5188">
                  <c:v>3.8755600000000001</c:v>
                </c:pt>
                <c:pt idx="5189">
                  <c:v>3.8758600000000003</c:v>
                </c:pt>
                <c:pt idx="5190">
                  <c:v>3.8744800000000001</c:v>
                </c:pt>
                <c:pt idx="5191">
                  <c:v>3.8746300000000002</c:v>
                </c:pt>
                <c:pt idx="5192">
                  <c:v>3.8762699999999999</c:v>
                </c:pt>
                <c:pt idx="5193">
                  <c:v>3.8810899999999999</c:v>
                </c:pt>
                <c:pt idx="5194">
                  <c:v>3.8810799999999999</c:v>
                </c:pt>
                <c:pt idx="5195">
                  <c:v>3.8845100000000001</c:v>
                </c:pt>
                <c:pt idx="5196">
                  <c:v>3.88937</c:v>
                </c:pt>
                <c:pt idx="5197">
                  <c:v>3.8996999999999997</c:v>
                </c:pt>
                <c:pt idx="5198">
                  <c:v>3.9059400000000002</c:v>
                </c:pt>
                <c:pt idx="5199">
                  <c:v>3.9095900000000001</c:v>
                </c:pt>
                <c:pt idx="5200">
                  <c:v>3.8</c:v>
                </c:pt>
                <c:pt idx="5201">
                  <c:v>3.8</c:v>
                </c:pt>
                <c:pt idx="5202">
                  <c:v>3.8</c:v>
                </c:pt>
                <c:pt idx="5203">
                  <c:v>3.8</c:v>
                </c:pt>
                <c:pt idx="5204">
                  <c:v>3.8</c:v>
                </c:pt>
                <c:pt idx="5205">
                  <c:v>3.8</c:v>
                </c:pt>
                <c:pt idx="5206">
                  <c:v>3.8</c:v>
                </c:pt>
                <c:pt idx="5207">
                  <c:v>3.8</c:v>
                </c:pt>
                <c:pt idx="5208">
                  <c:v>3.8</c:v>
                </c:pt>
                <c:pt idx="5215">
                  <c:v>3.601</c:v>
                </c:pt>
                <c:pt idx="5216">
                  <c:v>3.6619200000000003</c:v>
                </c:pt>
                <c:pt idx="5217">
                  <c:v>3.6641699999999999</c:v>
                </c:pt>
                <c:pt idx="5218">
                  <c:v>3.7154499999999997</c:v>
                </c:pt>
                <c:pt idx="5219">
                  <c:v>3.7125300000000001</c:v>
                </c:pt>
                <c:pt idx="5220">
                  <c:v>3.7143899999999999</c:v>
                </c:pt>
                <c:pt idx="5221">
                  <c:v>3.72031</c:v>
                </c:pt>
                <c:pt idx="5222">
                  <c:v>3.7210199999999998</c:v>
                </c:pt>
                <c:pt idx="5223">
                  <c:v>3.7168400000000004</c:v>
                </c:pt>
                <c:pt idx="5224">
                  <c:v>3.7152399999999997</c:v>
                </c:pt>
                <c:pt idx="5225">
                  <c:v>3.7130199999999998</c:v>
                </c:pt>
                <c:pt idx="5226">
                  <c:v>3.7428000000000003</c:v>
                </c:pt>
                <c:pt idx="5227">
                  <c:v>3.7409299999999996</c:v>
                </c:pt>
                <c:pt idx="5228">
                  <c:v>3.7444099999999998</c:v>
                </c:pt>
                <c:pt idx="5229">
                  <c:v>3.7436500000000001</c:v>
                </c:pt>
                <c:pt idx="5230">
                  <c:v>3.7389999999999999</c:v>
                </c:pt>
                <c:pt idx="5231">
                  <c:v>3.74213</c:v>
                </c:pt>
                <c:pt idx="5232">
                  <c:v>3.7401500000000003</c:v>
                </c:pt>
                <c:pt idx="5233">
                  <c:v>3.7357399999999998</c:v>
                </c:pt>
                <c:pt idx="5234">
                  <c:v>3.7356199999999999</c:v>
                </c:pt>
                <c:pt idx="5235">
                  <c:v>3.7356199999999999</c:v>
                </c:pt>
                <c:pt idx="5236">
                  <c:v>3.7069999999999999</c:v>
                </c:pt>
                <c:pt idx="5237">
                  <c:v>3.7067299999999999</c:v>
                </c:pt>
                <c:pt idx="5238">
                  <c:v>3.7061799999999998</c:v>
                </c:pt>
                <c:pt idx="5239">
                  <c:v>3.70723</c:v>
                </c:pt>
                <c:pt idx="5240">
                  <c:v>3.7070500000000002</c:v>
                </c:pt>
                <c:pt idx="5241">
                  <c:v>3.7054399999999998</c:v>
                </c:pt>
                <c:pt idx="5242">
                  <c:v>3.7045700000000004</c:v>
                </c:pt>
                <c:pt idx="5243">
                  <c:v>3.7042600000000001</c:v>
                </c:pt>
                <c:pt idx="5244">
                  <c:v>3.7054699999999996</c:v>
                </c:pt>
                <c:pt idx="5245">
                  <c:v>3.7035999999999998</c:v>
                </c:pt>
                <c:pt idx="5246">
                  <c:v>3.7030700000000003</c:v>
                </c:pt>
                <c:pt idx="5247">
                  <c:v>3.7299799999999999</c:v>
                </c:pt>
                <c:pt idx="5248">
                  <c:v>3.7906999999999997</c:v>
                </c:pt>
                <c:pt idx="5249">
                  <c:v>3.7401799999999996</c:v>
                </c:pt>
                <c:pt idx="5250">
                  <c:v>3.7420399999999998</c:v>
                </c:pt>
                <c:pt idx="5251">
                  <c:v>3.7452199999999998</c:v>
                </c:pt>
                <c:pt idx="5252">
                  <c:v>3.6968899999999998</c:v>
                </c:pt>
                <c:pt idx="5253">
                  <c:v>3.6949899999999998</c:v>
                </c:pt>
                <c:pt idx="5254">
                  <c:v>3.69034</c:v>
                </c:pt>
                <c:pt idx="5255">
                  <c:v>3.6883400000000002</c:v>
                </c:pt>
                <c:pt idx="5256">
                  <c:v>3.68289</c:v>
                </c:pt>
                <c:pt idx="5257">
                  <c:v>3.6859799999999998</c:v>
                </c:pt>
                <c:pt idx="5258">
                  <c:v>3.7100399999999998</c:v>
                </c:pt>
                <c:pt idx="5266">
                  <c:v>3.7095500000000001</c:v>
                </c:pt>
                <c:pt idx="5267">
                  <c:v>3.7125900000000001</c:v>
                </c:pt>
                <c:pt idx="5268">
                  <c:v>3.7105700000000001</c:v>
                </c:pt>
                <c:pt idx="5269">
                  <c:v>3.71034</c:v>
                </c:pt>
                <c:pt idx="5270">
                  <c:v>3.71027</c:v>
                </c:pt>
                <c:pt idx="5271">
                  <c:v>3.7104599999999999</c:v>
                </c:pt>
                <c:pt idx="5272">
                  <c:v>3.71041</c:v>
                </c:pt>
                <c:pt idx="5273">
                  <c:v>3.7103800000000002</c:v>
                </c:pt>
                <c:pt idx="5274">
                  <c:v>3.7103699999999997</c:v>
                </c:pt>
                <c:pt idx="5275">
                  <c:v>3.7103899999999999</c:v>
                </c:pt>
                <c:pt idx="5276">
                  <c:v>3.71034</c:v>
                </c:pt>
                <c:pt idx="5277">
                  <c:v>3.71035</c:v>
                </c:pt>
                <c:pt idx="5278">
                  <c:v>3.71035</c:v>
                </c:pt>
                <c:pt idx="5279">
                  <c:v>3.7103699999999997</c:v>
                </c:pt>
                <c:pt idx="5280">
                  <c:v>3.71035</c:v>
                </c:pt>
                <c:pt idx="5281">
                  <c:v>3.7103800000000002</c:v>
                </c:pt>
                <c:pt idx="5282">
                  <c:v>3.7103600000000001</c:v>
                </c:pt>
                <c:pt idx="5283">
                  <c:v>3.71034</c:v>
                </c:pt>
                <c:pt idx="5284">
                  <c:v>3.71035</c:v>
                </c:pt>
                <c:pt idx="5285">
                  <c:v>3.7103600000000001</c:v>
                </c:pt>
                <c:pt idx="5286">
                  <c:v>3.7103800000000002</c:v>
                </c:pt>
                <c:pt idx="5287">
                  <c:v>3.7103699999999997</c:v>
                </c:pt>
                <c:pt idx="5288">
                  <c:v>3.71035</c:v>
                </c:pt>
                <c:pt idx="5289">
                  <c:v>3.71034</c:v>
                </c:pt>
                <c:pt idx="5290">
                  <c:v>3.7971500000000002</c:v>
                </c:pt>
                <c:pt idx="5291">
                  <c:v>3.7995300000000003</c:v>
                </c:pt>
                <c:pt idx="5292">
                  <c:v>3.8019400000000001</c:v>
                </c:pt>
                <c:pt idx="5293">
                  <c:v>3.8050999999999999</c:v>
                </c:pt>
                <c:pt idx="5294">
                  <c:v>3.80918</c:v>
                </c:pt>
                <c:pt idx="5295">
                  <c:v>3.81446</c:v>
                </c:pt>
                <c:pt idx="5296">
                  <c:v>3.82219</c:v>
                </c:pt>
                <c:pt idx="5297">
                  <c:v>3.83128</c:v>
                </c:pt>
                <c:pt idx="5298">
                  <c:v>3.7103099999999998</c:v>
                </c:pt>
                <c:pt idx="5299">
                  <c:v>3.7103699999999997</c:v>
                </c:pt>
                <c:pt idx="5300">
                  <c:v>3.7104200000000001</c:v>
                </c:pt>
                <c:pt idx="5301">
                  <c:v>3.71034</c:v>
                </c:pt>
                <c:pt idx="5302">
                  <c:v>3.7104200000000001</c:v>
                </c:pt>
                <c:pt idx="5303">
                  <c:v>3.7104299999999997</c:v>
                </c:pt>
                <c:pt idx="5304">
                  <c:v>3.71048</c:v>
                </c:pt>
                <c:pt idx="5305">
                  <c:v>3.7105600000000001</c:v>
                </c:pt>
                <c:pt idx="5306">
                  <c:v>3.71034</c:v>
                </c:pt>
                <c:pt idx="5307">
                  <c:v>3.7100399999999998</c:v>
                </c:pt>
                <c:pt idx="5308">
                  <c:v>3.71156</c:v>
                </c:pt>
                <c:pt idx="5316">
                  <c:v>3.7095500000000001</c:v>
                </c:pt>
                <c:pt idx="5317">
                  <c:v>3.71156</c:v>
                </c:pt>
                <c:pt idx="5318">
                  <c:v>3.7337500000000001</c:v>
                </c:pt>
                <c:pt idx="5319">
                  <c:v>3.7382300000000002</c:v>
                </c:pt>
                <c:pt idx="5320">
                  <c:v>3.73204</c:v>
                </c:pt>
                <c:pt idx="5321">
                  <c:v>3.7312399999999997</c:v>
                </c:pt>
                <c:pt idx="5322">
                  <c:v>3.7315</c:v>
                </c:pt>
                <c:pt idx="5323">
                  <c:v>3.7050799999999997</c:v>
                </c:pt>
                <c:pt idx="5324">
                  <c:v>3.7046600000000001</c:v>
                </c:pt>
                <c:pt idx="5325">
                  <c:v>3.71225</c:v>
                </c:pt>
                <c:pt idx="5326">
                  <c:v>3.7154000000000003</c:v>
                </c:pt>
                <c:pt idx="5327">
                  <c:v>3.7136100000000001</c:v>
                </c:pt>
                <c:pt idx="5328">
                  <c:v>3.71312</c:v>
                </c:pt>
                <c:pt idx="5329">
                  <c:v>3.7037</c:v>
                </c:pt>
                <c:pt idx="5330">
                  <c:v>3.7123900000000001</c:v>
                </c:pt>
                <c:pt idx="5331">
                  <c:v>3.70825</c:v>
                </c:pt>
                <c:pt idx="5332">
                  <c:v>3.6983000000000001</c:v>
                </c:pt>
                <c:pt idx="5333">
                  <c:v>3.6970300000000003</c:v>
                </c:pt>
                <c:pt idx="5334">
                  <c:v>3.6966199999999998</c:v>
                </c:pt>
                <c:pt idx="5335">
                  <c:v>3.7031900000000002</c:v>
                </c:pt>
                <c:pt idx="5336">
                  <c:v>3.7786999999999997</c:v>
                </c:pt>
                <c:pt idx="5337">
                  <c:v>3.7780500000000004</c:v>
                </c:pt>
                <c:pt idx="5338">
                  <c:v>3.7796099999999999</c:v>
                </c:pt>
                <c:pt idx="5339">
                  <c:v>3.7804799999999998</c:v>
                </c:pt>
                <c:pt idx="5340">
                  <c:v>3.77902</c:v>
                </c:pt>
                <c:pt idx="5341">
                  <c:v>3.7786300000000002</c:v>
                </c:pt>
                <c:pt idx="5342">
                  <c:v>3.7808200000000003</c:v>
                </c:pt>
                <c:pt idx="5343">
                  <c:v>3.7873699999999997</c:v>
                </c:pt>
                <c:pt idx="5344">
                  <c:v>3.7873000000000001</c:v>
                </c:pt>
                <c:pt idx="5345">
                  <c:v>3.7923400000000003</c:v>
                </c:pt>
                <c:pt idx="5346">
                  <c:v>3.79833</c:v>
                </c:pt>
                <c:pt idx="5347">
                  <c:v>3.8118000000000003</c:v>
                </c:pt>
                <c:pt idx="5348">
                  <c:v>3.8215700000000004</c:v>
                </c:pt>
                <c:pt idx="5349">
                  <c:v>3.8298400000000004</c:v>
                </c:pt>
                <c:pt idx="5350">
                  <c:v>3.7622499999999999</c:v>
                </c:pt>
                <c:pt idx="5351">
                  <c:v>3.7646799999999998</c:v>
                </c:pt>
                <c:pt idx="5352">
                  <c:v>3.7543500000000001</c:v>
                </c:pt>
                <c:pt idx="5353">
                  <c:v>3.7439899999999997</c:v>
                </c:pt>
                <c:pt idx="5354">
                  <c:v>3.74518</c:v>
                </c:pt>
                <c:pt idx="5355">
                  <c:v>3.7690100000000002</c:v>
                </c:pt>
                <c:pt idx="5356">
                  <c:v>3.7808099999999998</c:v>
                </c:pt>
                <c:pt idx="5357">
                  <c:v>3.7911799999999998</c:v>
                </c:pt>
                <c:pt idx="5358">
                  <c:v>3.7836699999999999</c:v>
                </c:pt>
                <c:pt idx="5365">
                  <c:v>4.266</c:v>
                </c:pt>
                <c:pt idx="5366">
                  <c:v>3.97193</c:v>
                </c:pt>
                <c:pt idx="5367">
                  <c:v>3.96021</c:v>
                </c:pt>
                <c:pt idx="5368">
                  <c:v>3.9013</c:v>
                </c:pt>
                <c:pt idx="5369">
                  <c:v>3.9139499999999998</c:v>
                </c:pt>
                <c:pt idx="5370">
                  <c:v>3.9056700000000002</c:v>
                </c:pt>
                <c:pt idx="5371">
                  <c:v>3.8984899999999998</c:v>
                </c:pt>
                <c:pt idx="5372">
                  <c:v>3.8914400000000002</c:v>
                </c:pt>
                <c:pt idx="5373">
                  <c:v>3.9100900000000003</c:v>
                </c:pt>
                <c:pt idx="5374">
                  <c:v>3.91587</c:v>
                </c:pt>
                <c:pt idx="5375">
                  <c:v>3.91547</c:v>
                </c:pt>
                <c:pt idx="5376">
                  <c:v>3.9140600000000001</c:v>
                </c:pt>
                <c:pt idx="5377">
                  <c:v>3.91133</c:v>
                </c:pt>
                <c:pt idx="5378">
                  <c:v>3.8917100000000002</c:v>
                </c:pt>
                <c:pt idx="5379">
                  <c:v>3.8788800000000001</c:v>
                </c:pt>
                <c:pt idx="5380">
                  <c:v>3.86856</c:v>
                </c:pt>
                <c:pt idx="5381">
                  <c:v>3.8601999999999999</c:v>
                </c:pt>
                <c:pt idx="5382">
                  <c:v>3.8545500000000001</c:v>
                </c:pt>
                <c:pt idx="5383">
                  <c:v>3.84911</c:v>
                </c:pt>
                <c:pt idx="5384">
                  <c:v>3.8447199999999997</c:v>
                </c:pt>
                <c:pt idx="5385">
                  <c:v>3.8435999999999999</c:v>
                </c:pt>
                <c:pt idx="5386">
                  <c:v>3.7238000000000002</c:v>
                </c:pt>
                <c:pt idx="5387">
                  <c:v>3.7235800000000001</c:v>
                </c:pt>
                <c:pt idx="5388">
                  <c:v>3.7243900000000001</c:v>
                </c:pt>
                <c:pt idx="5389">
                  <c:v>3.7247699999999999</c:v>
                </c:pt>
                <c:pt idx="5390">
                  <c:v>3.7237399999999998</c:v>
                </c:pt>
                <c:pt idx="5391">
                  <c:v>3.7231700000000001</c:v>
                </c:pt>
                <c:pt idx="5392">
                  <c:v>3.7242199999999999</c:v>
                </c:pt>
                <c:pt idx="5393">
                  <c:v>3.7271700000000001</c:v>
                </c:pt>
                <c:pt idx="5394">
                  <c:v>3.72634</c:v>
                </c:pt>
                <c:pt idx="5395">
                  <c:v>3.7283499999999998</c:v>
                </c:pt>
                <c:pt idx="5396">
                  <c:v>3.7302</c:v>
                </c:pt>
                <c:pt idx="5397">
                  <c:v>3.7362100000000003</c:v>
                </c:pt>
                <c:pt idx="5398">
                  <c:v>3.7350400000000001</c:v>
                </c:pt>
                <c:pt idx="5399">
                  <c:v>3.7261899999999999</c:v>
                </c:pt>
                <c:pt idx="5400">
                  <c:v>3.9291700000000001</c:v>
                </c:pt>
                <c:pt idx="5401">
                  <c:v>3.9290700000000003</c:v>
                </c:pt>
                <c:pt idx="5402">
                  <c:v>3.9219400000000002</c:v>
                </c:pt>
                <c:pt idx="5403">
                  <c:v>3.9184899999999998</c:v>
                </c:pt>
                <c:pt idx="5404">
                  <c:v>3.9173400000000003</c:v>
                </c:pt>
                <c:pt idx="5405">
                  <c:v>3.9165799999999997</c:v>
                </c:pt>
                <c:pt idx="5406">
                  <c:v>3.9158000000000004</c:v>
                </c:pt>
                <c:pt idx="5407">
                  <c:v>3.8966099999999999</c:v>
                </c:pt>
                <c:pt idx="5408">
                  <c:v>3.8460199999999998</c:v>
                </c:pt>
                <c:pt idx="5409">
                  <c:v>3.8</c:v>
                </c:pt>
                <c:pt idx="5414">
                  <c:v>4</c:v>
                </c:pt>
                <c:pt idx="5415">
                  <c:v>3.8636399999999997</c:v>
                </c:pt>
                <c:pt idx="5416">
                  <c:v>3.8696100000000002</c:v>
                </c:pt>
                <c:pt idx="5417">
                  <c:v>3.8602600000000002</c:v>
                </c:pt>
                <c:pt idx="5418">
                  <c:v>3.8505400000000001</c:v>
                </c:pt>
                <c:pt idx="5419">
                  <c:v>3.8321100000000001</c:v>
                </c:pt>
                <c:pt idx="5420">
                  <c:v>3.8243299999999998</c:v>
                </c:pt>
                <c:pt idx="5421">
                  <c:v>3.8211300000000001</c:v>
                </c:pt>
                <c:pt idx="5422">
                  <c:v>3.81839</c:v>
                </c:pt>
                <c:pt idx="5423">
                  <c:v>3.7922199999999999</c:v>
                </c:pt>
                <c:pt idx="5424">
                  <c:v>3.79244</c:v>
                </c:pt>
                <c:pt idx="5425">
                  <c:v>3.8059799999999999</c:v>
                </c:pt>
                <c:pt idx="5426">
                  <c:v>3.81175</c:v>
                </c:pt>
                <c:pt idx="5427">
                  <c:v>3.8014899999999998</c:v>
                </c:pt>
                <c:pt idx="5428">
                  <c:v>3.7877399999999999</c:v>
                </c:pt>
                <c:pt idx="5429">
                  <c:v>3.7722199999999999</c:v>
                </c:pt>
                <c:pt idx="5430">
                  <c:v>3.76796</c:v>
                </c:pt>
                <c:pt idx="5431">
                  <c:v>3.75109</c:v>
                </c:pt>
                <c:pt idx="5432">
                  <c:v>3.7467600000000001</c:v>
                </c:pt>
                <c:pt idx="5433">
                  <c:v>3.7430100000000004</c:v>
                </c:pt>
                <c:pt idx="5434">
                  <c:v>3.7401399999999998</c:v>
                </c:pt>
                <c:pt idx="5435">
                  <c:v>3.7382499999999999</c:v>
                </c:pt>
                <c:pt idx="5436">
                  <c:v>3.73881</c:v>
                </c:pt>
                <c:pt idx="5437">
                  <c:v>3.7379499999999997</c:v>
                </c:pt>
                <c:pt idx="5438">
                  <c:v>3.7379899999999999</c:v>
                </c:pt>
                <c:pt idx="5439">
                  <c:v>3.7385100000000002</c:v>
                </c:pt>
                <c:pt idx="5440">
                  <c:v>3.7394799999999999</c:v>
                </c:pt>
                <c:pt idx="5441">
                  <c:v>3.7418</c:v>
                </c:pt>
                <c:pt idx="5442">
                  <c:v>3.74518</c:v>
                </c:pt>
                <c:pt idx="5443">
                  <c:v>3.7484699999999997</c:v>
                </c:pt>
                <c:pt idx="5444">
                  <c:v>3.7534000000000001</c:v>
                </c:pt>
                <c:pt idx="5445">
                  <c:v>3.7596700000000003</c:v>
                </c:pt>
                <c:pt idx="5446">
                  <c:v>3.7681799999999996</c:v>
                </c:pt>
                <c:pt idx="5447">
                  <c:v>3.7785600000000001</c:v>
                </c:pt>
                <c:pt idx="5448">
                  <c:v>3.78186</c:v>
                </c:pt>
                <c:pt idx="5449">
                  <c:v>3.8471299999999999</c:v>
                </c:pt>
                <c:pt idx="5450">
                  <c:v>3.8531399999999998</c:v>
                </c:pt>
                <c:pt idx="5451">
                  <c:v>3.86191</c:v>
                </c:pt>
                <c:pt idx="5452">
                  <c:v>3.8112399999999997</c:v>
                </c:pt>
                <c:pt idx="5453">
                  <c:v>3.8125</c:v>
                </c:pt>
                <c:pt idx="5454">
                  <c:v>3.8140700000000001</c:v>
                </c:pt>
                <c:pt idx="5455">
                  <c:v>3.8154599999999999</c:v>
                </c:pt>
                <c:pt idx="5456">
                  <c:v>3.8188599999999999</c:v>
                </c:pt>
                <c:pt idx="5457">
                  <c:v>3.82918</c:v>
                </c:pt>
                <c:pt idx="5458">
                  <c:v>3.8527300000000002</c:v>
                </c:pt>
                <c:pt idx="5464">
                  <c:v>3.25</c:v>
                </c:pt>
                <c:pt idx="5465">
                  <c:v>3.3486799999999999</c:v>
                </c:pt>
                <c:pt idx="5466">
                  <c:v>3.3416600000000001</c:v>
                </c:pt>
                <c:pt idx="5467">
                  <c:v>3.3467500000000001</c:v>
                </c:pt>
                <c:pt idx="5468">
                  <c:v>3.3531900000000001</c:v>
                </c:pt>
                <c:pt idx="5469">
                  <c:v>3.3833299999999999</c:v>
                </c:pt>
                <c:pt idx="5470">
                  <c:v>3.3903000000000003</c:v>
                </c:pt>
                <c:pt idx="5471">
                  <c:v>3.3897699999999999</c:v>
                </c:pt>
                <c:pt idx="5472">
                  <c:v>3.4004699999999999</c:v>
                </c:pt>
                <c:pt idx="5473">
                  <c:v>3.4013400000000003</c:v>
                </c:pt>
                <c:pt idx="5474">
                  <c:v>3.4155300000000004</c:v>
                </c:pt>
                <c:pt idx="5475">
                  <c:v>3.4086599999999998</c:v>
                </c:pt>
                <c:pt idx="5476">
                  <c:v>3.4037800000000002</c:v>
                </c:pt>
                <c:pt idx="5477">
                  <c:v>3.4011799999999996</c:v>
                </c:pt>
                <c:pt idx="5478">
                  <c:v>3.49187</c:v>
                </c:pt>
                <c:pt idx="5479">
                  <c:v>3.4961799999999998</c:v>
                </c:pt>
                <c:pt idx="5480">
                  <c:v>3.4998299999999998</c:v>
                </c:pt>
                <c:pt idx="5481">
                  <c:v>3.5028000000000001</c:v>
                </c:pt>
                <c:pt idx="5482">
                  <c:v>3.5319400000000001</c:v>
                </c:pt>
                <c:pt idx="5483">
                  <c:v>3.5330900000000001</c:v>
                </c:pt>
                <c:pt idx="5484">
                  <c:v>3.5339800000000001</c:v>
                </c:pt>
                <c:pt idx="5485">
                  <c:v>3.5347300000000001</c:v>
                </c:pt>
                <c:pt idx="5486">
                  <c:v>3.5273600000000003</c:v>
                </c:pt>
                <c:pt idx="5487">
                  <c:v>3.5276900000000002</c:v>
                </c:pt>
                <c:pt idx="5488">
                  <c:v>3.5276900000000002</c:v>
                </c:pt>
                <c:pt idx="5489">
                  <c:v>3.5274999999999999</c:v>
                </c:pt>
                <c:pt idx="5490">
                  <c:v>3.52704</c:v>
                </c:pt>
                <c:pt idx="5491">
                  <c:v>3.5260599999999998</c:v>
                </c:pt>
                <c:pt idx="5492">
                  <c:v>3.52475</c:v>
                </c:pt>
                <c:pt idx="5493">
                  <c:v>3.5234999999999999</c:v>
                </c:pt>
                <c:pt idx="5494">
                  <c:v>3.5216699999999999</c:v>
                </c:pt>
                <c:pt idx="5495">
                  <c:v>3.5193000000000003</c:v>
                </c:pt>
                <c:pt idx="5496">
                  <c:v>3.5163000000000002</c:v>
                </c:pt>
                <c:pt idx="5497">
                  <c:v>3.5123500000000001</c:v>
                </c:pt>
                <c:pt idx="5498">
                  <c:v>3.5182199999999999</c:v>
                </c:pt>
                <c:pt idx="5499">
                  <c:v>3.52643</c:v>
                </c:pt>
                <c:pt idx="5500">
                  <c:v>3.5382500000000001</c:v>
                </c:pt>
                <c:pt idx="5501">
                  <c:v>3.49119</c:v>
                </c:pt>
                <c:pt idx="5502">
                  <c:v>3.5114999999999998</c:v>
                </c:pt>
                <c:pt idx="5503">
                  <c:v>3.52854</c:v>
                </c:pt>
                <c:pt idx="5504">
                  <c:v>3.5472100000000002</c:v>
                </c:pt>
                <c:pt idx="5505">
                  <c:v>3.6016699999999999</c:v>
                </c:pt>
                <c:pt idx="5506">
                  <c:v>3.3787800000000003</c:v>
                </c:pt>
                <c:pt idx="5507">
                  <c:v>3.3723299999999998</c:v>
                </c:pt>
                <c:pt idx="5508">
                  <c:v>3.3558000000000003</c:v>
                </c:pt>
                <c:pt idx="5515">
                  <c:v>3.7970000000000002</c:v>
                </c:pt>
                <c:pt idx="5516">
                  <c:v>3.7970000000000002</c:v>
                </c:pt>
                <c:pt idx="5517">
                  <c:v>3.7970000000000002</c:v>
                </c:pt>
                <c:pt idx="5518">
                  <c:v>3.7970000000000002</c:v>
                </c:pt>
                <c:pt idx="5519">
                  <c:v>3.7970000000000002</c:v>
                </c:pt>
                <c:pt idx="5520">
                  <c:v>3.7970000000000002</c:v>
                </c:pt>
                <c:pt idx="5521">
                  <c:v>3.7970000000000002</c:v>
                </c:pt>
                <c:pt idx="5522">
                  <c:v>3.7970000000000002</c:v>
                </c:pt>
                <c:pt idx="5523">
                  <c:v>3.7970000000000002</c:v>
                </c:pt>
                <c:pt idx="5524">
                  <c:v>3.7970000000000002</c:v>
                </c:pt>
                <c:pt idx="5525">
                  <c:v>3.7970000000000002</c:v>
                </c:pt>
                <c:pt idx="5526">
                  <c:v>3.7970000000000002</c:v>
                </c:pt>
                <c:pt idx="5527">
                  <c:v>3.7970000000000002</c:v>
                </c:pt>
                <c:pt idx="5528">
                  <c:v>3.6372300000000002</c:v>
                </c:pt>
                <c:pt idx="5529">
                  <c:v>3.6212199999999997</c:v>
                </c:pt>
                <c:pt idx="5530">
                  <c:v>3.6242700000000001</c:v>
                </c:pt>
                <c:pt idx="5531">
                  <c:v>3.6225300000000002</c:v>
                </c:pt>
                <c:pt idx="5532">
                  <c:v>3.5958200000000002</c:v>
                </c:pt>
                <c:pt idx="5533">
                  <c:v>3.5955100000000004</c:v>
                </c:pt>
                <c:pt idx="5534">
                  <c:v>3.5954099999999998</c:v>
                </c:pt>
                <c:pt idx="5535">
                  <c:v>3.59721</c:v>
                </c:pt>
                <c:pt idx="5536">
                  <c:v>3.6181399999999999</c:v>
                </c:pt>
                <c:pt idx="5537">
                  <c:v>3.6182399999999997</c:v>
                </c:pt>
                <c:pt idx="5538">
                  <c:v>3.6184000000000003</c:v>
                </c:pt>
                <c:pt idx="5539">
                  <c:v>3.6185700000000001</c:v>
                </c:pt>
                <c:pt idx="5540">
                  <c:v>3.61768</c:v>
                </c:pt>
                <c:pt idx="5541">
                  <c:v>3.6169099999999998</c:v>
                </c:pt>
                <c:pt idx="5542">
                  <c:v>3.6169099999999998</c:v>
                </c:pt>
                <c:pt idx="5543">
                  <c:v>3.6181100000000002</c:v>
                </c:pt>
                <c:pt idx="5544">
                  <c:v>3.6169099999999998</c:v>
                </c:pt>
                <c:pt idx="5545">
                  <c:v>3.6172399999999998</c:v>
                </c:pt>
                <c:pt idx="5546">
                  <c:v>3.6170100000000001</c:v>
                </c:pt>
                <c:pt idx="5547">
                  <c:v>3.6187300000000002</c:v>
                </c:pt>
                <c:pt idx="5548">
                  <c:v>3.8268200000000001</c:v>
                </c:pt>
                <c:pt idx="5549">
                  <c:v>3.8978899999999999</c:v>
                </c:pt>
                <c:pt idx="5550">
                  <c:v>3.7970000000000002</c:v>
                </c:pt>
                <c:pt idx="5551">
                  <c:v>3.7970000000000002</c:v>
                </c:pt>
                <c:pt idx="5552">
                  <c:v>3.7970000000000002</c:v>
                </c:pt>
                <c:pt idx="5553">
                  <c:v>3.7970000000000002</c:v>
                </c:pt>
                <c:pt idx="5554">
                  <c:v>3.7970000000000002</c:v>
                </c:pt>
                <c:pt idx="5555">
                  <c:v>3.7970000000000002</c:v>
                </c:pt>
                <c:pt idx="5556">
                  <c:v>3.7970000000000002</c:v>
                </c:pt>
                <c:pt idx="5557">
                  <c:v>3.7970000000000002</c:v>
                </c:pt>
                <c:pt idx="5558">
                  <c:v>3.7970000000000002</c:v>
                </c:pt>
                <c:pt idx="5565">
                  <c:v>4.0460000000000003</c:v>
                </c:pt>
                <c:pt idx="5566">
                  <c:v>4.0460000000000003</c:v>
                </c:pt>
                <c:pt idx="5567">
                  <c:v>4.0460000000000003</c:v>
                </c:pt>
                <c:pt idx="5568">
                  <c:v>4.0460000000000003</c:v>
                </c:pt>
                <c:pt idx="5569">
                  <c:v>4.0460000000000003</c:v>
                </c:pt>
                <c:pt idx="5570">
                  <c:v>4.0460000000000003</c:v>
                </c:pt>
                <c:pt idx="5571">
                  <c:v>4.0460000000000003</c:v>
                </c:pt>
                <c:pt idx="5572">
                  <c:v>4.0460000000000003</c:v>
                </c:pt>
                <c:pt idx="5573">
                  <c:v>4.0460000000000003</c:v>
                </c:pt>
                <c:pt idx="5574">
                  <c:v>4.0460000000000003</c:v>
                </c:pt>
                <c:pt idx="5575">
                  <c:v>4.0460000000000003</c:v>
                </c:pt>
                <c:pt idx="5576">
                  <c:v>4.0460000000000003</c:v>
                </c:pt>
                <c:pt idx="5577">
                  <c:v>4.0460000000000003</c:v>
                </c:pt>
                <c:pt idx="5578">
                  <c:v>4.0042299999999997</c:v>
                </c:pt>
                <c:pt idx="5579">
                  <c:v>3.9737399999999998</c:v>
                </c:pt>
                <c:pt idx="5580">
                  <c:v>3.9498000000000002</c:v>
                </c:pt>
                <c:pt idx="5581">
                  <c:v>3.93119</c:v>
                </c:pt>
                <c:pt idx="5582">
                  <c:v>3.9200999999999997</c:v>
                </c:pt>
                <c:pt idx="5583">
                  <c:v>3.9104399999999999</c:v>
                </c:pt>
                <c:pt idx="5584">
                  <c:v>3.7936300000000003</c:v>
                </c:pt>
                <c:pt idx="5585">
                  <c:v>3.7115500000000003</c:v>
                </c:pt>
                <c:pt idx="5586">
                  <c:v>3.6623399999999999</c:v>
                </c:pt>
                <c:pt idx="5587">
                  <c:v>3.6623399999999999</c:v>
                </c:pt>
                <c:pt idx="5588">
                  <c:v>3.6623399999999999</c:v>
                </c:pt>
                <c:pt idx="5589">
                  <c:v>3.6623399999999999</c:v>
                </c:pt>
                <c:pt idx="5590">
                  <c:v>3.6623399999999999</c:v>
                </c:pt>
                <c:pt idx="5591">
                  <c:v>3.6623399999999999</c:v>
                </c:pt>
                <c:pt idx="5592">
                  <c:v>3.6623399999999999</c:v>
                </c:pt>
                <c:pt idx="5593">
                  <c:v>3.6623399999999999</c:v>
                </c:pt>
                <c:pt idx="5594">
                  <c:v>3.6623399999999999</c:v>
                </c:pt>
                <c:pt idx="5595">
                  <c:v>3.6623399999999999</c:v>
                </c:pt>
                <c:pt idx="5596">
                  <c:v>3.6623399999999999</c:v>
                </c:pt>
                <c:pt idx="5597">
                  <c:v>3.6623399999999999</c:v>
                </c:pt>
                <c:pt idx="5598">
                  <c:v>3.72281</c:v>
                </c:pt>
                <c:pt idx="5599">
                  <c:v>3.7488600000000001</c:v>
                </c:pt>
                <c:pt idx="5600">
                  <c:v>4.0460000000000003</c:v>
                </c:pt>
                <c:pt idx="5601">
                  <c:v>4.0460000000000003</c:v>
                </c:pt>
                <c:pt idx="5602">
                  <c:v>4.0460000000000003</c:v>
                </c:pt>
                <c:pt idx="5603">
                  <c:v>4.0460000000000003</c:v>
                </c:pt>
                <c:pt idx="5604">
                  <c:v>4.0460000000000003</c:v>
                </c:pt>
                <c:pt idx="5605">
                  <c:v>4.0460000000000003</c:v>
                </c:pt>
                <c:pt idx="5606">
                  <c:v>4.0460000000000003</c:v>
                </c:pt>
                <c:pt idx="5607">
                  <c:v>4.0460000000000003</c:v>
                </c:pt>
                <c:pt idx="5608">
                  <c:v>4.0460000000000003</c:v>
                </c:pt>
                <c:pt idx="5615">
                  <c:v>4.476</c:v>
                </c:pt>
                <c:pt idx="5616">
                  <c:v>4.476</c:v>
                </c:pt>
                <c:pt idx="5617">
                  <c:v>4.476</c:v>
                </c:pt>
                <c:pt idx="5618">
                  <c:v>4.476</c:v>
                </c:pt>
                <c:pt idx="5619">
                  <c:v>4.476</c:v>
                </c:pt>
                <c:pt idx="5620">
                  <c:v>4.476</c:v>
                </c:pt>
                <c:pt idx="5621">
                  <c:v>4.476</c:v>
                </c:pt>
                <c:pt idx="5622">
                  <c:v>4.476</c:v>
                </c:pt>
                <c:pt idx="5623">
                  <c:v>4.476</c:v>
                </c:pt>
                <c:pt idx="5624">
                  <c:v>4.476</c:v>
                </c:pt>
                <c:pt idx="5625">
                  <c:v>4.476</c:v>
                </c:pt>
                <c:pt idx="5626">
                  <c:v>4.476</c:v>
                </c:pt>
                <c:pt idx="5627">
                  <c:v>4.476</c:v>
                </c:pt>
                <c:pt idx="5628">
                  <c:v>4.3946899999999998</c:v>
                </c:pt>
                <c:pt idx="5629">
                  <c:v>4.3342399999999994</c:v>
                </c:pt>
                <c:pt idx="5630">
                  <c:v>4.2867499999999996</c:v>
                </c:pt>
                <c:pt idx="5631">
                  <c:v>4.2505600000000001</c:v>
                </c:pt>
                <c:pt idx="5632">
                  <c:v>4.22898</c:v>
                </c:pt>
                <c:pt idx="5633">
                  <c:v>4.2101800000000003</c:v>
                </c:pt>
                <c:pt idx="5634">
                  <c:v>4.1958000000000002</c:v>
                </c:pt>
                <c:pt idx="5635">
                  <c:v>4.1846399999999999</c:v>
                </c:pt>
                <c:pt idx="5636">
                  <c:v>4.0141200000000001</c:v>
                </c:pt>
                <c:pt idx="5637">
                  <c:v>4.0245699999999998</c:v>
                </c:pt>
                <c:pt idx="5638">
                  <c:v>4.01051</c:v>
                </c:pt>
                <c:pt idx="5639">
                  <c:v>4.0111799999999995</c:v>
                </c:pt>
                <c:pt idx="5640">
                  <c:v>4.0184299999999995</c:v>
                </c:pt>
                <c:pt idx="5641">
                  <c:v>4.0256499999999997</c:v>
                </c:pt>
                <c:pt idx="5642">
                  <c:v>4.0340800000000003</c:v>
                </c:pt>
                <c:pt idx="5643">
                  <c:v>4.0381599999999995</c:v>
                </c:pt>
                <c:pt idx="5644">
                  <c:v>4.0536700000000003</c:v>
                </c:pt>
                <c:pt idx="5645">
                  <c:v>4.0692899999999996</c:v>
                </c:pt>
                <c:pt idx="5646">
                  <c:v>4.08873</c:v>
                </c:pt>
                <c:pt idx="5647">
                  <c:v>4.1305200000000006</c:v>
                </c:pt>
                <c:pt idx="5648">
                  <c:v>4.476</c:v>
                </c:pt>
                <c:pt idx="5649">
                  <c:v>4.476</c:v>
                </c:pt>
                <c:pt idx="5650">
                  <c:v>4.476</c:v>
                </c:pt>
                <c:pt idx="5651">
                  <c:v>4.476</c:v>
                </c:pt>
                <c:pt idx="5652">
                  <c:v>4.476</c:v>
                </c:pt>
                <c:pt idx="5653">
                  <c:v>4.476</c:v>
                </c:pt>
                <c:pt idx="5654">
                  <c:v>4.476</c:v>
                </c:pt>
                <c:pt idx="5655">
                  <c:v>4.476</c:v>
                </c:pt>
                <c:pt idx="5656">
                  <c:v>4.476</c:v>
                </c:pt>
                <c:pt idx="5657">
                  <c:v>4.476</c:v>
                </c:pt>
                <c:pt idx="5658">
                  <c:v>4.476</c:v>
                </c:pt>
                <c:pt idx="5664">
                  <c:v>3.5990000000000002</c:v>
                </c:pt>
                <c:pt idx="5665">
                  <c:v>3.7671600000000001</c:v>
                </c:pt>
                <c:pt idx="5666">
                  <c:v>3.7655700000000003</c:v>
                </c:pt>
                <c:pt idx="5667">
                  <c:v>3.7671600000000001</c:v>
                </c:pt>
                <c:pt idx="5668">
                  <c:v>3.67015</c:v>
                </c:pt>
                <c:pt idx="5669">
                  <c:v>3.6257299999999999</c:v>
                </c:pt>
                <c:pt idx="5670">
                  <c:v>3.5483600000000002</c:v>
                </c:pt>
                <c:pt idx="5671">
                  <c:v>3.5211999999999999</c:v>
                </c:pt>
                <c:pt idx="5672">
                  <c:v>3.5196100000000001</c:v>
                </c:pt>
                <c:pt idx="5673">
                  <c:v>3.5015200000000002</c:v>
                </c:pt>
                <c:pt idx="5674">
                  <c:v>3.5</c:v>
                </c:pt>
                <c:pt idx="5675">
                  <c:v>3.5056100000000003</c:v>
                </c:pt>
                <c:pt idx="5676">
                  <c:v>3.5068600000000001</c:v>
                </c:pt>
                <c:pt idx="5677">
                  <c:v>3.5060700000000002</c:v>
                </c:pt>
                <c:pt idx="5678">
                  <c:v>3.5064699999999998</c:v>
                </c:pt>
                <c:pt idx="5679">
                  <c:v>3.5032199999999998</c:v>
                </c:pt>
                <c:pt idx="5680">
                  <c:v>3.5061599999999999</c:v>
                </c:pt>
                <c:pt idx="5681">
                  <c:v>3.50352</c:v>
                </c:pt>
                <c:pt idx="5682">
                  <c:v>3.5</c:v>
                </c:pt>
                <c:pt idx="5683">
                  <c:v>3.5</c:v>
                </c:pt>
                <c:pt idx="5684">
                  <c:v>3.5</c:v>
                </c:pt>
                <c:pt idx="5685">
                  <c:v>3.5063599999999999</c:v>
                </c:pt>
                <c:pt idx="5686">
                  <c:v>3.5735999999999999</c:v>
                </c:pt>
                <c:pt idx="5687">
                  <c:v>3.5739699999999996</c:v>
                </c:pt>
                <c:pt idx="5688">
                  <c:v>3.5750500000000001</c:v>
                </c:pt>
                <c:pt idx="5689">
                  <c:v>3.5759499999999997</c:v>
                </c:pt>
                <c:pt idx="5690">
                  <c:v>3.5119699999999998</c:v>
                </c:pt>
                <c:pt idx="5691">
                  <c:v>3.5116499999999999</c:v>
                </c:pt>
                <c:pt idx="5692">
                  <c:v>3.5116499999999999</c:v>
                </c:pt>
                <c:pt idx="5693">
                  <c:v>3.5125300000000004</c:v>
                </c:pt>
                <c:pt idx="5694">
                  <c:v>3.5116499999999999</c:v>
                </c:pt>
                <c:pt idx="5695">
                  <c:v>3.5116499999999999</c:v>
                </c:pt>
                <c:pt idx="5696">
                  <c:v>3.51884</c:v>
                </c:pt>
                <c:pt idx="5697">
                  <c:v>3.53287</c:v>
                </c:pt>
                <c:pt idx="5698">
                  <c:v>3.54183</c:v>
                </c:pt>
                <c:pt idx="5699">
                  <c:v>3.52576</c:v>
                </c:pt>
                <c:pt idx="5700">
                  <c:v>3.55498</c:v>
                </c:pt>
                <c:pt idx="5701">
                  <c:v>3.5605199999999999</c:v>
                </c:pt>
                <c:pt idx="5702">
                  <c:v>3.5707800000000001</c:v>
                </c:pt>
                <c:pt idx="5703">
                  <c:v>3.5708600000000001</c:v>
                </c:pt>
                <c:pt idx="5704">
                  <c:v>3.5674000000000001</c:v>
                </c:pt>
                <c:pt idx="5705">
                  <c:v>3.5711999999999997</c:v>
                </c:pt>
                <c:pt idx="5706">
                  <c:v>3.5821999999999998</c:v>
                </c:pt>
                <c:pt idx="5707">
                  <c:v>3.69014</c:v>
                </c:pt>
                <c:pt idx="5708">
                  <c:v>3.7258100000000001</c:v>
                </c:pt>
                <c:pt idx="5732">
                  <c:v>4</c:v>
                </c:pt>
                <c:pt idx="5736">
                  <c:v>4</c:v>
                </c:pt>
                <c:pt idx="5737">
                  <c:v>4</c:v>
                </c:pt>
                <c:pt idx="5738">
                  <c:v>4</c:v>
                </c:pt>
                <c:pt idx="5739">
                  <c:v>4</c:v>
                </c:pt>
                <c:pt idx="5740">
                  <c:v>4</c:v>
                </c:pt>
                <c:pt idx="5741">
                  <c:v>4</c:v>
                </c:pt>
                <c:pt idx="5742">
                  <c:v>4</c:v>
                </c:pt>
                <c:pt idx="5743">
                  <c:v>4</c:v>
                </c:pt>
                <c:pt idx="5744">
                  <c:v>4</c:v>
                </c:pt>
                <c:pt idx="5745">
                  <c:v>4</c:v>
                </c:pt>
                <c:pt idx="5765">
                  <c:v>3.5</c:v>
                </c:pt>
                <c:pt idx="5766">
                  <c:v>3.5</c:v>
                </c:pt>
                <c:pt idx="5767">
                  <c:v>3.5</c:v>
                </c:pt>
                <c:pt idx="5768">
                  <c:v>3.5</c:v>
                </c:pt>
                <c:pt idx="5769">
                  <c:v>3.5</c:v>
                </c:pt>
                <c:pt idx="5770">
                  <c:v>3.5</c:v>
                </c:pt>
                <c:pt idx="5771">
                  <c:v>3.5</c:v>
                </c:pt>
                <c:pt idx="5772">
                  <c:v>3.5</c:v>
                </c:pt>
                <c:pt idx="5773">
                  <c:v>3.5</c:v>
                </c:pt>
                <c:pt idx="5774">
                  <c:v>3.5</c:v>
                </c:pt>
                <c:pt idx="5775">
                  <c:v>3.5</c:v>
                </c:pt>
                <c:pt idx="5776">
                  <c:v>3.5</c:v>
                </c:pt>
                <c:pt idx="5777">
                  <c:v>3.5</c:v>
                </c:pt>
                <c:pt idx="5778">
                  <c:v>3.5</c:v>
                </c:pt>
                <c:pt idx="5779">
                  <c:v>3.5</c:v>
                </c:pt>
                <c:pt idx="5780">
                  <c:v>3.5</c:v>
                </c:pt>
                <c:pt idx="5781">
                  <c:v>3.5</c:v>
                </c:pt>
                <c:pt idx="5782">
                  <c:v>3.5</c:v>
                </c:pt>
                <c:pt idx="5783">
                  <c:v>3.5</c:v>
                </c:pt>
                <c:pt idx="5784">
                  <c:v>3.5</c:v>
                </c:pt>
                <c:pt idx="5785">
                  <c:v>3.5</c:v>
                </c:pt>
                <c:pt idx="5786">
                  <c:v>3.9178899999999999</c:v>
                </c:pt>
                <c:pt idx="5787">
                  <c:v>3.91832</c:v>
                </c:pt>
                <c:pt idx="5788">
                  <c:v>3.9192</c:v>
                </c:pt>
                <c:pt idx="5789">
                  <c:v>3.9192900000000002</c:v>
                </c:pt>
                <c:pt idx="5790">
                  <c:v>3.9201700000000002</c:v>
                </c:pt>
                <c:pt idx="5791">
                  <c:v>3.9215</c:v>
                </c:pt>
                <c:pt idx="5792">
                  <c:v>3.9228299999999998</c:v>
                </c:pt>
                <c:pt idx="5793">
                  <c:v>3.9247199999999998</c:v>
                </c:pt>
                <c:pt idx="5794">
                  <c:v>3.9275300000000004</c:v>
                </c:pt>
                <c:pt idx="5795">
                  <c:v>3.93066</c:v>
                </c:pt>
                <c:pt idx="5796">
                  <c:v>3.93431</c:v>
                </c:pt>
                <c:pt idx="5797">
                  <c:v>3.9386900000000002</c:v>
                </c:pt>
                <c:pt idx="5798">
                  <c:v>4</c:v>
                </c:pt>
                <c:pt idx="5799">
                  <c:v>4</c:v>
                </c:pt>
                <c:pt idx="5800">
                  <c:v>4</c:v>
                </c:pt>
                <c:pt idx="5801">
                  <c:v>4</c:v>
                </c:pt>
                <c:pt idx="5802">
                  <c:v>4</c:v>
                </c:pt>
                <c:pt idx="5803">
                  <c:v>4</c:v>
                </c:pt>
                <c:pt idx="5804">
                  <c:v>4</c:v>
                </c:pt>
                <c:pt idx="5805">
                  <c:v>4</c:v>
                </c:pt>
                <c:pt idx="5806">
                  <c:v>3.5</c:v>
                </c:pt>
                <c:pt idx="5807">
                  <c:v>3.5</c:v>
                </c:pt>
                <c:pt idx="5808">
                  <c:v>3.5</c:v>
                </c:pt>
                <c:pt idx="5815">
                  <c:v>3.28</c:v>
                </c:pt>
                <c:pt idx="5816">
                  <c:v>3.28</c:v>
                </c:pt>
                <c:pt idx="5817">
                  <c:v>3.28</c:v>
                </c:pt>
                <c:pt idx="5818">
                  <c:v>3.28</c:v>
                </c:pt>
                <c:pt idx="5819">
                  <c:v>3.28</c:v>
                </c:pt>
                <c:pt idx="5820">
                  <c:v>3.28</c:v>
                </c:pt>
                <c:pt idx="5821">
                  <c:v>3.28</c:v>
                </c:pt>
                <c:pt idx="5822">
                  <c:v>3.28</c:v>
                </c:pt>
                <c:pt idx="5823">
                  <c:v>3.28</c:v>
                </c:pt>
                <c:pt idx="5824">
                  <c:v>3.28</c:v>
                </c:pt>
                <c:pt idx="5825">
                  <c:v>3.28</c:v>
                </c:pt>
                <c:pt idx="5826">
                  <c:v>3.28</c:v>
                </c:pt>
                <c:pt idx="5827">
                  <c:v>3.28</c:v>
                </c:pt>
                <c:pt idx="5828">
                  <c:v>3.28</c:v>
                </c:pt>
                <c:pt idx="5829">
                  <c:v>3.28</c:v>
                </c:pt>
                <c:pt idx="5830">
                  <c:v>3.28</c:v>
                </c:pt>
                <c:pt idx="5831">
                  <c:v>3.28</c:v>
                </c:pt>
                <c:pt idx="5832">
                  <c:v>3.28</c:v>
                </c:pt>
                <c:pt idx="5833">
                  <c:v>3.28</c:v>
                </c:pt>
                <c:pt idx="5834">
                  <c:v>3.28</c:v>
                </c:pt>
                <c:pt idx="5835">
                  <c:v>3.28</c:v>
                </c:pt>
                <c:pt idx="5836">
                  <c:v>3.5139699999999996</c:v>
                </c:pt>
                <c:pt idx="5837">
                  <c:v>3.5123099999999998</c:v>
                </c:pt>
                <c:pt idx="5838">
                  <c:v>3.5125600000000001</c:v>
                </c:pt>
                <c:pt idx="5839">
                  <c:v>3.51356</c:v>
                </c:pt>
                <c:pt idx="5840">
                  <c:v>3.5165000000000002</c:v>
                </c:pt>
                <c:pt idx="5841">
                  <c:v>3.5219399999999998</c:v>
                </c:pt>
                <c:pt idx="5842">
                  <c:v>3.5293699999999997</c:v>
                </c:pt>
                <c:pt idx="5843">
                  <c:v>3.5371999999999999</c:v>
                </c:pt>
                <c:pt idx="5844">
                  <c:v>3.5488899999999997</c:v>
                </c:pt>
                <c:pt idx="5845">
                  <c:v>3.5646599999999999</c:v>
                </c:pt>
                <c:pt idx="5846">
                  <c:v>3.5855999999999999</c:v>
                </c:pt>
                <c:pt idx="5847">
                  <c:v>3.6152500000000001</c:v>
                </c:pt>
                <c:pt idx="5848">
                  <c:v>3.4043699999999997</c:v>
                </c:pt>
                <c:pt idx="5849">
                  <c:v>3.42096</c:v>
                </c:pt>
                <c:pt idx="5850">
                  <c:v>3.4494499999999997</c:v>
                </c:pt>
                <c:pt idx="5851">
                  <c:v>3.49512</c:v>
                </c:pt>
                <c:pt idx="5852">
                  <c:v>3.5839299999999996</c:v>
                </c:pt>
                <c:pt idx="5853">
                  <c:v>3.65835</c:v>
                </c:pt>
                <c:pt idx="5854">
                  <c:v>3.7484499999999996</c:v>
                </c:pt>
                <c:pt idx="5855">
                  <c:v>3.90639</c:v>
                </c:pt>
                <c:pt idx="5856">
                  <c:v>3.28</c:v>
                </c:pt>
                <c:pt idx="5857">
                  <c:v>3.28</c:v>
                </c:pt>
                <c:pt idx="5858">
                  <c:v>3.28</c:v>
                </c:pt>
                <c:pt idx="5864">
                  <c:v>3.5</c:v>
                </c:pt>
                <c:pt idx="5865">
                  <c:v>3.5</c:v>
                </c:pt>
                <c:pt idx="5866">
                  <c:v>3.5</c:v>
                </c:pt>
                <c:pt idx="5867">
                  <c:v>3.5</c:v>
                </c:pt>
                <c:pt idx="5868">
                  <c:v>3.95045</c:v>
                </c:pt>
                <c:pt idx="5869">
                  <c:v>3.7038000000000002</c:v>
                </c:pt>
                <c:pt idx="5870">
                  <c:v>3.6116599999999996</c:v>
                </c:pt>
                <c:pt idx="5871">
                  <c:v>3.6636500000000001</c:v>
                </c:pt>
                <c:pt idx="5872">
                  <c:v>3.6225300000000002</c:v>
                </c:pt>
                <c:pt idx="5873">
                  <c:v>3.5677600000000003</c:v>
                </c:pt>
                <c:pt idx="5874">
                  <c:v>3.5410200000000001</c:v>
                </c:pt>
                <c:pt idx="5875">
                  <c:v>3.5</c:v>
                </c:pt>
                <c:pt idx="5876">
                  <c:v>3.5</c:v>
                </c:pt>
                <c:pt idx="5877">
                  <c:v>3.5136399999999997</c:v>
                </c:pt>
                <c:pt idx="5878">
                  <c:v>3.53071</c:v>
                </c:pt>
                <c:pt idx="5879">
                  <c:v>3.5494599999999998</c:v>
                </c:pt>
                <c:pt idx="5880">
                  <c:v>3.5177899999999998</c:v>
                </c:pt>
                <c:pt idx="5881">
                  <c:v>3.5313300000000001</c:v>
                </c:pt>
                <c:pt idx="5882">
                  <c:v>3.5157500000000002</c:v>
                </c:pt>
                <c:pt idx="5883">
                  <c:v>3.5</c:v>
                </c:pt>
                <c:pt idx="5884">
                  <c:v>3.5049899999999998</c:v>
                </c:pt>
                <c:pt idx="5885">
                  <c:v>3.5</c:v>
                </c:pt>
                <c:pt idx="5886">
                  <c:v>3.8633800000000003</c:v>
                </c:pt>
                <c:pt idx="5887">
                  <c:v>3.8697300000000001</c:v>
                </c:pt>
                <c:pt idx="5888">
                  <c:v>3.85846</c:v>
                </c:pt>
                <c:pt idx="5889">
                  <c:v>3.8624699999999996</c:v>
                </c:pt>
                <c:pt idx="5890">
                  <c:v>3.9170799999999999</c:v>
                </c:pt>
                <c:pt idx="5891">
                  <c:v>3.9122499999999998</c:v>
                </c:pt>
                <c:pt idx="5892">
                  <c:v>3.9155600000000002</c:v>
                </c:pt>
                <c:pt idx="5893">
                  <c:v>3.9250700000000003</c:v>
                </c:pt>
                <c:pt idx="5894">
                  <c:v>3.96882</c:v>
                </c:pt>
                <c:pt idx="5895">
                  <c:v>3.9681999999999999</c:v>
                </c:pt>
                <c:pt idx="5896">
                  <c:v>3.9885199999999998</c:v>
                </c:pt>
                <c:pt idx="5897">
                  <c:v>4</c:v>
                </c:pt>
                <c:pt idx="5898">
                  <c:v>3.5079600000000002</c:v>
                </c:pt>
                <c:pt idx="5899">
                  <c:v>3.5688200000000001</c:v>
                </c:pt>
                <c:pt idx="5900">
                  <c:v>3.5691599999999997</c:v>
                </c:pt>
                <c:pt idx="5901">
                  <c:v>3.6030900000000003</c:v>
                </c:pt>
                <c:pt idx="5902">
                  <c:v>3.7126600000000001</c:v>
                </c:pt>
                <c:pt idx="5903">
                  <c:v>3.7655400000000001</c:v>
                </c:pt>
                <c:pt idx="5904">
                  <c:v>3.65985</c:v>
                </c:pt>
                <c:pt idx="5905">
                  <c:v>3.84714</c:v>
                </c:pt>
                <c:pt idx="5906">
                  <c:v>4</c:v>
                </c:pt>
                <c:pt idx="5907">
                  <c:v>4</c:v>
                </c:pt>
                <c:pt idx="5908">
                  <c:v>4</c:v>
                </c:pt>
                <c:pt idx="5915">
                  <c:v>3.65</c:v>
                </c:pt>
                <c:pt idx="5916">
                  <c:v>3.65</c:v>
                </c:pt>
                <c:pt idx="5917">
                  <c:v>3.65</c:v>
                </c:pt>
                <c:pt idx="5918">
                  <c:v>3.65</c:v>
                </c:pt>
                <c:pt idx="5919">
                  <c:v>3.65</c:v>
                </c:pt>
                <c:pt idx="5920">
                  <c:v>3.65</c:v>
                </c:pt>
                <c:pt idx="5921">
                  <c:v>3.65</c:v>
                </c:pt>
                <c:pt idx="5922">
                  <c:v>3.65</c:v>
                </c:pt>
                <c:pt idx="5923">
                  <c:v>3.65</c:v>
                </c:pt>
                <c:pt idx="5924">
                  <c:v>3.65</c:v>
                </c:pt>
                <c:pt idx="5925">
                  <c:v>3.65</c:v>
                </c:pt>
                <c:pt idx="5926">
                  <c:v>3.65</c:v>
                </c:pt>
                <c:pt idx="5927">
                  <c:v>3.65</c:v>
                </c:pt>
                <c:pt idx="5928">
                  <c:v>3.65</c:v>
                </c:pt>
                <c:pt idx="5929">
                  <c:v>3.65</c:v>
                </c:pt>
                <c:pt idx="5930">
                  <c:v>3.65</c:v>
                </c:pt>
                <c:pt idx="5931">
                  <c:v>3.65</c:v>
                </c:pt>
                <c:pt idx="5932">
                  <c:v>3.65</c:v>
                </c:pt>
                <c:pt idx="5933">
                  <c:v>3.65</c:v>
                </c:pt>
                <c:pt idx="5934">
                  <c:v>3.65</c:v>
                </c:pt>
                <c:pt idx="5935">
                  <c:v>3.65</c:v>
                </c:pt>
                <c:pt idx="5936">
                  <c:v>3.65</c:v>
                </c:pt>
                <c:pt idx="5937">
                  <c:v>3.65</c:v>
                </c:pt>
                <c:pt idx="5938">
                  <c:v>3.65</c:v>
                </c:pt>
                <c:pt idx="5939">
                  <c:v>3.65</c:v>
                </c:pt>
                <c:pt idx="5940">
                  <c:v>3.65</c:v>
                </c:pt>
                <c:pt idx="5941">
                  <c:v>3.65</c:v>
                </c:pt>
                <c:pt idx="5942">
                  <c:v>3.65</c:v>
                </c:pt>
                <c:pt idx="5943">
                  <c:v>3.65</c:v>
                </c:pt>
                <c:pt idx="5944">
                  <c:v>3.65</c:v>
                </c:pt>
                <c:pt idx="5945">
                  <c:v>3.65</c:v>
                </c:pt>
                <c:pt idx="5946">
                  <c:v>3.65</c:v>
                </c:pt>
                <c:pt idx="5947">
                  <c:v>3.65</c:v>
                </c:pt>
                <c:pt idx="5948">
                  <c:v>3.65</c:v>
                </c:pt>
                <c:pt idx="5949">
                  <c:v>3.65</c:v>
                </c:pt>
                <c:pt idx="5950">
                  <c:v>3.65</c:v>
                </c:pt>
                <c:pt idx="5951">
                  <c:v>3.65</c:v>
                </c:pt>
                <c:pt idx="5952">
                  <c:v>3.65</c:v>
                </c:pt>
                <c:pt idx="5953">
                  <c:v>3.65</c:v>
                </c:pt>
                <c:pt idx="5954">
                  <c:v>3.65</c:v>
                </c:pt>
                <c:pt idx="5955">
                  <c:v>3.65</c:v>
                </c:pt>
                <c:pt idx="5956">
                  <c:v>3.65</c:v>
                </c:pt>
                <c:pt idx="5957">
                  <c:v>3.65</c:v>
                </c:pt>
                <c:pt idx="5958">
                  <c:v>3.65</c:v>
                </c:pt>
                <c:pt idx="5965">
                  <c:v>3.5</c:v>
                </c:pt>
                <c:pt idx="5966">
                  <c:v>3.5</c:v>
                </c:pt>
                <c:pt idx="5967">
                  <c:v>3.5</c:v>
                </c:pt>
                <c:pt idx="5968">
                  <c:v>3.5</c:v>
                </c:pt>
                <c:pt idx="5969">
                  <c:v>3.5</c:v>
                </c:pt>
                <c:pt idx="5970">
                  <c:v>3.5</c:v>
                </c:pt>
                <c:pt idx="5971">
                  <c:v>3.5</c:v>
                </c:pt>
                <c:pt idx="5972">
                  <c:v>3.5</c:v>
                </c:pt>
                <c:pt idx="5973">
                  <c:v>3.5</c:v>
                </c:pt>
                <c:pt idx="5974">
                  <c:v>3.5</c:v>
                </c:pt>
                <c:pt idx="5975">
                  <c:v>3.5</c:v>
                </c:pt>
                <c:pt idx="5976">
                  <c:v>3.6</c:v>
                </c:pt>
                <c:pt idx="5977">
                  <c:v>3.6</c:v>
                </c:pt>
                <c:pt idx="5978">
                  <c:v>3.6</c:v>
                </c:pt>
                <c:pt idx="5979">
                  <c:v>3.6</c:v>
                </c:pt>
                <c:pt idx="5980">
                  <c:v>3.6</c:v>
                </c:pt>
                <c:pt idx="5981">
                  <c:v>3.6</c:v>
                </c:pt>
                <c:pt idx="5982">
                  <c:v>3.6</c:v>
                </c:pt>
                <c:pt idx="5983">
                  <c:v>3.6</c:v>
                </c:pt>
                <c:pt idx="5984">
                  <c:v>3.6</c:v>
                </c:pt>
                <c:pt idx="5985">
                  <c:v>3.6</c:v>
                </c:pt>
                <c:pt idx="5986">
                  <c:v>3.9104000000000001</c:v>
                </c:pt>
                <c:pt idx="5987">
                  <c:v>3.9033000000000002</c:v>
                </c:pt>
                <c:pt idx="5988">
                  <c:v>3.8988800000000001</c:v>
                </c:pt>
                <c:pt idx="5989">
                  <c:v>3.9002600000000003</c:v>
                </c:pt>
                <c:pt idx="5990">
                  <c:v>3.9042199999999996</c:v>
                </c:pt>
                <c:pt idx="5991">
                  <c:v>3.9112</c:v>
                </c:pt>
                <c:pt idx="5992">
                  <c:v>3.9208099999999999</c:v>
                </c:pt>
                <c:pt idx="5993">
                  <c:v>3.93072</c:v>
                </c:pt>
                <c:pt idx="5994">
                  <c:v>3.9451300000000002</c:v>
                </c:pt>
                <c:pt idx="5995">
                  <c:v>3.9653499999999999</c:v>
                </c:pt>
                <c:pt idx="5996">
                  <c:v>3.9921599999999997</c:v>
                </c:pt>
                <c:pt idx="5997">
                  <c:v>4</c:v>
                </c:pt>
                <c:pt idx="5998">
                  <c:v>3.5</c:v>
                </c:pt>
                <c:pt idx="5999">
                  <c:v>3.5</c:v>
                </c:pt>
                <c:pt idx="6000">
                  <c:v>3.5</c:v>
                </c:pt>
                <c:pt idx="6001">
                  <c:v>3.5</c:v>
                </c:pt>
                <c:pt idx="6002">
                  <c:v>3.5</c:v>
                </c:pt>
                <c:pt idx="6003">
                  <c:v>3.5</c:v>
                </c:pt>
                <c:pt idx="6004">
                  <c:v>3.5</c:v>
                </c:pt>
                <c:pt idx="6005">
                  <c:v>3.5</c:v>
                </c:pt>
                <c:pt idx="6006">
                  <c:v>3.5</c:v>
                </c:pt>
                <c:pt idx="6007">
                  <c:v>3.5</c:v>
                </c:pt>
                <c:pt idx="6008">
                  <c:v>3.5</c:v>
                </c:pt>
                <c:pt idx="6012">
                  <c:v>3.601</c:v>
                </c:pt>
                <c:pt idx="6013">
                  <c:v>3.4990000000000001</c:v>
                </c:pt>
                <c:pt idx="6014">
                  <c:v>3.4990000000000001</c:v>
                </c:pt>
                <c:pt idx="6015">
                  <c:v>3.4990000000000001</c:v>
                </c:pt>
                <c:pt idx="6016">
                  <c:v>3.4990000000000001</c:v>
                </c:pt>
                <c:pt idx="6017">
                  <c:v>3.4990000000000001</c:v>
                </c:pt>
                <c:pt idx="6018">
                  <c:v>3.4990000000000001</c:v>
                </c:pt>
                <c:pt idx="6019">
                  <c:v>3.4990000000000001</c:v>
                </c:pt>
                <c:pt idx="6020">
                  <c:v>3.4990000000000001</c:v>
                </c:pt>
                <c:pt idx="6021">
                  <c:v>3.4990000000000001</c:v>
                </c:pt>
                <c:pt idx="6022">
                  <c:v>3.4990000000000001</c:v>
                </c:pt>
                <c:pt idx="6023">
                  <c:v>3.4990000000000001</c:v>
                </c:pt>
                <c:pt idx="6024">
                  <c:v>3.6003699999999998</c:v>
                </c:pt>
                <c:pt idx="6025">
                  <c:v>3.60039</c:v>
                </c:pt>
                <c:pt idx="6026">
                  <c:v>3.6004200000000002</c:v>
                </c:pt>
                <c:pt idx="6027">
                  <c:v>3.6004399999999999</c:v>
                </c:pt>
                <c:pt idx="6028">
                  <c:v>3.6004399999999999</c:v>
                </c:pt>
                <c:pt idx="6029">
                  <c:v>3.6004800000000001</c:v>
                </c:pt>
                <c:pt idx="6030">
                  <c:v>3.6005100000000003</c:v>
                </c:pt>
                <c:pt idx="6031">
                  <c:v>3.6005700000000003</c:v>
                </c:pt>
                <c:pt idx="6032">
                  <c:v>3.60059</c:v>
                </c:pt>
                <c:pt idx="6033">
                  <c:v>3.60067</c:v>
                </c:pt>
                <c:pt idx="6034">
                  <c:v>3.6323699999999999</c:v>
                </c:pt>
                <c:pt idx="6035">
                  <c:v>3.6320999999999999</c:v>
                </c:pt>
                <c:pt idx="6036">
                  <c:v>3.6319899999999996</c:v>
                </c:pt>
                <c:pt idx="6037">
                  <c:v>3.6320399999999999</c:v>
                </c:pt>
                <c:pt idx="6038">
                  <c:v>3.63239</c:v>
                </c:pt>
                <c:pt idx="6039">
                  <c:v>3.6330999999999998</c:v>
                </c:pt>
                <c:pt idx="6040">
                  <c:v>3.63368</c:v>
                </c:pt>
                <c:pt idx="6041">
                  <c:v>3.6344699999999999</c:v>
                </c:pt>
                <c:pt idx="6042">
                  <c:v>3.6361699999999999</c:v>
                </c:pt>
                <c:pt idx="6043">
                  <c:v>3.6386500000000002</c:v>
                </c:pt>
                <c:pt idx="6044">
                  <c:v>3.64073</c:v>
                </c:pt>
                <c:pt idx="6045">
                  <c:v>3.66092</c:v>
                </c:pt>
                <c:pt idx="6046">
                  <c:v>3.6004399999999999</c:v>
                </c:pt>
                <c:pt idx="6047">
                  <c:v>3.6004</c:v>
                </c:pt>
                <c:pt idx="6048">
                  <c:v>3.6003600000000002</c:v>
                </c:pt>
                <c:pt idx="6049">
                  <c:v>3.60039</c:v>
                </c:pt>
                <c:pt idx="6050">
                  <c:v>3.4990000000000001</c:v>
                </c:pt>
                <c:pt idx="6051">
                  <c:v>3.4990000000000001</c:v>
                </c:pt>
                <c:pt idx="6052">
                  <c:v>3.4990000000000001</c:v>
                </c:pt>
                <c:pt idx="6053">
                  <c:v>3.4990000000000001</c:v>
                </c:pt>
                <c:pt idx="6054">
                  <c:v>3.4990000000000001</c:v>
                </c:pt>
                <c:pt idx="6055">
                  <c:v>3.4990000000000001</c:v>
                </c:pt>
                <c:pt idx="6056">
                  <c:v>3.4990000000000001</c:v>
                </c:pt>
                <c:pt idx="6057">
                  <c:v>3.601</c:v>
                </c:pt>
                <c:pt idx="6058">
                  <c:v>3.5</c:v>
                </c:pt>
                <c:pt idx="6059">
                  <c:v>3.5</c:v>
                </c:pt>
                <c:pt idx="6060">
                  <c:v>3.5</c:v>
                </c:pt>
                <c:pt idx="6061">
                  <c:v>3.5</c:v>
                </c:pt>
                <c:pt idx="6062">
                  <c:v>3.5</c:v>
                </c:pt>
                <c:pt idx="6063">
                  <c:v>3.5</c:v>
                </c:pt>
                <c:pt idx="6064">
                  <c:v>3.5</c:v>
                </c:pt>
                <c:pt idx="6065">
                  <c:v>3.5</c:v>
                </c:pt>
                <c:pt idx="6066">
                  <c:v>3.5</c:v>
                </c:pt>
                <c:pt idx="6067">
                  <c:v>3.51925</c:v>
                </c:pt>
                <c:pt idx="6068">
                  <c:v>3.5171199999999998</c:v>
                </c:pt>
                <c:pt idx="6069">
                  <c:v>3.5165300000000004</c:v>
                </c:pt>
                <c:pt idx="6070">
                  <c:v>3.5151699999999999</c:v>
                </c:pt>
                <c:pt idx="6071">
                  <c:v>3.5142399999999996</c:v>
                </c:pt>
                <c:pt idx="6072">
                  <c:v>3.5135000000000001</c:v>
                </c:pt>
                <c:pt idx="6073">
                  <c:v>3.5127199999999998</c:v>
                </c:pt>
                <c:pt idx="6074">
                  <c:v>3.51241</c:v>
                </c:pt>
                <c:pt idx="6075">
                  <c:v>3.5118400000000003</c:v>
                </c:pt>
                <c:pt idx="6076">
                  <c:v>3.5111500000000002</c:v>
                </c:pt>
                <c:pt idx="6077">
                  <c:v>3.5107600000000003</c:v>
                </c:pt>
                <c:pt idx="6078">
                  <c:v>3.5104199999999999</c:v>
                </c:pt>
                <c:pt idx="6079">
                  <c:v>3.72607</c:v>
                </c:pt>
                <c:pt idx="6080">
                  <c:v>3.7231100000000001</c:v>
                </c:pt>
                <c:pt idx="6081">
                  <c:v>3.7219899999999999</c:v>
                </c:pt>
                <c:pt idx="6082">
                  <c:v>3.7218299999999997</c:v>
                </c:pt>
                <c:pt idx="6083">
                  <c:v>3.7231100000000001</c:v>
                </c:pt>
                <c:pt idx="6084">
                  <c:v>3.72573</c:v>
                </c:pt>
                <c:pt idx="6085">
                  <c:v>3.7292700000000001</c:v>
                </c:pt>
                <c:pt idx="6086">
                  <c:v>3.73285</c:v>
                </c:pt>
                <c:pt idx="6087">
                  <c:v>3.738</c:v>
                </c:pt>
                <c:pt idx="6088">
                  <c:v>3.7450600000000001</c:v>
                </c:pt>
                <c:pt idx="6089">
                  <c:v>3.75366</c:v>
                </c:pt>
                <c:pt idx="6090">
                  <c:v>3.7649899999999996</c:v>
                </c:pt>
                <c:pt idx="6091">
                  <c:v>3.7674400000000001</c:v>
                </c:pt>
                <c:pt idx="6092">
                  <c:v>3.7826399999999998</c:v>
                </c:pt>
                <c:pt idx="6093">
                  <c:v>3.80471</c:v>
                </c:pt>
                <c:pt idx="6094">
                  <c:v>3.83202</c:v>
                </c:pt>
                <c:pt idx="6095">
                  <c:v>3.5</c:v>
                </c:pt>
                <c:pt idx="6096">
                  <c:v>3.5</c:v>
                </c:pt>
                <c:pt idx="6097">
                  <c:v>3.5</c:v>
                </c:pt>
                <c:pt idx="6098">
                  <c:v>3.5</c:v>
                </c:pt>
                <c:pt idx="6099">
                  <c:v>3.5</c:v>
                </c:pt>
                <c:pt idx="6100">
                  <c:v>3.5</c:v>
                </c:pt>
                <c:pt idx="6101">
                  <c:v>3.5</c:v>
                </c:pt>
                <c:pt idx="6102">
                  <c:v>3.6</c:v>
                </c:pt>
                <c:pt idx="6103">
                  <c:v>3.6</c:v>
                </c:pt>
                <c:pt idx="6104">
                  <c:v>3.6</c:v>
                </c:pt>
                <c:pt idx="6105">
                  <c:v>3.6</c:v>
                </c:pt>
                <c:pt idx="6106">
                  <c:v>3.6</c:v>
                </c:pt>
                <c:pt idx="6107">
                  <c:v>3.6</c:v>
                </c:pt>
                <c:pt idx="6108">
                  <c:v>3.6</c:v>
                </c:pt>
                <c:pt idx="6109">
                  <c:v>3.6</c:v>
                </c:pt>
                <c:pt idx="6110">
                  <c:v>3.6</c:v>
                </c:pt>
                <c:pt idx="6111">
                  <c:v>3.5898400000000001</c:v>
                </c:pt>
                <c:pt idx="6112">
                  <c:v>3.5908000000000002</c:v>
                </c:pt>
                <c:pt idx="6113">
                  <c:v>3.5913499999999998</c:v>
                </c:pt>
                <c:pt idx="6114">
                  <c:v>3.59179</c:v>
                </c:pt>
                <c:pt idx="6115">
                  <c:v>3.5920300000000003</c:v>
                </c:pt>
                <c:pt idx="6116">
                  <c:v>3.5922700000000001</c:v>
                </c:pt>
                <c:pt idx="6117">
                  <c:v>3.5924299999999998</c:v>
                </c:pt>
                <c:pt idx="6118">
                  <c:v>3.5924800000000001</c:v>
                </c:pt>
                <c:pt idx="6119">
                  <c:v>3.7025000000000001</c:v>
                </c:pt>
                <c:pt idx="6120">
                  <c:v>3.6991700000000001</c:v>
                </c:pt>
                <c:pt idx="6121">
                  <c:v>3.6967099999999999</c:v>
                </c:pt>
                <c:pt idx="6122">
                  <c:v>3.6951700000000001</c:v>
                </c:pt>
                <c:pt idx="6123">
                  <c:v>3.6941899999999999</c:v>
                </c:pt>
                <c:pt idx="6124">
                  <c:v>3.6935700000000002</c:v>
                </c:pt>
                <c:pt idx="6125">
                  <c:v>3.6936499999999999</c:v>
                </c:pt>
                <c:pt idx="6126">
                  <c:v>3.69448</c:v>
                </c:pt>
                <c:pt idx="6127">
                  <c:v>3.69624</c:v>
                </c:pt>
                <c:pt idx="6128">
                  <c:v>3.6994899999999999</c:v>
                </c:pt>
                <c:pt idx="6129">
                  <c:v>3.70363</c:v>
                </c:pt>
                <c:pt idx="6130">
                  <c:v>3.70764</c:v>
                </c:pt>
                <c:pt idx="6131">
                  <c:v>3.71333</c:v>
                </c:pt>
                <c:pt idx="6132">
                  <c:v>3.71984</c:v>
                </c:pt>
                <c:pt idx="6133">
                  <c:v>3.72831</c:v>
                </c:pt>
                <c:pt idx="6134">
                  <c:v>3.7421100000000003</c:v>
                </c:pt>
                <c:pt idx="6135">
                  <c:v>3.7601900000000001</c:v>
                </c:pt>
                <c:pt idx="6136">
                  <c:v>3.7830300000000001</c:v>
                </c:pt>
                <c:pt idx="6137">
                  <c:v>3.8218299999999998</c:v>
                </c:pt>
                <c:pt idx="6138">
                  <c:v>3.8854000000000002</c:v>
                </c:pt>
                <c:pt idx="6139">
                  <c:v>3.6</c:v>
                </c:pt>
                <c:pt idx="6140">
                  <c:v>3.6</c:v>
                </c:pt>
                <c:pt idx="6141">
                  <c:v>3.6</c:v>
                </c:pt>
                <c:pt idx="6142">
                  <c:v>3.6</c:v>
                </c:pt>
                <c:pt idx="6143">
                  <c:v>3.6</c:v>
                </c:pt>
                <c:pt idx="6144">
                  <c:v>3.6</c:v>
                </c:pt>
                <c:pt idx="6145">
                  <c:v>3.6</c:v>
                </c:pt>
                <c:pt idx="6146">
                  <c:v>3.6005500000000001</c:v>
                </c:pt>
                <c:pt idx="6147">
                  <c:v>3.60053</c:v>
                </c:pt>
                <c:pt idx="6148">
                  <c:v>3.6005400000000001</c:v>
                </c:pt>
                <c:pt idx="6149">
                  <c:v>3.6005400000000001</c:v>
                </c:pt>
                <c:pt idx="6150">
                  <c:v>3.6005400000000001</c:v>
                </c:pt>
                <c:pt idx="6151">
                  <c:v>3.6004800000000001</c:v>
                </c:pt>
                <c:pt idx="6152">
                  <c:v>3.6004800000000001</c:v>
                </c:pt>
                <c:pt idx="6153">
                  <c:v>3.6004899999999997</c:v>
                </c:pt>
                <c:pt idx="6154">
                  <c:v>3.60046</c:v>
                </c:pt>
                <c:pt idx="6155">
                  <c:v>3.6004699999999996</c:v>
                </c:pt>
                <c:pt idx="6156">
                  <c:v>3.6004699999999996</c:v>
                </c:pt>
                <c:pt idx="6157">
                  <c:v>3.6004800000000001</c:v>
                </c:pt>
                <c:pt idx="6158">
                  <c:v>3.6004899999999997</c:v>
                </c:pt>
                <c:pt idx="6159">
                  <c:v>3.6004999999999998</c:v>
                </c:pt>
                <c:pt idx="6160">
                  <c:v>3.6005100000000003</c:v>
                </c:pt>
                <c:pt idx="6161">
                  <c:v>3.6005100000000003</c:v>
                </c:pt>
                <c:pt idx="6162">
                  <c:v>3.6005100000000003</c:v>
                </c:pt>
                <c:pt idx="6163">
                  <c:v>3.6005100000000003</c:v>
                </c:pt>
                <c:pt idx="6164">
                  <c:v>3.6368400000000003</c:v>
                </c:pt>
                <c:pt idx="6165">
                  <c:v>3.6359299999999997</c:v>
                </c:pt>
                <c:pt idx="6166">
                  <c:v>3.6352500000000001</c:v>
                </c:pt>
                <c:pt idx="6167">
                  <c:v>3.6347100000000001</c:v>
                </c:pt>
                <c:pt idx="6168">
                  <c:v>3.63435</c:v>
                </c:pt>
                <c:pt idx="6169">
                  <c:v>3.6341000000000001</c:v>
                </c:pt>
                <c:pt idx="6170">
                  <c:v>3.6341000000000001</c:v>
                </c:pt>
                <c:pt idx="6171">
                  <c:v>3.6342399999999997</c:v>
                </c:pt>
                <c:pt idx="6172">
                  <c:v>3.6345800000000001</c:v>
                </c:pt>
                <c:pt idx="6173">
                  <c:v>3.6352699999999998</c:v>
                </c:pt>
                <c:pt idx="6174">
                  <c:v>3.6362199999999998</c:v>
                </c:pt>
                <c:pt idx="6175">
                  <c:v>3.6371700000000002</c:v>
                </c:pt>
                <c:pt idx="6176">
                  <c:v>3.63856</c:v>
                </c:pt>
                <c:pt idx="6177">
                  <c:v>3.6404200000000002</c:v>
                </c:pt>
                <c:pt idx="6178">
                  <c:v>3.6428400000000001</c:v>
                </c:pt>
                <c:pt idx="6179">
                  <c:v>3.6461900000000003</c:v>
                </c:pt>
                <c:pt idx="6180">
                  <c:v>3.65036</c:v>
                </c:pt>
                <c:pt idx="6181">
                  <c:v>3.6556599999999997</c:v>
                </c:pt>
                <c:pt idx="6182">
                  <c:v>3.6641500000000002</c:v>
                </c:pt>
                <c:pt idx="6183">
                  <c:v>3.6764099999999997</c:v>
                </c:pt>
                <c:pt idx="6184">
                  <c:v>3.6004499999999999</c:v>
                </c:pt>
                <c:pt idx="6185">
                  <c:v>3.6004800000000001</c:v>
                </c:pt>
                <c:pt idx="6186">
                  <c:v>3.60053</c:v>
                </c:pt>
                <c:pt idx="6187">
                  <c:v>3.60053</c:v>
                </c:pt>
                <c:pt idx="6188">
                  <c:v>3.60053</c:v>
                </c:pt>
                <c:pt idx="6189">
                  <c:v>3.60053</c:v>
                </c:pt>
                <c:pt idx="6190">
                  <c:v>3.60053</c:v>
                </c:pt>
                <c:pt idx="6191">
                  <c:v>3.6</c:v>
                </c:pt>
                <c:pt idx="6192">
                  <c:v>3.601</c:v>
                </c:pt>
                <c:pt idx="6193">
                  <c:v>3.601</c:v>
                </c:pt>
                <c:pt idx="6194">
                  <c:v>3.601</c:v>
                </c:pt>
                <c:pt idx="6195">
                  <c:v>3.601</c:v>
                </c:pt>
                <c:pt idx="6196">
                  <c:v>3.6009199999999999</c:v>
                </c:pt>
                <c:pt idx="6197">
                  <c:v>3.6009099999999998</c:v>
                </c:pt>
                <c:pt idx="6198">
                  <c:v>3.6008400000000003</c:v>
                </c:pt>
                <c:pt idx="6199">
                  <c:v>3.6008400000000003</c:v>
                </c:pt>
                <c:pt idx="6200">
                  <c:v>3.6008299999999998</c:v>
                </c:pt>
                <c:pt idx="6201">
                  <c:v>3.6008100000000001</c:v>
                </c:pt>
                <c:pt idx="6202">
                  <c:v>3.6008100000000001</c:v>
                </c:pt>
                <c:pt idx="6203">
                  <c:v>3.6008</c:v>
                </c:pt>
                <c:pt idx="6204">
                  <c:v>3.6008</c:v>
                </c:pt>
                <c:pt idx="6205">
                  <c:v>3.6008</c:v>
                </c:pt>
                <c:pt idx="6206">
                  <c:v>3.6007899999999999</c:v>
                </c:pt>
                <c:pt idx="6207">
                  <c:v>3.6007800000000003</c:v>
                </c:pt>
                <c:pt idx="6208">
                  <c:v>3.6007699999999998</c:v>
                </c:pt>
                <c:pt idx="6209">
                  <c:v>3.60073</c:v>
                </c:pt>
                <c:pt idx="6210">
                  <c:v>3.6859299999999999</c:v>
                </c:pt>
                <c:pt idx="6211">
                  <c:v>3.6731700000000003</c:v>
                </c:pt>
                <c:pt idx="6212">
                  <c:v>3.6647399999999997</c:v>
                </c:pt>
                <c:pt idx="6213">
                  <c:v>3.6636100000000003</c:v>
                </c:pt>
                <c:pt idx="6214">
                  <c:v>3.66269</c:v>
                </c:pt>
                <c:pt idx="6215">
                  <c:v>3.66215</c:v>
                </c:pt>
                <c:pt idx="6216">
                  <c:v>3.6622600000000003</c:v>
                </c:pt>
                <c:pt idx="6217">
                  <c:v>3.6628699999999998</c:v>
                </c:pt>
                <c:pt idx="6218">
                  <c:v>3.6541700000000001</c:v>
                </c:pt>
                <c:pt idx="6219">
                  <c:v>3.6553</c:v>
                </c:pt>
                <c:pt idx="6220">
                  <c:v>3.6566100000000001</c:v>
                </c:pt>
                <c:pt idx="6221">
                  <c:v>3.6584899999999996</c:v>
                </c:pt>
                <c:pt idx="6222">
                  <c:v>3.6616500000000003</c:v>
                </c:pt>
                <c:pt idx="6223">
                  <c:v>3.66561</c:v>
                </c:pt>
                <c:pt idx="6224">
                  <c:v>3.6703299999999999</c:v>
                </c:pt>
                <c:pt idx="6225">
                  <c:v>3.6775500000000001</c:v>
                </c:pt>
                <c:pt idx="6226">
                  <c:v>3.7024599999999999</c:v>
                </c:pt>
                <c:pt idx="6227">
                  <c:v>3.7166000000000001</c:v>
                </c:pt>
                <c:pt idx="6228">
                  <c:v>3.74682</c:v>
                </c:pt>
                <c:pt idx="6229">
                  <c:v>3.7892199999999998</c:v>
                </c:pt>
                <c:pt idx="6230">
                  <c:v>3.6007500000000001</c:v>
                </c:pt>
                <c:pt idx="6231">
                  <c:v>3.59918</c:v>
                </c:pt>
                <c:pt idx="6232">
                  <c:v>3.5991500000000003</c:v>
                </c:pt>
                <c:pt idx="6233">
                  <c:v>3.5991500000000003</c:v>
                </c:pt>
                <c:pt idx="6234">
                  <c:v>3.59918</c:v>
                </c:pt>
                <c:pt idx="6235">
                  <c:v>3.5993600000000003</c:v>
                </c:pt>
                <c:pt idx="6236">
                  <c:v>3.5993499999999998</c:v>
                </c:pt>
                <c:pt idx="6237">
                  <c:v>3.59979</c:v>
                </c:pt>
                <c:pt idx="6238">
                  <c:v>3.6</c:v>
                </c:pt>
                <c:pt idx="6239">
                  <c:v>0.94444399999999995</c:v>
                </c:pt>
                <c:pt idx="6240">
                  <c:v>0.967391</c:v>
                </c:pt>
                <c:pt idx="6241">
                  <c:v>0.99470899999999995</c:v>
                </c:pt>
                <c:pt idx="6242">
                  <c:v>1.0172399999999999</c:v>
                </c:pt>
                <c:pt idx="6243">
                  <c:v>1.2258699999999998</c:v>
                </c:pt>
                <c:pt idx="6244">
                  <c:v>1.3956999999999999</c:v>
                </c:pt>
                <c:pt idx="6245">
                  <c:v>1.4090400000000001</c:v>
                </c:pt>
                <c:pt idx="6246">
                  <c:v>1.43788</c:v>
                </c:pt>
                <c:pt idx="6247">
                  <c:v>1.51339</c:v>
                </c:pt>
                <c:pt idx="6248">
                  <c:v>1.56027</c:v>
                </c:pt>
                <c:pt idx="6249">
                  <c:v>3.6008</c:v>
                </c:pt>
                <c:pt idx="6250">
                  <c:v>3.6008100000000001</c:v>
                </c:pt>
                <c:pt idx="6251">
                  <c:v>3.6007899999999999</c:v>
                </c:pt>
                <c:pt idx="6252">
                  <c:v>3.6007800000000003</c:v>
                </c:pt>
                <c:pt idx="6253">
                  <c:v>3.6007699999999998</c:v>
                </c:pt>
                <c:pt idx="6254">
                  <c:v>3.6007500000000001</c:v>
                </c:pt>
                <c:pt idx="6255">
                  <c:v>3.60073</c:v>
                </c:pt>
                <c:pt idx="6256">
                  <c:v>3.6006999999999998</c:v>
                </c:pt>
                <c:pt idx="6257">
                  <c:v>3.81562</c:v>
                </c:pt>
                <c:pt idx="6258">
                  <c:v>3.8042699999999998</c:v>
                </c:pt>
                <c:pt idx="6259">
                  <c:v>3.7815799999999999</c:v>
                </c:pt>
                <c:pt idx="6260">
                  <c:v>3.7640100000000003</c:v>
                </c:pt>
                <c:pt idx="6261">
                  <c:v>3.7625199999999999</c:v>
                </c:pt>
                <c:pt idx="6262">
                  <c:v>3.7619400000000001</c:v>
                </c:pt>
                <c:pt idx="6263">
                  <c:v>3.7615400000000001</c:v>
                </c:pt>
                <c:pt idx="6264">
                  <c:v>3.7612299999999999</c:v>
                </c:pt>
                <c:pt idx="6265">
                  <c:v>3.7606999999999999</c:v>
                </c:pt>
                <c:pt idx="6266">
                  <c:v>3.7606700000000002</c:v>
                </c:pt>
                <c:pt idx="6267">
                  <c:v>3.7601399999999998</c:v>
                </c:pt>
                <c:pt idx="6268">
                  <c:v>3.7612899999999998</c:v>
                </c:pt>
                <c:pt idx="6269">
                  <c:v>3.7636799999999999</c:v>
                </c:pt>
                <c:pt idx="6270">
                  <c:v>3.7671300000000003</c:v>
                </c:pt>
                <c:pt idx="6271">
                  <c:v>3.7696100000000001</c:v>
                </c:pt>
                <c:pt idx="6272">
                  <c:v>3.7733600000000003</c:v>
                </c:pt>
                <c:pt idx="6273">
                  <c:v>3.80416</c:v>
                </c:pt>
                <c:pt idx="6274">
                  <c:v>3.8149999999999999</c:v>
                </c:pt>
                <c:pt idx="6275">
                  <c:v>3.82213</c:v>
                </c:pt>
                <c:pt idx="6276">
                  <c:v>3.8147800000000003</c:v>
                </c:pt>
                <c:pt idx="6277">
                  <c:v>1.9953399999999999</c:v>
                </c:pt>
                <c:pt idx="6278">
                  <c:v>1.96791</c:v>
                </c:pt>
                <c:pt idx="6279">
                  <c:v>1.87775</c:v>
                </c:pt>
                <c:pt idx="6280">
                  <c:v>1.9372799999999999</c:v>
                </c:pt>
                <c:pt idx="6281">
                  <c:v>1.91418</c:v>
                </c:pt>
                <c:pt idx="6282">
                  <c:v>2.1898499999999999</c:v>
                </c:pt>
                <c:pt idx="6283">
                  <c:v>2.0992700000000002</c:v>
                </c:pt>
                <c:pt idx="6284">
                  <c:v>3.09714</c:v>
                </c:pt>
                <c:pt idx="6285">
                  <c:v>0.1</c:v>
                </c:pt>
                <c:pt idx="6286">
                  <c:v>0.1</c:v>
                </c:pt>
                <c:pt idx="6287">
                  <c:v>0.1</c:v>
                </c:pt>
                <c:pt idx="6288">
                  <c:v>0.1</c:v>
                </c:pt>
                <c:pt idx="6289">
                  <c:v>0.1</c:v>
                </c:pt>
                <c:pt idx="6290">
                  <c:v>0.1</c:v>
                </c:pt>
                <c:pt idx="6291">
                  <c:v>0.1</c:v>
                </c:pt>
                <c:pt idx="6292">
                  <c:v>0.1</c:v>
                </c:pt>
                <c:pt idx="6293">
                  <c:v>0.1</c:v>
                </c:pt>
                <c:pt idx="6294">
                  <c:v>3.50082</c:v>
                </c:pt>
                <c:pt idx="6295">
                  <c:v>3.5008499999999998</c:v>
                </c:pt>
                <c:pt idx="6296">
                  <c:v>3.5008600000000003</c:v>
                </c:pt>
                <c:pt idx="6297">
                  <c:v>3.5008699999999999</c:v>
                </c:pt>
                <c:pt idx="6298">
                  <c:v>3.5008699999999999</c:v>
                </c:pt>
                <c:pt idx="6299">
                  <c:v>3.50088</c:v>
                </c:pt>
                <c:pt idx="6300">
                  <c:v>3.50088</c:v>
                </c:pt>
                <c:pt idx="6301">
                  <c:v>3.50088</c:v>
                </c:pt>
                <c:pt idx="6302">
                  <c:v>4.0008900000000001</c:v>
                </c:pt>
                <c:pt idx="6303">
                  <c:v>4.0008900000000001</c:v>
                </c:pt>
                <c:pt idx="6304">
                  <c:v>4.0008900000000001</c:v>
                </c:pt>
                <c:pt idx="6305">
                  <c:v>4.0008999999999997</c:v>
                </c:pt>
                <c:pt idx="6306">
                  <c:v>4.0008999999999997</c:v>
                </c:pt>
                <c:pt idx="6307">
                  <c:v>4.0008999999999997</c:v>
                </c:pt>
                <c:pt idx="6308">
                  <c:v>4.0008999999999997</c:v>
                </c:pt>
                <c:pt idx="6309">
                  <c:v>4.0008999999999997</c:v>
                </c:pt>
                <c:pt idx="6310">
                  <c:v>4.0008999999999997</c:v>
                </c:pt>
                <c:pt idx="6311">
                  <c:v>4.0008999999999997</c:v>
                </c:pt>
                <c:pt idx="6312">
                  <c:v>4.0008999999999997</c:v>
                </c:pt>
                <c:pt idx="6313">
                  <c:v>4.0008999999999997</c:v>
                </c:pt>
                <c:pt idx="6314">
                  <c:v>4.0008999999999997</c:v>
                </c:pt>
                <c:pt idx="6315">
                  <c:v>4.0008999999999997</c:v>
                </c:pt>
                <c:pt idx="6316">
                  <c:v>4.0008900000000001</c:v>
                </c:pt>
                <c:pt idx="6317">
                  <c:v>4.0008900000000001</c:v>
                </c:pt>
                <c:pt idx="6318">
                  <c:v>4.0008900000000001</c:v>
                </c:pt>
                <c:pt idx="6319">
                  <c:v>4.0008900000000001</c:v>
                </c:pt>
                <c:pt idx="6320">
                  <c:v>4.0008800000000004</c:v>
                </c:pt>
                <c:pt idx="6321">
                  <c:v>4.0008699999999999</c:v>
                </c:pt>
                <c:pt idx="6322">
                  <c:v>0.1</c:v>
                </c:pt>
                <c:pt idx="6323">
                  <c:v>0.1</c:v>
                </c:pt>
                <c:pt idx="6324">
                  <c:v>0.1</c:v>
                </c:pt>
                <c:pt idx="6325">
                  <c:v>0.1</c:v>
                </c:pt>
                <c:pt idx="6326">
                  <c:v>0.1</c:v>
                </c:pt>
                <c:pt idx="6327">
                  <c:v>0.1</c:v>
                </c:pt>
                <c:pt idx="6328">
                  <c:v>0.1</c:v>
                </c:pt>
                <c:pt idx="6329">
                  <c:v>3.5</c:v>
                </c:pt>
                <c:pt idx="6330">
                  <c:v>3.5</c:v>
                </c:pt>
                <c:pt idx="6331">
                  <c:v>3.5</c:v>
                </c:pt>
                <c:pt idx="6332">
                  <c:v>3.5</c:v>
                </c:pt>
                <c:pt idx="6333">
                  <c:v>3.5</c:v>
                </c:pt>
                <c:pt idx="6334">
                  <c:v>3.5</c:v>
                </c:pt>
                <c:pt idx="6335">
                  <c:v>3.5</c:v>
                </c:pt>
                <c:pt idx="6336">
                  <c:v>3.5</c:v>
                </c:pt>
                <c:pt idx="6337">
                  <c:v>4.2699399999999992</c:v>
                </c:pt>
                <c:pt idx="6338">
                  <c:v>4.2730399999999999</c:v>
                </c:pt>
                <c:pt idx="6339">
                  <c:v>4.2785699999999993</c:v>
                </c:pt>
                <c:pt idx="6340">
                  <c:v>4.2747099999999998</c:v>
                </c:pt>
                <c:pt idx="6341">
                  <c:v>4.2720799999999999</c:v>
                </c:pt>
                <c:pt idx="6342">
                  <c:v>4.2805200000000001</c:v>
                </c:pt>
                <c:pt idx="6343">
                  <c:v>4.2817400000000001</c:v>
                </c:pt>
                <c:pt idx="6344">
                  <c:v>4.2810100000000002</c:v>
                </c:pt>
                <c:pt idx="6345">
                  <c:v>4.2795399999999999</c:v>
                </c:pt>
                <c:pt idx="6346">
                  <c:v>4.2793000000000001</c:v>
                </c:pt>
                <c:pt idx="6347">
                  <c:v>4.28125</c:v>
                </c:pt>
                <c:pt idx="6348">
                  <c:v>4.2896400000000003</c:v>
                </c:pt>
                <c:pt idx="6349">
                  <c:v>4.2558599999999993</c:v>
                </c:pt>
                <c:pt idx="6350">
                  <c:v>4.2630699999999999</c:v>
                </c:pt>
                <c:pt idx="6351">
                  <c:v>4.2668699999999999</c:v>
                </c:pt>
                <c:pt idx="6352">
                  <c:v>4.2889499999999998</c:v>
                </c:pt>
                <c:pt idx="6353">
                  <c:v>4.1544499999999998</c:v>
                </c:pt>
                <c:pt idx="6354">
                  <c:v>4.1697899999999999</c:v>
                </c:pt>
                <c:pt idx="6361">
                  <c:v>4</c:v>
                </c:pt>
                <c:pt idx="6362">
                  <c:v>4</c:v>
                </c:pt>
                <c:pt idx="6363">
                  <c:v>4</c:v>
                </c:pt>
                <c:pt idx="6364">
                  <c:v>4</c:v>
                </c:pt>
                <c:pt idx="6365">
                  <c:v>4</c:v>
                </c:pt>
                <c:pt idx="6366">
                  <c:v>4</c:v>
                </c:pt>
                <c:pt idx="6367">
                  <c:v>4</c:v>
                </c:pt>
                <c:pt idx="6368">
                  <c:v>4</c:v>
                </c:pt>
                <c:pt idx="6369">
                  <c:v>4</c:v>
                </c:pt>
                <c:pt idx="6370">
                  <c:v>4</c:v>
                </c:pt>
                <c:pt idx="6371">
                  <c:v>4</c:v>
                </c:pt>
                <c:pt idx="6372">
                  <c:v>4</c:v>
                </c:pt>
                <c:pt idx="6397">
                  <c:v>3.35</c:v>
                </c:pt>
                <c:pt idx="6398">
                  <c:v>3.35</c:v>
                </c:pt>
                <c:pt idx="6399">
                  <c:v>3.35</c:v>
                </c:pt>
                <c:pt idx="6400">
                  <c:v>3.35</c:v>
                </c:pt>
                <c:pt idx="6401">
                  <c:v>3.35</c:v>
                </c:pt>
                <c:pt idx="6402">
                  <c:v>3.35</c:v>
                </c:pt>
                <c:pt idx="6403">
                  <c:v>3.35</c:v>
                </c:pt>
                <c:pt idx="6404">
                  <c:v>3.35</c:v>
                </c:pt>
                <c:pt idx="6405">
                  <c:v>3.35</c:v>
                </c:pt>
                <c:pt idx="6406">
                  <c:v>3.35</c:v>
                </c:pt>
                <c:pt idx="6407">
                  <c:v>3.35</c:v>
                </c:pt>
                <c:pt idx="6408">
                  <c:v>3.35</c:v>
                </c:pt>
                <c:pt idx="6409">
                  <c:v>3.35</c:v>
                </c:pt>
                <c:pt idx="6410">
                  <c:v>3.35</c:v>
                </c:pt>
                <c:pt idx="6411">
                  <c:v>3.35</c:v>
                </c:pt>
                <c:pt idx="6412">
                  <c:v>3.35</c:v>
                </c:pt>
                <c:pt idx="6413">
                  <c:v>3.35</c:v>
                </c:pt>
                <c:pt idx="6414">
                  <c:v>3.35</c:v>
                </c:pt>
                <c:pt idx="6415">
                  <c:v>3.35</c:v>
                </c:pt>
                <c:pt idx="6416">
                  <c:v>3.35</c:v>
                </c:pt>
                <c:pt idx="6417">
                  <c:v>3.35</c:v>
                </c:pt>
                <c:pt idx="6418">
                  <c:v>3.35</c:v>
                </c:pt>
                <c:pt idx="6419">
                  <c:v>3.35</c:v>
                </c:pt>
                <c:pt idx="6420">
                  <c:v>3.35</c:v>
                </c:pt>
                <c:pt idx="6421">
                  <c:v>3.35</c:v>
                </c:pt>
                <c:pt idx="6422">
                  <c:v>3.35</c:v>
                </c:pt>
                <c:pt idx="6423">
                  <c:v>3.35</c:v>
                </c:pt>
                <c:pt idx="6424">
                  <c:v>3.35</c:v>
                </c:pt>
                <c:pt idx="6425">
                  <c:v>3.35</c:v>
                </c:pt>
                <c:pt idx="6426">
                  <c:v>3.35</c:v>
                </c:pt>
                <c:pt idx="6427">
                  <c:v>3.35</c:v>
                </c:pt>
                <c:pt idx="6428">
                  <c:v>3.35</c:v>
                </c:pt>
                <c:pt idx="6429">
                  <c:v>3.35</c:v>
                </c:pt>
                <c:pt idx="6430">
                  <c:v>3.35</c:v>
                </c:pt>
                <c:pt idx="6431">
                  <c:v>3.35</c:v>
                </c:pt>
                <c:pt idx="6432">
                  <c:v>3.35</c:v>
                </c:pt>
                <c:pt idx="6433">
                  <c:v>3.35</c:v>
                </c:pt>
                <c:pt idx="6434">
                  <c:v>3.35</c:v>
                </c:pt>
                <c:pt idx="6435">
                  <c:v>3.35</c:v>
                </c:pt>
                <c:pt idx="6436">
                  <c:v>3.35</c:v>
                </c:pt>
                <c:pt idx="6437">
                  <c:v>3.35</c:v>
                </c:pt>
                <c:pt idx="6438">
                  <c:v>3.35</c:v>
                </c:pt>
                <c:pt idx="6439">
                  <c:v>3.35</c:v>
                </c:pt>
                <c:pt idx="6458">
                  <c:v>4.5</c:v>
                </c:pt>
                <c:pt idx="6459">
                  <c:v>4.5</c:v>
                </c:pt>
                <c:pt idx="6460">
                  <c:v>4.5</c:v>
                </c:pt>
                <c:pt idx="6461">
                  <c:v>4.5</c:v>
                </c:pt>
                <c:pt idx="6462">
                  <c:v>4.5</c:v>
                </c:pt>
                <c:pt idx="6463">
                  <c:v>4.5</c:v>
                </c:pt>
                <c:pt idx="6464">
                  <c:v>4.5</c:v>
                </c:pt>
                <c:pt idx="6465">
                  <c:v>4.5</c:v>
                </c:pt>
                <c:pt idx="6466">
                  <c:v>4.5</c:v>
                </c:pt>
                <c:pt idx="6467">
                  <c:v>4.5</c:v>
                </c:pt>
                <c:pt idx="6468">
                  <c:v>4.5</c:v>
                </c:pt>
                <c:pt idx="6469">
                  <c:v>4.5</c:v>
                </c:pt>
                <c:pt idx="6470">
                  <c:v>4.5</c:v>
                </c:pt>
                <c:pt idx="6471">
                  <c:v>4.5</c:v>
                </c:pt>
                <c:pt idx="6472">
                  <c:v>4.5</c:v>
                </c:pt>
                <c:pt idx="6473">
                  <c:v>4.5</c:v>
                </c:pt>
                <c:pt idx="6474">
                  <c:v>4.5</c:v>
                </c:pt>
                <c:pt idx="6475">
                  <c:v>4.5</c:v>
                </c:pt>
                <c:pt idx="6476">
                  <c:v>4.5</c:v>
                </c:pt>
                <c:pt idx="6477">
                  <c:v>4.5</c:v>
                </c:pt>
                <c:pt idx="6519">
                  <c:v>3.7847399999999998</c:v>
                </c:pt>
                <c:pt idx="6520">
                  <c:v>3.7509999999999999</c:v>
                </c:pt>
                <c:pt idx="6521">
                  <c:v>3.7593400000000003</c:v>
                </c:pt>
                <c:pt idx="6522">
                  <c:v>3.7913800000000002</c:v>
                </c:pt>
                <c:pt idx="6523">
                  <c:v>3.84626</c:v>
                </c:pt>
                <c:pt idx="6524">
                  <c:v>3.9386000000000001</c:v>
                </c:pt>
                <c:pt idx="6525">
                  <c:v>4</c:v>
                </c:pt>
                <c:pt idx="6534">
                  <c:v>0.1</c:v>
                </c:pt>
                <c:pt idx="6535">
                  <c:v>0.1</c:v>
                </c:pt>
                <c:pt idx="6536">
                  <c:v>0.1</c:v>
                </c:pt>
                <c:pt idx="6537">
                  <c:v>0.1</c:v>
                </c:pt>
                <c:pt idx="6538">
                  <c:v>0.1</c:v>
                </c:pt>
                <c:pt idx="6539">
                  <c:v>0.1</c:v>
                </c:pt>
                <c:pt idx="6540">
                  <c:v>0.1</c:v>
                </c:pt>
                <c:pt idx="6541">
                  <c:v>0.1</c:v>
                </c:pt>
                <c:pt idx="6542">
                  <c:v>0.1</c:v>
                </c:pt>
                <c:pt idx="6543">
                  <c:v>0.1</c:v>
                </c:pt>
                <c:pt idx="6544">
                  <c:v>3.5009999999999999</c:v>
                </c:pt>
                <c:pt idx="6545">
                  <c:v>3.5009999999999999</c:v>
                </c:pt>
                <c:pt idx="6546">
                  <c:v>3.5009999999999999</c:v>
                </c:pt>
                <c:pt idx="6547">
                  <c:v>3.5009999999999999</c:v>
                </c:pt>
                <c:pt idx="6548">
                  <c:v>3.5009999999999999</c:v>
                </c:pt>
                <c:pt idx="6549">
                  <c:v>3.5009999999999999</c:v>
                </c:pt>
                <c:pt idx="6550">
                  <c:v>3.5009999999999999</c:v>
                </c:pt>
                <c:pt idx="6551">
                  <c:v>3.5009999999999999</c:v>
                </c:pt>
                <c:pt idx="6552">
                  <c:v>4.0010000000000003</c:v>
                </c:pt>
                <c:pt idx="6553">
                  <c:v>4.0010000000000003</c:v>
                </c:pt>
                <c:pt idx="6554">
                  <c:v>4.0010000000000003</c:v>
                </c:pt>
                <c:pt idx="6555">
                  <c:v>4.0010000000000003</c:v>
                </c:pt>
                <c:pt idx="6556">
                  <c:v>4.0010000000000003</c:v>
                </c:pt>
                <c:pt idx="6557">
                  <c:v>4.0010000000000003</c:v>
                </c:pt>
                <c:pt idx="6558">
                  <c:v>4.0010000000000003</c:v>
                </c:pt>
                <c:pt idx="6559">
                  <c:v>4.0010000000000003</c:v>
                </c:pt>
                <c:pt idx="6560">
                  <c:v>4.0010000000000003</c:v>
                </c:pt>
                <c:pt idx="6561">
                  <c:v>4.0010000000000003</c:v>
                </c:pt>
                <c:pt idx="6562">
                  <c:v>4.0010000000000003</c:v>
                </c:pt>
                <c:pt idx="6563">
                  <c:v>4.0010000000000003</c:v>
                </c:pt>
                <c:pt idx="6564">
                  <c:v>4.0010000000000003</c:v>
                </c:pt>
                <c:pt idx="6565">
                  <c:v>4.0010000000000003</c:v>
                </c:pt>
                <c:pt idx="6566">
                  <c:v>4.0010000000000003</c:v>
                </c:pt>
                <c:pt idx="6567">
                  <c:v>4.0010000000000003</c:v>
                </c:pt>
                <c:pt idx="6568">
                  <c:v>4.0010000000000003</c:v>
                </c:pt>
                <c:pt idx="6569">
                  <c:v>4.0010000000000003</c:v>
                </c:pt>
                <c:pt idx="6570">
                  <c:v>4.0010000000000003</c:v>
                </c:pt>
                <c:pt idx="6571">
                  <c:v>4.0010000000000003</c:v>
                </c:pt>
                <c:pt idx="6572">
                  <c:v>0.1</c:v>
                </c:pt>
                <c:pt idx="6573">
                  <c:v>0.1</c:v>
                </c:pt>
                <c:pt idx="6574">
                  <c:v>0.1</c:v>
                </c:pt>
                <c:pt idx="6575">
                  <c:v>0.1</c:v>
                </c:pt>
                <c:pt idx="6576">
                  <c:v>0.1</c:v>
                </c:pt>
                <c:pt idx="6577">
                  <c:v>0.1</c:v>
                </c:pt>
                <c:pt idx="6578">
                  <c:v>0.1</c:v>
                </c:pt>
                <c:pt idx="6579">
                  <c:v>0.1</c:v>
                </c:pt>
                <c:pt idx="6588">
                  <c:v>4</c:v>
                </c:pt>
                <c:pt idx="6589">
                  <c:v>4</c:v>
                </c:pt>
                <c:pt idx="6590">
                  <c:v>4</c:v>
                </c:pt>
                <c:pt idx="6591">
                  <c:v>4</c:v>
                </c:pt>
                <c:pt idx="6592">
                  <c:v>4</c:v>
                </c:pt>
                <c:pt idx="6593">
                  <c:v>4</c:v>
                </c:pt>
                <c:pt idx="6594">
                  <c:v>4</c:v>
                </c:pt>
                <c:pt idx="6595">
                  <c:v>4</c:v>
                </c:pt>
                <c:pt idx="6596">
                  <c:v>4</c:v>
                </c:pt>
                <c:pt idx="6597">
                  <c:v>4</c:v>
                </c:pt>
                <c:pt idx="6598">
                  <c:v>4</c:v>
                </c:pt>
                <c:pt idx="6599">
                  <c:v>4</c:v>
                </c:pt>
                <c:pt idx="6600">
                  <c:v>4</c:v>
                </c:pt>
                <c:pt idx="6601">
                  <c:v>4</c:v>
                </c:pt>
                <c:pt idx="6602">
                  <c:v>4</c:v>
                </c:pt>
                <c:pt idx="6603">
                  <c:v>4</c:v>
                </c:pt>
                <c:pt idx="6604">
                  <c:v>4</c:v>
                </c:pt>
                <c:pt idx="6605">
                  <c:v>4</c:v>
                </c:pt>
                <c:pt idx="6606">
                  <c:v>4</c:v>
                </c:pt>
                <c:pt idx="6607">
                  <c:v>4</c:v>
                </c:pt>
                <c:pt idx="6608">
                  <c:v>4</c:v>
                </c:pt>
                <c:pt idx="6609">
                  <c:v>4</c:v>
                </c:pt>
                <c:pt idx="6610">
                  <c:v>4</c:v>
                </c:pt>
                <c:pt idx="6611">
                  <c:v>4</c:v>
                </c:pt>
                <c:pt idx="6612">
                  <c:v>4</c:v>
                </c:pt>
                <c:pt idx="6613">
                  <c:v>4</c:v>
                </c:pt>
                <c:pt idx="6614">
                  <c:v>4</c:v>
                </c:pt>
                <c:pt idx="6615">
                  <c:v>4</c:v>
                </c:pt>
                <c:pt idx="6616">
                  <c:v>4</c:v>
                </c:pt>
                <c:pt idx="6617">
                  <c:v>4</c:v>
                </c:pt>
                <c:pt idx="6618">
                  <c:v>4</c:v>
                </c:pt>
                <c:pt idx="6619">
                  <c:v>4</c:v>
                </c:pt>
                <c:pt idx="6620">
                  <c:v>4</c:v>
                </c:pt>
                <c:pt idx="6621">
                  <c:v>4</c:v>
                </c:pt>
                <c:pt idx="6622">
                  <c:v>4</c:v>
                </c:pt>
                <c:pt idx="6623">
                  <c:v>4</c:v>
                </c:pt>
                <c:pt idx="6624">
                  <c:v>4</c:v>
                </c:pt>
                <c:pt idx="6625">
                  <c:v>4</c:v>
                </c:pt>
                <c:pt idx="6626">
                  <c:v>4</c:v>
                </c:pt>
                <c:pt idx="6627">
                  <c:v>4</c:v>
                </c:pt>
                <c:pt idx="6628">
                  <c:v>3.6</c:v>
                </c:pt>
                <c:pt idx="6629">
                  <c:v>3.6</c:v>
                </c:pt>
                <c:pt idx="6630">
                  <c:v>3.6</c:v>
                </c:pt>
                <c:pt idx="6631">
                  <c:v>3.6</c:v>
                </c:pt>
                <c:pt idx="6632">
                  <c:v>3.6</c:v>
                </c:pt>
                <c:pt idx="6633">
                  <c:v>3.6</c:v>
                </c:pt>
                <c:pt idx="6634">
                  <c:v>3.6</c:v>
                </c:pt>
                <c:pt idx="6635">
                  <c:v>3.7166199999999998</c:v>
                </c:pt>
                <c:pt idx="6636">
                  <c:v>3.7062199999999996</c:v>
                </c:pt>
                <c:pt idx="6637">
                  <c:v>3.7038000000000002</c:v>
                </c:pt>
                <c:pt idx="6638">
                  <c:v>3.6995399999999998</c:v>
                </c:pt>
                <c:pt idx="6639">
                  <c:v>3.67476</c:v>
                </c:pt>
                <c:pt idx="6640">
                  <c:v>3.6591999999999998</c:v>
                </c:pt>
                <c:pt idx="6641">
                  <c:v>3.64994</c:v>
                </c:pt>
                <c:pt idx="6642">
                  <c:v>3.5622699999999998</c:v>
                </c:pt>
                <c:pt idx="6643">
                  <c:v>3.53911</c:v>
                </c:pt>
                <c:pt idx="6644">
                  <c:v>3.5326999999999997</c:v>
                </c:pt>
                <c:pt idx="6645">
                  <c:v>3.5181999999999998</c:v>
                </c:pt>
                <c:pt idx="6646">
                  <c:v>3.5173100000000002</c:v>
                </c:pt>
                <c:pt idx="6647">
                  <c:v>3.5161599999999997</c:v>
                </c:pt>
                <c:pt idx="6648">
                  <c:v>3.5124599999999999</c:v>
                </c:pt>
                <c:pt idx="6649">
                  <c:v>3.5181300000000002</c:v>
                </c:pt>
                <c:pt idx="6650">
                  <c:v>3.5171199999999998</c:v>
                </c:pt>
                <c:pt idx="6651">
                  <c:v>3.5149499999999998</c:v>
                </c:pt>
                <c:pt idx="6652">
                  <c:v>3.5150700000000001</c:v>
                </c:pt>
                <c:pt idx="6653">
                  <c:v>3.5175300000000003</c:v>
                </c:pt>
                <c:pt idx="6654">
                  <c:v>3.5178199999999999</c:v>
                </c:pt>
                <c:pt idx="6655">
                  <c:v>3.5174699999999999</c:v>
                </c:pt>
                <c:pt idx="6656">
                  <c:v>3.5212699999999999</c:v>
                </c:pt>
                <c:pt idx="6657">
                  <c:v>3.5293800000000002</c:v>
                </c:pt>
                <c:pt idx="6658">
                  <c:v>3.5342800000000003</c:v>
                </c:pt>
                <c:pt idx="6659">
                  <c:v>3.6131599999999997</c:v>
                </c:pt>
                <c:pt idx="6660">
                  <c:v>3.6671399999999998</c:v>
                </c:pt>
                <c:pt idx="6661">
                  <c:v>3.6829000000000001</c:v>
                </c:pt>
                <c:pt idx="6662">
                  <c:v>3.71095</c:v>
                </c:pt>
                <c:pt idx="6663">
                  <c:v>3.6</c:v>
                </c:pt>
                <c:pt idx="6664">
                  <c:v>3.6</c:v>
                </c:pt>
                <c:pt idx="6665">
                  <c:v>3.6</c:v>
                </c:pt>
                <c:pt idx="6666">
                  <c:v>3.6</c:v>
                </c:pt>
                <c:pt idx="6667">
                  <c:v>3.6</c:v>
                </c:pt>
                <c:pt idx="6668">
                  <c:v>3.6</c:v>
                </c:pt>
                <c:pt idx="6669">
                  <c:v>3.6</c:v>
                </c:pt>
                <c:pt idx="6670">
                  <c:v>3.65</c:v>
                </c:pt>
                <c:pt idx="6671">
                  <c:v>3.65</c:v>
                </c:pt>
                <c:pt idx="6672">
                  <c:v>3.65</c:v>
                </c:pt>
                <c:pt idx="6673">
                  <c:v>3.65</c:v>
                </c:pt>
                <c:pt idx="6674">
                  <c:v>3.65</c:v>
                </c:pt>
                <c:pt idx="6675">
                  <c:v>3.65</c:v>
                </c:pt>
                <c:pt idx="6676">
                  <c:v>3.65</c:v>
                </c:pt>
                <c:pt idx="6677">
                  <c:v>3.65</c:v>
                </c:pt>
                <c:pt idx="6678">
                  <c:v>3.65</c:v>
                </c:pt>
                <c:pt idx="6679">
                  <c:v>3.65</c:v>
                </c:pt>
                <c:pt idx="6680">
                  <c:v>3.65</c:v>
                </c:pt>
                <c:pt idx="6681">
                  <c:v>3.65</c:v>
                </c:pt>
                <c:pt idx="6682">
                  <c:v>3.65</c:v>
                </c:pt>
                <c:pt idx="6683">
                  <c:v>3.65</c:v>
                </c:pt>
                <c:pt idx="6684">
                  <c:v>3.65</c:v>
                </c:pt>
                <c:pt idx="6685">
                  <c:v>3.65</c:v>
                </c:pt>
                <c:pt idx="6686">
                  <c:v>3.65</c:v>
                </c:pt>
                <c:pt idx="6687">
                  <c:v>3.65</c:v>
                </c:pt>
                <c:pt idx="6688">
                  <c:v>3.6608400000000003</c:v>
                </c:pt>
                <c:pt idx="6689">
                  <c:v>3.66099</c:v>
                </c:pt>
                <c:pt idx="6690">
                  <c:v>3.6602800000000002</c:v>
                </c:pt>
                <c:pt idx="6691">
                  <c:v>3.6599599999999999</c:v>
                </c:pt>
                <c:pt idx="6692">
                  <c:v>3.6600199999999998</c:v>
                </c:pt>
                <c:pt idx="6693">
                  <c:v>3.6599599999999999</c:v>
                </c:pt>
                <c:pt idx="6694">
                  <c:v>3.6604099999999997</c:v>
                </c:pt>
                <c:pt idx="6695">
                  <c:v>3.6604699999999997</c:v>
                </c:pt>
                <c:pt idx="6696">
                  <c:v>3.6601599999999999</c:v>
                </c:pt>
                <c:pt idx="6697">
                  <c:v>3.6601699999999999</c:v>
                </c:pt>
                <c:pt idx="6698">
                  <c:v>3.66065</c:v>
                </c:pt>
                <c:pt idx="6699">
                  <c:v>3.6594600000000002</c:v>
                </c:pt>
                <c:pt idx="6700">
                  <c:v>3.66012</c:v>
                </c:pt>
                <c:pt idx="6701">
                  <c:v>3.66086</c:v>
                </c:pt>
                <c:pt idx="6702">
                  <c:v>3.6599200000000001</c:v>
                </c:pt>
                <c:pt idx="6703">
                  <c:v>3.6611500000000001</c:v>
                </c:pt>
                <c:pt idx="6704">
                  <c:v>3.6623699999999997</c:v>
                </c:pt>
                <c:pt idx="6705">
                  <c:v>3.6631799999999997</c:v>
                </c:pt>
                <c:pt idx="6706">
                  <c:v>3.6682700000000001</c:v>
                </c:pt>
                <c:pt idx="6707">
                  <c:v>3.6716899999999999</c:v>
                </c:pt>
                <c:pt idx="6708">
                  <c:v>3.65</c:v>
                </c:pt>
                <c:pt idx="6709">
                  <c:v>3.65</c:v>
                </c:pt>
                <c:pt idx="6710">
                  <c:v>3.65</c:v>
                </c:pt>
                <c:pt idx="6711">
                  <c:v>3.65</c:v>
                </c:pt>
                <c:pt idx="6712">
                  <c:v>3.65</c:v>
                </c:pt>
                <c:pt idx="6713">
                  <c:v>3.65</c:v>
                </c:pt>
                <c:pt idx="6714">
                  <c:v>3.65</c:v>
                </c:pt>
                <c:pt idx="6715">
                  <c:v>3.65</c:v>
                </c:pt>
                <c:pt idx="6716">
                  <c:v>3.65</c:v>
                </c:pt>
                <c:pt idx="6717">
                  <c:v>3.65</c:v>
                </c:pt>
                <c:pt idx="6718">
                  <c:v>3.65</c:v>
                </c:pt>
                <c:pt idx="6719">
                  <c:v>3.65</c:v>
                </c:pt>
                <c:pt idx="6720">
                  <c:v>3.65</c:v>
                </c:pt>
                <c:pt idx="6721">
                  <c:v>3.65</c:v>
                </c:pt>
                <c:pt idx="6722">
                  <c:v>3.65</c:v>
                </c:pt>
                <c:pt idx="6723">
                  <c:v>3.65</c:v>
                </c:pt>
                <c:pt idx="6724">
                  <c:v>3.65</c:v>
                </c:pt>
                <c:pt idx="6725">
                  <c:v>3.65</c:v>
                </c:pt>
                <c:pt idx="6726">
                  <c:v>3.6399899999999996</c:v>
                </c:pt>
                <c:pt idx="6727">
                  <c:v>3.6410999999999998</c:v>
                </c:pt>
                <c:pt idx="6728">
                  <c:v>3.6419800000000002</c:v>
                </c:pt>
                <c:pt idx="6729">
                  <c:v>3.6422699999999999</c:v>
                </c:pt>
                <c:pt idx="6730">
                  <c:v>3.64235</c:v>
                </c:pt>
                <c:pt idx="6731">
                  <c:v>3.6431399999999998</c:v>
                </c:pt>
                <c:pt idx="6732">
                  <c:v>3.6394799999999998</c:v>
                </c:pt>
                <c:pt idx="6733">
                  <c:v>3.6352199999999999</c:v>
                </c:pt>
                <c:pt idx="6734">
                  <c:v>3.6771100000000003</c:v>
                </c:pt>
                <c:pt idx="6735">
                  <c:v>3.6729600000000002</c:v>
                </c:pt>
                <c:pt idx="6736">
                  <c:v>3.66825</c:v>
                </c:pt>
                <c:pt idx="6737">
                  <c:v>3.66629</c:v>
                </c:pt>
                <c:pt idx="6738">
                  <c:v>3.6648800000000001</c:v>
                </c:pt>
                <c:pt idx="6739">
                  <c:v>3.66411</c:v>
                </c:pt>
                <c:pt idx="6740">
                  <c:v>3.6646700000000001</c:v>
                </c:pt>
                <c:pt idx="6741">
                  <c:v>3.6650100000000001</c:v>
                </c:pt>
                <c:pt idx="6742">
                  <c:v>3.66615</c:v>
                </c:pt>
                <c:pt idx="6743">
                  <c:v>3.6678899999999999</c:v>
                </c:pt>
                <c:pt idx="6744">
                  <c:v>3.6717199999999997</c:v>
                </c:pt>
                <c:pt idx="6745">
                  <c:v>3.67428</c:v>
                </c:pt>
                <c:pt idx="6746">
                  <c:v>3.6752500000000001</c:v>
                </c:pt>
                <c:pt idx="6747">
                  <c:v>3.6665000000000001</c:v>
                </c:pt>
                <c:pt idx="6748">
                  <c:v>3.6607399999999997</c:v>
                </c:pt>
                <c:pt idx="6749">
                  <c:v>3.6627800000000001</c:v>
                </c:pt>
                <c:pt idx="6750">
                  <c:v>3.6623399999999999</c:v>
                </c:pt>
                <c:pt idx="6751">
                  <c:v>3.6629499999999999</c:v>
                </c:pt>
                <c:pt idx="6752">
                  <c:v>3.6660200000000001</c:v>
                </c:pt>
                <c:pt idx="6753">
                  <c:v>3.66865</c:v>
                </c:pt>
                <c:pt idx="6754">
                  <c:v>3.65</c:v>
                </c:pt>
                <c:pt idx="6755">
                  <c:v>3.65</c:v>
                </c:pt>
                <c:pt idx="6756">
                  <c:v>3.65</c:v>
                </c:pt>
                <c:pt idx="6757">
                  <c:v>3.65</c:v>
                </c:pt>
                <c:pt idx="6758">
                  <c:v>3.65</c:v>
                </c:pt>
                <c:pt idx="6759">
                  <c:v>3.65</c:v>
                </c:pt>
                <c:pt idx="6760">
                  <c:v>3.65</c:v>
                </c:pt>
                <c:pt idx="6761">
                  <c:v>3.65</c:v>
                </c:pt>
                <c:pt idx="6762">
                  <c:v>3.65</c:v>
                </c:pt>
                <c:pt idx="6763">
                  <c:v>3.5</c:v>
                </c:pt>
                <c:pt idx="6764">
                  <c:v>3.5</c:v>
                </c:pt>
                <c:pt idx="6765">
                  <c:v>3.5</c:v>
                </c:pt>
                <c:pt idx="6766">
                  <c:v>3.5</c:v>
                </c:pt>
                <c:pt idx="6767">
                  <c:v>3.5</c:v>
                </c:pt>
                <c:pt idx="6768">
                  <c:v>3.5</c:v>
                </c:pt>
                <c:pt idx="6769">
                  <c:v>3.5</c:v>
                </c:pt>
                <c:pt idx="6770">
                  <c:v>3.5</c:v>
                </c:pt>
                <c:pt idx="6771">
                  <c:v>4</c:v>
                </c:pt>
                <c:pt idx="6772">
                  <c:v>4</c:v>
                </c:pt>
                <c:pt idx="6773">
                  <c:v>4</c:v>
                </c:pt>
                <c:pt idx="6774">
                  <c:v>4</c:v>
                </c:pt>
                <c:pt idx="6775">
                  <c:v>4</c:v>
                </c:pt>
                <c:pt idx="6776">
                  <c:v>4</c:v>
                </c:pt>
                <c:pt idx="6777">
                  <c:v>4</c:v>
                </c:pt>
                <c:pt idx="6778">
                  <c:v>4</c:v>
                </c:pt>
                <c:pt idx="6779">
                  <c:v>4</c:v>
                </c:pt>
                <c:pt idx="6780">
                  <c:v>4</c:v>
                </c:pt>
                <c:pt idx="6781">
                  <c:v>4</c:v>
                </c:pt>
                <c:pt idx="6782">
                  <c:v>4</c:v>
                </c:pt>
                <c:pt idx="6783">
                  <c:v>4</c:v>
                </c:pt>
                <c:pt idx="6784">
                  <c:v>4</c:v>
                </c:pt>
                <c:pt idx="6785">
                  <c:v>4</c:v>
                </c:pt>
                <c:pt idx="6786">
                  <c:v>4</c:v>
                </c:pt>
                <c:pt idx="6787">
                  <c:v>4</c:v>
                </c:pt>
                <c:pt idx="6788">
                  <c:v>4</c:v>
                </c:pt>
                <c:pt idx="6789">
                  <c:v>4</c:v>
                </c:pt>
                <c:pt idx="6790">
                  <c:v>4</c:v>
                </c:pt>
                <c:pt idx="6791">
                  <c:v>3.5</c:v>
                </c:pt>
                <c:pt idx="6792">
                  <c:v>3.5</c:v>
                </c:pt>
                <c:pt idx="6793">
                  <c:v>3.5</c:v>
                </c:pt>
                <c:pt idx="6794">
                  <c:v>3.5</c:v>
                </c:pt>
                <c:pt idx="6795">
                  <c:v>3.5</c:v>
                </c:pt>
                <c:pt idx="6796">
                  <c:v>3.5</c:v>
                </c:pt>
                <c:pt idx="6797">
                  <c:v>3.5</c:v>
                </c:pt>
                <c:pt idx="6798">
                  <c:v>3.5</c:v>
                </c:pt>
                <c:pt idx="6799">
                  <c:v>3.5</c:v>
                </c:pt>
                <c:pt idx="6800">
                  <c:v>3.5</c:v>
                </c:pt>
                <c:pt idx="6801">
                  <c:v>3.5</c:v>
                </c:pt>
                <c:pt idx="6802">
                  <c:v>3.5</c:v>
                </c:pt>
                <c:pt idx="6803">
                  <c:v>3.5</c:v>
                </c:pt>
                <c:pt idx="6804">
                  <c:v>3.5</c:v>
                </c:pt>
                <c:pt idx="6805">
                  <c:v>3.5</c:v>
                </c:pt>
                <c:pt idx="6806">
                  <c:v>3.5</c:v>
                </c:pt>
                <c:pt idx="6807">
                  <c:v>4</c:v>
                </c:pt>
                <c:pt idx="6808">
                  <c:v>4</c:v>
                </c:pt>
                <c:pt idx="6809">
                  <c:v>4</c:v>
                </c:pt>
                <c:pt idx="6810">
                  <c:v>4</c:v>
                </c:pt>
                <c:pt idx="6811">
                  <c:v>4</c:v>
                </c:pt>
                <c:pt idx="6812">
                  <c:v>4</c:v>
                </c:pt>
                <c:pt idx="6813">
                  <c:v>4</c:v>
                </c:pt>
                <c:pt idx="6814">
                  <c:v>4</c:v>
                </c:pt>
                <c:pt idx="6815">
                  <c:v>4.5</c:v>
                </c:pt>
                <c:pt idx="6816">
                  <c:v>4.5</c:v>
                </c:pt>
                <c:pt idx="6817">
                  <c:v>4.5</c:v>
                </c:pt>
                <c:pt idx="6818">
                  <c:v>4.5</c:v>
                </c:pt>
                <c:pt idx="6819">
                  <c:v>3.5</c:v>
                </c:pt>
                <c:pt idx="6820">
                  <c:v>3.5</c:v>
                </c:pt>
                <c:pt idx="6821">
                  <c:v>3.5</c:v>
                </c:pt>
                <c:pt idx="6822">
                  <c:v>3.5</c:v>
                </c:pt>
                <c:pt idx="6823">
                  <c:v>3.5</c:v>
                </c:pt>
                <c:pt idx="6824">
                  <c:v>3.5</c:v>
                </c:pt>
                <c:pt idx="6825">
                  <c:v>3.5</c:v>
                </c:pt>
                <c:pt idx="6826">
                  <c:v>3.5</c:v>
                </c:pt>
                <c:pt idx="6827">
                  <c:v>4.3219200000000004</c:v>
                </c:pt>
                <c:pt idx="6828">
                  <c:v>4.3138900000000007</c:v>
                </c:pt>
                <c:pt idx="6829">
                  <c:v>4.32057</c:v>
                </c:pt>
                <c:pt idx="6830">
                  <c:v>4.3183299999999996</c:v>
                </c:pt>
                <c:pt idx="6831">
                  <c:v>4.3042899999999999</c:v>
                </c:pt>
                <c:pt idx="6832">
                  <c:v>4.3094999999999999</c:v>
                </c:pt>
                <c:pt idx="6833">
                  <c:v>4.3121299999999998</c:v>
                </c:pt>
                <c:pt idx="6834">
                  <c:v>4.31081</c:v>
                </c:pt>
                <c:pt idx="6835">
                  <c:v>4.0408299999999997</c:v>
                </c:pt>
                <c:pt idx="6836">
                  <c:v>4.0393699999999999</c:v>
                </c:pt>
                <c:pt idx="6837">
                  <c:v>4.0423</c:v>
                </c:pt>
                <c:pt idx="6838">
                  <c:v>4.04915</c:v>
                </c:pt>
                <c:pt idx="6839">
                  <c:v>4.0633800000000004</c:v>
                </c:pt>
                <c:pt idx="6840">
                  <c:v>4.0710999999999995</c:v>
                </c:pt>
                <c:pt idx="6841">
                  <c:v>4.0844499999999995</c:v>
                </c:pt>
                <c:pt idx="6842">
                  <c:v>4.0899700000000001</c:v>
                </c:pt>
                <c:pt idx="6843">
                  <c:v>4.1090100000000005</c:v>
                </c:pt>
                <c:pt idx="6844">
                  <c:v>4.1389799999999992</c:v>
                </c:pt>
                <c:pt idx="6845">
                  <c:v>4.1570299999999998</c:v>
                </c:pt>
                <c:pt idx="6846">
                  <c:v>4.1770500000000004</c:v>
                </c:pt>
                <c:pt idx="6848">
                  <c:v>4.5</c:v>
                </c:pt>
                <c:pt idx="6849">
                  <c:v>4.5</c:v>
                </c:pt>
                <c:pt idx="6850">
                  <c:v>4.5</c:v>
                </c:pt>
                <c:pt idx="6851">
                  <c:v>4.5</c:v>
                </c:pt>
                <c:pt idx="6852">
                  <c:v>4.5</c:v>
                </c:pt>
                <c:pt idx="6853">
                  <c:v>4.5</c:v>
                </c:pt>
                <c:pt idx="6854">
                  <c:v>4.5</c:v>
                </c:pt>
                <c:pt idx="6855">
                  <c:v>4.5</c:v>
                </c:pt>
                <c:pt idx="6856">
                  <c:v>4.5</c:v>
                </c:pt>
                <c:pt idx="6857">
                  <c:v>4.5</c:v>
                </c:pt>
                <c:pt idx="6858">
                  <c:v>4.5</c:v>
                </c:pt>
                <c:pt idx="6859">
                  <c:v>4.5</c:v>
                </c:pt>
                <c:pt idx="6860">
                  <c:v>4.5</c:v>
                </c:pt>
                <c:pt idx="6861">
                  <c:v>4.5</c:v>
                </c:pt>
                <c:pt idx="6862">
                  <c:v>4.5</c:v>
                </c:pt>
                <c:pt idx="6863">
                  <c:v>4.5</c:v>
                </c:pt>
                <c:pt idx="6864">
                  <c:v>4.5</c:v>
                </c:pt>
                <c:pt idx="6865">
                  <c:v>4.5</c:v>
                </c:pt>
                <c:pt idx="6866">
                  <c:v>4.5</c:v>
                </c:pt>
                <c:pt idx="6881">
                  <c:v>3.7</c:v>
                </c:pt>
                <c:pt idx="6882">
                  <c:v>3.7</c:v>
                </c:pt>
                <c:pt idx="6883">
                  <c:v>3.7</c:v>
                </c:pt>
                <c:pt idx="6884">
                  <c:v>3.7</c:v>
                </c:pt>
                <c:pt idx="6885">
                  <c:v>3.7</c:v>
                </c:pt>
                <c:pt idx="6886">
                  <c:v>3.7</c:v>
                </c:pt>
                <c:pt idx="6887">
                  <c:v>3.7</c:v>
                </c:pt>
                <c:pt idx="6888">
                  <c:v>3.7</c:v>
                </c:pt>
                <c:pt idx="6889">
                  <c:v>3.7</c:v>
                </c:pt>
                <c:pt idx="6890">
                  <c:v>3.7</c:v>
                </c:pt>
                <c:pt idx="6891">
                  <c:v>3.7</c:v>
                </c:pt>
                <c:pt idx="6892">
                  <c:v>3.7</c:v>
                </c:pt>
                <c:pt idx="6893">
                  <c:v>3.7</c:v>
                </c:pt>
                <c:pt idx="6894">
                  <c:v>3.7</c:v>
                </c:pt>
                <c:pt idx="6895">
                  <c:v>3.7</c:v>
                </c:pt>
                <c:pt idx="6896">
                  <c:v>3.7</c:v>
                </c:pt>
                <c:pt idx="6897">
                  <c:v>3.7</c:v>
                </c:pt>
                <c:pt idx="6898">
                  <c:v>3.7</c:v>
                </c:pt>
                <c:pt idx="6899">
                  <c:v>3.7</c:v>
                </c:pt>
                <c:pt idx="6900">
                  <c:v>3.7</c:v>
                </c:pt>
                <c:pt idx="6918">
                  <c:v>4</c:v>
                </c:pt>
                <c:pt idx="6919">
                  <c:v>4</c:v>
                </c:pt>
                <c:pt idx="6920">
                  <c:v>4</c:v>
                </c:pt>
                <c:pt idx="6921">
                  <c:v>4</c:v>
                </c:pt>
                <c:pt idx="6922">
                  <c:v>4</c:v>
                </c:pt>
                <c:pt idx="6923">
                  <c:v>4</c:v>
                </c:pt>
                <c:pt idx="6924">
                  <c:v>4</c:v>
                </c:pt>
                <c:pt idx="6925">
                  <c:v>4</c:v>
                </c:pt>
                <c:pt idx="6926">
                  <c:v>4</c:v>
                </c:pt>
                <c:pt idx="6927">
                  <c:v>4</c:v>
                </c:pt>
                <c:pt idx="6928">
                  <c:v>4</c:v>
                </c:pt>
                <c:pt idx="6929">
                  <c:v>4</c:v>
                </c:pt>
                <c:pt idx="6930">
                  <c:v>4</c:v>
                </c:pt>
                <c:pt idx="6931">
                  <c:v>4</c:v>
                </c:pt>
                <c:pt idx="6932">
                  <c:v>4</c:v>
                </c:pt>
                <c:pt idx="6933">
                  <c:v>4</c:v>
                </c:pt>
                <c:pt idx="6934">
                  <c:v>4</c:v>
                </c:pt>
                <c:pt idx="6935">
                  <c:v>4</c:v>
                </c:pt>
                <c:pt idx="6936">
                  <c:v>4</c:v>
                </c:pt>
                <c:pt idx="6937">
                  <c:v>4</c:v>
                </c:pt>
                <c:pt idx="6946">
                  <c:v>4</c:v>
                </c:pt>
                <c:pt idx="6947">
                  <c:v>4</c:v>
                </c:pt>
                <c:pt idx="6948">
                  <c:v>4</c:v>
                </c:pt>
                <c:pt idx="6949">
                  <c:v>4</c:v>
                </c:pt>
                <c:pt idx="6950">
                  <c:v>4</c:v>
                </c:pt>
                <c:pt idx="6951">
                  <c:v>4</c:v>
                </c:pt>
                <c:pt idx="6952">
                  <c:v>4</c:v>
                </c:pt>
                <c:pt idx="6953">
                  <c:v>4</c:v>
                </c:pt>
                <c:pt idx="6954">
                  <c:v>4</c:v>
                </c:pt>
                <c:pt idx="6955">
                  <c:v>4</c:v>
                </c:pt>
                <c:pt idx="6956">
                  <c:v>4</c:v>
                </c:pt>
                <c:pt idx="6957">
                  <c:v>4</c:v>
                </c:pt>
                <c:pt idx="6958">
                  <c:v>4</c:v>
                </c:pt>
                <c:pt idx="6959">
                  <c:v>4</c:v>
                </c:pt>
                <c:pt idx="6960">
                  <c:v>4</c:v>
                </c:pt>
                <c:pt idx="6961">
                  <c:v>4</c:v>
                </c:pt>
                <c:pt idx="6962">
                  <c:v>4</c:v>
                </c:pt>
                <c:pt idx="6963">
                  <c:v>4</c:v>
                </c:pt>
                <c:pt idx="6964">
                  <c:v>4</c:v>
                </c:pt>
                <c:pt idx="6965">
                  <c:v>4</c:v>
                </c:pt>
                <c:pt idx="6966">
                  <c:v>3.5</c:v>
                </c:pt>
                <c:pt idx="6967">
                  <c:v>3.5</c:v>
                </c:pt>
                <c:pt idx="6968">
                  <c:v>3.5</c:v>
                </c:pt>
                <c:pt idx="6969">
                  <c:v>3.5</c:v>
                </c:pt>
                <c:pt idx="6970">
                  <c:v>3.5</c:v>
                </c:pt>
                <c:pt idx="6971">
                  <c:v>3.5</c:v>
                </c:pt>
                <c:pt idx="6972">
                  <c:v>3.5</c:v>
                </c:pt>
                <c:pt idx="6973">
                  <c:v>3.5</c:v>
                </c:pt>
                <c:pt idx="6974">
                  <c:v>3.5</c:v>
                </c:pt>
                <c:pt idx="6975">
                  <c:v>3.5</c:v>
                </c:pt>
                <c:pt idx="6976">
                  <c:v>3.5</c:v>
                </c:pt>
                <c:pt idx="6977">
                  <c:v>3.5</c:v>
                </c:pt>
                <c:pt idx="6978">
                  <c:v>3.5</c:v>
                </c:pt>
                <c:pt idx="6979">
                  <c:v>3.5</c:v>
                </c:pt>
                <c:pt idx="6980">
                  <c:v>3.5</c:v>
                </c:pt>
                <c:pt idx="6981">
                  <c:v>3.5</c:v>
                </c:pt>
                <c:pt idx="6982">
                  <c:v>3.5</c:v>
                </c:pt>
                <c:pt idx="6983">
                  <c:v>3.5</c:v>
                </c:pt>
                <c:pt idx="6984">
                  <c:v>3.5</c:v>
                </c:pt>
                <c:pt idx="6985">
                  <c:v>3.5</c:v>
                </c:pt>
                <c:pt idx="6996">
                  <c:v>3.6875</c:v>
                </c:pt>
                <c:pt idx="6997">
                  <c:v>3.6875</c:v>
                </c:pt>
                <c:pt idx="6998">
                  <c:v>3.6875</c:v>
                </c:pt>
                <c:pt idx="6999">
                  <c:v>3.6875</c:v>
                </c:pt>
                <c:pt idx="7000">
                  <c:v>3.6875</c:v>
                </c:pt>
                <c:pt idx="7001">
                  <c:v>3.6875</c:v>
                </c:pt>
                <c:pt idx="7002">
                  <c:v>3.6875</c:v>
                </c:pt>
                <c:pt idx="7003">
                  <c:v>3.6875</c:v>
                </c:pt>
                <c:pt idx="7004">
                  <c:v>3.6875</c:v>
                </c:pt>
                <c:pt idx="7005">
                  <c:v>3.6875</c:v>
                </c:pt>
                <c:pt idx="7006">
                  <c:v>3.6875</c:v>
                </c:pt>
                <c:pt idx="7007">
                  <c:v>3.6875</c:v>
                </c:pt>
                <c:pt idx="7008">
                  <c:v>3.6875</c:v>
                </c:pt>
                <c:pt idx="7009">
                  <c:v>3.6948099999999999</c:v>
                </c:pt>
                <c:pt idx="7010">
                  <c:v>4</c:v>
                </c:pt>
                <c:pt idx="7011">
                  <c:v>4</c:v>
                </c:pt>
                <c:pt idx="7012">
                  <c:v>3.6</c:v>
                </c:pt>
                <c:pt idx="7013">
                  <c:v>3.6</c:v>
                </c:pt>
                <c:pt idx="7014">
                  <c:v>3.3</c:v>
                </c:pt>
                <c:pt idx="7023">
                  <c:v>3.5</c:v>
                </c:pt>
                <c:pt idx="7024">
                  <c:v>3.5</c:v>
                </c:pt>
                <c:pt idx="7025">
                  <c:v>3.5685799999999999</c:v>
                </c:pt>
                <c:pt idx="7026">
                  <c:v>3.5602</c:v>
                </c:pt>
                <c:pt idx="7027">
                  <c:v>3.5567299999999999</c:v>
                </c:pt>
                <c:pt idx="7028">
                  <c:v>3.5518299999999998</c:v>
                </c:pt>
                <c:pt idx="7029">
                  <c:v>3.5515700000000003</c:v>
                </c:pt>
                <c:pt idx="7030">
                  <c:v>3.5421999999999998</c:v>
                </c:pt>
                <c:pt idx="7031">
                  <c:v>3.5</c:v>
                </c:pt>
                <c:pt idx="7032">
                  <c:v>3.5</c:v>
                </c:pt>
                <c:pt idx="7033">
                  <c:v>3.5</c:v>
                </c:pt>
                <c:pt idx="7034">
                  <c:v>3.5</c:v>
                </c:pt>
                <c:pt idx="7035">
                  <c:v>3.5</c:v>
                </c:pt>
                <c:pt idx="7036">
                  <c:v>3.5</c:v>
                </c:pt>
                <c:pt idx="7037">
                  <c:v>3.5</c:v>
                </c:pt>
                <c:pt idx="7038">
                  <c:v>3.5</c:v>
                </c:pt>
                <c:pt idx="7039">
                  <c:v>3.5</c:v>
                </c:pt>
                <c:pt idx="7040">
                  <c:v>3.5</c:v>
                </c:pt>
                <c:pt idx="7041">
                  <c:v>3.5</c:v>
                </c:pt>
                <c:pt idx="7042">
                  <c:v>3.5</c:v>
                </c:pt>
                <c:pt idx="7043">
                  <c:v>3.6</c:v>
                </c:pt>
                <c:pt idx="7044">
                  <c:v>3.6</c:v>
                </c:pt>
                <c:pt idx="7045">
                  <c:v>3.65</c:v>
                </c:pt>
                <c:pt idx="7046">
                  <c:v>3.65</c:v>
                </c:pt>
                <c:pt idx="7047">
                  <c:v>3.65</c:v>
                </c:pt>
                <c:pt idx="7048">
                  <c:v>3.65</c:v>
                </c:pt>
                <c:pt idx="7049">
                  <c:v>3.65</c:v>
                </c:pt>
                <c:pt idx="7062">
                  <c:v>3.5972600000000003</c:v>
                </c:pt>
                <c:pt idx="7063">
                  <c:v>3.6316999999999999</c:v>
                </c:pt>
                <c:pt idx="7064">
                  <c:v>3.6316999999999999</c:v>
                </c:pt>
                <c:pt idx="7065">
                  <c:v>3.61259</c:v>
                </c:pt>
                <c:pt idx="7066">
                  <c:v>3.5673000000000004</c:v>
                </c:pt>
                <c:pt idx="7067">
                  <c:v>3.5673000000000004</c:v>
                </c:pt>
                <c:pt idx="7068">
                  <c:v>3.54657</c:v>
                </c:pt>
                <c:pt idx="7069">
                  <c:v>3.5473499999999998</c:v>
                </c:pt>
                <c:pt idx="7070">
                  <c:v>3.5365900000000003</c:v>
                </c:pt>
                <c:pt idx="7071">
                  <c:v>3.5365900000000003</c:v>
                </c:pt>
                <c:pt idx="7072">
                  <c:v>3.5365900000000003</c:v>
                </c:pt>
                <c:pt idx="7073">
                  <c:v>3.5366900000000001</c:v>
                </c:pt>
                <c:pt idx="7074">
                  <c:v>3.5229299999999997</c:v>
                </c:pt>
                <c:pt idx="7075">
                  <c:v>3.53451</c:v>
                </c:pt>
                <c:pt idx="7076">
                  <c:v>3.5624400000000001</c:v>
                </c:pt>
                <c:pt idx="7077">
                  <c:v>3.58765</c:v>
                </c:pt>
                <c:pt idx="7078">
                  <c:v>3.8719999999999999</c:v>
                </c:pt>
                <c:pt idx="7079">
                  <c:v>3.8719999999999999</c:v>
                </c:pt>
                <c:pt idx="7080">
                  <c:v>3.8719999999999999</c:v>
                </c:pt>
                <c:pt idx="7081">
                  <c:v>3.8719999999999999</c:v>
                </c:pt>
                <c:pt idx="7082">
                  <c:v>3.8719999999999999</c:v>
                </c:pt>
                <c:pt idx="7083">
                  <c:v>3.8719999999999999</c:v>
                </c:pt>
                <c:pt idx="7084">
                  <c:v>3.8719999999999999</c:v>
                </c:pt>
                <c:pt idx="7085">
                  <c:v>3.8719999999999999</c:v>
                </c:pt>
                <c:pt idx="7086">
                  <c:v>3.8719999999999999</c:v>
                </c:pt>
                <c:pt idx="7087">
                  <c:v>3.8719999999999999</c:v>
                </c:pt>
                <c:pt idx="7088">
                  <c:v>3.7624400000000002</c:v>
                </c:pt>
                <c:pt idx="7089">
                  <c:v>3.6650200000000002</c:v>
                </c:pt>
                <c:pt idx="7090">
                  <c:v>3.6396299999999999</c:v>
                </c:pt>
                <c:pt idx="7091">
                  <c:v>3.6046199999999997</c:v>
                </c:pt>
                <c:pt idx="7092">
                  <c:v>3.58623</c:v>
                </c:pt>
                <c:pt idx="7093">
                  <c:v>3.56582</c:v>
                </c:pt>
                <c:pt idx="7094">
                  <c:v>3.56033</c:v>
                </c:pt>
                <c:pt idx="7095">
                  <c:v>3.5458400000000001</c:v>
                </c:pt>
                <c:pt idx="7096">
                  <c:v>3.5197699999999998</c:v>
                </c:pt>
                <c:pt idx="7097">
                  <c:v>3.5041100000000003</c:v>
                </c:pt>
                <c:pt idx="7098">
                  <c:v>3.5041100000000003</c:v>
                </c:pt>
                <c:pt idx="7099">
                  <c:v>3.5041100000000003</c:v>
                </c:pt>
                <c:pt idx="7100">
                  <c:v>3.5041100000000003</c:v>
                </c:pt>
                <c:pt idx="7101">
                  <c:v>3.5041100000000003</c:v>
                </c:pt>
                <c:pt idx="7102">
                  <c:v>3.5041100000000003</c:v>
                </c:pt>
                <c:pt idx="7103">
                  <c:v>3.5041100000000003</c:v>
                </c:pt>
                <c:pt idx="7104">
                  <c:v>3.5041100000000003</c:v>
                </c:pt>
                <c:pt idx="7105">
                  <c:v>3.5049399999999999</c:v>
                </c:pt>
                <c:pt idx="7106">
                  <c:v>3.5073000000000003</c:v>
                </c:pt>
                <c:pt idx="7107">
                  <c:v>3.5076900000000002</c:v>
                </c:pt>
                <c:pt idx="7108">
                  <c:v>4.93</c:v>
                </c:pt>
                <c:pt idx="7109">
                  <c:v>4.93</c:v>
                </c:pt>
                <c:pt idx="7110">
                  <c:v>4.93</c:v>
                </c:pt>
                <c:pt idx="7111">
                  <c:v>4.93</c:v>
                </c:pt>
                <c:pt idx="7112">
                  <c:v>4.93</c:v>
                </c:pt>
                <c:pt idx="7113">
                  <c:v>4.93</c:v>
                </c:pt>
                <c:pt idx="7114">
                  <c:v>4.93</c:v>
                </c:pt>
                <c:pt idx="7115">
                  <c:v>4.93</c:v>
                </c:pt>
                <c:pt idx="7116">
                  <c:v>4.93</c:v>
                </c:pt>
                <c:pt idx="7117">
                  <c:v>4.93</c:v>
                </c:pt>
                <c:pt idx="7118">
                  <c:v>4.93</c:v>
                </c:pt>
                <c:pt idx="7119">
                  <c:v>4.6851899999999995</c:v>
                </c:pt>
                <c:pt idx="7120">
                  <c:v>4.6909000000000001</c:v>
                </c:pt>
                <c:pt idx="7121">
                  <c:v>4.69475</c:v>
                </c:pt>
                <c:pt idx="7122">
                  <c:v>4.6984399999999997</c:v>
                </c:pt>
                <c:pt idx="7123">
                  <c:v>4.6992200000000004</c:v>
                </c:pt>
                <c:pt idx="7124">
                  <c:v>4.6984599999999999</c:v>
                </c:pt>
                <c:pt idx="7125">
                  <c:v>4.6563599999999994</c:v>
                </c:pt>
                <c:pt idx="7126">
                  <c:v>3.9828600000000001</c:v>
                </c:pt>
                <c:pt idx="7127">
                  <c:v>3.9117600000000001</c:v>
                </c:pt>
                <c:pt idx="7128">
                  <c:v>3.9117600000000001</c:v>
                </c:pt>
                <c:pt idx="7129">
                  <c:v>3.9117600000000001</c:v>
                </c:pt>
                <c:pt idx="7130">
                  <c:v>3.9117600000000001</c:v>
                </c:pt>
                <c:pt idx="7131">
                  <c:v>3.9117600000000001</c:v>
                </c:pt>
                <c:pt idx="7132">
                  <c:v>3.9117600000000001</c:v>
                </c:pt>
                <c:pt idx="7133">
                  <c:v>3.9707499999999998</c:v>
                </c:pt>
                <c:pt idx="7134">
                  <c:v>4.0490199999999996</c:v>
                </c:pt>
                <c:pt idx="7135">
                  <c:v>3.9052699999999998</c:v>
                </c:pt>
                <c:pt idx="7136">
                  <c:v>3.9449399999999999</c:v>
                </c:pt>
                <c:pt idx="7137">
                  <c:v>4.1259799999999993</c:v>
                </c:pt>
                <c:pt idx="7138">
                  <c:v>3.9968900000000001</c:v>
                </c:pt>
                <c:pt idx="7147">
                  <c:v>4.226</c:v>
                </c:pt>
                <c:pt idx="7148">
                  <c:v>4.226</c:v>
                </c:pt>
                <c:pt idx="7149">
                  <c:v>4.226</c:v>
                </c:pt>
                <c:pt idx="7150">
                  <c:v>4.226</c:v>
                </c:pt>
                <c:pt idx="7151">
                  <c:v>4.226</c:v>
                </c:pt>
                <c:pt idx="7152">
                  <c:v>4.226</c:v>
                </c:pt>
                <c:pt idx="7153">
                  <c:v>4.226</c:v>
                </c:pt>
                <c:pt idx="7154">
                  <c:v>4.3860000000000001</c:v>
                </c:pt>
                <c:pt idx="7155">
                  <c:v>4.0645699999999998</c:v>
                </c:pt>
                <c:pt idx="7156">
                  <c:v>4.0645699999999998</c:v>
                </c:pt>
                <c:pt idx="7157">
                  <c:v>4.0645699999999998</c:v>
                </c:pt>
                <c:pt idx="7158">
                  <c:v>4.226</c:v>
                </c:pt>
                <c:pt idx="7159">
                  <c:v>4.226</c:v>
                </c:pt>
                <c:pt idx="7160">
                  <c:v>4.226</c:v>
                </c:pt>
                <c:pt idx="7161">
                  <c:v>4.226</c:v>
                </c:pt>
                <c:pt idx="7162">
                  <c:v>4.226</c:v>
                </c:pt>
                <c:pt idx="7163">
                  <c:v>4.226</c:v>
                </c:pt>
                <c:pt idx="7164">
                  <c:v>4.226</c:v>
                </c:pt>
                <c:pt idx="7165">
                  <c:v>4.226</c:v>
                </c:pt>
                <c:pt idx="7166">
                  <c:v>4.226</c:v>
                </c:pt>
                <c:pt idx="7177">
                  <c:v>4.5</c:v>
                </c:pt>
                <c:pt idx="7178">
                  <c:v>4.5</c:v>
                </c:pt>
                <c:pt idx="7179">
                  <c:v>4.5</c:v>
                </c:pt>
                <c:pt idx="7180">
                  <c:v>4.5</c:v>
                </c:pt>
                <c:pt idx="7181">
                  <c:v>4.5</c:v>
                </c:pt>
                <c:pt idx="7182">
                  <c:v>4.5</c:v>
                </c:pt>
                <c:pt idx="7183">
                  <c:v>4.5</c:v>
                </c:pt>
                <c:pt idx="7184">
                  <c:v>4.5</c:v>
                </c:pt>
                <c:pt idx="7185">
                  <c:v>4.1658599999999995</c:v>
                </c:pt>
                <c:pt idx="7186">
                  <c:v>4.0566800000000001</c:v>
                </c:pt>
                <c:pt idx="7187">
                  <c:v>4.0652600000000003</c:v>
                </c:pt>
                <c:pt idx="7188">
                  <c:v>4.0882399999999999</c:v>
                </c:pt>
                <c:pt idx="7189">
                  <c:v>4.1417700000000002</c:v>
                </c:pt>
                <c:pt idx="7190">
                  <c:v>4.2503400000000005</c:v>
                </c:pt>
                <c:pt idx="7191">
                  <c:v>4.2255900000000004</c:v>
                </c:pt>
                <c:pt idx="7192">
                  <c:v>4.5</c:v>
                </c:pt>
                <c:pt idx="7193">
                  <c:v>4.5</c:v>
                </c:pt>
                <c:pt idx="7194">
                  <c:v>4.5</c:v>
                </c:pt>
                <c:pt idx="7195">
                  <c:v>4.5</c:v>
                </c:pt>
                <c:pt idx="7196">
                  <c:v>4.5</c:v>
                </c:pt>
                <c:pt idx="7233">
                  <c:v>4.8940000000000001</c:v>
                </c:pt>
                <c:pt idx="7234">
                  <c:v>4.8940000000000001</c:v>
                </c:pt>
                <c:pt idx="7235">
                  <c:v>4.8940000000000001</c:v>
                </c:pt>
                <c:pt idx="7236">
                  <c:v>4.8940000000000001</c:v>
                </c:pt>
                <c:pt idx="7237">
                  <c:v>4.8940000000000001</c:v>
                </c:pt>
                <c:pt idx="7238">
                  <c:v>4.8940000000000001</c:v>
                </c:pt>
                <c:pt idx="7239">
                  <c:v>4.8940000000000001</c:v>
                </c:pt>
                <c:pt idx="7240">
                  <c:v>4.8940000000000001</c:v>
                </c:pt>
                <c:pt idx="7241">
                  <c:v>4.8940000000000001</c:v>
                </c:pt>
                <c:pt idx="7242">
                  <c:v>4.8940000000000001</c:v>
                </c:pt>
                <c:pt idx="7243">
                  <c:v>4.8940000000000001</c:v>
                </c:pt>
                <c:pt idx="7244">
                  <c:v>4.8940000000000001</c:v>
                </c:pt>
                <c:pt idx="7245">
                  <c:v>4.8940000000000001</c:v>
                </c:pt>
                <c:pt idx="7246">
                  <c:v>4.8940000000000001</c:v>
                </c:pt>
                <c:pt idx="7247">
                  <c:v>4.8940000000000001</c:v>
                </c:pt>
                <c:pt idx="7248">
                  <c:v>4.8940000000000001</c:v>
                </c:pt>
                <c:pt idx="7249">
                  <c:v>4.8940000000000001</c:v>
                </c:pt>
                <c:pt idx="7250">
                  <c:v>4.8940000000000001</c:v>
                </c:pt>
                <c:pt idx="7251">
                  <c:v>4.8940000000000001</c:v>
                </c:pt>
                <c:pt idx="7252">
                  <c:v>4.8940000000000001</c:v>
                </c:pt>
                <c:pt idx="7265">
                  <c:v>4.1900000000000004</c:v>
                </c:pt>
                <c:pt idx="7266">
                  <c:v>4.1900000000000004</c:v>
                </c:pt>
                <c:pt idx="7267">
                  <c:v>4.1900000000000004</c:v>
                </c:pt>
                <c:pt idx="7268">
                  <c:v>4.1900000000000004</c:v>
                </c:pt>
                <c:pt idx="7269">
                  <c:v>4.1900000000000004</c:v>
                </c:pt>
                <c:pt idx="7270">
                  <c:v>4.1900000000000004</c:v>
                </c:pt>
                <c:pt idx="7271">
                  <c:v>4.1900000000000004</c:v>
                </c:pt>
                <c:pt idx="7272">
                  <c:v>4.1900000000000004</c:v>
                </c:pt>
                <c:pt idx="7273">
                  <c:v>4.1900000000000004</c:v>
                </c:pt>
                <c:pt idx="7274">
                  <c:v>4.1900000000000004</c:v>
                </c:pt>
                <c:pt idx="7275">
                  <c:v>4.1900000000000004</c:v>
                </c:pt>
                <c:pt idx="7276">
                  <c:v>4.1900000000000004</c:v>
                </c:pt>
                <c:pt idx="7277">
                  <c:v>4.1900000000000004</c:v>
                </c:pt>
                <c:pt idx="7278">
                  <c:v>4.1900000000000004</c:v>
                </c:pt>
                <c:pt idx="7279">
                  <c:v>4.1900000000000004</c:v>
                </c:pt>
                <c:pt idx="7280">
                  <c:v>4.1900000000000004</c:v>
                </c:pt>
                <c:pt idx="7281">
                  <c:v>4.1900000000000004</c:v>
                </c:pt>
                <c:pt idx="7282">
                  <c:v>4.1900000000000004</c:v>
                </c:pt>
                <c:pt idx="7283">
                  <c:v>4.1900000000000004</c:v>
                </c:pt>
                <c:pt idx="7284">
                  <c:v>4.1900000000000004</c:v>
                </c:pt>
                <c:pt idx="7285">
                  <c:v>5.7610000000000001</c:v>
                </c:pt>
                <c:pt idx="7286">
                  <c:v>5.7610000000000001</c:v>
                </c:pt>
                <c:pt idx="7287">
                  <c:v>5.7610000000000001</c:v>
                </c:pt>
                <c:pt idx="7288">
                  <c:v>5.7610000000000001</c:v>
                </c:pt>
                <c:pt idx="7289">
                  <c:v>5.7610000000000001</c:v>
                </c:pt>
                <c:pt idx="7290">
                  <c:v>5.7610000000000001</c:v>
                </c:pt>
                <c:pt idx="7291">
                  <c:v>5.7610000000000001</c:v>
                </c:pt>
                <c:pt idx="7292">
                  <c:v>5.7610000000000001</c:v>
                </c:pt>
                <c:pt idx="7293">
                  <c:v>5.7610000000000001</c:v>
                </c:pt>
                <c:pt idx="7294">
                  <c:v>5.7610000000000001</c:v>
                </c:pt>
                <c:pt idx="7295">
                  <c:v>5.7610000000000001</c:v>
                </c:pt>
                <c:pt idx="7296">
                  <c:v>5.7610000000000001</c:v>
                </c:pt>
                <c:pt idx="7297">
                  <c:v>5.7610000000000001</c:v>
                </c:pt>
                <c:pt idx="7298">
                  <c:v>3.45</c:v>
                </c:pt>
                <c:pt idx="7299">
                  <c:v>3.45</c:v>
                </c:pt>
                <c:pt idx="7300">
                  <c:v>3.9220000000000002</c:v>
                </c:pt>
                <c:pt idx="7301">
                  <c:v>3.9220000000000002</c:v>
                </c:pt>
                <c:pt idx="7302">
                  <c:v>3.9220000000000002</c:v>
                </c:pt>
                <c:pt idx="7303">
                  <c:v>3.9220000000000002</c:v>
                </c:pt>
                <c:pt idx="7304">
                  <c:v>3.8761199999999998</c:v>
                </c:pt>
                <c:pt idx="7305">
                  <c:v>3.8761199999999998</c:v>
                </c:pt>
                <c:pt idx="7306">
                  <c:v>3.8761199999999998</c:v>
                </c:pt>
                <c:pt idx="7307">
                  <c:v>3.7271900000000002</c:v>
                </c:pt>
                <c:pt idx="7308">
                  <c:v>3.7273499999999999</c:v>
                </c:pt>
                <c:pt idx="7309">
                  <c:v>3.53512</c:v>
                </c:pt>
                <c:pt idx="7310">
                  <c:v>3.5384699999999998</c:v>
                </c:pt>
                <c:pt idx="7311">
                  <c:v>3.78714</c:v>
                </c:pt>
                <c:pt idx="7312">
                  <c:v>3.7578299999999998</c:v>
                </c:pt>
                <c:pt idx="7313">
                  <c:v>3.7578299999999998</c:v>
                </c:pt>
                <c:pt idx="7314">
                  <c:v>3.7578299999999998</c:v>
                </c:pt>
                <c:pt idx="7315">
                  <c:v>3.7578299999999998</c:v>
                </c:pt>
                <c:pt idx="7316">
                  <c:v>3.7578299999999998</c:v>
                </c:pt>
                <c:pt idx="7317">
                  <c:v>3.7578299999999998</c:v>
                </c:pt>
                <c:pt idx="7318">
                  <c:v>3.7578299999999998</c:v>
                </c:pt>
                <c:pt idx="7319">
                  <c:v>3.7578299999999998</c:v>
                </c:pt>
                <c:pt idx="7320">
                  <c:v>3.4491199999999997</c:v>
                </c:pt>
                <c:pt idx="7321">
                  <c:v>3.4472300000000002</c:v>
                </c:pt>
                <c:pt idx="7322">
                  <c:v>3.4454499999999997</c:v>
                </c:pt>
                <c:pt idx="7323">
                  <c:v>3.4436599999999999</c:v>
                </c:pt>
                <c:pt idx="7324">
                  <c:v>3.4406699999999999</c:v>
                </c:pt>
                <c:pt idx="7325">
                  <c:v>3.4399199999999999</c:v>
                </c:pt>
                <c:pt idx="7326">
                  <c:v>3.4396300000000002</c:v>
                </c:pt>
                <c:pt idx="7327">
                  <c:v>5.7610000000000001</c:v>
                </c:pt>
                <c:pt idx="7328">
                  <c:v>5.7610000000000001</c:v>
                </c:pt>
                <c:pt idx="7329">
                  <c:v>5.7610000000000001</c:v>
                </c:pt>
                <c:pt idx="7334">
                  <c:v>4.9130000000000003</c:v>
                </c:pt>
                <c:pt idx="7335">
                  <c:v>4.9130000000000003</c:v>
                </c:pt>
                <c:pt idx="7336">
                  <c:v>4.9130000000000003</c:v>
                </c:pt>
                <c:pt idx="7337">
                  <c:v>4.9130000000000003</c:v>
                </c:pt>
                <c:pt idx="7338">
                  <c:v>4.9130000000000003</c:v>
                </c:pt>
                <c:pt idx="7339">
                  <c:v>4.9130000000000003</c:v>
                </c:pt>
                <c:pt idx="7340">
                  <c:v>4.9130000000000003</c:v>
                </c:pt>
                <c:pt idx="7341">
                  <c:v>4.9130000000000003</c:v>
                </c:pt>
                <c:pt idx="7342">
                  <c:v>4.9130000000000003</c:v>
                </c:pt>
                <c:pt idx="7343">
                  <c:v>4.9130000000000003</c:v>
                </c:pt>
                <c:pt idx="7344">
                  <c:v>4.9130000000000003</c:v>
                </c:pt>
                <c:pt idx="7345">
                  <c:v>4.9130000000000003</c:v>
                </c:pt>
                <c:pt idx="7346">
                  <c:v>4.9130000000000003</c:v>
                </c:pt>
                <c:pt idx="7347">
                  <c:v>4.9130000000000003</c:v>
                </c:pt>
                <c:pt idx="7348">
                  <c:v>4.9130000000000003</c:v>
                </c:pt>
                <c:pt idx="7349">
                  <c:v>4.9130000000000003</c:v>
                </c:pt>
                <c:pt idx="7350">
                  <c:v>4.9130000000000003</c:v>
                </c:pt>
                <c:pt idx="7351">
                  <c:v>4.9130000000000003</c:v>
                </c:pt>
                <c:pt idx="7352">
                  <c:v>4.9130000000000003</c:v>
                </c:pt>
                <c:pt idx="7353">
                  <c:v>4.9130000000000003</c:v>
                </c:pt>
                <c:pt idx="7360">
                  <c:v>3.8</c:v>
                </c:pt>
                <c:pt idx="7361">
                  <c:v>3.8</c:v>
                </c:pt>
                <c:pt idx="7362">
                  <c:v>3.8</c:v>
                </c:pt>
                <c:pt idx="7363">
                  <c:v>3.8</c:v>
                </c:pt>
                <c:pt idx="7364">
                  <c:v>3.8</c:v>
                </c:pt>
                <c:pt idx="7365">
                  <c:v>3.8</c:v>
                </c:pt>
                <c:pt idx="7366">
                  <c:v>3.9784000000000002</c:v>
                </c:pt>
                <c:pt idx="7367">
                  <c:v>3.9936500000000001</c:v>
                </c:pt>
                <c:pt idx="7368">
                  <c:v>3.9947600000000003</c:v>
                </c:pt>
                <c:pt idx="7369">
                  <c:v>4.0022399999999996</c:v>
                </c:pt>
                <c:pt idx="7370">
                  <c:v>4.0094000000000003</c:v>
                </c:pt>
                <c:pt idx="7371">
                  <c:v>4.0134600000000002</c:v>
                </c:pt>
                <c:pt idx="7372">
                  <c:v>4.0168200000000001</c:v>
                </c:pt>
                <c:pt idx="7373">
                  <c:v>4.0117600000000007</c:v>
                </c:pt>
                <c:pt idx="7374">
                  <c:v>4.0065400000000002</c:v>
                </c:pt>
                <c:pt idx="7375">
                  <c:v>4.0029699999999995</c:v>
                </c:pt>
                <c:pt idx="7376">
                  <c:v>3.9974600000000002</c:v>
                </c:pt>
                <c:pt idx="7377">
                  <c:v>3.9917800000000003</c:v>
                </c:pt>
                <c:pt idx="7378">
                  <c:v>3.9765999999999999</c:v>
                </c:pt>
                <c:pt idx="7379">
                  <c:v>3.96339</c:v>
                </c:pt>
                <c:pt idx="7380">
                  <c:v>3.9395300000000004</c:v>
                </c:pt>
                <c:pt idx="7381">
                  <c:v>3.8908100000000001</c:v>
                </c:pt>
                <c:pt idx="7382">
                  <c:v>3.80721</c:v>
                </c:pt>
                <c:pt idx="7383">
                  <c:v>3.8</c:v>
                </c:pt>
                <c:pt idx="7384">
                  <c:v>3.8</c:v>
                </c:pt>
                <c:pt idx="7385">
                  <c:v>3.8</c:v>
                </c:pt>
                <c:pt idx="7386">
                  <c:v>3.8</c:v>
                </c:pt>
                <c:pt idx="7387">
                  <c:v>6.0380000000000003</c:v>
                </c:pt>
                <c:pt idx="7388">
                  <c:v>6.0380000000000003</c:v>
                </c:pt>
                <c:pt idx="7389">
                  <c:v>3.5</c:v>
                </c:pt>
                <c:pt idx="7390">
                  <c:v>3.5</c:v>
                </c:pt>
                <c:pt idx="7391">
                  <c:v>3.5</c:v>
                </c:pt>
                <c:pt idx="7392">
                  <c:v>3.5</c:v>
                </c:pt>
                <c:pt idx="7393">
                  <c:v>3.5</c:v>
                </c:pt>
                <c:pt idx="7394">
                  <c:v>3.5</c:v>
                </c:pt>
                <c:pt idx="7395">
                  <c:v>3.5</c:v>
                </c:pt>
                <c:pt idx="7396">
                  <c:v>3.5</c:v>
                </c:pt>
                <c:pt idx="7397">
                  <c:v>3.7928899999999999</c:v>
                </c:pt>
                <c:pt idx="7398">
                  <c:v>3.7928899999999999</c:v>
                </c:pt>
                <c:pt idx="7399">
                  <c:v>3.7859699999999998</c:v>
                </c:pt>
                <c:pt idx="7400">
                  <c:v>3.7178899999999997</c:v>
                </c:pt>
                <c:pt idx="7401">
                  <c:v>3.6758299999999999</c:v>
                </c:pt>
                <c:pt idx="7402">
                  <c:v>3.6920900000000003</c:v>
                </c:pt>
                <c:pt idx="7403">
                  <c:v>3.7014699999999996</c:v>
                </c:pt>
                <c:pt idx="7404">
                  <c:v>3.6968899999999998</c:v>
                </c:pt>
                <c:pt idx="7405">
                  <c:v>3.64615</c:v>
                </c:pt>
                <c:pt idx="7406">
                  <c:v>3.6509999999999998</c:v>
                </c:pt>
                <c:pt idx="7407">
                  <c:v>3.65917</c:v>
                </c:pt>
                <c:pt idx="7408">
                  <c:v>3.6753800000000001</c:v>
                </c:pt>
                <c:pt idx="7409">
                  <c:v>3.7190300000000001</c:v>
                </c:pt>
                <c:pt idx="7410">
                  <c:v>3.71923</c:v>
                </c:pt>
                <c:pt idx="7411">
                  <c:v>3.7220500000000003</c:v>
                </c:pt>
                <c:pt idx="7412">
                  <c:v>3.7644199999999999</c:v>
                </c:pt>
                <c:pt idx="7413">
                  <c:v>3.6902600000000003</c:v>
                </c:pt>
                <c:pt idx="7414">
                  <c:v>3.72668</c:v>
                </c:pt>
                <c:pt idx="7415">
                  <c:v>3.7868600000000003</c:v>
                </c:pt>
                <c:pt idx="7416">
                  <c:v>3.8317899999999998</c:v>
                </c:pt>
                <c:pt idx="7417">
                  <c:v>3.7</c:v>
                </c:pt>
                <c:pt idx="7418">
                  <c:v>3.7</c:v>
                </c:pt>
                <c:pt idx="7419">
                  <c:v>3.7</c:v>
                </c:pt>
                <c:pt idx="7420">
                  <c:v>3.7</c:v>
                </c:pt>
                <c:pt idx="7421">
                  <c:v>3.7</c:v>
                </c:pt>
                <c:pt idx="7422">
                  <c:v>3.7</c:v>
                </c:pt>
                <c:pt idx="7423">
                  <c:v>3.9555700000000003</c:v>
                </c:pt>
                <c:pt idx="7424">
                  <c:v>3.9341999999999997</c:v>
                </c:pt>
                <c:pt idx="7425">
                  <c:v>3.8395600000000001</c:v>
                </c:pt>
                <c:pt idx="7426">
                  <c:v>3.85148</c:v>
                </c:pt>
                <c:pt idx="7427">
                  <c:v>3.84822</c:v>
                </c:pt>
                <c:pt idx="7428">
                  <c:v>3.86164</c:v>
                </c:pt>
                <c:pt idx="7429">
                  <c:v>3.8616199999999998</c:v>
                </c:pt>
                <c:pt idx="7430">
                  <c:v>3.8485</c:v>
                </c:pt>
                <c:pt idx="7431">
                  <c:v>3.7961</c:v>
                </c:pt>
                <c:pt idx="7432">
                  <c:v>3.7988400000000002</c:v>
                </c:pt>
                <c:pt idx="7433">
                  <c:v>3.7549299999999999</c:v>
                </c:pt>
                <c:pt idx="7434">
                  <c:v>3.7557900000000002</c:v>
                </c:pt>
                <c:pt idx="7435">
                  <c:v>3.75935</c:v>
                </c:pt>
                <c:pt idx="7436">
                  <c:v>3.76267</c:v>
                </c:pt>
                <c:pt idx="7437">
                  <c:v>3.7706300000000001</c:v>
                </c:pt>
                <c:pt idx="7438">
                  <c:v>3.78321</c:v>
                </c:pt>
                <c:pt idx="7439">
                  <c:v>3.7747600000000001</c:v>
                </c:pt>
                <c:pt idx="7440">
                  <c:v>3.8286599999999997</c:v>
                </c:pt>
                <c:pt idx="7441">
                  <c:v>3.8607199999999997</c:v>
                </c:pt>
                <c:pt idx="7442">
                  <c:v>3.9082699999999999</c:v>
                </c:pt>
                <c:pt idx="7443">
                  <c:v>3.7</c:v>
                </c:pt>
                <c:pt idx="7444">
                  <c:v>3.7</c:v>
                </c:pt>
                <c:pt idx="7445">
                  <c:v>3.7</c:v>
                </c:pt>
                <c:pt idx="7446">
                  <c:v>3.7</c:v>
                </c:pt>
                <c:pt idx="7447">
                  <c:v>3.7090000000000001</c:v>
                </c:pt>
                <c:pt idx="7448">
                  <c:v>3.7090000000000001</c:v>
                </c:pt>
                <c:pt idx="7449">
                  <c:v>3.7090000000000001</c:v>
                </c:pt>
                <c:pt idx="7450">
                  <c:v>3.7090000000000001</c:v>
                </c:pt>
                <c:pt idx="7451">
                  <c:v>3.7090000000000001</c:v>
                </c:pt>
                <c:pt idx="7452">
                  <c:v>3.7090000000000001</c:v>
                </c:pt>
                <c:pt idx="7453">
                  <c:v>3.7090000000000001</c:v>
                </c:pt>
                <c:pt idx="7454">
                  <c:v>3.7090000000000001</c:v>
                </c:pt>
                <c:pt idx="7455">
                  <c:v>3.7090000000000001</c:v>
                </c:pt>
                <c:pt idx="7456">
                  <c:v>3.7090000000000001</c:v>
                </c:pt>
                <c:pt idx="7457">
                  <c:v>3.7090000000000001</c:v>
                </c:pt>
                <c:pt idx="7458">
                  <c:v>3.7090000000000001</c:v>
                </c:pt>
                <c:pt idx="7459">
                  <c:v>3.7090000000000001</c:v>
                </c:pt>
                <c:pt idx="7460">
                  <c:v>3.7090000000000001</c:v>
                </c:pt>
                <c:pt idx="7461">
                  <c:v>3.7090000000000001</c:v>
                </c:pt>
                <c:pt idx="7462">
                  <c:v>3.7090000000000001</c:v>
                </c:pt>
                <c:pt idx="7463">
                  <c:v>3.7090000000000001</c:v>
                </c:pt>
                <c:pt idx="7464">
                  <c:v>3.6158800000000002</c:v>
                </c:pt>
                <c:pt idx="7465">
                  <c:v>3.6173500000000001</c:v>
                </c:pt>
                <c:pt idx="7466">
                  <c:v>3.6471499999999999</c:v>
                </c:pt>
                <c:pt idx="7467">
                  <c:v>3.6482100000000002</c:v>
                </c:pt>
                <c:pt idx="7468">
                  <c:v>3.6628400000000001</c:v>
                </c:pt>
                <c:pt idx="7469">
                  <c:v>3.6605599999999998</c:v>
                </c:pt>
                <c:pt idx="7470">
                  <c:v>3.6588699999999998</c:v>
                </c:pt>
                <c:pt idx="7471">
                  <c:v>3.5971799999999998</c:v>
                </c:pt>
                <c:pt idx="7472">
                  <c:v>3.59701</c:v>
                </c:pt>
                <c:pt idx="7473">
                  <c:v>3.5683600000000002</c:v>
                </c:pt>
                <c:pt idx="7474">
                  <c:v>3.56725</c:v>
                </c:pt>
                <c:pt idx="7475">
                  <c:v>3.5653299999999999</c:v>
                </c:pt>
                <c:pt idx="7476">
                  <c:v>3.5639099999999999</c:v>
                </c:pt>
                <c:pt idx="7477">
                  <c:v>3.5619000000000001</c:v>
                </c:pt>
                <c:pt idx="7478">
                  <c:v>3.5592700000000002</c:v>
                </c:pt>
                <c:pt idx="7479">
                  <c:v>3.5561400000000001</c:v>
                </c:pt>
                <c:pt idx="7480">
                  <c:v>3.5563500000000001</c:v>
                </c:pt>
                <c:pt idx="7481">
                  <c:v>3.55288</c:v>
                </c:pt>
                <c:pt idx="7482">
                  <c:v>3.5488600000000003</c:v>
                </c:pt>
                <c:pt idx="7483">
                  <c:v>3.5476399999999999</c:v>
                </c:pt>
                <c:pt idx="7484">
                  <c:v>3.7022399999999998</c:v>
                </c:pt>
                <c:pt idx="7485">
                  <c:v>3.7036199999999999</c:v>
                </c:pt>
                <c:pt idx="7486">
                  <c:v>3.7033</c:v>
                </c:pt>
                <c:pt idx="7487">
                  <c:v>3.7090000000000001</c:v>
                </c:pt>
                <c:pt idx="7488">
                  <c:v>3.7090000000000001</c:v>
                </c:pt>
                <c:pt idx="7489">
                  <c:v>3.7090000000000001</c:v>
                </c:pt>
                <c:pt idx="7490">
                  <c:v>3.7090000000000001</c:v>
                </c:pt>
                <c:pt idx="7491">
                  <c:v>3.7090000000000001</c:v>
                </c:pt>
                <c:pt idx="7492">
                  <c:v>3.7090000000000001</c:v>
                </c:pt>
                <c:pt idx="7493">
                  <c:v>4.3040000000000003</c:v>
                </c:pt>
                <c:pt idx="7494">
                  <c:v>4.3040000000000003</c:v>
                </c:pt>
                <c:pt idx="7495">
                  <c:v>4.3040000000000003</c:v>
                </c:pt>
                <c:pt idx="7496">
                  <c:v>4.3040000000000003</c:v>
                </c:pt>
                <c:pt idx="7497">
                  <c:v>4.3040000000000003</c:v>
                </c:pt>
                <c:pt idx="7498">
                  <c:v>4.3040000000000003</c:v>
                </c:pt>
                <c:pt idx="7499">
                  <c:v>4.3040000000000003</c:v>
                </c:pt>
                <c:pt idx="7500">
                  <c:v>4.3040000000000003</c:v>
                </c:pt>
                <c:pt idx="7501">
                  <c:v>4.3040000000000003</c:v>
                </c:pt>
                <c:pt idx="7502">
                  <c:v>4.3040000000000003</c:v>
                </c:pt>
                <c:pt idx="7503">
                  <c:v>4.3040000000000003</c:v>
                </c:pt>
                <c:pt idx="7504">
                  <c:v>4.3040000000000003</c:v>
                </c:pt>
                <c:pt idx="7505">
                  <c:v>4.3040000000000003</c:v>
                </c:pt>
                <c:pt idx="7506">
                  <c:v>4.3040000000000003</c:v>
                </c:pt>
                <c:pt idx="7507">
                  <c:v>4.3040000000000003</c:v>
                </c:pt>
                <c:pt idx="7508">
                  <c:v>4.3040000000000003</c:v>
                </c:pt>
                <c:pt idx="7509">
                  <c:v>4.3040000000000003</c:v>
                </c:pt>
                <c:pt idx="7510">
                  <c:v>4.2385699999999993</c:v>
                </c:pt>
                <c:pt idx="7511">
                  <c:v>4.1515600000000008</c:v>
                </c:pt>
                <c:pt idx="7512">
                  <c:v>4.1535000000000002</c:v>
                </c:pt>
                <c:pt idx="7513">
                  <c:v>4.1547999999999998</c:v>
                </c:pt>
                <c:pt idx="7514">
                  <c:v>4.2421300000000004</c:v>
                </c:pt>
                <c:pt idx="7515">
                  <c:v>4.1547999999999998</c:v>
                </c:pt>
                <c:pt idx="7516">
                  <c:v>4.1547999999999998</c:v>
                </c:pt>
                <c:pt idx="7517">
                  <c:v>4.1547999999999998</c:v>
                </c:pt>
                <c:pt idx="7518">
                  <c:v>4.2598900000000004</c:v>
                </c:pt>
                <c:pt idx="7519">
                  <c:v>4.1692299999999998</c:v>
                </c:pt>
                <c:pt idx="7520">
                  <c:v>4.1673200000000001</c:v>
                </c:pt>
                <c:pt idx="7521">
                  <c:v>4.1639699999999999</c:v>
                </c:pt>
                <c:pt idx="7522">
                  <c:v>4.2776099999999992</c:v>
                </c:pt>
                <c:pt idx="7523">
                  <c:v>4.1577799999999998</c:v>
                </c:pt>
                <c:pt idx="7524">
                  <c:v>4.1528599999999996</c:v>
                </c:pt>
                <c:pt idx="7525">
                  <c:v>4.1468100000000003</c:v>
                </c:pt>
                <c:pt idx="7526">
                  <c:v>4.2701899999999995</c:v>
                </c:pt>
                <c:pt idx="7527">
                  <c:v>4.1648999999999994</c:v>
                </c:pt>
                <c:pt idx="7528">
                  <c:v>4.1565600000000007</c:v>
                </c:pt>
                <c:pt idx="7529">
                  <c:v>4.1444899999999993</c:v>
                </c:pt>
                <c:pt idx="7530">
                  <c:v>4.3040000000000003</c:v>
                </c:pt>
                <c:pt idx="7531">
                  <c:v>4.3040000000000003</c:v>
                </c:pt>
                <c:pt idx="7532">
                  <c:v>4.3040000000000003</c:v>
                </c:pt>
                <c:pt idx="7533">
                  <c:v>4.3040000000000003</c:v>
                </c:pt>
                <c:pt idx="7534">
                  <c:v>4.3040000000000003</c:v>
                </c:pt>
                <c:pt idx="7535">
                  <c:v>4.3040000000000003</c:v>
                </c:pt>
                <c:pt idx="7536">
                  <c:v>4.3040000000000003</c:v>
                </c:pt>
                <c:pt idx="7537">
                  <c:v>4.3040000000000003</c:v>
                </c:pt>
                <c:pt idx="7538">
                  <c:v>4.3040000000000003</c:v>
                </c:pt>
                <c:pt idx="7539">
                  <c:v>4.7699999999999996</c:v>
                </c:pt>
                <c:pt idx="7540">
                  <c:v>4.7699999999999996</c:v>
                </c:pt>
                <c:pt idx="7541">
                  <c:v>4.7699999999999996</c:v>
                </c:pt>
                <c:pt idx="7542">
                  <c:v>4.7699999999999996</c:v>
                </c:pt>
                <c:pt idx="7543">
                  <c:v>4.7699999999999996</c:v>
                </c:pt>
                <c:pt idx="7544">
                  <c:v>4.7699999999999996</c:v>
                </c:pt>
                <c:pt idx="7545">
                  <c:v>4.7699999999999996</c:v>
                </c:pt>
                <c:pt idx="7546">
                  <c:v>4.7699999999999996</c:v>
                </c:pt>
                <c:pt idx="7547">
                  <c:v>3.5</c:v>
                </c:pt>
                <c:pt idx="7548">
                  <c:v>3.5</c:v>
                </c:pt>
                <c:pt idx="7549">
                  <c:v>3.5</c:v>
                </c:pt>
                <c:pt idx="7550">
                  <c:v>3.5</c:v>
                </c:pt>
                <c:pt idx="7551">
                  <c:v>3.5</c:v>
                </c:pt>
                <c:pt idx="7552">
                  <c:v>3.5034200000000002</c:v>
                </c:pt>
                <c:pt idx="7553">
                  <c:v>3.5033699999999999</c:v>
                </c:pt>
                <c:pt idx="7554">
                  <c:v>3.5036799999999997</c:v>
                </c:pt>
                <c:pt idx="7555">
                  <c:v>3.5074899999999998</c:v>
                </c:pt>
                <c:pt idx="7556">
                  <c:v>3.5034000000000001</c:v>
                </c:pt>
                <c:pt idx="7557">
                  <c:v>3.5033799999999999</c:v>
                </c:pt>
                <c:pt idx="7558">
                  <c:v>3.5033400000000001</c:v>
                </c:pt>
                <c:pt idx="7559">
                  <c:v>3.50664</c:v>
                </c:pt>
                <c:pt idx="7560">
                  <c:v>3.5027199999999996</c:v>
                </c:pt>
                <c:pt idx="7561">
                  <c:v>3.5027300000000001</c:v>
                </c:pt>
                <c:pt idx="7562">
                  <c:v>3.5027300000000001</c:v>
                </c:pt>
                <c:pt idx="7563">
                  <c:v>3.5038899999999997</c:v>
                </c:pt>
                <c:pt idx="7564">
                  <c:v>3.31142</c:v>
                </c:pt>
                <c:pt idx="7565">
                  <c:v>3.3108499999999998</c:v>
                </c:pt>
                <c:pt idx="7566">
                  <c:v>3.3111199999999998</c:v>
                </c:pt>
                <c:pt idx="7567">
                  <c:v>3.3346999999999998</c:v>
                </c:pt>
                <c:pt idx="7568">
                  <c:v>3.3144400000000003</c:v>
                </c:pt>
                <c:pt idx="7569">
                  <c:v>3.31928</c:v>
                </c:pt>
                <c:pt idx="7570">
                  <c:v>3.3289</c:v>
                </c:pt>
                <c:pt idx="7571">
                  <c:v>3.3352300000000001</c:v>
                </c:pt>
                <c:pt idx="7572">
                  <c:v>3.5</c:v>
                </c:pt>
                <c:pt idx="7573">
                  <c:v>3.5</c:v>
                </c:pt>
                <c:pt idx="7574">
                  <c:v>3.5</c:v>
                </c:pt>
                <c:pt idx="7575">
                  <c:v>4.7699999999999996</c:v>
                </c:pt>
                <c:pt idx="7576">
                  <c:v>4.7699999999999996</c:v>
                </c:pt>
                <c:pt idx="7577">
                  <c:v>4.7699999999999996</c:v>
                </c:pt>
                <c:pt idx="7578">
                  <c:v>4.7699999999999996</c:v>
                </c:pt>
                <c:pt idx="7579">
                  <c:v>4.7699999999999996</c:v>
                </c:pt>
                <c:pt idx="7580">
                  <c:v>4.7699999999999996</c:v>
                </c:pt>
                <c:pt idx="7581">
                  <c:v>3.9489999999999998</c:v>
                </c:pt>
                <c:pt idx="7582">
                  <c:v>3.9489999999999998</c:v>
                </c:pt>
                <c:pt idx="7583">
                  <c:v>3.8174899999999998</c:v>
                </c:pt>
                <c:pt idx="7584">
                  <c:v>3.7978299999999998</c:v>
                </c:pt>
                <c:pt idx="7585">
                  <c:v>3.7402899999999999</c:v>
                </c:pt>
                <c:pt idx="7586">
                  <c:v>3.7504299999999997</c:v>
                </c:pt>
                <c:pt idx="7587">
                  <c:v>3.68058</c:v>
                </c:pt>
                <c:pt idx="7588">
                  <c:v>3.6724600000000001</c:v>
                </c:pt>
                <c:pt idx="7589">
                  <c:v>3.6779699999999997</c:v>
                </c:pt>
                <c:pt idx="7590">
                  <c:v>3.6678000000000002</c:v>
                </c:pt>
                <c:pt idx="7591">
                  <c:v>3.6747299999999998</c:v>
                </c:pt>
                <c:pt idx="7592">
                  <c:v>3.68154</c:v>
                </c:pt>
                <c:pt idx="7593">
                  <c:v>3.68946</c:v>
                </c:pt>
                <c:pt idx="7594">
                  <c:v>3.6938400000000002</c:v>
                </c:pt>
                <c:pt idx="7595">
                  <c:v>3.6928000000000001</c:v>
                </c:pt>
                <c:pt idx="7596">
                  <c:v>3.7603899999999997</c:v>
                </c:pt>
                <c:pt idx="7597">
                  <c:v>3.8328500000000001</c:v>
                </c:pt>
                <c:pt idx="7598">
                  <c:v>3.9489999999999998</c:v>
                </c:pt>
                <c:pt idx="7599">
                  <c:v>3.9489999999999998</c:v>
                </c:pt>
                <c:pt idx="7600">
                  <c:v>3.9489999999999998</c:v>
                </c:pt>
                <c:pt idx="7601">
                  <c:v>3.5</c:v>
                </c:pt>
                <c:pt idx="7602">
                  <c:v>3.5</c:v>
                </c:pt>
                <c:pt idx="7603">
                  <c:v>4.0112699999999997</c:v>
                </c:pt>
                <c:pt idx="7604">
                  <c:v>3.9503699999999999</c:v>
                </c:pt>
                <c:pt idx="7605">
                  <c:v>3.80504</c:v>
                </c:pt>
                <c:pt idx="7606">
                  <c:v>3.79251</c:v>
                </c:pt>
                <c:pt idx="7607">
                  <c:v>3.7913299999999999</c:v>
                </c:pt>
                <c:pt idx="7608">
                  <c:v>3.7890100000000002</c:v>
                </c:pt>
                <c:pt idx="7609">
                  <c:v>3.7189399999999999</c:v>
                </c:pt>
                <c:pt idx="7610">
                  <c:v>3.7040500000000001</c:v>
                </c:pt>
                <c:pt idx="7611">
                  <c:v>3.6911499999999999</c:v>
                </c:pt>
                <c:pt idx="7612">
                  <c:v>3.6913499999999999</c:v>
                </c:pt>
                <c:pt idx="7613">
                  <c:v>3.6930900000000002</c:v>
                </c:pt>
                <c:pt idx="7614">
                  <c:v>3.6922700000000002</c:v>
                </c:pt>
                <c:pt idx="7615">
                  <c:v>3.69381</c:v>
                </c:pt>
                <c:pt idx="7616">
                  <c:v>3.6898499999999999</c:v>
                </c:pt>
                <c:pt idx="7617">
                  <c:v>3.6884699999999997</c:v>
                </c:pt>
                <c:pt idx="7618">
                  <c:v>3.6878899999999999</c:v>
                </c:pt>
                <c:pt idx="7619">
                  <c:v>3.6414200000000001</c:v>
                </c:pt>
                <c:pt idx="7620">
                  <c:v>3.6627100000000001</c:v>
                </c:pt>
                <c:pt idx="7621">
                  <c:v>3.7124800000000002</c:v>
                </c:pt>
                <c:pt idx="7622">
                  <c:v>3.7547899999999998</c:v>
                </c:pt>
                <c:pt idx="7623">
                  <c:v>3.5</c:v>
                </c:pt>
                <c:pt idx="7624">
                  <c:v>3.5</c:v>
                </c:pt>
                <c:pt idx="7625">
                  <c:v>3.5</c:v>
                </c:pt>
                <c:pt idx="7626">
                  <c:v>3.5</c:v>
                </c:pt>
                <c:pt idx="7627">
                  <c:v>3.5</c:v>
                </c:pt>
                <c:pt idx="7628">
                  <c:v>3.5</c:v>
                </c:pt>
                <c:pt idx="7629">
                  <c:v>3.5</c:v>
                </c:pt>
                <c:pt idx="7630">
                  <c:v>4.4029999999999996</c:v>
                </c:pt>
                <c:pt idx="7631">
                  <c:v>4.4029999999999996</c:v>
                </c:pt>
                <c:pt idx="7632">
                  <c:v>4.4029999999999996</c:v>
                </c:pt>
                <c:pt idx="7633">
                  <c:v>4.4029999999999996</c:v>
                </c:pt>
                <c:pt idx="7634">
                  <c:v>4.4029999999999996</c:v>
                </c:pt>
                <c:pt idx="7635">
                  <c:v>4.4029999999999996</c:v>
                </c:pt>
                <c:pt idx="7636">
                  <c:v>4.4029999999999996</c:v>
                </c:pt>
                <c:pt idx="7637">
                  <c:v>4.4029999999999996</c:v>
                </c:pt>
                <c:pt idx="7638">
                  <c:v>4.4029999999999996</c:v>
                </c:pt>
                <c:pt idx="7639">
                  <c:v>4.4029999999999996</c:v>
                </c:pt>
                <c:pt idx="7640">
                  <c:v>4.4029999999999996</c:v>
                </c:pt>
                <c:pt idx="7641">
                  <c:v>4.4029999999999996</c:v>
                </c:pt>
                <c:pt idx="7642">
                  <c:v>4.4029999999999996</c:v>
                </c:pt>
                <c:pt idx="7643">
                  <c:v>4.4029999999999996</c:v>
                </c:pt>
                <c:pt idx="7644">
                  <c:v>4.4029999999999996</c:v>
                </c:pt>
                <c:pt idx="7645">
                  <c:v>4.4029999999999996</c:v>
                </c:pt>
                <c:pt idx="7646">
                  <c:v>4.4029999999999996</c:v>
                </c:pt>
                <c:pt idx="7647">
                  <c:v>4.4029999999999996</c:v>
                </c:pt>
                <c:pt idx="7648">
                  <c:v>4.4029999999999996</c:v>
                </c:pt>
                <c:pt idx="7649">
                  <c:v>4.4029999999999996</c:v>
                </c:pt>
                <c:pt idx="7650">
                  <c:v>3.5</c:v>
                </c:pt>
                <c:pt idx="7651">
                  <c:v>3.5</c:v>
                </c:pt>
                <c:pt idx="7652">
                  <c:v>3.5</c:v>
                </c:pt>
                <c:pt idx="7653">
                  <c:v>3.5</c:v>
                </c:pt>
                <c:pt idx="7654">
                  <c:v>3.5</c:v>
                </c:pt>
                <c:pt idx="7655">
                  <c:v>3.5</c:v>
                </c:pt>
                <c:pt idx="7656">
                  <c:v>3.5</c:v>
                </c:pt>
                <c:pt idx="7657">
                  <c:v>3.5</c:v>
                </c:pt>
                <c:pt idx="7658">
                  <c:v>3.5</c:v>
                </c:pt>
                <c:pt idx="7659">
                  <c:v>3.5</c:v>
                </c:pt>
                <c:pt idx="7660">
                  <c:v>3.5</c:v>
                </c:pt>
                <c:pt idx="7661">
                  <c:v>3.5</c:v>
                </c:pt>
                <c:pt idx="7662">
                  <c:v>3.5</c:v>
                </c:pt>
                <c:pt idx="7663">
                  <c:v>3.5</c:v>
                </c:pt>
                <c:pt idx="7664">
                  <c:v>4.2279499999999999</c:v>
                </c:pt>
                <c:pt idx="7665">
                  <c:v>4.2225600000000005</c:v>
                </c:pt>
                <c:pt idx="7666">
                  <c:v>4.2180100000000005</c:v>
                </c:pt>
                <c:pt idx="7667">
                  <c:v>4.1534499999999994</c:v>
                </c:pt>
                <c:pt idx="7668">
                  <c:v>4.0072600000000005</c:v>
                </c:pt>
                <c:pt idx="7669">
                  <c:v>4.0069299999999997</c:v>
                </c:pt>
                <c:pt idx="7670">
                  <c:v>4.0046900000000001</c:v>
                </c:pt>
                <c:pt idx="7671">
                  <c:v>3.9003800000000002</c:v>
                </c:pt>
                <c:pt idx="7672">
                  <c:v>3.7359</c:v>
                </c:pt>
                <c:pt idx="7673">
                  <c:v>3.7360900000000004</c:v>
                </c:pt>
                <c:pt idx="7674">
                  <c:v>3.7362800000000003</c:v>
                </c:pt>
                <c:pt idx="7675">
                  <c:v>3.7386200000000001</c:v>
                </c:pt>
                <c:pt idx="7676">
                  <c:v>3.7407199999999996</c:v>
                </c:pt>
                <c:pt idx="7677">
                  <c:v>3.74132</c:v>
                </c:pt>
                <c:pt idx="7678">
                  <c:v>3.7477800000000001</c:v>
                </c:pt>
                <c:pt idx="7679">
                  <c:v>3.7490000000000001</c:v>
                </c:pt>
                <c:pt idx="7680">
                  <c:v>3.7597800000000001</c:v>
                </c:pt>
                <c:pt idx="7681">
                  <c:v>3.8022100000000001</c:v>
                </c:pt>
                <c:pt idx="7682">
                  <c:v>3.8944000000000001</c:v>
                </c:pt>
                <c:pt idx="7683">
                  <c:v>3.9398499999999999</c:v>
                </c:pt>
                <c:pt idx="7684">
                  <c:v>3.5</c:v>
                </c:pt>
                <c:pt idx="7685">
                  <c:v>3.5</c:v>
                </c:pt>
                <c:pt idx="7686">
                  <c:v>3.5</c:v>
                </c:pt>
                <c:pt idx="7687">
                  <c:v>3.5</c:v>
                </c:pt>
                <c:pt idx="7688">
                  <c:v>3.5</c:v>
                </c:pt>
                <c:pt idx="7689">
                  <c:v>3.5</c:v>
                </c:pt>
                <c:pt idx="7690">
                  <c:v>3.5</c:v>
                </c:pt>
                <c:pt idx="7691">
                  <c:v>3.5</c:v>
                </c:pt>
                <c:pt idx="7692">
                  <c:v>3.5</c:v>
                </c:pt>
                <c:pt idx="7699">
                  <c:v>3.6</c:v>
                </c:pt>
                <c:pt idx="7700">
                  <c:v>3.6</c:v>
                </c:pt>
                <c:pt idx="7701">
                  <c:v>3.6</c:v>
                </c:pt>
                <c:pt idx="7702">
                  <c:v>3.5901999999999998</c:v>
                </c:pt>
                <c:pt idx="7703">
                  <c:v>3.5873699999999999</c:v>
                </c:pt>
                <c:pt idx="7704">
                  <c:v>3.58636</c:v>
                </c:pt>
                <c:pt idx="7705">
                  <c:v>3.59022</c:v>
                </c:pt>
                <c:pt idx="7706">
                  <c:v>3.5884499999999999</c:v>
                </c:pt>
                <c:pt idx="7707">
                  <c:v>3.5874800000000002</c:v>
                </c:pt>
                <c:pt idx="7708">
                  <c:v>3.5870100000000003</c:v>
                </c:pt>
                <c:pt idx="7709">
                  <c:v>3.5866199999999999</c:v>
                </c:pt>
                <c:pt idx="7710">
                  <c:v>3.5863499999999999</c:v>
                </c:pt>
                <c:pt idx="7711">
                  <c:v>3.5861900000000002</c:v>
                </c:pt>
                <c:pt idx="7712">
                  <c:v>3.5860599999999998</c:v>
                </c:pt>
                <c:pt idx="7713">
                  <c:v>3.84585</c:v>
                </c:pt>
                <c:pt idx="7714">
                  <c:v>3.8395700000000001</c:v>
                </c:pt>
                <c:pt idx="7715">
                  <c:v>3.8368000000000002</c:v>
                </c:pt>
                <c:pt idx="7716">
                  <c:v>3.8329899999999997</c:v>
                </c:pt>
                <c:pt idx="7717">
                  <c:v>3.7129099999999999</c:v>
                </c:pt>
                <c:pt idx="7718">
                  <c:v>3.71286</c:v>
                </c:pt>
                <c:pt idx="7719">
                  <c:v>3.7126100000000002</c:v>
                </c:pt>
                <c:pt idx="7720">
                  <c:v>3.7127699999999999</c:v>
                </c:pt>
                <c:pt idx="7721">
                  <c:v>3.7129000000000003</c:v>
                </c:pt>
                <c:pt idx="7722">
                  <c:v>3.7129599999999998</c:v>
                </c:pt>
                <c:pt idx="7723">
                  <c:v>3.7139699999999998</c:v>
                </c:pt>
                <c:pt idx="7724">
                  <c:v>3.7143200000000003</c:v>
                </c:pt>
                <c:pt idx="7725">
                  <c:v>3.7157300000000002</c:v>
                </c:pt>
                <c:pt idx="7726">
                  <c:v>3.7174299999999998</c:v>
                </c:pt>
                <c:pt idx="7727">
                  <c:v>3.7184299999999997</c:v>
                </c:pt>
                <c:pt idx="7728">
                  <c:v>3.7150599999999998</c:v>
                </c:pt>
                <c:pt idx="7729">
                  <c:v>3.7269699999999997</c:v>
                </c:pt>
                <c:pt idx="7730">
                  <c:v>3.7340999999999998</c:v>
                </c:pt>
                <c:pt idx="7731">
                  <c:v>3.74396</c:v>
                </c:pt>
                <c:pt idx="7732">
                  <c:v>3.7458100000000001</c:v>
                </c:pt>
                <c:pt idx="7733">
                  <c:v>3.5822800000000004</c:v>
                </c:pt>
                <c:pt idx="7734">
                  <c:v>3.58236</c:v>
                </c:pt>
                <c:pt idx="7735">
                  <c:v>3.5815000000000001</c:v>
                </c:pt>
                <c:pt idx="7736">
                  <c:v>3.5815000000000001</c:v>
                </c:pt>
                <c:pt idx="7737">
                  <c:v>3.5815999999999999</c:v>
                </c:pt>
                <c:pt idx="7738">
                  <c:v>3.58175</c:v>
                </c:pt>
                <c:pt idx="7739">
                  <c:v>3.58216</c:v>
                </c:pt>
                <c:pt idx="7740">
                  <c:v>3.5830600000000001</c:v>
                </c:pt>
                <c:pt idx="7741">
                  <c:v>3.6</c:v>
                </c:pt>
                <c:pt idx="7743">
                  <c:v>3.8</c:v>
                </c:pt>
                <c:pt idx="7744">
                  <c:v>3.8</c:v>
                </c:pt>
                <c:pt idx="7745">
                  <c:v>3.8</c:v>
                </c:pt>
                <c:pt idx="7746">
                  <c:v>3.8</c:v>
                </c:pt>
                <c:pt idx="7747">
                  <c:v>3.8</c:v>
                </c:pt>
                <c:pt idx="7748">
                  <c:v>3.8</c:v>
                </c:pt>
                <c:pt idx="7749">
                  <c:v>3.8</c:v>
                </c:pt>
                <c:pt idx="7750">
                  <c:v>3.8</c:v>
                </c:pt>
                <c:pt idx="7751">
                  <c:v>3.8</c:v>
                </c:pt>
                <c:pt idx="7752">
                  <c:v>3.8</c:v>
                </c:pt>
                <c:pt idx="7753">
                  <c:v>3.8</c:v>
                </c:pt>
                <c:pt idx="7754">
                  <c:v>3.8</c:v>
                </c:pt>
                <c:pt idx="7755">
                  <c:v>3.8</c:v>
                </c:pt>
                <c:pt idx="7756">
                  <c:v>3.8</c:v>
                </c:pt>
                <c:pt idx="7757">
                  <c:v>4.3460799999999997</c:v>
                </c:pt>
                <c:pt idx="7758">
                  <c:v>4.3389100000000003</c:v>
                </c:pt>
                <c:pt idx="7759">
                  <c:v>4.3328599999999993</c:v>
                </c:pt>
                <c:pt idx="7760">
                  <c:v>4.3278699999999999</c:v>
                </c:pt>
                <c:pt idx="7761">
                  <c:v>4.3237899999999998</c:v>
                </c:pt>
                <c:pt idx="7762">
                  <c:v>4.3208400000000005</c:v>
                </c:pt>
                <c:pt idx="7763">
                  <c:v>4.3193799999999998</c:v>
                </c:pt>
                <c:pt idx="7764">
                  <c:v>4.3184799999999992</c:v>
                </c:pt>
                <c:pt idx="7765">
                  <c:v>4.2605600000000008</c:v>
                </c:pt>
                <c:pt idx="7766">
                  <c:v>4.26098</c:v>
                </c:pt>
                <c:pt idx="7767">
                  <c:v>4.2630400000000002</c:v>
                </c:pt>
                <c:pt idx="7768">
                  <c:v>4.2661600000000002</c:v>
                </c:pt>
                <c:pt idx="7769">
                  <c:v>4.2328999999999999</c:v>
                </c:pt>
                <c:pt idx="7770">
                  <c:v>4.2382900000000001</c:v>
                </c:pt>
                <c:pt idx="7771">
                  <c:v>4.2449599999999998</c:v>
                </c:pt>
                <c:pt idx="7772">
                  <c:v>4.2530100000000006</c:v>
                </c:pt>
                <c:pt idx="7773">
                  <c:v>4.2165400000000002</c:v>
                </c:pt>
                <c:pt idx="7774">
                  <c:v>4.2280200000000008</c:v>
                </c:pt>
                <c:pt idx="7775">
                  <c:v>4.2417899999999999</c:v>
                </c:pt>
                <c:pt idx="7776">
                  <c:v>4.2579799999999999</c:v>
                </c:pt>
                <c:pt idx="7777">
                  <c:v>3.8</c:v>
                </c:pt>
                <c:pt idx="7778">
                  <c:v>3.8</c:v>
                </c:pt>
                <c:pt idx="7779">
                  <c:v>3.8</c:v>
                </c:pt>
                <c:pt idx="7780">
                  <c:v>3.8</c:v>
                </c:pt>
                <c:pt idx="7781">
                  <c:v>3.8</c:v>
                </c:pt>
                <c:pt idx="7782">
                  <c:v>3.8</c:v>
                </c:pt>
                <c:pt idx="7783">
                  <c:v>3.8</c:v>
                </c:pt>
                <c:pt idx="7784">
                  <c:v>3.8</c:v>
                </c:pt>
                <c:pt idx="7785">
                  <c:v>3.8</c:v>
                </c:pt>
                <c:pt idx="7792">
                  <c:v>3.85</c:v>
                </c:pt>
                <c:pt idx="7793">
                  <c:v>3.85</c:v>
                </c:pt>
                <c:pt idx="7794">
                  <c:v>3.85</c:v>
                </c:pt>
                <c:pt idx="7795">
                  <c:v>3.85</c:v>
                </c:pt>
                <c:pt idx="7796">
                  <c:v>3.85</c:v>
                </c:pt>
                <c:pt idx="7797">
                  <c:v>3.85</c:v>
                </c:pt>
                <c:pt idx="7798">
                  <c:v>3.85</c:v>
                </c:pt>
                <c:pt idx="7799">
                  <c:v>3.85</c:v>
                </c:pt>
                <c:pt idx="7800">
                  <c:v>3.85</c:v>
                </c:pt>
                <c:pt idx="7801">
                  <c:v>3.85</c:v>
                </c:pt>
                <c:pt idx="7802">
                  <c:v>3.85</c:v>
                </c:pt>
                <c:pt idx="7803">
                  <c:v>3.85</c:v>
                </c:pt>
                <c:pt idx="7804">
                  <c:v>3.85</c:v>
                </c:pt>
                <c:pt idx="7805">
                  <c:v>3.85</c:v>
                </c:pt>
                <c:pt idx="7806">
                  <c:v>3.8868400000000003</c:v>
                </c:pt>
                <c:pt idx="7807">
                  <c:v>3.85947</c:v>
                </c:pt>
                <c:pt idx="7808">
                  <c:v>3.77393</c:v>
                </c:pt>
                <c:pt idx="7809">
                  <c:v>3.7733600000000003</c:v>
                </c:pt>
                <c:pt idx="7810">
                  <c:v>3.7695700000000003</c:v>
                </c:pt>
                <c:pt idx="7811">
                  <c:v>3.7691999999999997</c:v>
                </c:pt>
                <c:pt idx="7812">
                  <c:v>3.77305</c:v>
                </c:pt>
                <c:pt idx="7813">
                  <c:v>3.7682399999999996</c:v>
                </c:pt>
                <c:pt idx="7814">
                  <c:v>3.5575700000000001</c:v>
                </c:pt>
                <c:pt idx="7815">
                  <c:v>3.5575100000000002</c:v>
                </c:pt>
                <c:pt idx="7816">
                  <c:v>3.55742</c:v>
                </c:pt>
                <c:pt idx="7817">
                  <c:v>3.55694</c:v>
                </c:pt>
                <c:pt idx="7818">
                  <c:v>3.5481599999999998</c:v>
                </c:pt>
                <c:pt idx="7819">
                  <c:v>3.5473499999999998</c:v>
                </c:pt>
                <c:pt idx="7820">
                  <c:v>3.5470999999999999</c:v>
                </c:pt>
                <c:pt idx="7821">
                  <c:v>3.5459999999999998</c:v>
                </c:pt>
                <c:pt idx="7822">
                  <c:v>3.6743000000000001</c:v>
                </c:pt>
                <c:pt idx="7823">
                  <c:v>3.67998</c:v>
                </c:pt>
                <c:pt idx="7824">
                  <c:v>3.7074499999999997</c:v>
                </c:pt>
                <c:pt idx="7825">
                  <c:v>3.7438200000000004</c:v>
                </c:pt>
                <c:pt idx="7826">
                  <c:v>3.6384099999999999</c:v>
                </c:pt>
                <c:pt idx="7827">
                  <c:v>3.6927099999999999</c:v>
                </c:pt>
                <c:pt idx="7828">
                  <c:v>3.60398</c:v>
                </c:pt>
                <c:pt idx="7829">
                  <c:v>3.6547399999999999</c:v>
                </c:pt>
                <c:pt idx="7830">
                  <c:v>3.5498099999999999</c:v>
                </c:pt>
                <c:pt idx="7831">
                  <c:v>3.57342</c:v>
                </c:pt>
                <c:pt idx="7832">
                  <c:v>3.85</c:v>
                </c:pt>
                <c:pt idx="7833">
                  <c:v>3.85</c:v>
                </c:pt>
                <c:pt idx="7834">
                  <c:v>3.85</c:v>
                </c:pt>
                <c:pt idx="7835">
                  <c:v>3.85</c:v>
                </c:pt>
                <c:pt idx="7842">
                  <c:v>3.9</c:v>
                </c:pt>
                <c:pt idx="7843">
                  <c:v>3.9</c:v>
                </c:pt>
                <c:pt idx="7844">
                  <c:v>3.9</c:v>
                </c:pt>
                <c:pt idx="7845">
                  <c:v>3.9</c:v>
                </c:pt>
                <c:pt idx="7846">
                  <c:v>3.9</c:v>
                </c:pt>
                <c:pt idx="7847">
                  <c:v>3.9</c:v>
                </c:pt>
                <c:pt idx="7848">
                  <c:v>3.9</c:v>
                </c:pt>
                <c:pt idx="7849">
                  <c:v>3.9</c:v>
                </c:pt>
                <c:pt idx="7850">
                  <c:v>3.9</c:v>
                </c:pt>
                <c:pt idx="7851">
                  <c:v>3.9</c:v>
                </c:pt>
                <c:pt idx="7852">
                  <c:v>3.9</c:v>
                </c:pt>
                <c:pt idx="7853">
                  <c:v>3.9</c:v>
                </c:pt>
                <c:pt idx="7854">
                  <c:v>3.9</c:v>
                </c:pt>
                <c:pt idx="7855">
                  <c:v>3.9</c:v>
                </c:pt>
                <c:pt idx="7856">
                  <c:v>4.8449099999999996</c:v>
                </c:pt>
                <c:pt idx="7857">
                  <c:v>4.6491699999999998</c:v>
                </c:pt>
                <c:pt idx="7858">
                  <c:v>4.5214999999999996</c:v>
                </c:pt>
                <c:pt idx="7859">
                  <c:v>4.7431400000000004</c:v>
                </c:pt>
                <c:pt idx="7860">
                  <c:v>4.6021099999999997</c:v>
                </c:pt>
                <c:pt idx="7861">
                  <c:v>4.4006400000000001</c:v>
                </c:pt>
                <c:pt idx="7862">
                  <c:v>4.1871400000000003</c:v>
                </c:pt>
                <c:pt idx="7863">
                  <c:v>4.0471500000000002</c:v>
                </c:pt>
                <c:pt idx="7864">
                  <c:v>3.8273600000000001</c:v>
                </c:pt>
                <c:pt idx="7865">
                  <c:v>3.8142199999999997</c:v>
                </c:pt>
                <c:pt idx="7866">
                  <c:v>3.6812499999999999</c:v>
                </c:pt>
                <c:pt idx="7867">
                  <c:v>3.6600999999999999</c:v>
                </c:pt>
                <c:pt idx="7868">
                  <c:v>3.6522299999999999</c:v>
                </c:pt>
                <c:pt idx="7869">
                  <c:v>3.6435</c:v>
                </c:pt>
                <c:pt idx="7870">
                  <c:v>3.7025300000000003</c:v>
                </c:pt>
                <c:pt idx="7871">
                  <c:v>3.7505500000000001</c:v>
                </c:pt>
                <c:pt idx="7872">
                  <c:v>3.7961100000000001</c:v>
                </c:pt>
                <c:pt idx="7873">
                  <c:v>3.8383000000000003</c:v>
                </c:pt>
                <c:pt idx="7874">
                  <c:v>3.83379</c:v>
                </c:pt>
                <c:pt idx="7875">
                  <c:v>3.8281900000000002</c:v>
                </c:pt>
                <c:pt idx="7876">
                  <c:v>3.9</c:v>
                </c:pt>
                <c:pt idx="7877">
                  <c:v>3.9</c:v>
                </c:pt>
                <c:pt idx="7878">
                  <c:v>3.9</c:v>
                </c:pt>
                <c:pt idx="7879">
                  <c:v>3.9</c:v>
                </c:pt>
                <c:pt idx="7880">
                  <c:v>3.7328800000000002</c:v>
                </c:pt>
                <c:pt idx="7881">
                  <c:v>3.9</c:v>
                </c:pt>
                <c:pt idx="7882">
                  <c:v>3.9</c:v>
                </c:pt>
                <c:pt idx="7883">
                  <c:v>3.9</c:v>
                </c:pt>
                <c:pt idx="7884">
                  <c:v>3.9</c:v>
                </c:pt>
                <c:pt idx="7885">
                  <c:v>3.9</c:v>
                </c:pt>
                <c:pt idx="7892">
                  <c:v>4</c:v>
                </c:pt>
                <c:pt idx="7893">
                  <c:v>4</c:v>
                </c:pt>
                <c:pt idx="7894">
                  <c:v>4</c:v>
                </c:pt>
                <c:pt idx="7895">
                  <c:v>4</c:v>
                </c:pt>
                <c:pt idx="7896">
                  <c:v>4</c:v>
                </c:pt>
                <c:pt idx="7897">
                  <c:v>4</c:v>
                </c:pt>
                <c:pt idx="7898">
                  <c:v>4</c:v>
                </c:pt>
                <c:pt idx="7899">
                  <c:v>4</c:v>
                </c:pt>
                <c:pt idx="7900">
                  <c:v>4</c:v>
                </c:pt>
                <c:pt idx="7901">
                  <c:v>4</c:v>
                </c:pt>
                <c:pt idx="7902">
                  <c:v>4</c:v>
                </c:pt>
                <c:pt idx="7903">
                  <c:v>4</c:v>
                </c:pt>
                <c:pt idx="7904">
                  <c:v>4</c:v>
                </c:pt>
                <c:pt idx="7905">
                  <c:v>4</c:v>
                </c:pt>
                <c:pt idx="7906">
                  <c:v>4.3112899999999996</c:v>
                </c:pt>
                <c:pt idx="7907">
                  <c:v>4.3055200000000005</c:v>
                </c:pt>
                <c:pt idx="7908">
                  <c:v>4.3005900000000006</c:v>
                </c:pt>
                <c:pt idx="7909">
                  <c:v>4.2966300000000004</c:v>
                </c:pt>
                <c:pt idx="7910">
                  <c:v>4.2934200000000002</c:v>
                </c:pt>
                <c:pt idx="7911">
                  <c:v>4.2911099999999998</c:v>
                </c:pt>
                <c:pt idx="7912">
                  <c:v>4.28993</c:v>
                </c:pt>
                <c:pt idx="7913">
                  <c:v>4.2892200000000003</c:v>
                </c:pt>
                <c:pt idx="7914">
                  <c:v>4.0417399999999999</c:v>
                </c:pt>
                <c:pt idx="7915">
                  <c:v>4.0419299999999998</c:v>
                </c:pt>
                <c:pt idx="7916">
                  <c:v>4.0423299999999998</c:v>
                </c:pt>
                <c:pt idx="7917">
                  <c:v>4.0071300000000001</c:v>
                </c:pt>
                <c:pt idx="7918">
                  <c:v>4.0058499999999997</c:v>
                </c:pt>
                <c:pt idx="7919">
                  <c:v>3.9682399999999998</c:v>
                </c:pt>
                <c:pt idx="7920">
                  <c:v>4.0174500000000002</c:v>
                </c:pt>
                <c:pt idx="7921">
                  <c:v>4.0209999999999999</c:v>
                </c:pt>
                <c:pt idx="7922">
                  <c:v>3.99322</c:v>
                </c:pt>
                <c:pt idx="7923">
                  <c:v>4.0114700000000001</c:v>
                </c:pt>
                <c:pt idx="7924">
                  <c:v>4.0316399999999994</c:v>
                </c:pt>
                <c:pt idx="7925">
                  <c:v>4.0630699999999997</c:v>
                </c:pt>
                <c:pt idx="7926">
                  <c:v>3.6289400000000001</c:v>
                </c:pt>
                <c:pt idx="7927">
                  <c:v>3.6393599999999999</c:v>
                </c:pt>
                <c:pt idx="7928">
                  <c:v>3.8324499999999997</c:v>
                </c:pt>
                <c:pt idx="7929">
                  <c:v>4</c:v>
                </c:pt>
                <c:pt idx="7930">
                  <c:v>3.8621500000000002</c:v>
                </c:pt>
                <c:pt idx="7931">
                  <c:v>3.8551500000000001</c:v>
                </c:pt>
                <c:pt idx="7932">
                  <c:v>4</c:v>
                </c:pt>
                <c:pt idx="7933">
                  <c:v>4</c:v>
                </c:pt>
                <c:pt idx="7934">
                  <c:v>4</c:v>
                </c:pt>
                <c:pt idx="7935">
                  <c:v>4</c:v>
                </c:pt>
                <c:pt idx="7942">
                  <c:v>4</c:v>
                </c:pt>
                <c:pt idx="7943">
                  <c:v>4</c:v>
                </c:pt>
                <c:pt idx="7944">
                  <c:v>4</c:v>
                </c:pt>
                <c:pt idx="7945">
                  <c:v>4</c:v>
                </c:pt>
                <c:pt idx="7946">
                  <c:v>4</c:v>
                </c:pt>
                <c:pt idx="7947">
                  <c:v>4</c:v>
                </c:pt>
                <c:pt idx="7948">
                  <c:v>4</c:v>
                </c:pt>
                <c:pt idx="7949">
                  <c:v>4</c:v>
                </c:pt>
                <c:pt idx="7950">
                  <c:v>4</c:v>
                </c:pt>
                <c:pt idx="7951">
                  <c:v>4</c:v>
                </c:pt>
                <c:pt idx="7952">
                  <c:v>4</c:v>
                </c:pt>
                <c:pt idx="7953">
                  <c:v>4</c:v>
                </c:pt>
                <c:pt idx="7954">
                  <c:v>4</c:v>
                </c:pt>
                <c:pt idx="7955">
                  <c:v>4</c:v>
                </c:pt>
                <c:pt idx="7956">
                  <c:v>4.6078299999999999</c:v>
                </c:pt>
                <c:pt idx="7957">
                  <c:v>4.5965600000000002</c:v>
                </c:pt>
                <c:pt idx="7958">
                  <c:v>4.5869399999999994</c:v>
                </c:pt>
                <c:pt idx="7959">
                  <c:v>4.5792099999999998</c:v>
                </c:pt>
                <c:pt idx="7960">
                  <c:v>4.5729499999999996</c:v>
                </c:pt>
                <c:pt idx="7961">
                  <c:v>4.5684300000000002</c:v>
                </c:pt>
                <c:pt idx="7962">
                  <c:v>4.5661199999999997</c:v>
                </c:pt>
                <c:pt idx="7963">
                  <c:v>4.5647399999999996</c:v>
                </c:pt>
                <c:pt idx="7964">
                  <c:v>4.5644399999999994</c:v>
                </c:pt>
                <c:pt idx="7965">
                  <c:v>4.5651299999999999</c:v>
                </c:pt>
                <c:pt idx="7966">
                  <c:v>4.5681199999999995</c:v>
                </c:pt>
                <c:pt idx="7967">
                  <c:v>4.5727099999999998</c:v>
                </c:pt>
                <c:pt idx="7968">
                  <c:v>4.5788900000000003</c:v>
                </c:pt>
                <c:pt idx="7969">
                  <c:v>4.5867700000000005</c:v>
                </c:pt>
                <c:pt idx="7970">
                  <c:v>4.5964799999999997</c:v>
                </c:pt>
                <c:pt idx="7971">
                  <c:v>4.60792</c:v>
                </c:pt>
                <c:pt idx="7972">
                  <c:v>4.6220299999999996</c:v>
                </c:pt>
                <c:pt idx="7973">
                  <c:v>4.6385500000000004</c:v>
                </c:pt>
                <c:pt idx="7974">
                  <c:v>4.6580399999999997</c:v>
                </c:pt>
                <c:pt idx="7975">
                  <c:v>4.6813000000000002</c:v>
                </c:pt>
                <c:pt idx="7976">
                  <c:v>4</c:v>
                </c:pt>
                <c:pt idx="7977">
                  <c:v>4</c:v>
                </c:pt>
                <c:pt idx="7978">
                  <c:v>4</c:v>
                </c:pt>
                <c:pt idx="7979">
                  <c:v>4</c:v>
                </c:pt>
                <c:pt idx="7980">
                  <c:v>4</c:v>
                </c:pt>
                <c:pt idx="7981">
                  <c:v>4</c:v>
                </c:pt>
                <c:pt idx="7982">
                  <c:v>4</c:v>
                </c:pt>
                <c:pt idx="7983">
                  <c:v>4</c:v>
                </c:pt>
                <c:pt idx="7984">
                  <c:v>4</c:v>
                </c:pt>
                <c:pt idx="7985">
                  <c:v>4</c:v>
                </c:pt>
                <c:pt idx="7999">
                  <c:v>7.9909999999999997</c:v>
                </c:pt>
                <c:pt idx="8000">
                  <c:v>7.99</c:v>
                </c:pt>
                <c:pt idx="8001">
                  <c:v>7.4909999999999997</c:v>
                </c:pt>
                <c:pt idx="8002">
                  <c:v>7.49</c:v>
                </c:pt>
                <c:pt idx="8003">
                  <c:v>7.49</c:v>
                </c:pt>
                <c:pt idx="8004">
                  <c:v>7.343</c:v>
                </c:pt>
                <c:pt idx="8005">
                  <c:v>7.49</c:v>
                </c:pt>
                <c:pt idx="8006">
                  <c:v>6.8751300000000004</c:v>
                </c:pt>
                <c:pt idx="8007">
                  <c:v>6.8991899999999999</c:v>
                </c:pt>
                <c:pt idx="8008">
                  <c:v>5.9957600000000006</c:v>
                </c:pt>
                <c:pt idx="8009">
                  <c:v>6.0885699999999998</c:v>
                </c:pt>
                <c:pt idx="8010">
                  <c:v>6.0482899999999997</c:v>
                </c:pt>
                <c:pt idx="8011">
                  <c:v>5.8517799999999998</c:v>
                </c:pt>
                <c:pt idx="8012">
                  <c:v>5.4329999999999998</c:v>
                </c:pt>
                <c:pt idx="8013">
                  <c:v>5.4329999999999998</c:v>
                </c:pt>
                <c:pt idx="8014">
                  <c:v>4.7401</c:v>
                </c:pt>
                <c:pt idx="8015">
                  <c:v>4.7391000000000005</c:v>
                </c:pt>
                <c:pt idx="8016">
                  <c:v>4.7404899999999994</c:v>
                </c:pt>
                <c:pt idx="8017">
                  <c:v>4.7232200000000004</c:v>
                </c:pt>
                <c:pt idx="8018">
                  <c:v>4.6783000000000001</c:v>
                </c:pt>
                <c:pt idx="8019">
                  <c:v>4.7174499999999995</c:v>
                </c:pt>
                <c:pt idx="8020">
                  <c:v>4.7677500000000004</c:v>
                </c:pt>
                <c:pt idx="8021">
                  <c:v>4.7578500000000004</c:v>
                </c:pt>
                <c:pt idx="8022">
                  <c:v>4.8082900000000004</c:v>
                </c:pt>
                <c:pt idx="8023">
                  <c:v>5.2865099999999998</c:v>
                </c:pt>
                <c:pt idx="8024">
                  <c:v>5.4200400000000002</c:v>
                </c:pt>
                <c:pt idx="8025">
                  <c:v>5.4329999999999998</c:v>
                </c:pt>
                <c:pt idx="8037">
                  <c:v>6.8360000000000003</c:v>
                </c:pt>
                <c:pt idx="8038">
                  <c:v>6.8360000000000003</c:v>
                </c:pt>
                <c:pt idx="8039">
                  <c:v>6.7824600000000004</c:v>
                </c:pt>
                <c:pt idx="8040">
                  <c:v>6.7947299999999995</c:v>
                </c:pt>
                <c:pt idx="8041">
                  <c:v>6.8038800000000004</c:v>
                </c:pt>
                <c:pt idx="8042">
                  <c:v>6.7801800000000005</c:v>
                </c:pt>
                <c:pt idx="8043">
                  <c:v>6.7677200000000006</c:v>
                </c:pt>
                <c:pt idx="8044">
                  <c:v>6.7352799999999995</c:v>
                </c:pt>
                <c:pt idx="8045">
                  <c:v>6.7378100000000005</c:v>
                </c:pt>
                <c:pt idx="8046">
                  <c:v>6.7283299999999997</c:v>
                </c:pt>
                <c:pt idx="8047">
                  <c:v>6.7312700000000003</c:v>
                </c:pt>
                <c:pt idx="8048">
                  <c:v>6.7210000000000001</c:v>
                </c:pt>
                <c:pt idx="8049">
                  <c:v>6.7238500000000005</c:v>
                </c:pt>
                <c:pt idx="8050">
                  <c:v>6.6836400000000005</c:v>
                </c:pt>
                <c:pt idx="8051">
                  <c:v>6.6885699999999995</c:v>
                </c:pt>
                <c:pt idx="8052">
                  <c:v>6.6924599999999996</c:v>
                </c:pt>
                <c:pt idx="8053">
                  <c:v>6.6951499999999999</c:v>
                </c:pt>
                <c:pt idx="8054">
                  <c:v>6.5411700000000002</c:v>
                </c:pt>
                <c:pt idx="8055">
                  <c:v>6.5465299999999997</c:v>
                </c:pt>
                <c:pt idx="8056">
                  <c:v>6.5494399999999997</c:v>
                </c:pt>
                <c:pt idx="8057">
                  <c:v>6.5496499999999997</c:v>
                </c:pt>
                <c:pt idx="8058">
                  <c:v>6.5497500000000004</c:v>
                </c:pt>
                <c:pt idx="8059">
                  <c:v>6.5497800000000002</c:v>
                </c:pt>
                <c:pt idx="8060">
                  <c:v>6.5498199999999995</c:v>
                </c:pt>
                <c:pt idx="8061">
                  <c:v>6.5498199999999995</c:v>
                </c:pt>
                <c:pt idx="8062">
                  <c:v>6.5640799999999997</c:v>
                </c:pt>
                <c:pt idx="8063">
                  <c:v>6.5639500000000002</c:v>
                </c:pt>
                <c:pt idx="8064">
                  <c:v>6.5637700000000008</c:v>
                </c:pt>
                <c:pt idx="8065">
                  <c:v>6.56351</c:v>
                </c:pt>
                <c:pt idx="8066">
                  <c:v>6.5774999999999997</c:v>
                </c:pt>
                <c:pt idx="8067">
                  <c:v>6.5757899999999996</c:v>
                </c:pt>
                <c:pt idx="8068">
                  <c:v>6.5784099999999999</c:v>
                </c:pt>
                <c:pt idx="8069">
                  <c:v>6.5735100000000006</c:v>
                </c:pt>
                <c:pt idx="8070">
                  <c:v>6.5803199999999995</c:v>
                </c:pt>
                <c:pt idx="8071">
                  <c:v>6.5741999999999994</c:v>
                </c:pt>
                <c:pt idx="8072">
                  <c:v>6.5776499999999993</c:v>
                </c:pt>
                <c:pt idx="8073">
                  <c:v>6.5667</c:v>
                </c:pt>
                <c:pt idx="8074">
                  <c:v>6.7465600000000006</c:v>
                </c:pt>
                <c:pt idx="8075">
                  <c:v>6.7457200000000004</c:v>
                </c:pt>
                <c:pt idx="8076">
                  <c:v>6.7386400000000002</c:v>
                </c:pt>
                <c:pt idx="8077">
                  <c:v>6.7353800000000001</c:v>
                </c:pt>
                <c:pt idx="8078">
                  <c:v>6.7310100000000004</c:v>
                </c:pt>
                <c:pt idx="8079">
                  <c:v>6.7276899999999999</c:v>
                </c:pt>
                <c:pt idx="8080">
                  <c:v>6.72194</c:v>
                </c:pt>
                <c:pt idx="8081">
                  <c:v>6.7203599999999994</c:v>
                </c:pt>
                <c:pt idx="8082">
                  <c:v>6.7108299999999996</c:v>
                </c:pt>
                <c:pt idx="8083">
                  <c:v>6.7080000000000002</c:v>
                </c:pt>
                <c:pt idx="8084">
                  <c:v>6.7080000000000002</c:v>
                </c:pt>
                <c:pt idx="8088">
                  <c:v>5.3490000000000002</c:v>
                </c:pt>
                <c:pt idx="8089">
                  <c:v>5.3490000000000002</c:v>
                </c:pt>
                <c:pt idx="8090">
                  <c:v>5.2672400000000001</c:v>
                </c:pt>
                <c:pt idx="8091">
                  <c:v>5.2858000000000001</c:v>
                </c:pt>
                <c:pt idx="8092">
                  <c:v>5.2998900000000004</c:v>
                </c:pt>
                <c:pt idx="8093">
                  <c:v>5.2635399999999999</c:v>
                </c:pt>
                <c:pt idx="8094">
                  <c:v>5.2444600000000001</c:v>
                </c:pt>
                <c:pt idx="8095">
                  <c:v>5.2181000000000006</c:v>
                </c:pt>
                <c:pt idx="8096">
                  <c:v>5.2163599999999999</c:v>
                </c:pt>
                <c:pt idx="8097">
                  <c:v>5.2071899999999998</c:v>
                </c:pt>
                <c:pt idx="8098">
                  <c:v>5.2073199999999993</c:v>
                </c:pt>
                <c:pt idx="8099">
                  <c:v>5.2016400000000003</c:v>
                </c:pt>
                <c:pt idx="8100">
                  <c:v>5.2027799999999997</c:v>
                </c:pt>
                <c:pt idx="8101">
                  <c:v>5.18241</c:v>
                </c:pt>
                <c:pt idx="8102">
                  <c:v>5.1846000000000005</c:v>
                </c:pt>
                <c:pt idx="8103">
                  <c:v>5.1859899999999994</c:v>
                </c:pt>
                <c:pt idx="8104">
                  <c:v>5.1867299999999998</c:v>
                </c:pt>
                <c:pt idx="8105">
                  <c:v>5.1154999999999999</c:v>
                </c:pt>
                <c:pt idx="8106">
                  <c:v>5.1179899999999998</c:v>
                </c:pt>
                <c:pt idx="8107">
                  <c:v>5.1196999999999999</c:v>
                </c:pt>
                <c:pt idx="8108">
                  <c:v>5.1196999999999999</c:v>
                </c:pt>
                <c:pt idx="8109">
                  <c:v>5.1196999999999999</c:v>
                </c:pt>
                <c:pt idx="8110">
                  <c:v>5.1196999999999999</c:v>
                </c:pt>
                <c:pt idx="8111">
                  <c:v>5.1196999999999999</c:v>
                </c:pt>
                <c:pt idx="8112">
                  <c:v>5.1196999999999999</c:v>
                </c:pt>
                <c:pt idx="8113">
                  <c:v>5.1196999999999999</c:v>
                </c:pt>
                <c:pt idx="8114">
                  <c:v>5.1196999999999999</c:v>
                </c:pt>
                <c:pt idx="8115">
                  <c:v>5.1196999999999999</c:v>
                </c:pt>
                <c:pt idx="8116">
                  <c:v>5.1196999999999999</c:v>
                </c:pt>
                <c:pt idx="8117">
                  <c:v>5.1273400000000002</c:v>
                </c:pt>
                <c:pt idx="8118">
                  <c:v>5.1261000000000001</c:v>
                </c:pt>
                <c:pt idx="8119">
                  <c:v>5.1269600000000004</c:v>
                </c:pt>
                <c:pt idx="8120">
                  <c:v>5.1238000000000001</c:v>
                </c:pt>
                <c:pt idx="8121">
                  <c:v>5.1270699999999998</c:v>
                </c:pt>
                <c:pt idx="8122">
                  <c:v>5.12385</c:v>
                </c:pt>
                <c:pt idx="8123">
                  <c:v>5.1258999999999997</c:v>
                </c:pt>
                <c:pt idx="8124">
                  <c:v>5.1205400000000001</c:v>
                </c:pt>
                <c:pt idx="8125">
                  <c:v>5.2059799999999994</c:v>
                </c:pt>
                <c:pt idx="8126">
                  <c:v>5.20383</c:v>
                </c:pt>
                <c:pt idx="8127">
                  <c:v>5.1999199999999997</c:v>
                </c:pt>
                <c:pt idx="8128">
                  <c:v>5.1949199999999998</c:v>
                </c:pt>
                <c:pt idx="8129">
                  <c:v>5.1882399999999995</c:v>
                </c:pt>
                <c:pt idx="8130">
                  <c:v>5.1831300000000002</c:v>
                </c:pt>
                <c:pt idx="8131">
                  <c:v>5.1743300000000003</c:v>
                </c:pt>
                <c:pt idx="8132">
                  <c:v>5.1719300000000006</c:v>
                </c:pt>
                <c:pt idx="8133">
                  <c:v>5.1573700000000002</c:v>
                </c:pt>
                <c:pt idx="8134">
                  <c:v>5.1529999999999996</c:v>
                </c:pt>
                <c:pt idx="8135">
                  <c:v>5.1529999999999996</c:v>
                </c:pt>
                <c:pt idx="8139">
                  <c:v>3.7109999999999999</c:v>
                </c:pt>
                <c:pt idx="8140">
                  <c:v>3.7109999999999999</c:v>
                </c:pt>
                <c:pt idx="8141">
                  <c:v>3.6917600000000004</c:v>
                </c:pt>
                <c:pt idx="8142">
                  <c:v>3.6961500000000003</c:v>
                </c:pt>
                <c:pt idx="8143">
                  <c:v>3.6994499999999997</c:v>
                </c:pt>
                <c:pt idx="8144">
                  <c:v>3.6909299999999998</c:v>
                </c:pt>
                <c:pt idx="8145">
                  <c:v>3.6864499999999998</c:v>
                </c:pt>
                <c:pt idx="8146">
                  <c:v>3.6833200000000001</c:v>
                </c:pt>
                <c:pt idx="8147">
                  <c:v>3.6821599999999997</c:v>
                </c:pt>
                <c:pt idx="8148">
                  <c:v>3.6814</c:v>
                </c:pt>
                <c:pt idx="8149">
                  <c:v>3.6808200000000002</c:v>
                </c:pt>
                <c:pt idx="8150">
                  <c:v>3.6804299999999999</c:v>
                </c:pt>
                <c:pt idx="8151">
                  <c:v>3.6802700000000002</c:v>
                </c:pt>
                <c:pt idx="8152">
                  <c:v>3.6801599999999999</c:v>
                </c:pt>
                <c:pt idx="8153">
                  <c:v>3.6800900000000003</c:v>
                </c:pt>
                <c:pt idx="8154">
                  <c:v>3.6798999999999999</c:v>
                </c:pt>
                <c:pt idx="8155">
                  <c:v>3.6796799999999998</c:v>
                </c:pt>
                <c:pt idx="8156">
                  <c:v>3.66309</c:v>
                </c:pt>
                <c:pt idx="8157">
                  <c:v>3.6635300000000002</c:v>
                </c:pt>
                <c:pt idx="8158">
                  <c:v>3.6638699999999997</c:v>
                </c:pt>
                <c:pt idx="8159">
                  <c:v>3.6638699999999997</c:v>
                </c:pt>
                <c:pt idx="8160">
                  <c:v>3.6638699999999997</c:v>
                </c:pt>
                <c:pt idx="8161">
                  <c:v>3.6638699999999997</c:v>
                </c:pt>
                <c:pt idx="8162">
                  <c:v>3.6638699999999997</c:v>
                </c:pt>
                <c:pt idx="8163">
                  <c:v>3.6638699999999997</c:v>
                </c:pt>
                <c:pt idx="8164">
                  <c:v>3.6638699999999997</c:v>
                </c:pt>
                <c:pt idx="8165">
                  <c:v>3.6638699999999997</c:v>
                </c:pt>
                <c:pt idx="8166">
                  <c:v>3.6638699999999997</c:v>
                </c:pt>
                <c:pt idx="8167">
                  <c:v>3.6638699999999997</c:v>
                </c:pt>
                <c:pt idx="8168">
                  <c:v>3.6638699999999997</c:v>
                </c:pt>
                <c:pt idx="8169">
                  <c:v>3.6635900000000001</c:v>
                </c:pt>
                <c:pt idx="8170">
                  <c:v>3.6631199999999997</c:v>
                </c:pt>
                <c:pt idx="8171">
                  <c:v>3.6624400000000001</c:v>
                </c:pt>
                <c:pt idx="8172">
                  <c:v>3.6617899999999999</c:v>
                </c:pt>
                <c:pt idx="8173">
                  <c:v>3.6610900000000002</c:v>
                </c:pt>
                <c:pt idx="8174">
                  <c:v>3.6600700000000002</c:v>
                </c:pt>
                <c:pt idx="8175">
                  <c:v>3.65883</c:v>
                </c:pt>
                <c:pt idx="8176">
                  <c:v>3.6774299999999998</c:v>
                </c:pt>
                <c:pt idx="8177">
                  <c:v>3.67692</c:v>
                </c:pt>
                <c:pt idx="8178">
                  <c:v>3.6760000000000002</c:v>
                </c:pt>
                <c:pt idx="8179">
                  <c:v>3.67483</c:v>
                </c:pt>
                <c:pt idx="8180">
                  <c:v>3.67327</c:v>
                </c:pt>
                <c:pt idx="8181">
                  <c:v>3.6720700000000002</c:v>
                </c:pt>
                <c:pt idx="8182">
                  <c:v>3.67</c:v>
                </c:pt>
                <c:pt idx="8183">
                  <c:v>3.6694400000000003</c:v>
                </c:pt>
                <c:pt idx="8184">
                  <c:v>3.6660200000000001</c:v>
                </c:pt>
                <c:pt idx="8185">
                  <c:v>3.665</c:v>
                </c:pt>
                <c:pt idx="8186">
                  <c:v>3.665</c:v>
                </c:pt>
                <c:pt idx="8192">
                  <c:v>4.7078999999999995</c:v>
                </c:pt>
                <c:pt idx="8193">
                  <c:v>4.7119200000000001</c:v>
                </c:pt>
                <c:pt idx="8194">
                  <c:v>4.7149999999999999</c:v>
                </c:pt>
                <c:pt idx="8195">
                  <c:v>4.7111299999999998</c:v>
                </c:pt>
                <c:pt idx="8196">
                  <c:v>4.7094899999999997</c:v>
                </c:pt>
                <c:pt idx="8197">
                  <c:v>4.7085699999999999</c:v>
                </c:pt>
                <c:pt idx="8198">
                  <c:v>4.7083300000000001</c:v>
                </c:pt>
                <c:pt idx="8199">
                  <c:v>4.7082700000000006</c:v>
                </c:pt>
                <c:pt idx="8200">
                  <c:v>4.7081200000000001</c:v>
                </c:pt>
                <c:pt idx="8201">
                  <c:v>4.7081</c:v>
                </c:pt>
                <c:pt idx="8202">
                  <c:v>4.7080600000000006</c:v>
                </c:pt>
                <c:pt idx="8203">
                  <c:v>4.7080299999999999</c:v>
                </c:pt>
                <c:pt idx="8204">
                  <c:v>4.7080299999999999</c:v>
                </c:pt>
                <c:pt idx="8205">
                  <c:v>4.7079499999999994</c:v>
                </c:pt>
                <c:pt idx="8206">
                  <c:v>4.7078899999999999</c:v>
                </c:pt>
                <c:pt idx="8207">
                  <c:v>4.7078500000000005</c:v>
                </c:pt>
                <c:pt idx="8208">
                  <c:v>4.7078599999999993</c:v>
                </c:pt>
                <c:pt idx="8209">
                  <c:v>4.84504</c:v>
                </c:pt>
                <c:pt idx="8210">
                  <c:v>4.84483</c:v>
                </c:pt>
                <c:pt idx="8211">
                  <c:v>4.8448000000000002</c:v>
                </c:pt>
                <c:pt idx="8212">
                  <c:v>4.8106499999999999</c:v>
                </c:pt>
                <c:pt idx="8213">
                  <c:v>4.7079700000000004</c:v>
                </c:pt>
                <c:pt idx="8214">
                  <c:v>4.7079700000000004</c:v>
                </c:pt>
                <c:pt idx="8215">
                  <c:v>4.7079799999999992</c:v>
                </c:pt>
                <c:pt idx="8216">
                  <c:v>4.8267799999999994</c:v>
                </c:pt>
                <c:pt idx="8217">
                  <c:v>4.4768299999999996</c:v>
                </c:pt>
                <c:pt idx="8218">
                  <c:v>4.47675</c:v>
                </c:pt>
                <c:pt idx="8219">
                  <c:v>4.4767099999999997</c:v>
                </c:pt>
                <c:pt idx="8220">
                  <c:v>4.4764799999999996</c:v>
                </c:pt>
                <c:pt idx="8221">
                  <c:v>4.47621</c:v>
                </c:pt>
                <c:pt idx="8222">
                  <c:v>4.4761099999999994</c:v>
                </c:pt>
                <c:pt idx="8223">
                  <c:v>4.4757899999999999</c:v>
                </c:pt>
                <c:pt idx="8224">
                  <c:v>4.5385400000000002</c:v>
                </c:pt>
                <c:pt idx="8225">
                  <c:v>4.8508399999999998</c:v>
                </c:pt>
                <c:pt idx="8226">
                  <c:v>4.8514300000000006</c:v>
                </c:pt>
                <c:pt idx="8227">
                  <c:v>4.8520900000000005</c:v>
                </c:pt>
                <c:pt idx="8228">
                  <c:v>4.85337</c:v>
                </c:pt>
                <c:pt idx="8229">
                  <c:v>4.8552900000000001</c:v>
                </c:pt>
                <c:pt idx="8230">
                  <c:v>4.8562299999999992</c:v>
                </c:pt>
                <c:pt idx="8231">
                  <c:v>4.8580500000000004</c:v>
                </c:pt>
                <c:pt idx="8232">
                  <c:v>4.8602499999999997</c:v>
                </c:pt>
                <c:pt idx="8233">
                  <c:v>4.7057200000000003</c:v>
                </c:pt>
                <c:pt idx="8234">
                  <c:v>4.70547</c:v>
                </c:pt>
                <c:pt idx="8235">
                  <c:v>4.70512</c:v>
                </c:pt>
                <c:pt idx="8236">
                  <c:v>4.7046000000000001</c:v>
                </c:pt>
                <c:pt idx="8237">
                  <c:v>4.7033300000000002</c:v>
                </c:pt>
                <c:pt idx="8243">
                  <c:v>3.8824999999999998</c:v>
                </c:pt>
                <c:pt idx="8244">
                  <c:v>3.8884300000000001</c:v>
                </c:pt>
                <c:pt idx="8245">
                  <c:v>3.8929399999999998</c:v>
                </c:pt>
                <c:pt idx="8246">
                  <c:v>3.8864800000000002</c:v>
                </c:pt>
                <c:pt idx="8247">
                  <c:v>3.8830800000000001</c:v>
                </c:pt>
                <c:pt idx="8248">
                  <c:v>3.8805200000000002</c:v>
                </c:pt>
                <c:pt idx="8249">
                  <c:v>3.87948</c:v>
                </c:pt>
                <c:pt idx="8250">
                  <c:v>3.8789000000000002</c:v>
                </c:pt>
                <c:pt idx="8251">
                  <c:v>3.8784399999999999</c:v>
                </c:pt>
                <c:pt idx="8252">
                  <c:v>3.8781599999999998</c:v>
                </c:pt>
                <c:pt idx="8253">
                  <c:v>3.8780300000000003</c:v>
                </c:pt>
                <c:pt idx="8254">
                  <c:v>3.8779899999999996</c:v>
                </c:pt>
                <c:pt idx="8255">
                  <c:v>3.8779299999999997</c:v>
                </c:pt>
                <c:pt idx="8256">
                  <c:v>3.8777900000000001</c:v>
                </c:pt>
                <c:pt idx="8257">
                  <c:v>3.8776100000000002</c:v>
                </c:pt>
                <c:pt idx="8258">
                  <c:v>4.0514700000000001</c:v>
                </c:pt>
                <c:pt idx="8259">
                  <c:v>4.04786</c:v>
                </c:pt>
                <c:pt idx="8260">
                  <c:v>4.0464899999999995</c:v>
                </c:pt>
                <c:pt idx="8261">
                  <c:v>4.0463000000000005</c:v>
                </c:pt>
                <c:pt idx="8262">
                  <c:v>3.8367800000000001</c:v>
                </c:pt>
                <c:pt idx="8263">
                  <c:v>3.8367</c:v>
                </c:pt>
                <c:pt idx="8264">
                  <c:v>3.8367499999999999</c:v>
                </c:pt>
                <c:pt idx="8265">
                  <c:v>3.8369800000000001</c:v>
                </c:pt>
                <c:pt idx="8266">
                  <c:v>3.8370100000000003</c:v>
                </c:pt>
                <c:pt idx="8267">
                  <c:v>3.8370199999999999</c:v>
                </c:pt>
                <c:pt idx="8268">
                  <c:v>3.8370100000000003</c:v>
                </c:pt>
                <c:pt idx="8269">
                  <c:v>3.8370100000000003</c:v>
                </c:pt>
                <c:pt idx="8270">
                  <c:v>3.8370199999999999</c:v>
                </c:pt>
                <c:pt idx="8271">
                  <c:v>3.83691</c:v>
                </c:pt>
                <c:pt idx="8272">
                  <c:v>3.8365999999999998</c:v>
                </c:pt>
                <c:pt idx="8273">
                  <c:v>3.8356699999999999</c:v>
                </c:pt>
                <c:pt idx="8274">
                  <c:v>3.8345899999999999</c:v>
                </c:pt>
                <c:pt idx="8275">
                  <c:v>3.8329599999999999</c:v>
                </c:pt>
                <c:pt idx="8276">
                  <c:v>3.83066</c:v>
                </c:pt>
                <c:pt idx="8277">
                  <c:v>3.8276300000000001</c:v>
                </c:pt>
                <c:pt idx="8278">
                  <c:v>3.8762099999999999</c:v>
                </c:pt>
                <c:pt idx="8279">
                  <c:v>3.8761300000000003</c:v>
                </c:pt>
                <c:pt idx="8280">
                  <c:v>3.87588</c:v>
                </c:pt>
                <c:pt idx="8281">
                  <c:v>3.8757600000000001</c:v>
                </c:pt>
                <c:pt idx="8282">
                  <c:v>3.8754899999999997</c:v>
                </c:pt>
                <c:pt idx="8283">
                  <c:v>3.8753000000000002</c:v>
                </c:pt>
                <c:pt idx="8284">
                  <c:v>3.8752800000000001</c:v>
                </c:pt>
                <c:pt idx="8285">
                  <c:v>3.8752</c:v>
                </c:pt>
                <c:pt idx="8286">
                  <c:v>3.8747800000000003</c:v>
                </c:pt>
                <c:pt idx="8287">
                  <c:v>3.8738000000000001</c:v>
                </c:pt>
                <c:pt idx="8288">
                  <c:v>3.8720700000000003</c:v>
                </c:pt>
                <c:pt idx="8294">
                  <c:v>4.0042099999999996</c:v>
                </c:pt>
                <c:pt idx="8295">
                  <c:v>4.0081999999999995</c:v>
                </c:pt>
                <c:pt idx="8296">
                  <c:v>4.0111400000000001</c:v>
                </c:pt>
                <c:pt idx="8297">
                  <c:v>4.0071199999999996</c:v>
                </c:pt>
                <c:pt idx="8298">
                  <c:v>4.0043899999999999</c:v>
                </c:pt>
                <c:pt idx="8299">
                  <c:v>4.0029000000000003</c:v>
                </c:pt>
                <c:pt idx="8300">
                  <c:v>4.0021700000000004</c:v>
                </c:pt>
                <c:pt idx="8301">
                  <c:v>4.00183</c:v>
                </c:pt>
                <c:pt idx="8302">
                  <c:v>4.0015200000000002</c:v>
                </c:pt>
                <c:pt idx="8303">
                  <c:v>4.00136</c:v>
                </c:pt>
                <c:pt idx="8304">
                  <c:v>4.0012699999999999</c:v>
                </c:pt>
                <c:pt idx="8305">
                  <c:v>4.0012400000000001</c:v>
                </c:pt>
                <c:pt idx="8306">
                  <c:v>4.0012600000000003</c:v>
                </c:pt>
                <c:pt idx="8307">
                  <c:v>4.0011599999999996</c:v>
                </c:pt>
                <c:pt idx="8308">
                  <c:v>4.0010599999999998</c:v>
                </c:pt>
                <c:pt idx="8309">
                  <c:v>4.0009899999999998</c:v>
                </c:pt>
                <c:pt idx="8310">
                  <c:v>4.00101</c:v>
                </c:pt>
                <c:pt idx="8311">
                  <c:v>4.0010900000000005</c:v>
                </c:pt>
                <c:pt idx="8312">
                  <c:v>4.0011700000000001</c:v>
                </c:pt>
                <c:pt idx="8313">
                  <c:v>4.00122</c:v>
                </c:pt>
                <c:pt idx="8314">
                  <c:v>4.0012299999999996</c:v>
                </c:pt>
                <c:pt idx="8315">
                  <c:v>4.00115</c:v>
                </c:pt>
                <c:pt idx="8316">
                  <c:v>4.0010599999999998</c:v>
                </c:pt>
                <c:pt idx="8317">
                  <c:v>4.0009800000000002</c:v>
                </c:pt>
                <c:pt idx="8318">
                  <c:v>4.0008999999999997</c:v>
                </c:pt>
                <c:pt idx="8319">
                  <c:v>4.0008099999999995</c:v>
                </c:pt>
                <c:pt idx="8320">
                  <c:v>4.0007000000000001</c:v>
                </c:pt>
                <c:pt idx="8321">
                  <c:v>4.0005300000000004</c:v>
                </c:pt>
                <c:pt idx="8322">
                  <c:v>4.0002899999999997</c:v>
                </c:pt>
                <c:pt idx="8323">
                  <c:v>4.0001300000000004</c:v>
                </c:pt>
                <c:pt idx="8324">
                  <c:v>3.9999199999999999</c:v>
                </c:pt>
                <c:pt idx="8325">
                  <c:v>3.9995500000000002</c:v>
                </c:pt>
                <c:pt idx="8326">
                  <c:v>3.9992299999999998</c:v>
                </c:pt>
                <c:pt idx="8327">
                  <c:v>3.99912</c:v>
                </c:pt>
                <c:pt idx="8328">
                  <c:v>3.9990100000000002</c:v>
                </c:pt>
                <c:pt idx="8329">
                  <c:v>3.9990799999999997</c:v>
                </c:pt>
                <c:pt idx="8330">
                  <c:v>3.9990100000000002</c:v>
                </c:pt>
                <c:pt idx="8331">
                  <c:v>3.9989299999999997</c:v>
                </c:pt>
                <c:pt idx="8332">
                  <c:v>3.9987600000000003</c:v>
                </c:pt>
                <c:pt idx="8333">
                  <c:v>3.9986599999999997</c:v>
                </c:pt>
                <c:pt idx="8334">
                  <c:v>3.9989699999999999</c:v>
                </c:pt>
                <c:pt idx="8335">
                  <c:v>3.99837</c:v>
                </c:pt>
                <c:pt idx="8336">
                  <c:v>3.9987900000000001</c:v>
                </c:pt>
                <c:pt idx="8337">
                  <c:v>3.9983499999999998</c:v>
                </c:pt>
                <c:pt idx="8338">
                  <c:v>3.9974799999999999</c:v>
                </c:pt>
                <c:pt idx="8339">
                  <c:v>3.9958400000000003</c:v>
                </c:pt>
                <c:pt idx="8345">
                  <c:v>3.8442800000000004</c:v>
                </c:pt>
                <c:pt idx="8346">
                  <c:v>3.8474599999999999</c:v>
                </c:pt>
                <c:pt idx="8347">
                  <c:v>3.8497600000000003</c:v>
                </c:pt>
                <c:pt idx="8348">
                  <c:v>3.9807100000000002</c:v>
                </c:pt>
                <c:pt idx="8349">
                  <c:v>3.9210700000000003</c:v>
                </c:pt>
                <c:pt idx="8350">
                  <c:v>3.8935999999999997</c:v>
                </c:pt>
                <c:pt idx="8351">
                  <c:v>3.8807700000000001</c:v>
                </c:pt>
                <c:pt idx="8352">
                  <c:v>3.95844</c:v>
                </c:pt>
                <c:pt idx="8353">
                  <c:v>3.9389400000000001</c:v>
                </c:pt>
                <c:pt idx="8354">
                  <c:v>3.9249899999999998</c:v>
                </c:pt>
                <c:pt idx="8355">
                  <c:v>3.9163899999999998</c:v>
                </c:pt>
                <c:pt idx="8356">
                  <c:v>3.9434999999999998</c:v>
                </c:pt>
                <c:pt idx="8357">
                  <c:v>3.9361700000000002</c:v>
                </c:pt>
                <c:pt idx="8358">
                  <c:v>3.9298200000000003</c:v>
                </c:pt>
                <c:pt idx="8359">
                  <c:v>3.9248099999999999</c:v>
                </c:pt>
                <c:pt idx="8360">
                  <c:v>3.9213299999999998</c:v>
                </c:pt>
                <c:pt idx="8361">
                  <c:v>3.9191199999999999</c:v>
                </c:pt>
                <c:pt idx="8362">
                  <c:v>3.9181500000000002</c:v>
                </c:pt>
                <c:pt idx="8363">
                  <c:v>3.91805</c:v>
                </c:pt>
                <c:pt idx="8364">
                  <c:v>3.8443899999999998</c:v>
                </c:pt>
                <c:pt idx="8365">
                  <c:v>3.8443899999999998</c:v>
                </c:pt>
                <c:pt idx="8366">
                  <c:v>3.8443899999999998</c:v>
                </c:pt>
                <c:pt idx="8367">
                  <c:v>3.8443899999999998</c:v>
                </c:pt>
                <c:pt idx="8368">
                  <c:v>3.8443899999999998</c:v>
                </c:pt>
                <c:pt idx="8369">
                  <c:v>3.8443899999999998</c:v>
                </c:pt>
                <c:pt idx="8370">
                  <c:v>3.8443899999999998</c:v>
                </c:pt>
                <c:pt idx="8371">
                  <c:v>3.8443899999999998</c:v>
                </c:pt>
                <c:pt idx="8372">
                  <c:v>3.8443800000000001</c:v>
                </c:pt>
                <c:pt idx="8373">
                  <c:v>3.84429</c:v>
                </c:pt>
                <c:pt idx="8374">
                  <c:v>3.8441900000000002</c:v>
                </c:pt>
                <c:pt idx="8375">
                  <c:v>3.8441300000000003</c:v>
                </c:pt>
                <c:pt idx="8376">
                  <c:v>3.8439999999999999</c:v>
                </c:pt>
                <c:pt idx="8377">
                  <c:v>3.84389</c:v>
                </c:pt>
                <c:pt idx="8378">
                  <c:v>3.84382</c:v>
                </c:pt>
                <c:pt idx="8379">
                  <c:v>3.8437399999999999</c:v>
                </c:pt>
                <c:pt idx="8380">
                  <c:v>3.8436599999999999</c:v>
                </c:pt>
                <c:pt idx="8381">
                  <c:v>3.8435900000000003</c:v>
                </c:pt>
                <c:pt idx="8382">
                  <c:v>3.8434599999999999</c:v>
                </c:pt>
                <c:pt idx="8383">
                  <c:v>3.8433299999999999</c:v>
                </c:pt>
                <c:pt idx="8384">
                  <c:v>3.8431999999999999</c:v>
                </c:pt>
                <c:pt idx="8385">
                  <c:v>3.8430599999999999</c:v>
                </c:pt>
                <c:pt idx="8386">
                  <c:v>3.8429499999999996</c:v>
                </c:pt>
                <c:pt idx="8387">
                  <c:v>3.8428200000000001</c:v>
                </c:pt>
                <c:pt idx="8388">
                  <c:v>3.8428599999999999</c:v>
                </c:pt>
                <c:pt idx="8389">
                  <c:v>3.8429899999999999</c:v>
                </c:pt>
                <c:pt idx="8390">
                  <c:v>3.8380000000000001</c:v>
                </c:pt>
                <c:pt idx="8395">
                  <c:v>4.5209999999999999</c:v>
                </c:pt>
                <c:pt idx="8396">
                  <c:v>4.5138100000000003</c:v>
                </c:pt>
                <c:pt idx="8397">
                  <c:v>4.4459</c:v>
                </c:pt>
                <c:pt idx="8398">
                  <c:v>4.4171199999999997</c:v>
                </c:pt>
                <c:pt idx="8399">
                  <c:v>4.4413400000000003</c:v>
                </c:pt>
                <c:pt idx="8400">
                  <c:v>4.4445800000000002</c:v>
                </c:pt>
                <c:pt idx="8401">
                  <c:v>4.4548300000000003</c:v>
                </c:pt>
                <c:pt idx="8402">
                  <c:v>4.4550299999999998</c:v>
                </c:pt>
                <c:pt idx="8403">
                  <c:v>4.5364399999999998</c:v>
                </c:pt>
                <c:pt idx="8404">
                  <c:v>4.5325699999999998</c:v>
                </c:pt>
                <c:pt idx="8405">
                  <c:v>4.5206200000000001</c:v>
                </c:pt>
                <c:pt idx="8406">
                  <c:v>4.5115400000000001</c:v>
                </c:pt>
                <c:pt idx="8407">
                  <c:v>4.5065299999999997</c:v>
                </c:pt>
                <c:pt idx="8408">
                  <c:v>4.3895400000000002</c:v>
                </c:pt>
                <c:pt idx="8409">
                  <c:v>4.3960900000000001</c:v>
                </c:pt>
                <c:pt idx="8410">
                  <c:v>4.3997700000000002</c:v>
                </c:pt>
                <c:pt idx="8411">
                  <c:v>4.4009</c:v>
                </c:pt>
                <c:pt idx="8412">
                  <c:v>4.4023199999999996</c:v>
                </c:pt>
                <c:pt idx="8413">
                  <c:v>4.4035600000000006</c:v>
                </c:pt>
                <c:pt idx="8414">
                  <c:v>4.4946400000000004</c:v>
                </c:pt>
                <c:pt idx="8415">
                  <c:v>4.45261</c:v>
                </c:pt>
                <c:pt idx="8416">
                  <c:v>4.45261</c:v>
                </c:pt>
                <c:pt idx="8417">
                  <c:v>4.45261</c:v>
                </c:pt>
                <c:pt idx="8418">
                  <c:v>4.45261</c:v>
                </c:pt>
                <c:pt idx="8419">
                  <c:v>4.45261</c:v>
                </c:pt>
                <c:pt idx="8420">
                  <c:v>4.45261</c:v>
                </c:pt>
                <c:pt idx="8421">
                  <c:v>4.45261</c:v>
                </c:pt>
                <c:pt idx="8422">
                  <c:v>4.4541499999999994</c:v>
                </c:pt>
                <c:pt idx="8423">
                  <c:v>4.2432700000000008</c:v>
                </c:pt>
                <c:pt idx="8424">
                  <c:v>4.2502700000000004</c:v>
                </c:pt>
                <c:pt idx="8425">
                  <c:v>4.26084</c:v>
                </c:pt>
                <c:pt idx="8426">
                  <c:v>4.4565600000000005</c:v>
                </c:pt>
                <c:pt idx="8427">
                  <c:v>4.4585100000000004</c:v>
                </c:pt>
                <c:pt idx="8428">
                  <c:v>4.4592799999999997</c:v>
                </c:pt>
                <c:pt idx="8429">
                  <c:v>4.4594899999999997</c:v>
                </c:pt>
                <c:pt idx="8430">
                  <c:v>4.4605600000000001</c:v>
                </c:pt>
                <c:pt idx="8431">
                  <c:v>4.4613100000000001</c:v>
                </c:pt>
                <c:pt idx="8432">
                  <c:v>4.4593100000000003</c:v>
                </c:pt>
                <c:pt idx="8433">
                  <c:v>4.4566699999999999</c:v>
                </c:pt>
                <c:pt idx="8434">
                  <c:v>4.4590699999999996</c:v>
                </c:pt>
                <c:pt idx="8435">
                  <c:v>4.4692799999999995</c:v>
                </c:pt>
                <c:pt idx="8436">
                  <c:v>4.47037</c:v>
                </c:pt>
                <c:pt idx="8437">
                  <c:v>4.47166</c:v>
                </c:pt>
                <c:pt idx="8438">
                  <c:v>4.4747299999999992</c:v>
                </c:pt>
                <c:pt idx="8439">
                  <c:v>4.4715699999999998</c:v>
                </c:pt>
                <c:pt idx="8440">
                  <c:v>4.4396499999999994</c:v>
                </c:pt>
                <c:pt idx="8441">
                  <c:v>4.3734200000000003</c:v>
                </c:pt>
                <c:pt idx="8446">
                  <c:v>4.6669999999999998</c:v>
                </c:pt>
                <c:pt idx="8447">
                  <c:v>4.6669999999999998</c:v>
                </c:pt>
                <c:pt idx="8448">
                  <c:v>4.5499799999999997</c:v>
                </c:pt>
                <c:pt idx="8449">
                  <c:v>4.5220000000000002</c:v>
                </c:pt>
                <c:pt idx="8450">
                  <c:v>4.6430600000000002</c:v>
                </c:pt>
                <c:pt idx="8451">
                  <c:v>4.6070399999999996</c:v>
                </c:pt>
                <c:pt idx="8452">
                  <c:v>4.5998400000000004</c:v>
                </c:pt>
                <c:pt idx="8453">
                  <c:v>4.5854399999999993</c:v>
                </c:pt>
                <c:pt idx="8454">
                  <c:v>4.69869</c:v>
                </c:pt>
                <c:pt idx="8455">
                  <c:v>4.6825400000000004</c:v>
                </c:pt>
                <c:pt idx="8456">
                  <c:v>4.6637299999999993</c:v>
                </c:pt>
                <c:pt idx="8457">
                  <c:v>4.6483100000000004</c:v>
                </c:pt>
                <c:pt idx="8458">
                  <c:v>4.6885500000000002</c:v>
                </c:pt>
                <c:pt idx="8459">
                  <c:v>4.6790399999999996</c:v>
                </c:pt>
                <c:pt idx="8460">
                  <c:v>4.6786000000000003</c:v>
                </c:pt>
                <c:pt idx="8461">
                  <c:v>4.6743100000000002</c:v>
                </c:pt>
                <c:pt idx="8462">
                  <c:v>4.5997599999999998</c:v>
                </c:pt>
                <c:pt idx="8463">
                  <c:v>4.5447299999999995</c:v>
                </c:pt>
                <c:pt idx="8464">
                  <c:v>4.5414200000000005</c:v>
                </c:pt>
                <c:pt idx="8465">
                  <c:v>4.5397299999999996</c:v>
                </c:pt>
                <c:pt idx="8466">
                  <c:v>4.24315</c:v>
                </c:pt>
                <c:pt idx="8467">
                  <c:v>4.2474999999999996</c:v>
                </c:pt>
                <c:pt idx="8468">
                  <c:v>4.32822</c:v>
                </c:pt>
                <c:pt idx="8469">
                  <c:v>4.1190600000000002</c:v>
                </c:pt>
                <c:pt idx="8470">
                  <c:v>4.2328599999999996</c:v>
                </c:pt>
                <c:pt idx="8471">
                  <c:v>4.1756700000000002</c:v>
                </c:pt>
                <c:pt idx="8472">
                  <c:v>4.1702200000000005</c:v>
                </c:pt>
                <c:pt idx="8473">
                  <c:v>4.1558700000000002</c:v>
                </c:pt>
                <c:pt idx="8474">
                  <c:v>4.2087700000000003</c:v>
                </c:pt>
                <c:pt idx="8475">
                  <c:v>4.1948999999999996</c:v>
                </c:pt>
                <c:pt idx="8476">
                  <c:v>4.1757700000000009</c:v>
                </c:pt>
                <c:pt idx="8477">
                  <c:v>4.1905900000000003</c:v>
                </c:pt>
                <c:pt idx="8478">
                  <c:v>4.1917399999999994</c:v>
                </c:pt>
                <c:pt idx="8479">
                  <c:v>4.27956</c:v>
                </c:pt>
                <c:pt idx="8480">
                  <c:v>4.3516400000000006</c:v>
                </c:pt>
                <c:pt idx="8481">
                  <c:v>4.3554499999999994</c:v>
                </c:pt>
                <c:pt idx="8482">
                  <c:v>4.1652299999999993</c:v>
                </c:pt>
                <c:pt idx="8483">
                  <c:v>4.4830399999999999</c:v>
                </c:pt>
                <c:pt idx="8484">
                  <c:v>4.5191999999999997</c:v>
                </c:pt>
                <c:pt idx="8485">
                  <c:v>4.5234899999999998</c:v>
                </c:pt>
                <c:pt idx="8486">
                  <c:v>4.5291899999999998</c:v>
                </c:pt>
                <c:pt idx="8487">
                  <c:v>4.52468</c:v>
                </c:pt>
                <c:pt idx="8488">
                  <c:v>4.5180699999999998</c:v>
                </c:pt>
                <c:pt idx="8489">
                  <c:v>4.5074300000000003</c:v>
                </c:pt>
                <c:pt idx="8490">
                  <c:v>4.5147200000000005</c:v>
                </c:pt>
                <c:pt idx="8491">
                  <c:v>4.4893700000000001</c:v>
                </c:pt>
                <c:pt idx="8492">
                  <c:v>4</c:v>
                </c:pt>
                <c:pt idx="8547">
                  <c:v>4</c:v>
                </c:pt>
                <c:pt idx="8548">
                  <c:v>4</c:v>
                </c:pt>
                <c:pt idx="8549">
                  <c:v>4</c:v>
                </c:pt>
                <c:pt idx="8550">
                  <c:v>4</c:v>
                </c:pt>
                <c:pt idx="8551">
                  <c:v>4</c:v>
                </c:pt>
                <c:pt idx="8552">
                  <c:v>4</c:v>
                </c:pt>
                <c:pt idx="8553">
                  <c:v>4</c:v>
                </c:pt>
                <c:pt idx="8554">
                  <c:v>4</c:v>
                </c:pt>
                <c:pt idx="8555">
                  <c:v>4</c:v>
                </c:pt>
                <c:pt idx="8556">
                  <c:v>4</c:v>
                </c:pt>
                <c:pt idx="8557">
                  <c:v>4.6540799999999996</c:v>
                </c:pt>
                <c:pt idx="8558">
                  <c:v>4.6213800000000003</c:v>
                </c:pt>
                <c:pt idx="8559">
                  <c:v>4.6213800000000003</c:v>
                </c:pt>
                <c:pt idx="8560">
                  <c:v>4.6062200000000004</c:v>
                </c:pt>
                <c:pt idx="8561">
                  <c:v>4.8570699999999993</c:v>
                </c:pt>
                <c:pt idx="8562">
                  <c:v>4.8425399999999996</c:v>
                </c:pt>
                <c:pt idx="8563">
                  <c:v>4.8285</c:v>
                </c:pt>
                <c:pt idx="8564">
                  <c:v>4.6582700000000008</c:v>
                </c:pt>
                <c:pt idx="8565">
                  <c:v>3.9825100000000004</c:v>
                </c:pt>
                <c:pt idx="8566">
                  <c:v>4</c:v>
                </c:pt>
                <c:pt idx="8567">
                  <c:v>3.8133000000000004</c:v>
                </c:pt>
                <c:pt idx="8568">
                  <c:v>3.7363400000000002</c:v>
                </c:pt>
                <c:pt idx="8569">
                  <c:v>3.6241300000000001</c:v>
                </c:pt>
                <c:pt idx="8570">
                  <c:v>3.6271199999999997</c:v>
                </c:pt>
                <c:pt idx="8571">
                  <c:v>3.6252</c:v>
                </c:pt>
                <c:pt idx="8572">
                  <c:v>3.8066300000000002</c:v>
                </c:pt>
                <c:pt idx="8573">
                  <c:v>3.8060800000000001</c:v>
                </c:pt>
                <c:pt idx="8574">
                  <c:v>3.8103099999999999</c:v>
                </c:pt>
                <c:pt idx="8575">
                  <c:v>3.8119200000000002</c:v>
                </c:pt>
                <c:pt idx="8576">
                  <c:v>3.8112499999999998</c:v>
                </c:pt>
                <c:pt idx="8577">
                  <c:v>3.8163800000000001</c:v>
                </c:pt>
                <c:pt idx="8578">
                  <c:v>3.8420000000000001</c:v>
                </c:pt>
                <c:pt idx="8579">
                  <c:v>3.9028</c:v>
                </c:pt>
                <c:pt idx="8580">
                  <c:v>3.9742299999999999</c:v>
                </c:pt>
                <c:pt idx="8581">
                  <c:v>3.9729699999999997</c:v>
                </c:pt>
                <c:pt idx="8582">
                  <c:v>4</c:v>
                </c:pt>
                <c:pt idx="8583">
                  <c:v>4</c:v>
                </c:pt>
                <c:pt idx="8584">
                  <c:v>4</c:v>
                </c:pt>
                <c:pt idx="8585">
                  <c:v>4</c:v>
                </c:pt>
                <c:pt idx="8586">
                  <c:v>4</c:v>
                </c:pt>
                <c:pt idx="8587">
                  <c:v>4</c:v>
                </c:pt>
                <c:pt idx="8588">
                  <c:v>4</c:v>
                </c:pt>
                <c:pt idx="8589">
                  <c:v>4</c:v>
                </c:pt>
                <c:pt idx="8590">
                  <c:v>4</c:v>
                </c:pt>
                <c:pt idx="8591">
                  <c:v>4</c:v>
                </c:pt>
                <c:pt idx="8598">
                  <c:v>4</c:v>
                </c:pt>
                <c:pt idx="8599">
                  <c:v>4</c:v>
                </c:pt>
                <c:pt idx="8600">
                  <c:v>3.9553199999999999</c:v>
                </c:pt>
                <c:pt idx="8601">
                  <c:v>3.9083299999999999</c:v>
                </c:pt>
                <c:pt idx="8602">
                  <c:v>3.9604899999999996</c:v>
                </c:pt>
                <c:pt idx="8603">
                  <c:v>3.95946</c:v>
                </c:pt>
                <c:pt idx="8604">
                  <c:v>3.94773</c:v>
                </c:pt>
                <c:pt idx="8605">
                  <c:v>3.9437500000000001</c:v>
                </c:pt>
                <c:pt idx="8606">
                  <c:v>3.92727</c:v>
                </c:pt>
                <c:pt idx="8607">
                  <c:v>3.9223400000000002</c:v>
                </c:pt>
                <c:pt idx="8608">
                  <c:v>4.5902599999999998</c:v>
                </c:pt>
                <c:pt idx="8609">
                  <c:v>4.5450699999999999</c:v>
                </c:pt>
                <c:pt idx="8610">
                  <c:v>4.5303399999999998</c:v>
                </c:pt>
                <c:pt idx="8611">
                  <c:v>4.4997100000000003</c:v>
                </c:pt>
                <c:pt idx="8612">
                  <c:v>4.7311399999999999</c:v>
                </c:pt>
                <c:pt idx="8613">
                  <c:v>4.7250299999999994</c:v>
                </c:pt>
                <c:pt idx="8614">
                  <c:v>4.5671999999999997</c:v>
                </c:pt>
                <c:pt idx="8615">
                  <c:v>4.5345800000000001</c:v>
                </c:pt>
                <c:pt idx="8616">
                  <c:v>3.8443499999999999</c:v>
                </c:pt>
                <c:pt idx="8617">
                  <c:v>3.8125999999999998</c:v>
                </c:pt>
                <c:pt idx="8618">
                  <c:v>3.7605999999999997</c:v>
                </c:pt>
                <c:pt idx="8619">
                  <c:v>3.7527600000000003</c:v>
                </c:pt>
                <c:pt idx="8620">
                  <c:v>3.6332100000000001</c:v>
                </c:pt>
                <c:pt idx="8621">
                  <c:v>3.6181799999999997</c:v>
                </c:pt>
                <c:pt idx="8622">
                  <c:v>3.6114299999999999</c:v>
                </c:pt>
                <c:pt idx="8623">
                  <c:v>3.6094499999999998</c:v>
                </c:pt>
                <c:pt idx="8624">
                  <c:v>3.60684</c:v>
                </c:pt>
                <c:pt idx="8625">
                  <c:v>3.60405</c:v>
                </c:pt>
                <c:pt idx="8626">
                  <c:v>3.6020100000000004</c:v>
                </c:pt>
                <c:pt idx="8627">
                  <c:v>3.60527</c:v>
                </c:pt>
                <c:pt idx="8628">
                  <c:v>3.6206900000000002</c:v>
                </c:pt>
                <c:pt idx="8629">
                  <c:v>3.6348200000000004</c:v>
                </c:pt>
                <c:pt idx="8630">
                  <c:v>3.6852</c:v>
                </c:pt>
                <c:pt idx="8631">
                  <c:v>3.7088700000000001</c:v>
                </c:pt>
                <c:pt idx="8632">
                  <c:v>3.7550700000000004</c:v>
                </c:pt>
                <c:pt idx="8633">
                  <c:v>3.83677</c:v>
                </c:pt>
                <c:pt idx="8634">
                  <c:v>3.91493</c:v>
                </c:pt>
                <c:pt idx="8635">
                  <c:v>3.90219</c:v>
                </c:pt>
                <c:pt idx="8636">
                  <c:v>3.879</c:v>
                </c:pt>
                <c:pt idx="8637">
                  <c:v>3.89934</c:v>
                </c:pt>
                <c:pt idx="8638">
                  <c:v>3.9236</c:v>
                </c:pt>
                <c:pt idx="8639">
                  <c:v>4</c:v>
                </c:pt>
                <c:pt idx="8640">
                  <c:v>3.8863400000000001</c:v>
                </c:pt>
                <c:pt idx="8641">
                  <c:v>3.89737</c:v>
                </c:pt>
                <c:pt idx="8642">
                  <c:v>3.9255599999999999</c:v>
                </c:pt>
                <c:pt idx="8643">
                  <c:v>4</c:v>
                </c:pt>
                <c:pt idx="8644">
                  <c:v>4</c:v>
                </c:pt>
                <c:pt idx="8645">
                  <c:v>4.7721099999999996</c:v>
                </c:pt>
                <c:pt idx="8646">
                  <c:v>4.6112500000000001</c:v>
                </c:pt>
                <c:pt idx="8647">
                  <c:v>4.5433300000000001</c:v>
                </c:pt>
                <c:pt idx="8648">
                  <c:v>4.4584399999999995</c:v>
                </c:pt>
                <c:pt idx="8649">
                  <c:v>4.9651300000000003</c:v>
                </c:pt>
                <c:pt idx="8650">
                  <c:v>4.9168799999999999</c:v>
                </c:pt>
                <c:pt idx="8651">
                  <c:v>4.8529099999999996</c:v>
                </c:pt>
                <c:pt idx="8652">
                  <c:v>4.7972799999999998</c:v>
                </c:pt>
                <c:pt idx="8653">
                  <c:v>4.8303799999999999</c:v>
                </c:pt>
                <c:pt idx="8654">
                  <c:v>4.8001800000000001</c:v>
                </c:pt>
                <c:pt idx="8655">
                  <c:v>4.8001800000000001</c:v>
                </c:pt>
                <c:pt idx="8656">
                  <c:v>4.7858900000000002</c:v>
                </c:pt>
                <c:pt idx="8657">
                  <c:v>4.6099799999999993</c:v>
                </c:pt>
                <c:pt idx="8658">
                  <c:v>4.5147700000000004</c:v>
                </c:pt>
                <c:pt idx="8659">
                  <c:v>4.41676</c:v>
                </c:pt>
                <c:pt idx="8660">
                  <c:v>4.3578900000000003</c:v>
                </c:pt>
                <c:pt idx="8661">
                  <c:v>4</c:v>
                </c:pt>
                <c:pt idx="8662">
                  <c:v>4</c:v>
                </c:pt>
                <c:pt idx="8663">
                  <c:v>4</c:v>
                </c:pt>
                <c:pt idx="8664">
                  <c:v>4</c:v>
                </c:pt>
                <c:pt idx="8665">
                  <c:v>4</c:v>
                </c:pt>
                <c:pt idx="8666">
                  <c:v>4</c:v>
                </c:pt>
                <c:pt idx="8667">
                  <c:v>4</c:v>
                </c:pt>
                <c:pt idx="8668">
                  <c:v>4</c:v>
                </c:pt>
                <c:pt idx="8669">
                  <c:v>4</c:v>
                </c:pt>
                <c:pt idx="8670">
                  <c:v>4</c:v>
                </c:pt>
                <c:pt idx="8671">
                  <c:v>4</c:v>
                </c:pt>
                <c:pt idx="8672">
                  <c:v>4</c:v>
                </c:pt>
                <c:pt idx="8673">
                  <c:v>4</c:v>
                </c:pt>
                <c:pt idx="8674">
                  <c:v>4</c:v>
                </c:pt>
                <c:pt idx="8675">
                  <c:v>4</c:v>
                </c:pt>
                <c:pt idx="8676">
                  <c:v>4</c:v>
                </c:pt>
                <c:pt idx="8677">
                  <c:v>4</c:v>
                </c:pt>
                <c:pt idx="8678">
                  <c:v>4</c:v>
                </c:pt>
                <c:pt idx="8679">
                  <c:v>4</c:v>
                </c:pt>
                <c:pt idx="8680">
                  <c:v>4</c:v>
                </c:pt>
                <c:pt idx="8681">
                  <c:v>4</c:v>
                </c:pt>
                <c:pt idx="8682">
                  <c:v>4</c:v>
                </c:pt>
                <c:pt idx="8683">
                  <c:v>4</c:v>
                </c:pt>
                <c:pt idx="8684">
                  <c:v>4</c:v>
                </c:pt>
                <c:pt idx="8685">
                  <c:v>4</c:v>
                </c:pt>
                <c:pt idx="8686">
                  <c:v>4</c:v>
                </c:pt>
                <c:pt idx="8687">
                  <c:v>4</c:v>
                </c:pt>
                <c:pt idx="8694">
                  <c:v>4</c:v>
                </c:pt>
                <c:pt idx="8695">
                  <c:v>4</c:v>
                </c:pt>
                <c:pt idx="8696">
                  <c:v>4.75</c:v>
                </c:pt>
                <c:pt idx="8697">
                  <c:v>4.5769200000000003</c:v>
                </c:pt>
                <c:pt idx="8698">
                  <c:v>4.5</c:v>
                </c:pt>
                <c:pt idx="8699">
                  <c:v>4.4411800000000001</c:v>
                </c:pt>
                <c:pt idx="8700">
                  <c:v>4.9375</c:v>
                </c:pt>
                <c:pt idx="8701">
                  <c:v>4.8928599999999998</c:v>
                </c:pt>
                <c:pt idx="8702">
                  <c:v>4.8522700000000007</c:v>
                </c:pt>
                <c:pt idx="8703">
                  <c:v>4.7978699999999996</c:v>
                </c:pt>
                <c:pt idx="8704">
                  <c:v>4.8333300000000001</c:v>
                </c:pt>
                <c:pt idx="8705">
                  <c:v>4.8181799999999999</c:v>
                </c:pt>
                <c:pt idx="8706">
                  <c:v>4.7894700000000006</c:v>
                </c:pt>
                <c:pt idx="8707">
                  <c:v>4.7627100000000002</c:v>
                </c:pt>
                <c:pt idx="8708">
                  <c:v>4.6831800000000001</c:v>
                </c:pt>
                <c:pt idx="8709">
                  <c:v>4.6229799999999992</c:v>
                </c:pt>
                <c:pt idx="8710">
                  <c:v>4.51999</c:v>
                </c:pt>
                <c:pt idx="8711">
                  <c:v>4.5047799999999993</c:v>
                </c:pt>
                <c:pt idx="8712">
                  <c:v>4.0295700000000005</c:v>
                </c:pt>
                <c:pt idx="8713">
                  <c:v>4.0358700000000001</c:v>
                </c:pt>
                <c:pt idx="8714">
                  <c:v>4.0401499999999997</c:v>
                </c:pt>
                <c:pt idx="8715">
                  <c:v>4.0445900000000004</c:v>
                </c:pt>
                <c:pt idx="8716">
                  <c:v>4.0540099999999999</c:v>
                </c:pt>
                <c:pt idx="8717">
                  <c:v>4.0563200000000004</c:v>
                </c:pt>
                <c:pt idx="8718">
                  <c:v>4.0571999999999999</c:v>
                </c:pt>
                <c:pt idx="8719">
                  <c:v>4.0581500000000004</c:v>
                </c:pt>
                <c:pt idx="8720">
                  <c:v>4.0609200000000003</c:v>
                </c:pt>
                <c:pt idx="8721">
                  <c:v>4.0601799999999999</c:v>
                </c:pt>
                <c:pt idx="8722">
                  <c:v>4.06189</c:v>
                </c:pt>
                <c:pt idx="8723">
                  <c:v>4.0647600000000006</c:v>
                </c:pt>
                <c:pt idx="8724">
                  <c:v>4.0639699999999994</c:v>
                </c:pt>
                <c:pt idx="8725">
                  <c:v>4.0649899999999999</c:v>
                </c:pt>
                <c:pt idx="8726">
                  <c:v>4.0650399999999998</c:v>
                </c:pt>
                <c:pt idx="8727">
                  <c:v>4.0574500000000002</c:v>
                </c:pt>
                <c:pt idx="8728">
                  <c:v>4.0470199999999998</c:v>
                </c:pt>
                <c:pt idx="8729">
                  <c:v>4.0084299999999997</c:v>
                </c:pt>
                <c:pt idx="8730">
                  <c:v>4</c:v>
                </c:pt>
                <c:pt idx="8731">
                  <c:v>4</c:v>
                </c:pt>
                <c:pt idx="8732">
                  <c:v>4</c:v>
                </c:pt>
                <c:pt idx="8733">
                  <c:v>4</c:v>
                </c:pt>
                <c:pt idx="8734">
                  <c:v>4</c:v>
                </c:pt>
                <c:pt idx="8735">
                  <c:v>4</c:v>
                </c:pt>
                <c:pt idx="8736">
                  <c:v>4</c:v>
                </c:pt>
                <c:pt idx="8737">
                  <c:v>4</c:v>
                </c:pt>
                <c:pt idx="8738">
                  <c:v>4</c:v>
                </c:pt>
                <c:pt idx="8745">
                  <c:v>4</c:v>
                </c:pt>
                <c:pt idx="8746">
                  <c:v>4</c:v>
                </c:pt>
                <c:pt idx="8747">
                  <c:v>4.5</c:v>
                </c:pt>
                <c:pt idx="8748">
                  <c:v>4.38462</c:v>
                </c:pt>
                <c:pt idx="8749">
                  <c:v>4.3333300000000001</c:v>
                </c:pt>
                <c:pt idx="8750">
                  <c:v>4.2941199999999995</c:v>
                </c:pt>
                <c:pt idx="8751">
                  <c:v>4.625</c:v>
                </c:pt>
                <c:pt idx="8752">
                  <c:v>4.5952399999999995</c:v>
                </c:pt>
                <c:pt idx="8753">
                  <c:v>4.5681799999999999</c:v>
                </c:pt>
                <c:pt idx="8754">
                  <c:v>4.5319099999999999</c:v>
                </c:pt>
                <c:pt idx="8755">
                  <c:v>4.5555600000000007</c:v>
                </c:pt>
                <c:pt idx="8756">
                  <c:v>4.5454499999999998</c:v>
                </c:pt>
                <c:pt idx="8757">
                  <c:v>4.5263200000000001</c:v>
                </c:pt>
                <c:pt idx="8758">
                  <c:v>4.50847</c:v>
                </c:pt>
                <c:pt idx="8759">
                  <c:v>4.625</c:v>
                </c:pt>
                <c:pt idx="8760">
                  <c:v>4.6172800000000001</c:v>
                </c:pt>
                <c:pt idx="8761">
                  <c:v>4.6097600000000005</c:v>
                </c:pt>
                <c:pt idx="8762">
                  <c:v>4.6024099999999999</c:v>
                </c:pt>
                <c:pt idx="8763">
                  <c:v>4</c:v>
                </c:pt>
                <c:pt idx="8764">
                  <c:v>4</c:v>
                </c:pt>
                <c:pt idx="8765">
                  <c:v>4</c:v>
                </c:pt>
                <c:pt idx="8766">
                  <c:v>4</c:v>
                </c:pt>
                <c:pt idx="8767">
                  <c:v>4</c:v>
                </c:pt>
                <c:pt idx="8768">
                  <c:v>4</c:v>
                </c:pt>
                <c:pt idx="8769">
                  <c:v>4</c:v>
                </c:pt>
                <c:pt idx="8770">
                  <c:v>4</c:v>
                </c:pt>
                <c:pt idx="8771">
                  <c:v>4</c:v>
                </c:pt>
                <c:pt idx="8772">
                  <c:v>4</c:v>
                </c:pt>
                <c:pt idx="8773">
                  <c:v>4</c:v>
                </c:pt>
                <c:pt idx="8774">
                  <c:v>4</c:v>
                </c:pt>
                <c:pt idx="8775">
                  <c:v>4</c:v>
                </c:pt>
                <c:pt idx="8776">
                  <c:v>4</c:v>
                </c:pt>
                <c:pt idx="8777">
                  <c:v>4</c:v>
                </c:pt>
                <c:pt idx="8778">
                  <c:v>4</c:v>
                </c:pt>
                <c:pt idx="8779">
                  <c:v>4</c:v>
                </c:pt>
                <c:pt idx="8780">
                  <c:v>4</c:v>
                </c:pt>
                <c:pt idx="8781">
                  <c:v>4</c:v>
                </c:pt>
                <c:pt idx="8782">
                  <c:v>4</c:v>
                </c:pt>
                <c:pt idx="8783">
                  <c:v>4</c:v>
                </c:pt>
                <c:pt idx="8784">
                  <c:v>4</c:v>
                </c:pt>
                <c:pt idx="8785">
                  <c:v>4</c:v>
                </c:pt>
                <c:pt idx="8786">
                  <c:v>4</c:v>
                </c:pt>
                <c:pt idx="8787">
                  <c:v>4</c:v>
                </c:pt>
                <c:pt idx="8788">
                  <c:v>4</c:v>
                </c:pt>
                <c:pt idx="8789">
                  <c:v>4</c:v>
                </c:pt>
                <c:pt idx="8790">
                  <c:v>4</c:v>
                </c:pt>
                <c:pt idx="8791">
                  <c:v>4</c:v>
                </c:pt>
                <c:pt idx="8792">
                  <c:v>4.8333300000000001</c:v>
                </c:pt>
                <c:pt idx="8793">
                  <c:v>4.81081</c:v>
                </c:pt>
                <c:pt idx="8794">
                  <c:v>4.7894700000000006</c:v>
                </c:pt>
                <c:pt idx="8795">
                  <c:v>4.7317099999999996</c:v>
                </c:pt>
                <c:pt idx="8796">
                  <c:v>4.6818200000000001</c:v>
                </c:pt>
                <c:pt idx="8797">
                  <c:v>4.6383000000000001</c:v>
                </c:pt>
                <c:pt idx="8798">
                  <c:v>4.6122399999999999</c:v>
                </c:pt>
                <c:pt idx="8799">
                  <c:v>4.5769200000000003</c:v>
                </c:pt>
                <c:pt idx="8800">
                  <c:v>4.5660400000000001</c:v>
                </c:pt>
                <c:pt idx="8801">
                  <c:v>4.5454499999999998</c:v>
                </c:pt>
                <c:pt idx="8802">
                  <c:v>4.5357099999999999</c:v>
                </c:pt>
                <c:pt idx="8803">
                  <c:v>4.50847</c:v>
                </c:pt>
                <c:pt idx="8804">
                  <c:v>4.4202599999999999</c:v>
                </c:pt>
                <c:pt idx="8805">
                  <c:v>4.4650600000000003</c:v>
                </c:pt>
                <c:pt idx="8806">
                  <c:v>4.4719199999999999</c:v>
                </c:pt>
                <c:pt idx="8807">
                  <c:v>4.4761899999999999</c:v>
                </c:pt>
                <c:pt idx="8808">
                  <c:v>3.9968499999999998</c:v>
                </c:pt>
                <c:pt idx="8809">
                  <c:v>3.9969399999999999</c:v>
                </c:pt>
                <c:pt idx="8810">
                  <c:v>4</c:v>
                </c:pt>
                <c:pt idx="8811">
                  <c:v>3.9757699999999998</c:v>
                </c:pt>
                <c:pt idx="8812">
                  <c:v>3.9479299999999999</c:v>
                </c:pt>
                <c:pt idx="8813">
                  <c:v>3.8170999999999999</c:v>
                </c:pt>
                <c:pt idx="8814">
                  <c:v>3.7837700000000001</c:v>
                </c:pt>
                <c:pt idx="8815">
                  <c:v>3.7731699999999999</c:v>
                </c:pt>
                <c:pt idx="8816">
                  <c:v>3.7749800000000002</c:v>
                </c:pt>
                <c:pt idx="8817">
                  <c:v>3.78315</c:v>
                </c:pt>
                <c:pt idx="8818">
                  <c:v>3.8089200000000001</c:v>
                </c:pt>
                <c:pt idx="8819">
                  <c:v>3.8262600000000004</c:v>
                </c:pt>
                <c:pt idx="8820">
                  <c:v>3.7533099999999999</c:v>
                </c:pt>
                <c:pt idx="8821">
                  <c:v>3.7863000000000002</c:v>
                </c:pt>
                <c:pt idx="8822">
                  <c:v>3.9801700000000002</c:v>
                </c:pt>
                <c:pt idx="8823">
                  <c:v>3.9887899999999998</c:v>
                </c:pt>
                <c:pt idx="8824">
                  <c:v>4</c:v>
                </c:pt>
                <c:pt idx="8825">
                  <c:v>4</c:v>
                </c:pt>
                <c:pt idx="8826">
                  <c:v>4</c:v>
                </c:pt>
                <c:pt idx="8827">
                  <c:v>4</c:v>
                </c:pt>
                <c:pt idx="8828">
                  <c:v>4</c:v>
                </c:pt>
                <c:pt idx="8829">
                  <c:v>4</c:v>
                </c:pt>
                <c:pt idx="8830">
                  <c:v>4</c:v>
                </c:pt>
                <c:pt idx="8831">
                  <c:v>4</c:v>
                </c:pt>
                <c:pt idx="8832">
                  <c:v>4</c:v>
                </c:pt>
                <c:pt idx="8833">
                  <c:v>4</c:v>
                </c:pt>
                <c:pt idx="8834">
                  <c:v>4</c:v>
                </c:pt>
                <c:pt idx="8835">
                  <c:v>4</c:v>
                </c:pt>
                <c:pt idx="8836">
                  <c:v>4</c:v>
                </c:pt>
                <c:pt idx="8837">
                  <c:v>4.7142900000000001</c:v>
                </c:pt>
                <c:pt idx="8838">
                  <c:v>4.6818200000000001</c:v>
                </c:pt>
                <c:pt idx="8839">
                  <c:v>4.6521699999999999</c:v>
                </c:pt>
                <c:pt idx="8840">
                  <c:v>4.5769200000000003</c:v>
                </c:pt>
                <c:pt idx="8841">
                  <c:v>4.5172400000000001</c:v>
                </c:pt>
                <c:pt idx="8842">
                  <c:v>4.46875</c:v>
                </c:pt>
                <c:pt idx="8843">
                  <c:v>4.4411800000000001</c:v>
                </c:pt>
                <c:pt idx="8844">
                  <c:v>4.4054099999999998</c:v>
                </c:pt>
                <c:pt idx="8845">
                  <c:v>4.3947399999999996</c:v>
                </c:pt>
                <c:pt idx="8846">
                  <c:v>4.375</c:v>
                </c:pt>
                <c:pt idx="8847">
                  <c:v>4.36585</c:v>
                </c:pt>
                <c:pt idx="8848">
                  <c:v>4.34091</c:v>
                </c:pt>
                <c:pt idx="8849">
                  <c:v>4.34884</c:v>
                </c:pt>
                <c:pt idx="8850">
                  <c:v>4.3333300000000001</c:v>
                </c:pt>
                <c:pt idx="8851">
                  <c:v>4.3191499999999996</c:v>
                </c:pt>
                <c:pt idx="8852">
                  <c:v>4.2623599999999993</c:v>
                </c:pt>
                <c:pt idx="8853">
                  <c:v>3.89079</c:v>
                </c:pt>
                <c:pt idx="8854">
                  <c:v>3.8462499999999999</c:v>
                </c:pt>
                <c:pt idx="8855">
                  <c:v>3.7870100000000004</c:v>
                </c:pt>
                <c:pt idx="8856">
                  <c:v>3.77427</c:v>
                </c:pt>
                <c:pt idx="8857">
                  <c:v>3.7551999999999999</c:v>
                </c:pt>
                <c:pt idx="8858">
                  <c:v>3.7492100000000002</c:v>
                </c:pt>
                <c:pt idx="8859">
                  <c:v>3.74804</c:v>
                </c:pt>
                <c:pt idx="8860">
                  <c:v>3.7469800000000002</c:v>
                </c:pt>
                <c:pt idx="8861">
                  <c:v>3.7439100000000001</c:v>
                </c:pt>
                <c:pt idx="8862">
                  <c:v>3.8771199999999997</c:v>
                </c:pt>
                <c:pt idx="8863">
                  <c:v>3.8887899999999997</c:v>
                </c:pt>
                <c:pt idx="8864">
                  <c:v>3.9154100000000001</c:v>
                </c:pt>
                <c:pt idx="8865">
                  <c:v>4</c:v>
                </c:pt>
                <c:pt idx="8866">
                  <c:v>4</c:v>
                </c:pt>
                <c:pt idx="8867">
                  <c:v>4</c:v>
                </c:pt>
                <c:pt idx="8868">
                  <c:v>3.7500999999999998</c:v>
                </c:pt>
                <c:pt idx="8869">
                  <c:v>3.75088</c:v>
                </c:pt>
                <c:pt idx="8870">
                  <c:v>3.7646799999999998</c:v>
                </c:pt>
                <c:pt idx="8871">
                  <c:v>3.8936199999999999</c:v>
                </c:pt>
                <c:pt idx="8872">
                  <c:v>4</c:v>
                </c:pt>
                <c:pt idx="8873">
                  <c:v>4</c:v>
                </c:pt>
                <c:pt idx="8874">
                  <c:v>4</c:v>
                </c:pt>
                <c:pt idx="8875">
                  <c:v>4</c:v>
                </c:pt>
                <c:pt idx="8876">
                  <c:v>4</c:v>
                </c:pt>
                <c:pt idx="8877">
                  <c:v>4</c:v>
                </c:pt>
                <c:pt idx="8878">
                  <c:v>4</c:v>
                </c:pt>
                <c:pt idx="8879">
                  <c:v>4</c:v>
                </c:pt>
                <c:pt idx="8939">
                  <c:v>3.7</c:v>
                </c:pt>
                <c:pt idx="8940">
                  <c:v>3.7</c:v>
                </c:pt>
                <c:pt idx="8941">
                  <c:v>3.7</c:v>
                </c:pt>
                <c:pt idx="8942">
                  <c:v>3.7</c:v>
                </c:pt>
                <c:pt idx="8943">
                  <c:v>3.7</c:v>
                </c:pt>
                <c:pt idx="8944">
                  <c:v>3.7</c:v>
                </c:pt>
                <c:pt idx="8945">
                  <c:v>3.7</c:v>
                </c:pt>
                <c:pt idx="8946">
                  <c:v>3.7</c:v>
                </c:pt>
                <c:pt idx="8947">
                  <c:v>3.7</c:v>
                </c:pt>
                <c:pt idx="8960">
                  <c:v>5.4539999999999997</c:v>
                </c:pt>
                <c:pt idx="8961">
                  <c:v>5.4539999999999997</c:v>
                </c:pt>
                <c:pt idx="8962">
                  <c:v>5.4539999999999997</c:v>
                </c:pt>
                <c:pt idx="8963">
                  <c:v>5.4539999999999997</c:v>
                </c:pt>
                <c:pt idx="8964">
                  <c:v>5.4539999999999997</c:v>
                </c:pt>
                <c:pt idx="8965">
                  <c:v>5.4539999999999997</c:v>
                </c:pt>
                <c:pt idx="8966">
                  <c:v>5.4539999999999997</c:v>
                </c:pt>
                <c:pt idx="8967">
                  <c:v>5.4539999999999997</c:v>
                </c:pt>
                <c:pt idx="8968">
                  <c:v>5.4539999999999997</c:v>
                </c:pt>
                <c:pt idx="8969">
                  <c:v>5.4539999999999997</c:v>
                </c:pt>
                <c:pt idx="8970">
                  <c:v>5.4539999999999997</c:v>
                </c:pt>
                <c:pt idx="8971">
                  <c:v>5.4539999999999997</c:v>
                </c:pt>
                <c:pt idx="8972">
                  <c:v>5.4539999999999997</c:v>
                </c:pt>
                <c:pt idx="8973">
                  <c:v>5.4539999999999997</c:v>
                </c:pt>
                <c:pt idx="8974">
                  <c:v>5.4539999999999997</c:v>
                </c:pt>
                <c:pt idx="8975">
                  <c:v>5.4539999999999997</c:v>
                </c:pt>
                <c:pt idx="8976">
                  <c:v>5.4539999999999997</c:v>
                </c:pt>
                <c:pt idx="8977">
                  <c:v>5.4539999999999997</c:v>
                </c:pt>
                <c:pt idx="8978">
                  <c:v>5.4539999999999997</c:v>
                </c:pt>
                <c:pt idx="8979">
                  <c:v>5.4539999999999997</c:v>
                </c:pt>
                <c:pt idx="8980">
                  <c:v>5.4539999999999997</c:v>
                </c:pt>
                <c:pt idx="8981">
                  <c:v>5.4539999999999997</c:v>
                </c:pt>
                <c:pt idx="8982">
                  <c:v>5.4539999999999997</c:v>
                </c:pt>
                <c:pt idx="8983">
                  <c:v>5.4539999999999997</c:v>
                </c:pt>
                <c:pt idx="8984">
                  <c:v>5.4539999999999997</c:v>
                </c:pt>
                <c:pt idx="8985">
                  <c:v>5.2914399999999997</c:v>
                </c:pt>
                <c:pt idx="8986">
                  <c:v>5.14</c:v>
                </c:pt>
                <c:pt idx="8987">
                  <c:v>5.0541499999999999</c:v>
                </c:pt>
                <c:pt idx="8988">
                  <c:v>5.0527299999999995</c:v>
                </c:pt>
                <c:pt idx="8989">
                  <c:v>5.0746899999999995</c:v>
                </c:pt>
                <c:pt idx="8990">
                  <c:v>5.1151200000000001</c:v>
                </c:pt>
                <c:pt idx="8991">
                  <c:v>5.1385699999999996</c:v>
                </c:pt>
                <c:pt idx="8992">
                  <c:v>5.2556199999999995</c:v>
                </c:pt>
                <c:pt idx="8993">
                  <c:v>5.4539999999999997</c:v>
                </c:pt>
                <c:pt idx="8994">
                  <c:v>5.4539999999999997</c:v>
                </c:pt>
                <c:pt idx="8995">
                  <c:v>5.4539999999999997</c:v>
                </c:pt>
                <c:pt idx="8996">
                  <c:v>5.4539999999999997</c:v>
                </c:pt>
                <c:pt idx="8997">
                  <c:v>5.4539999999999997</c:v>
                </c:pt>
                <c:pt idx="8998">
                  <c:v>5.4539999999999997</c:v>
                </c:pt>
                <c:pt idx="8999">
                  <c:v>5.4539999999999997</c:v>
                </c:pt>
                <c:pt idx="9000">
                  <c:v>5.4539999999999997</c:v>
                </c:pt>
                <c:pt idx="9001">
                  <c:v>5.4539999999999997</c:v>
                </c:pt>
                <c:pt idx="9002">
                  <c:v>5.4539999999999997</c:v>
                </c:pt>
                <c:pt idx="9003">
                  <c:v>5.4539999999999997</c:v>
                </c:pt>
                <c:pt idx="9004">
                  <c:v>5.4539999999999997</c:v>
                </c:pt>
                <c:pt idx="9005">
                  <c:v>5.4539999999999997</c:v>
                </c:pt>
                <c:pt idx="9006">
                  <c:v>5.4539999999999997</c:v>
                </c:pt>
                <c:pt idx="9007">
                  <c:v>5.4539999999999997</c:v>
                </c:pt>
                <c:pt idx="9008">
                  <c:v>6.4119999999999999</c:v>
                </c:pt>
                <c:pt idx="9009">
                  <c:v>6.4119999999999999</c:v>
                </c:pt>
                <c:pt idx="9010">
                  <c:v>6.4119999999999999</c:v>
                </c:pt>
                <c:pt idx="9011">
                  <c:v>6.4119999999999999</c:v>
                </c:pt>
                <c:pt idx="9012">
                  <c:v>6.4119999999999999</c:v>
                </c:pt>
                <c:pt idx="9013">
                  <c:v>6.4119999999999999</c:v>
                </c:pt>
                <c:pt idx="9014">
                  <c:v>6.4119999999999999</c:v>
                </c:pt>
                <c:pt idx="9015">
                  <c:v>6.4119999999999999</c:v>
                </c:pt>
                <c:pt idx="9016">
                  <c:v>6.4119999999999999</c:v>
                </c:pt>
                <c:pt idx="9017">
                  <c:v>6.4119999999999999</c:v>
                </c:pt>
                <c:pt idx="9018">
                  <c:v>6.4119999999999999</c:v>
                </c:pt>
                <c:pt idx="9019">
                  <c:v>6.4119999999999999</c:v>
                </c:pt>
                <c:pt idx="9020">
                  <c:v>6.4119999999999999</c:v>
                </c:pt>
                <c:pt idx="9021">
                  <c:v>6.4119999999999999</c:v>
                </c:pt>
                <c:pt idx="9022">
                  <c:v>6.4119999999999999</c:v>
                </c:pt>
                <c:pt idx="9023">
                  <c:v>6.4119999999999999</c:v>
                </c:pt>
                <c:pt idx="9024">
                  <c:v>6.4119999999999999</c:v>
                </c:pt>
                <c:pt idx="9025">
                  <c:v>6.4119999999999999</c:v>
                </c:pt>
                <c:pt idx="9026">
                  <c:v>6.4119999999999999</c:v>
                </c:pt>
                <c:pt idx="9027">
                  <c:v>6.4119999999999999</c:v>
                </c:pt>
                <c:pt idx="9028">
                  <c:v>6.4119999999999999</c:v>
                </c:pt>
                <c:pt idx="9029">
                  <c:v>6.4119999999999999</c:v>
                </c:pt>
                <c:pt idx="9030">
                  <c:v>6.4119999999999999</c:v>
                </c:pt>
                <c:pt idx="9031">
                  <c:v>6.4119999999999999</c:v>
                </c:pt>
                <c:pt idx="9032">
                  <c:v>6.4119999999999999</c:v>
                </c:pt>
                <c:pt idx="9033">
                  <c:v>6.4119999999999999</c:v>
                </c:pt>
                <c:pt idx="9034">
                  <c:v>6.4119999999999999</c:v>
                </c:pt>
                <c:pt idx="9035">
                  <c:v>6.4119999999999999</c:v>
                </c:pt>
                <c:pt idx="9036">
                  <c:v>6.4119999999999999</c:v>
                </c:pt>
                <c:pt idx="9037">
                  <c:v>6.4119999999999999</c:v>
                </c:pt>
                <c:pt idx="9038">
                  <c:v>6.4119999999999999</c:v>
                </c:pt>
                <c:pt idx="9039">
                  <c:v>6.4119999999999999</c:v>
                </c:pt>
                <c:pt idx="9040">
                  <c:v>6.4119999999999999</c:v>
                </c:pt>
                <c:pt idx="9041">
                  <c:v>6.4119999999999999</c:v>
                </c:pt>
                <c:pt idx="9042">
                  <c:v>6.4119999999999999</c:v>
                </c:pt>
                <c:pt idx="9043">
                  <c:v>6.4119999999999999</c:v>
                </c:pt>
                <c:pt idx="9044">
                  <c:v>6.4119999999999999</c:v>
                </c:pt>
                <c:pt idx="9045">
                  <c:v>6.4119999999999999</c:v>
                </c:pt>
                <c:pt idx="9046">
                  <c:v>6.4119999999999999</c:v>
                </c:pt>
                <c:pt idx="9047">
                  <c:v>6.4119999999999999</c:v>
                </c:pt>
                <c:pt idx="9048">
                  <c:v>6.4119999999999999</c:v>
                </c:pt>
                <c:pt idx="9049">
                  <c:v>6.4119999999999999</c:v>
                </c:pt>
                <c:pt idx="9050">
                  <c:v>6.4119999999999999</c:v>
                </c:pt>
                <c:pt idx="9051">
                  <c:v>6.4119999999999999</c:v>
                </c:pt>
                <c:pt idx="9052">
                  <c:v>6.4119999999999999</c:v>
                </c:pt>
                <c:pt idx="9053">
                  <c:v>6.4119999999999999</c:v>
                </c:pt>
                <c:pt idx="9054">
                  <c:v>6.4119999999999999</c:v>
                </c:pt>
                <c:pt idx="9055">
                  <c:v>6.4119999999999999</c:v>
                </c:pt>
                <c:pt idx="9056">
                  <c:v>4.5</c:v>
                </c:pt>
                <c:pt idx="9057">
                  <c:v>4.5</c:v>
                </c:pt>
                <c:pt idx="9058">
                  <c:v>4.5</c:v>
                </c:pt>
                <c:pt idx="9059">
                  <c:v>4.5</c:v>
                </c:pt>
                <c:pt idx="9060">
                  <c:v>4.5</c:v>
                </c:pt>
                <c:pt idx="9061">
                  <c:v>4.5</c:v>
                </c:pt>
                <c:pt idx="9062">
                  <c:v>4.5</c:v>
                </c:pt>
                <c:pt idx="9063">
                  <c:v>4.5</c:v>
                </c:pt>
                <c:pt idx="9064">
                  <c:v>4.5</c:v>
                </c:pt>
                <c:pt idx="9065">
                  <c:v>4.5</c:v>
                </c:pt>
                <c:pt idx="9066">
                  <c:v>4.5</c:v>
                </c:pt>
                <c:pt idx="9067">
                  <c:v>4.5</c:v>
                </c:pt>
                <c:pt idx="9068">
                  <c:v>4.5</c:v>
                </c:pt>
                <c:pt idx="9069">
                  <c:v>4.5</c:v>
                </c:pt>
                <c:pt idx="9070">
                  <c:v>4.5</c:v>
                </c:pt>
                <c:pt idx="9071">
                  <c:v>4.5</c:v>
                </c:pt>
                <c:pt idx="9072">
                  <c:v>4.5</c:v>
                </c:pt>
                <c:pt idx="9073">
                  <c:v>4.5</c:v>
                </c:pt>
                <c:pt idx="9074">
                  <c:v>4.5</c:v>
                </c:pt>
                <c:pt idx="9075">
                  <c:v>4.5</c:v>
                </c:pt>
                <c:pt idx="9076">
                  <c:v>4.5</c:v>
                </c:pt>
                <c:pt idx="9077">
                  <c:v>4.5</c:v>
                </c:pt>
                <c:pt idx="9078">
                  <c:v>4.5</c:v>
                </c:pt>
                <c:pt idx="9079">
                  <c:v>4.5</c:v>
                </c:pt>
                <c:pt idx="9080">
                  <c:v>4.5</c:v>
                </c:pt>
                <c:pt idx="9081">
                  <c:v>4.5</c:v>
                </c:pt>
                <c:pt idx="9082">
                  <c:v>4.5</c:v>
                </c:pt>
                <c:pt idx="9083">
                  <c:v>4.5</c:v>
                </c:pt>
                <c:pt idx="9084">
                  <c:v>4.5</c:v>
                </c:pt>
                <c:pt idx="9085">
                  <c:v>4.5</c:v>
                </c:pt>
                <c:pt idx="9086">
                  <c:v>4.5</c:v>
                </c:pt>
                <c:pt idx="9087">
                  <c:v>4.5</c:v>
                </c:pt>
                <c:pt idx="9088">
                  <c:v>4.5</c:v>
                </c:pt>
                <c:pt idx="9089">
                  <c:v>4.5</c:v>
                </c:pt>
                <c:pt idx="9090">
                  <c:v>4.5</c:v>
                </c:pt>
                <c:pt idx="9091">
                  <c:v>4.5</c:v>
                </c:pt>
                <c:pt idx="9092">
                  <c:v>4.5</c:v>
                </c:pt>
                <c:pt idx="9093">
                  <c:v>4.5</c:v>
                </c:pt>
                <c:pt idx="9094">
                  <c:v>4.5</c:v>
                </c:pt>
                <c:pt idx="9095">
                  <c:v>4.5</c:v>
                </c:pt>
                <c:pt idx="9096">
                  <c:v>4.5</c:v>
                </c:pt>
                <c:pt idx="9097">
                  <c:v>4.5</c:v>
                </c:pt>
                <c:pt idx="9098">
                  <c:v>4.5</c:v>
                </c:pt>
                <c:pt idx="9099">
                  <c:v>4.5</c:v>
                </c:pt>
                <c:pt idx="9100">
                  <c:v>4.5</c:v>
                </c:pt>
                <c:pt idx="9121">
                  <c:v>3.5</c:v>
                </c:pt>
                <c:pt idx="9122">
                  <c:v>3.5</c:v>
                </c:pt>
                <c:pt idx="9123">
                  <c:v>3.5</c:v>
                </c:pt>
                <c:pt idx="9124">
                  <c:v>3.5</c:v>
                </c:pt>
                <c:pt idx="9125">
                  <c:v>3.5</c:v>
                </c:pt>
                <c:pt idx="9126">
                  <c:v>3.5</c:v>
                </c:pt>
                <c:pt idx="9127">
                  <c:v>3.5</c:v>
                </c:pt>
                <c:pt idx="9141">
                  <c:v>4.5</c:v>
                </c:pt>
                <c:pt idx="9142">
                  <c:v>4.5</c:v>
                </c:pt>
                <c:pt idx="9143">
                  <c:v>4.5</c:v>
                </c:pt>
                <c:pt idx="9144">
                  <c:v>4.4833599999999993</c:v>
                </c:pt>
                <c:pt idx="9145">
                  <c:v>4.22464</c:v>
                </c:pt>
                <c:pt idx="9146">
                  <c:v>4.0260999999999996</c:v>
                </c:pt>
                <c:pt idx="9147">
                  <c:v>3.7694299999999998</c:v>
                </c:pt>
                <c:pt idx="9148">
                  <c:v>3.6420100000000004</c:v>
                </c:pt>
                <c:pt idx="9149">
                  <c:v>3.58067</c:v>
                </c:pt>
                <c:pt idx="9150">
                  <c:v>3.5718100000000002</c:v>
                </c:pt>
                <c:pt idx="9151">
                  <c:v>3.5811899999999999</c:v>
                </c:pt>
                <c:pt idx="9152">
                  <c:v>3.5628699999999998</c:v>
                </c:pt>
                <c:pt idx="9153">
                  <c:v>3.5805400000000001</c:v>
                </c:pt>
                <c:pt idx="9154">
                  <c:v>3.5756399999999999</c:v>
                </c:pt>
                <c:pt idx="9155">
                  <c:v>3.57287</c:v>
                </c:pt>
                <c:pt idx="9156">
                  <c:v>3.5705800000000001</c:v>
                </c:pt>
                <c:pt idx="9157">
                  <c:v>3.5667300000000002</c:v>
                </c:pt>
                <c:pt idx="9158">
                  <c:v>3.6074899999999999</c:v>
                </c:pt>
                <c:pt idx="9159">
                  <c:v>3.6027199999999997</c:v>
                </c:pt>
                <c:pt idx="9160">
                  <c:v>3.6005100000000003</c:v>
                </c:pt>
                <c:pt idx="9161">
                  <c:v>3.5674699999999997</c:v>
                </c:pt>
                <c:pt idx="9162">
                  <c:v>3.5569199999999999</c:v>
                </c:pt>
                <c:pt idx="9163">
                  <c:v>3.5469200000000001</c:v>
                </c:pt>
                <c:pt idx="9164">
                  <c:v>3.5469899999999996</c:v>
                </c:pt>
                <c:pt idx="9165">
                  <c:v>3.5471200000000001</c:v>
                </c:pt>
                <c:pt idx="9166">
                  <c:v>3.5472199999999998</c:v>
                </c:pt>
                <c:pt idx="9167">
                  <c:v>3.54732</c:v>
                </c:pt>
                <c:pt idx="9168">
                  <c:v>3.54758</c:v>
                </c:pt>
                <c:pt idx="9169">
                  <c:v>3.5436300000000003</c:v>
                </c:pt>
                <c:pt idx="9170">
                  <c:v>3.5488200000000001</c:v>
                </c:pt>
                <c:pt idx="9171">
                  <c:v>3.5522499999999999</c:v>
                </c:pt>
                <c:pt idx="9172">
                  <c:v>3.5771899999999999</c:v>
                </c:pt>
                <c:pt idx="9173">
                  <c:v>3.5759699999999999</c:v>
                </c:pt>
                <c:pt idx="9174">
                  <c:v>3.6155999999999997</c:v>
                </c:pt>
                <c:pt idx="9175">
                  <c:v>3.5739099999999997</c:v>
                </c:pt>
                <c:pt idx="9176">
                  <c:v>3.6459699999999997</c:v>
                </c:pt>
                <c:pt idx="9177">
                  <c:v>4.5</c:v>
                </c:pt>
                <c:pt idx="9178">
                  <c:v>4.5</c:v>
                </c:pt>
                <c:pt idx="9179">
                  <c:v>4.0550800000000002</c:v>
                </c:pt>
                <c:pt idx="9180">
                  <c:v>4.2527499999999998</c:v>
                </c:pt>
                <c:pt idx="9181">
                  <c:v>4.5</c:v>
                </c:pt>
                <c:pt idx="9182">
                  <c:v>4.5</c:v>
                </c:pt>
                <c:pt idx="9183">
                  <c:v>4.5</c:v>
                </c:pt>
                <c:pt idx="9184">
                  <c:v>4.5</c:v>
                </c:pt>
                <c:pt idx="9185">
                  <c:v>4.5</c:v>
                </c:pt>
                <c:pt idx="9189">
                  <c:v>3.5</c:v>
                </c:pt>
                <c:pt idx="9206">
                  <c:v>3.5</c:v>
                </c:pt>
                <c:pt idx="9207">
                  <c:v>3.5</c:v>
                </c:pt>
                <c:pt idx="9208">
                  <c:v>3.5</c:v>
                </c:pt>
                <c:pt idx="9209">
                  <c:v>3.5</c:v>
                </c:pt>
                <c:pt idx="9210">
                  <c:v>3.5</c:v>
                </c:pt>
                <c:pt idx="9211">
                  <c:v>3.5</c:v>
                </c:pt>
                <c:pt idx="9212">
                  <c:v>3.5</c:v>
                </c:pt>
                <c:pt idx="9226">
                  <c:v>19.95</c:v>
                </c:pt>
                <c:pt idx="9227">
                  <c:v>18.952000000000002</c:v>
                </c:pt>
                <c:pt idx="9228">
                  <c:v>10.7828</c:v>
                </c:pt>
                <c:pt idx="9229">
                  <c:v>7.7443</c:v>
                </c:pt>
                <c:pt idx="9230">
                  <c:v>7.4346800000000002</c:v>
                </c:pt>
                <c:pt idx="9231">
                  <c:v>6.9332099999999999</c:v>
                </c:pt>
                <c:pt idx="9232">
                  <c:v>6.9538199999999994</c:v>
                </c:pt>
                <c:pt idx="9233">
                  <c:v>7.07254</c:v>
                </c:pt>
                <c:pt idx="9234">
                  <c:v>6.6799399999999993</c:v>
                </c:pt>
                <c:pt idx="9235">
                  <c:v>6.9021000000000008</c:v>
                </c:pt>
                <c:pt idx="9236">
                  <c:v>6.7518000000000002</c:v>
                </c:pt>
                <c:pt idx="9237">
                  <c:v>7.1739799999999994</c:v>
                </c:pt>
                <c:pt idx="9238">
                  <c:v>7.1661200000000003</c:v>
                </c:pt>
                <c:pt idx="9239">
                  <c:v>7.1590299999999996</c:v>
                </c:pt>
                <c:pt idx="9240">
                  <c:v>7.2642499999999997</c:v>
                </c:pt>
                <c:pt idx="9241">
                  <c:v>7.4880000000000004</c:v>
                </c:pt>
                <c:pt idx="9242">
                  <c:v>7.47241</c:v>
                </c:pt>
                <c:pt idx="9243">
                  <c:v>7.4831499999999993</c:v>
                </c:pt>
                <c:pt idx="9244">
                  <c:v>7.4882100000000005</c:v>
                </c:pt>
                <c:pt idx="9245">
                  <c:v>7.4857700000000005</c:v>
                </c:pt>
                <c:pt idx="9246">
                  <c:v>7.5526599999999995</c:v>
                </c:pt>
                <c:pt idx="9247">
                  <c:v>7.4692400000000001</c:v>
                </c:pt>
                <c:pt idx="9248">
                  <c:v>7.4290200000000004</c:v>
                </c:pt>
                <c:pt idx="9249">
                  <c:v>7.3484799999999995</c:v>
                </c:pt>
                <c:pt idx="9250">
                  <c:v>7.2450000000000001</c:v>
                </c:pt>
                <c:pt idx="9251">
                  <c:v>6.4181699999999999</c:v>
                </c:pt>
                <c:pt idx="9252">
                  <c:v>6.3993700000000002</c:v>
                </c:pt>
                <c:pt idx="9253">
                  <c:v>6.3866800000000001</c:v>
                </c:pt>
                <c:pt idx="9254">
                  <c:v>6.3378800000000002</c:v>
                </c:pt>
                <c:pt idx="9255">
                  <c:v>6.4061899999999996</c:v>
                </c:pt>
                <c:pt idx="9256">
                  <c:v>6.4485200000000003</c:v>
                </c:pt>
                <c:pt idx="9257">
                  <c:v>6.4223699999999999</c:v>
                </c:pt>
                <c:pt idx="9258">
                  <c:v>6.5243700000000002</c:v>
                </c:pt>
                <c:pt idx="9259">
                  <c:v>6.8847700000000005</c:v>
                </c:pt>
                <c:pt idx="9260">
                  <c:v>7.1874399999999996</c:v>
                </c:pt>
                <c:pt idx="9261">
                  <c:v>7.4352499999999999</c:v>
                </c:pt>
                <c:pt idx="9262">
                  <c:v>7.7057200000000003</c:v>
                </c:pt>
                <c:pt idx="9263">
                  <c:v>7.8637700000000006</c:v>
                </c:pt>
                <c:pt idx="9264">
                  <c:v>7.9457700000000004</c:v>
                </c:pt>
                <c:pt idx="9265">
                  <c:v>7.9176000000000002</c:v>
                </c:pt>
                <c:pt idx="9266">
                  <c:v>7.8858699999999997</c:v>
                </c:pt>
                <c:pt idx="9267">
                  <c:v>7.4299600000000003</c:v>
                </c:pt>
                <c:pt idx="9268">
                  <c:v>7.4288599999999994</c:v>
                </c:pt>
                <c:pt idx="9269">
                  <c:v>7.2524899999999999</c:v>
                </c:pt>
                <c:pt idx="9270">
                  <c:v>7.4283000000000001</c:v>
                </c:pt>
                <c:pt idx="9271">
                  <c:v>7.2585200000000007</c:v>
                </c:pt>
                <c:pt idx="9272">
                  <c:v>7.2382499999999999</c:v>
                </c:pt>
                <c:pt idx="9273">
                  <c:v>8.0515299999999996</c:v>
                </c:pt>
                <c:pt idx="9274">
                  <c:v>8.4285800000000002</c:v>
                </c:pt>
                <c:pt idx="9275">
                  <c:v>7.4160000000000004</c:v>
                </c:pt>
                <c:pt idx="9276">
                  <c:v>11.454799999999999</c:v>
                </c:pt>
                <c:pt idx="9277">
                  <c:v>11.887600000000001</c:v>
                </c:pt>
                <c:pt idx="9278">
                  <c:v>9.8897600000000008</c:v>
                </c:pt>
                <c:pt idx="9279">
                  <c:v>9.9695900000000002</c:v>
                </c:pt>
                <c:pt idx="9280">
                  <c:v>9.8533200000000001</c:v>
                </c:pt>
                <c:pt idx="9281">
                  <c:v>9.4299900000000001</c:v>
                </c:pt>
                <c:pt idx="9282">
                  <c:v>9.4167900000000007</c:v>
                </c:pt>
                <c:pt idx="9283">
                  <c:v>8.726090000000001</c:v>
                </c:pt>
                <c:pt idx="9284">
                  <c:v>8.3698899999999998</c:v>
                </c:pt>
                <c:pt idx="9285">
                  <c:v>8.5056700000000003</c:v>
                </c:pt>
                <c:pt idx="9286">
                  <c:v>8.367659999999999</c:v>
                </c:pt>
                <c:pt idx="9287">
                  <c:v>8.7214700000000001</c:v>
                </c:pt>
                <c:pt idx="9288">
                  <c:v>9.1138899999999996</c:v>
                </c:pt>
                <c:pt idx="9289">
                  <c:v>8.7199899999999992</c:v>
                </c:pt>
                <c:pt idx="9290">
                  <c:v>8.8735400000000002</c:v>
                </c:pt>
                <c:pt idx="9291">
                  <c:v>9.6107300000000002</c:v>
                </c:pt>
                <c:pt idx="9292">
                  <c:v>9.6118600000000001</c:v>
                </c:pt>
                <c:pt idx="9293">
                  <c:v>10.023700000000002</c:v>
                </c:pt>
                <c:pt idx="9294">
                  <c:v>9.6016900000000014</c:v>
                </c:pt>
                <c:pt idx="9295">
                  <c:v>9.5999599999999994</c:v>
                </c:pt>
                <c:pt idx="9296">
                  <c:v>9.368409999999999</c:v>
                </c:pt>
                <c:pt idx="9297">
                  <c:v>9.3679400000000008</c:v>
                </c:pt>
                <c:pt idx="9298">
                  <c:v>9.3673500000000001</c:v>
                </c:pt>
                <c:pt idx="9299">
                  <c:v>9.3675499999999996</c:v>
                </c:pt>
                <c:pt idx="9300">
                  <c:v>9.3666700000000009</c:v>
                </c:pt>
                <c:pt idx="9301">
                  <c:v>8.6454799999999992</c:v>
                </c:pt>
                <c:pt idx="9302">
                  <c:v>8.6454799999999992</c:v>
                </c:pt>
                <c:pt idx="9303">
                  <c:v>8.59422</c:v>
                </c:pt>
                <c:pt idx="9304">
                  <c:v>8.3787700000000012</c:v>
                </c:pt>
                <c:pt idx="9305">
                  <c:v>8.5767900000000008</c:v>
                </c:pt>
                <c:pt idx="9306">
                  <c:v>8.3695599999999999</c:v>
                </c:pt>
                <c:pt idx="9307">
                  <c:v>8.6101100000000006</c:v>
                </c:pt>
                <c:pt idx="9308">
                  <c:v>8.6040700000000001</c:v>
                </c:pt>
                <c:pt idx="9309">
                  <c:v>8.8583999999999996</c:v>
                </c:pt>
                <c:pt idx="9310">
                  <c:v>8.8567499999999999</c:v>
                </c:pt>
                <c:pt idx="9311">
                  <c:v>9.3787599999999998</c:v>
                </c:pt>
                <c:pt idx="9312">
                  <c:v>9.3798700000000004</c:v>
                </c:pt>
                <c:pt idx="9313">
                  <c:v>9.4060799999999993</c:v>
                </c:pt>
                <c:pt idx="9314">
                  <c:v>10.137700000000001</c:v>
                </c:pt>
                <c:pt idx="9315">
                  <c:v>11.032200000000001</c:v>
                </c:pt>
                <c:pt idx="9316">
                  <c:v>11.0646</c:v>
                </c:pt>
                <c:pt idx="9317">
                  <c:v>10.5046</c:v>
                </c:pt>
                <c:pt idx="9318">
                  <c:v>10.5791</c:v>
                </c:pt>
                <c:pt idx="9319">
                  <c:v>10.2753</c:v>
                </c:pt>
                <c:pt idx="9320">
                  <c:v>15.4826</c:v>
                </c:pt>
                <c:pt idx="9321">
                  <c:v>15.6913</c:v>
                </c:pt>
                <c:pt idx="9322">
                  <c:v>13.2805</c:v>
                </c:pt>
                <c:pt idx="9323">
                  <c:v>10.881600000000001</c:v>
                </c:pt>
                <c:pt idx="9324">
                  <c:v>12.95</c:v>
                </c:pt>
                <c:pt idx="9325">
                  <c:v>13.731</c:v>
                </c:pt>
                <c:pt idx="9326">
                  <c:v>13.731</c:v>
                </c:pt>
                <c:pt idx="9327">
                  <c:v>13.7437</c:v>
                </c:pt>
                <c:pt idx="9328">
                  <c:v>13.748299999999999</c:v>
                </c:pt>
                <c:pt idx="9329">
                  <c:v>13.751899999999999</c:v>
                </c:pt>
                <c:pt idx="9330">
                  <c:v>13.7552</c:v>
                </c:pt>
                <c:pt idx="9331">
                  <c:v>13.7559</c:v>
                </c:pt>
                <c:pt idx="9332">
                  <c:v>13.7555</c:v>
                </c:pt>
                <c:pt idx="9333">
                  <c:v>13.754899999999999</c:v>
                </c:pt>
                <c:pt idx="9334">
                  <c:v>13.754</c:v>
                </c:pt>
                <c:pt idx="9335">
                  <c:v>13.7531</c:v>
                </c:pt>
                <c:pt idx="9336">
                  <c:v>13.7522</c:v>
                </c:pt>
                <c:pt idx="9337">
                  <c:v>13.750999999999999</c:v>
                </c:pt>
                <c:pt idx="9338">
                  <c:v>13.749799999999999</c:v>
                </c:pt>
                <c:pt idx="9339">
                  <c:v>13.7492</c:v>
                </c:pt>
                <c:pt idx="9340">
                  <c:v>13.7484</c:v>
                </c:pt>
                <c:pt idx="9341">
                  <c:v>13.7479</c:v>
                </c:pt>
                <c:pt idx="9342">
                  <c:v>13.7476</c:v>
                </c:pt>
                <c:pt idx="9343">
                  <c:v>13.747399999999999</c:v>
                </c:pt>
                <c:pt idx="9344">
                  <c:v>13.747399999999999</c:v>
                </c:pt>
                <c:pt idx="9345">
                  <c:v>13.747399999999999</c:v>
                </c:pt>
                <c:pt idx="9346">
                  <c:v>13.7475</c:v>
                </c:pt>
                <c:pt idx="9347">
                  <c:v>13.747399999999999</c:v>
                </c:pt>
                <c:pt idx="9348">
                  <c:v>13.7475</c:v>
                </c:pt>
                <c:pt idx="9349">
                  <c:v>13.747399999999999</c:v>
                </c:pt>
                <c:pt idx="9350">
                  <c:v>13.7476</c:v>
                </c:pt>
                <c:pt idx="9351">
                  <c:v>13.747399999999999</c:v>
                </c:pt>
                <c:pt idx="9352">
                  <c:v>13.747399999999999</c:v>
                </c:pt>
                <c:pt idx="9353">
                  <c:v>13.747399999999999</c:v>
                </c:pt>
                <c:pt idx="9354">
                  <c:v>13.7475</c:v>
                </c:pt>
                <c:pt idx="9355">
                  <c:v>13.747399999999999</c:v>
                </c:pt>
                <c:pt idx="9356">
                  <c:v>13.7477</c:v>
                </c:pt>
                <c:pt idx="9357">
                  <c:v>13.748100000000001</c:v>
                </c:pt>
                <c:pt idx="9358">
                  <c:v>13.7486</c:v>
                </c:pt>
                <c:pt idx="9359">
                  <c:v>13.749700000000001</c:v>
                </c:pt>
                <c:pt idx="9360">
                  <c:v>13.7509</c:v>
                </c:pt>
                <c:pt idx="9361">
                  <c:v>13.7523</c:v>
                </c:pt>
                <c:pt idx="9362">
                  <c:v>13.7539</c:v>
                </c:pt>
                <c:pt idx="9363">
                  <c:v>13.7553</c:v>
                </c:pt>
                <c:pt idx="9364">
                  <c:v>13.757899999999999</c:v>
                </c:pt>
                <c:pt idx="9365">
                  <c:v>13.76</c:v>
                </c:pt>
                <c:pt idx="9366">
                  <c:v>13.76</c:v>
                </c:pt>
                <c:pt idx="9367">
                  <c:v>13.7593</c:v>
                </c:pt>
                <c:pt idx="9368">
                  <c:v>13.761100000000001</c:v>
                </c:pt>
                <c:pt idx="9369">
                  <c:v>13.761299999999999</c:v>
                </c:pt>
                <c:pt idx="9370">
                  <c:v>13.7674</c:v>
                </c:pt>
                <c:pt idx="9371">
                  <c:v>13.7774</c:v>
                </c:pt>
                <c:pt idx="9372">
                  <c:v>13.794600000000001</c:v>
                </c:pt>
                <c:pt idx="9373">
                  <c:v>17.486000000000001</c:v>
                </c:pt>
                <c:pt idx="9374">
                  <c:v>17.501000000000001</c:v>
                </c:pt>
                <c:pt idx="9375">
                  <c:v>17.503700000000002</c:v>
                </c:pt>
                <c:pt idx="9376">
                  <c:v>17.514099999999999</c:v>
                </c:pt>
                <c:pt idx="9377">
                  <c:v>17.517199999999999</c:v>
                </c:pt>
                <c:pt idx="9378">
                  <c:v>17.524099999999997</c:v>
                </c:pt>
                <c:pt idx="9379">
                  <c:v>17.525099999999998</c:v>
                </c:pt>
                <c:pt idx="9380">
                  <c:v>17.524699999999999</c:v>
                </c:pt>
                <c:pt idx="9381">
                  <c:v>17.4495</c:v>
                </c:pt>
                <c:pt idx="9382">
                  <c:v>17.521799999999999</c:v>
                </c:pt>
                <c:pt idx="9383">
                  <c:v>17.3566</c:v>
                </c:pt>
                <c:pt idx="9384">
                  <c:v>17.517400000000002</c:v>
                </c:pt>
                <c:pt idx="9385">
                  <c:v>17.515499999999999</c:v>
                </c:pt>
                <c:pt idx="9386">
                  <c:v>17.4223</c:v>
                </c:pt>
                <c:pt idx="9387">
                  <c:v>17.2988</c:v>
                </c:pt>
                <c:pt idx="9388">
                  <c:v>17.403299999999998</c:v>
                </c:pt>
                <c:pt idx="9389">
                  <c:v>17.150200000000002</c:v>
                </c:pt>
                <c:pt idx="9390">
                  <c:v>17.133299999999998</c:v>
                </c:pt>
                <c:pt idx="9391">
                  <c:v>17.37</c:v>
                </c:pt>
                <c:pt idx="9392">
                  <c:v>17.3902</c:v>
                </c:pt>
                <c:pt idx="9393">
                  <c:v>17.0685</c:v>
                </c:pt>
                <c:pt idx="9394">
                  <c:v>17.194599999999998</c:v>
                </c:pt>
                <c:pt idx="9395">
                  <c:v>17.195</c:v>
                </c:pt>
                <c:pt idx="9396">
                  <c:v>16.9297</c:v>
                </c:pt>
                <c:pt idx="9397">
                  <c:v>16.929599999999997</c:v>
                </c:pt>
                <c:pt idx="9398">
                  <c:v>16.924099999999999</c:v>
                </c:pt>
                <c:pt idx="9399">
                  <c:v>16.8749</c:v>
                </c:pt>
                <c:pt idx="9400">
                  <c:v>16.913599999999999</c:v>
                </c:pt>
                <c:pt idx="9401">
                  <c:v>17.5319</c:v>
                </c:pt>
                <c:pt idx="9402">
                  <c:v>18.095700000000001</c:v>
                </c:pt>
                <c:pt idx="9403">
                  <c:v>18.236799999999999</c:v>
                </c:pt>
                <c:pt idx="9404">
                  <c:v>18.256900000000002</c:v>
                </c:pt>
                <c:pt idx="9405">
                  <c:v>18.244</c:v>
                </c:pt>
                <c:pt idx="9406">
                  <c:v>18.169599999999999</c:v>
                </c:pt>
                <c:pt idx="9407">
                  <c:v>18.025200000000002</c:v>
                </c:pt>
                <c:pt idx="9408">
                  <c:v>17.965</c:v>
                </c:pt>
                <c:pt idx="9409">
                  <c:v>17.8704</c:v>
                </c:pt>
                <c:pt idx="9410">
                  <c:v>17.8322</c:v>
                </c:pt>
                <c:pt idx="9411">
                  <c:v>17.523799999999998</c:v>
                </c:pt>
                <c:pt idx="9412">
                  <c:v>17.527699999999999</c:v>
                </c:pt>
                <c:pt idx="9413">
                  <c:v>17.6174</c:v>
                </c:pt>
                <c:pt idx="9414">
                  <c:v>17.845500000000001</c:v>
                </c:pt>
                <c:pt idx="9415">
                  <c:v>17.538499999999999</c:v>
                </c:pt>
                <c:pt idx="9416">
                  <c:v>17.542300000000001</c:v>
                </c:pt>
                <c:pt idx="9417">
                  <c:v>17.542000000000002</c:v>
                </c:pt>
                <c:pt idx="9418">
                  <c:v>17.545999999999999</c:v>
                </c:pt>
                <c:pt idx="9419">
                  <c:v>17.553900000000002</c:v>
                </c:pt>
                <c:pt idx="9420">
                  <c:v>17.585000000000001</c:v>
                </c:pt>
                <c:pt idx="9485">
                  <c:v>3.6807699999999999</c:v>
                </c:pt>
                <c:pt idx="9486">
                  <c:v>3.6855300000000004</c:v>
                </c:pt>
                <c:pt idx="9487">
                  <c:v>3.69164</c:v>
                </c:pt>
                <c:pt idx="9488">
                  <c:v>3.6990400000000001</c:v>
                </c:pt>
                <c:pt idx="9489">
                  <c:v>3.7109699999999997</c:v>
                </c:pt>
                <c:pt idx="9490">
                  <c:v>3.7227199999999998</c:v>
                </c:pt>
                <c:pt idx="9491">
                  <c:v>3.7398099999999999</c:v>
                </c:pt>
                <c:pt idx="9492">
                  <c:v>3.7620500000000003</c:v>
                </c:pt>
                <c:pt idx="9493">
                  <c:v>3.7896900000000002</c:v>
                </c:pt>
                <c:pt idx="9494">
                  <c:v>3.8300300000000003</c:v>
                </c:pt>
                <c:pt idx="9495">
                  <c:v>3.8799399999999999</c:v>
                </c:pt>
                <c:pt idx="9496">
                  <c:v>3.9549600000000003</c:v>
                </c:pt>
                <c:pt idx="9497">
                  <c:v>4.0793699999999999</c:v>
                </c:pt>
                <c:pt idx="9498">
                  <c:v>4.28003</c:v>
                </c:pt>
                <c:pt idx="9499">
                  <c:v>4.5</c:v>
                </c:pt>
                <c:pt idx="9500">
                  <c:v>4.5</c:v>
                </c:pt>
                <c:pt idx="9501">
                  <c:v>4.5</c:v>
                </c:pt>
                <c:pt idx="9502">
                  <c:v>4.5</c:v>
                </c:pt>
                <c:pt idx="9543">
                  <c:v>7.87</c:v>
                </c:pt>
                <c:pt idx="9544">
                  <c:v>7.87</c:v>
                </c:pt>
                <c:pt idx="9545">
                  <c:v>7.87</c:v>
                </c:pt>
                <c:pt idx="9546">
                  <c:v>7.87</c:v>
                </c:pt>
                <c:pt idx="9547">
                  <c:v>7.87</c:v>
                </c:pt>
                <c:pt idx="9548">
                  <c:v>7.87</c:v>
                </c:pt>
                <c:pt idx="9549">
                  <c:v>7.87</c:v>
                </c:pt>
                <c:pt idx="9550">
                  <c:v>7.87</c:v>
                </c:pt>
                <c:pt idx="9551">
                  <c:v>7.87</c:v>
                </c:pt>
                <c:pt idx="9552">
                  <c:v>7.87</c:v>
                </c:pt>
                <c:pt idx="9553">
                  <c:v>7.87</c:v>
                </c:pt>
                <c:pt idx="9554">
                  <c:v>7.87</c:v>
                </c:pt>
                <c:pt idx="9555">
                  <c:v>7.87</c:v>
                </c:pt>
                <c:pt idx="9556">
                  <c:v>7.87</c:v>
                </c:pt>
                <c:pt idx="9557">
                  <c:v>7.87</c:v>
                </c:pt>
                <c:pt idx="9558">
                  <c:v>7.87</c:v>
                </c:pt>
                <c:pt idx="9559">
                  <c:v>7.87</c:v>
                </c:pt>
                <c:pt idx="9560">
                  <c:v>7.87</c:v>
                </c:pt>
                <c:pt idx="9561">
                  <c:v>7.87</c:v>
                </c:pt>
                <c:pt idx="9562">
                  <c:v>7.87</c:v>
                </c:pt>
                <c:pt idx="9563">
                  <c:v>7.87</c:v>
                </c:pt>
                <c:pt idx="9564">
                  <c:v>7.87</c:v>
                </c:pt>
                <c:pt idx="9565">
                  <c:v>7.87</c:v>
                </c:pt>
                <c:pt idx="9566">
                  <c:v>4.4441099999999993</c:v>
                </c:pt>
                <c:pt idx="9567">
                  <c:v>4.4442500000000003</c:v>
                </c:pt>
                <c:pt idx="9568">
                  <c:v>4.4438199999999997</c:v>
                </c:pt>
                <c:pt idx="9569">
                  <c:v>4.4449499999999995</c:v>
                </c:pt>
                <c:pt idx="9570">
                  <c:v>7.87</c:v>
                </c:pt>
                <c:pt idx="9571">
                  <c:v>7.87</c:v>
                </c:pt>
                <c:pt idx="9572">
                  <c:v>7.87</c:v>
                </c:pt>
                <c:pt idx="9573">
                  <c:v>7.87</c:v>
                </c:pt>
                <c:pt idx="9574">
                  <c:v>7.87</c:v>
                </c:pt>
                <c:pt idx="9575">
                  <c:v>7.87</c:v>
                </c:pt>
                <c:pt idx="9576">
                  <c:v>7.87</c:v>
                </c:pt>
                <c:pt idx="9577">
                  <c:v>7.87</c:v>
                </c:pt>
                <c:pt idx="9578">
                  <c:v>7.87</c:v>
                </c:pt>
                <c:pt idx="9579">
                  <c:v>7.87</c:v>
                </c:pt>
                <c:pt idx="9580">
                  <c:v>7.87</c:v>
                </c:pt>
                <c:pt idx="9581">
                  <c:v>7.87</c:v>
                </c:pt>
                <c:pt idx="9582">
                  <c:v>7.87</c:v>
                </c:pt>
                <c:pt idx="9583">
                  <c:v>7.87</c:v>
                </c:pt>
                <c:pt idx="9584">
                  <c:v>7.87</c:v>
                </c:pt>
                <c:pt idx="9585">
                  <c:v>7.87</c:v>
                </c:pt>
                <c:pt idx="9586">
                  <c:v>7.87</c:v>
                </c:pt>
                <c:pt idx="9587">
                  <c:v>7.87</c:v>
                </c:pt>
                <c:pt idx="9588">
                  <c:v>7.87</c:v>
                </c:pt>
                <c:pt idx="9589">
                  <c:v>7.87</c:v>
                </c:pt>
                <c:pt idx="9630">
                  <c:v>10.6569</c:v>
                </c:pt>
                <c:pt idx="9631">
                  <c:v>10.894</c:v>
                </c:pt>
                <c:pt idx="9632">
                  <c:v>10.8195</c:v>
                </c:pt>
                <c:pt idx="9633">
                  <c:v>10.781000000000001</c:v>
                </c:pt>
                <c:pt idx="9634">
                  <c:v>10.7508</c:v>
                </c:pt>
                <c:pt idx="9635">
                  <c:v>10.7544</c:v>
                </c:pt>
                <c:pt idx="9636">
                  <c:v>10.758299999999998</c:v>
                </c:pt>
                <c:pt idx="9637">
                  <c:v>10.737500000000001</c:v>
                </c:pt>
                <c:pt idx="9638">
                  <c:v>10.639200000000001</c:v>
                </c:pt>
                <c:pt idx="9639">
                  <c:v>10.5646</c:v>
                </c:pt>
                <c:pt idx="9640">
                  <c:v>10.410200000000001</c:v>
                </c:pt>
                <c:pt idx="9641">
                  <c:v>10.4404</c:v>
                </c:pt>
                <c:pt idx="9642">
                  <c:v>10.4686</c:v>
                </c:pt>
                <c:pt idx="9643">
                  <c:v>10.4848</c:v>
                </c:pt>
                <c:pt idx="9644">
                  <c:v>10.5223</c:v>
                </c:pt>
                <c:pt idx="9645">
                  <c:v>10.509499999999999</c:v>
                </c:pt>
                <c:pt idx="9646">
                  <c:v>10.4831</c:v>
                </c:pt>
                <c:pt idx="9647">
                  <c:v>10.4556</c:v>
                </c:pt>
                <c:pt idx="9648">
                  <c:v>10.4414</c:v>
                </c:pt>
                <c:pt idx="9649">
                  <c:v>10.427100000000001</c:v>
                </c:pt>
                <c:pt idx="9650">
                  <c:v>10.469700000000001</c:v>
                </c:pt>
                <c:pt idx="9651">
                  <c:v>10.4831</c:v>
                </c:pt>
                <c:pt idx="9652">
                  <c:v>10.4963</c:v>
                </c:pt>
                <c:pt idx="9653">
                  <c:v>10.496700000000001</c:v>
                </c:pt>
                <c:pt idx="9654">
                  <c:v>10.47</c:v>
                </c:pt>
                <c:pt idx="9655">
                  <c:v>10.5121</c:v>
                </c:pt>
                <c:pt idx="9656">
                  <c:v>10.541799999999999</c:v>
                </c:pt>
                <c:pt idx="9657">
                  <c:v>10.718500000000001</c:v>
                </c:pt>
                <c:pt idx="9658">
                  <c:v>10.716799999999999</c:v>
                </c:pt>
                <c:pt idx="9659">
                  <c:v>10.668700000000001</c:v>
                </c:pt>
                <c:pt idx="9660">
                  <c:v>10.6608</c:v>
                </c:pt>
                <c:pt idx="9661">
                  <c:v>10.649799999999999</c:v>
                </c:pt>
                <c:pt idx="9662">
                  <c:v>10.634399999999999</c:v>
                </c:pt>
                <c:pt idx="9663">
                  <c:v>10.655200000000001</c:v>
                </c:pt>
                <c:pt idx="9664">
                  <c:v>10.6546</c:v>
                </c:pt>
                <c:pt idx="9665">
                  <c:v>10.658200000000001</c:v>
                </c:pt>
                <c:pt idx="9666">
                  <c:v>10.705500000000001</c:v>
                </c:pt>
                <c:pt idx="9667">
                  <c:v>10.7125</c:v>
                </c:pt>
                <c:pt idx="9668">
                  <c:v>10.714399999999999</c:v>
                </c:pt>
                <c:pt idx="9669">
                  <c:v>10.7157</c:v>
                </c:pt>
                <c:pt idx="9670">
                  <c:v>10.683999999999999</c:v>
                </c:pt>
                <c:pt idx="9671">
                  <c:v>10.3954</c:v>
                </c:pt>
                <c:pt idx="9672">
                  <c:v>10.392899999999999</c:v>
                </c:pt>
                <c:pt idx="9673">
                  <c:v>10.3948</c:v>
                </c:pt>
                <c:pt idx="9674">
                  <c:v>10.3963</c:v>
                </c:pt>
                <c:pt idx="9675">
                  <c:v>10.397500000000001</c:v>
                </c:pt>
                <c:pt idx="9676">
                  <c:v>10.398399999999999</c:v>
                </c:pt>
                <c:pt idx="9677">
                  <c:v>10.397</c:v>
                </c:pt>
                <c:pt idx="9678">
                  <c:v>10.3947</c:v>
                </c:pt>
                <c:pt idx="9679">
                  <c:v>10.394600000000001</c:v>
                </c:pt>
                <c:pt idx="9680">
                  <c:v>10.39</c:v>
                </c:pt>
                <c:pt idx="9681">
                  <c:v>11.226299999999998</c:v>
                </c:pt>
                <c:pt idx="9682">
                  <c:v>11.226100000000001</c:v>
                </c:pt>
                <c:pt idx="9683">
                  <c:v>11.235100000000001</c:v>
                </c:pt>
                <c:pt idx="9684">
                  <c:v>11.242799999999999</c:v>
                </c:pt>
                <c:pt idx="9685">
                  <c:v>11.238</c:v>
                </c:pt>
                <c:pt idx="9686">
                  <c:v>11.2348</c:v>
                </c:pt>
                <c:pt idx="9687">
                  <c:v>11.2408</c:v>
                </c:pt>
                <c:pt idx="9688">
                  <c:v>11.2486</c:v>
                </c:pt>
                <c:pt idx="9689">
                  <c:v>11.2484</c:v>
                </c:pt>
                <c:pt idx="9690">
                  <c:v>11.2484</c:v>
                </c:pt>
                <c:pt idx="9691">
                  <c:v>11.259799999999998</c:v>
                </c:pt>
                <c:pt idx="9692">
                  <c:v>11.259799999999998</c:v>
                </c:pt>
                <c:pt idx="9693">
                  <c:v>11.259799999999998</c:v>
                </c:pt>
                <c:pt idx="9694">
                  <c:v>11.259799999999998</c:v>
                </c:pt>
                <c:pt idx="9695">
                  <c:v>11.263500000000001</c:v>
                </c:pt>
                <c:pt idx="9696">
                  <c:v>11.263500000000001</c:v>
                </c:pt>
                <c:pt idx="9697">
                  <c:v>11.263500000000001</c:v>
                </c:pt>
                <c:pt idx="9698">
                  <c:v>11.263500000000001</c:v>
                </c:pt>
                <c:pt idx="9699">
                  <c:v>11.263500000000001</c:v>
                </c:pt>
                <c:pt idx="9700">
                  <c:v>11.263500000000001</c:v>
                </c:pt>
                <c:pt idx="9701">
                  <c:v>11.265799999999999</c:v>
                </c:pt>
                <c:pt idx="9702">
                  <c:v>11.265799999999999</c:v>
                </c:pt>
                <c:pt idx="9703">
                  <c:v>11.265799999999999</c:v>
                </c:pt>
                <c:pt idx="9704">
                  <c:v>11.265799999999999</c:v>
                </c:pt>
                <c:pt idx="9705">
                  <c:v>11.2674</c:v>
                </c:pt>
                <c:pt idx="9706">
                  <c:v>11.278700000000001</c:v>
                </c:pt>
                <c:pt idx="9707">
                  <c:v>11.278700000000001</c:v>
                </c:pt>
                <c:pt idx="9708">
                  <c:v>11.278700000000001</c:v>
                </c:pt>
                <c:pt idx="9709">
                  <c:v>11.278700000000001</c:v>
                </c:pt>
                <c:pt idx="9710">
                  <c:v>11.278700000000001</c:v>
                </c:pt>
                <c:pt idx="9711">
                  <c:v>11.278700000000001</c:v>
                </c:pt>
                <c:pt idx="9712">
                  <c:v>11.278700000000001</c:v>
                </c:pt>
                <c:pt idx="9713">
                  <c:v>11.278700000000001</c:v>
                </c:pt>
                <c:pt idx="9714">
                  <c:v>11.278700000000001</c:v>
                </c:pt>
                <c:pt idx="9715">
                  <c:v>11.278700000000001</c:v>
                </c:pt>
                <c:pt idx="9716">
                  <c:v>11.278700000000001</c:v>
                </c:pt>
                <c:pt idx="9717">
                  <c:v>11.278700000000001</c:v>
                </c:pt>
                <c:pt idx="9718">
                  <c:v>11.278700000000001</c:v>
                </c:pt>
                <c:pt idx="9719">
                  <c:v>11.278700000000001</c:v>
                </c:pt>
                <c:pt idx="9720">
                  <c:v>11.278700000000001</c:v>
                </c:pt>
                <c:pt idx="9721">
                  <c:v>11.278700000000001</c:v>
                </c:pt>
                <c:pt idx="9722">
                  <c:v>11.260200000000001</c:v>
                </c:pt>
                <c:pt idx="9723">
                  <c:v>11.255799999999999</c:v>
                </c:pt>
                <c:pt idx="9724">
                  <c:v>11.2536</c:v>
                </c:pt>
                <c:pt idx="9725">
                  <c:v>11.24</c:v>
                </c:pt>
                <c:pt idx="9726">
                  <c:v>11.2409</c:v>
                </c:pt>
                <c:pt idx="9727">
                  <c:v>11.2302</c:v>
                </c:pt>
                <c:pt idx="9728">
                  <c:v>11.218</c:v>
                </c:pt>
                <c:pt idx="9729">
                  <c:v>11.218</c:v>
                </c:pt>
                <c:pt idx="9730">
                  <c:v>11.218</c:v>
                </c:pt>
                <c:pt idx="9731">
                  <c:v>3.5533600000000001</c:v>
                </c:pt>
                <c:pt idx="9732">
                  <c:v>3.54942</c:v>
                </c:pt>
                <c:pt idx="9733">
                  <c:v>3.5463100000000001</c:v>
                </c:pt>
                <c:pt idx="9734">
                  <c:v>3.5611899999999999</c:v>
                </c:pt>
                <c:pt idx="9735">
                  <c:v>3.54312</c:v>
                </c:pt>
                <c:pt idx="9736">
                  <c:v>3.5489799999999998</c:v>
                </c:pt>
                <c:pt idx="9737">
                  <c:v>3.5</c:v>
                </c:pt>
                <c:pt idx="9738">
                  <c:v>3.5</c:v>
                </c:pt>
                <c:pt idx="9739">
                  <c:v>3.5</c:v>
                </c:pt>
                <c:pt idx="9740">
                  <c:v>3.5</c:v>
                </c:pt>
                <c:pt idx="9741">
                  <c:v>3.5</c:v>
                </c:pt>
                <c:pt idx="9742">
                  <c:v>3.5</c:v>
                </c:pt>
                <c:pt idx="9743">
                  <c:v>3.5</c:v>
                </c:pt>
                <c:pt idx="9744">
                  <c:v>3.5</c:v>
                </c:pt>
                <c:pt idx="9745">
                  <c:v>3.5</c:v>
                </c:pt>
                <c:pt idx="9746">
                  <c:v>3.5</c:v>
                </c:pt>
                <c:pt idx="9771">
                  <c:v>3.5</c:v>
                </c:pt>
                <c:pt idx="9772">
                  <c:v>3.5</c:v>
                </c:pt>
                <c:pt idx="9773">
                  <c:v>3.5</c:v>
                </c:pt>
                <c:pt idx="9774">
                  <c:v>3.5</c:v>
                </c:pt>
                <c:pt idx="9775">
                  <c:v>3.5</c:v>
                </c:pt>
                <c:pt idx="9776">
                  <c:v>3.5</c:v>
                </c:pt>
                <c:pt idx="9777">
                  <c:v>3.5</c:v>
                </c:pt>
                <c:pt idx="9778">
                  <c:v>3.5</c:v>
                </c:pt>
                <c:pt idx="9779">
                  <c:v>3.5</c:v>
                </c:pt>
                <c:pt idx="9780">
                  <c:v>3.5</c:v>
                </c:pt>
                <c:pt idx="9781">
                  <c:v>3.5</c:v>
                </c:pt>
                <c:pt idx="9782">
                  <c:v>3.5</c:v>
                </c:pt>
                <c:pt idx="9783">
                  <c:v>3.5</c:v>
                </c:pt>
                <c:pt idx="9784">
                  <c:v>3.5</c:v>
                </c:pt>
                <c:pt idx="9785">
                  <c:v>3.5</c:v>
                </c:pt>
                <c:pt idx="9786">
                  <c:v>3.5</c:v>
                </c:pt>
                <c:pt idx="9787">
                  <c:v>3.5</c:v>
                </c:pt>
                <c:pt idx="9788">
                  <c:v>3.5</c:v>
                </c:pt>
                <c:pt idx="9789">
                  <c:v>3.5</c:v>
                </c:pt>
                <c:pt idx="9790">
                  <c:v>3.5</c:v>
                </c:pt>
                <c:pt idx="9791">
                  <c:v>3.5</c:v>
                </c:pt>
                <c:pt idx="9792">
                  <c:v>3.5</c:v>
                </c:pt>
                <c:pt idx="9793">
                  <c:v>3.5</c:v>
                </c:pt>
                <c:pt idx="9794">
                  <c:v>3.5</c:v>
                </c:pt>
                <c:pt idx="9795">
                  <c:v>3.5</c:v>
                </c:pt>
                <c:pt idx="9796">
                  <c:v>3.5</c:v>
                </c:pt>
                <c:pt idx="9797">
                  <c:v>3.5</c:v>
                </c:pt>
                <c:pt idx="9798">
                  <c:v>3.5</c:v>
                </c:pt>
                <c:pt idx="9799">
                  <c:v>3.5</c:v>
                </c:pt>
                <c:pt idx="9800">
                  <c:v>3.5</c:v>
                </c:pt>
                <c:pt idx="9801">
                  <c:v>3.5</c:v>
                </c:pt>
                <c:pt idx="9802">
                  <c:v>3.5</c:v>
                </c:pt>
                <c:pt idx="9803">
                  <c:v>3.5</c:v>
                </c:pt>
                <c:pt idx="9804">
                  <c:v>3.5</c:v>
                </c:pt>
                <c:pt idx="9805">
                  <c:v>3.5</c:v>
                </c:pt>
                <c:pt idx="9806">
                  <c:v>3.5</c:v>
                </c:pt>
                <c:pt idx="9807">
                  <c:v>3.5</c:v>
                </c:pt>
                <c:pt idx="9808">
                  <c:v>3.5</c:v>
                </c:pt>
                <c:pt idx="9809">
                  <c:v>3.5</c:v>
                </c:pt>
                <c:pt idx="9810">
                  <c:v>3.5</c:v>
                </c:pt>
                <c:pt idx="9814">
                  <c:v>3.5</c:v>
                </c:pt>
                <c:pt idx="9815">
                  <c:v>3.5</c:v>
                </c:pt>
                <c:pt idx="9816">
                  <c:v>3.5</c:v>
                </c:pt>
                <c:pt idx="9817">
                  <c:v>3.5</c:v>
                </c:pt>
                <c:pt idx="9818">
                  <c:v>3.5</c:v>
                </c:pt>
                <c:pt idx="9819">
                  <c:v>3.5</c:v>
                </c:pt>
                <c:pt idx="9820">
                  <c:v>3.5</c:v>
                </c:pt>
                <c:pt idx="9821">
                  <c:v>3.5</c:v>
                </c:pt>
                <c:pt idx="9822">
                  <c:v>3.5</c:v>
                </c:pt>
                <c:pt idx="9823">
                  <c:v>3.5</c:v>
                </c:pt>
                <c:pt idx="9824">
                  <c:v>3.5</c:v>
                </c:pt>
                <c:pt idx="9825">
                  <c:v>3.5</c:v>
                </c:pt>
                <c:pt idx="9826">
                  <c:v>3.5</c:v>
                </c:pt>
                <c:pt idx="9827">
                  <c:v>3.5</c:v>
                </c:pt>
                <c:pt idx="9828">
                  <c:v>3.5</c:v>
                </c:pt>
                <c:pt idx="9829">
                  <c:v>3.5</c:v>
                </c:pt>
                <c:pt idx="9830">
                  <c:v>3.5</c:v>
                </c:pt>
                <c:pt idx="9831">
                  <c:v>3.5</c:v>
                </c:pt>
                <c:pt idx="9832">
                  <c:v>3.5</c:v>
                </c:pt>
                <c:pt idx="9833">
                  <c:v>3.5</c:v>
                </c:pt>
                <c:pt idx="9834">
                  <c:v>3.5</c:v>
                </c:pt>
                <c:pt idx="9835">
                  <c:v>3.5</c:v>
                </c:pt>
                <c:pt idx="9836">
                  <c:v>3.5</c:v>
                </c:pt>
                <c:pt idx="9837">
                  <c:v>3.5</c:v>
                </c:pt>
                <c:pt idx="9838">
                  <c:v>3.5</c:v>
                </c:pt>
                <c:pt idx="9839">
                  <c:v>3.5</c:v>
                </c:pt>
                <c:pt idx="9840">
                  <c:v>3.5</c:v>
                </c:pt>
                <c:pt idx="9841">
                  <c:v>3.5</c:v>
                </c:pt>
                <c:pt idx="9842">
                  <c:v>3.5</c:v>
                </c:pt>
                <c:pt idx="9843">
                  <c:v>3.5</c:v>
                </c:pt>
                <c:pt idx="9844">
                  <c:v>3.5</c:v>
                </c:pt>
                <c:pt idx="9845">
                  <c:v>3.5</c:v>
                </c:pt>
                <c:pt idx="9851">
                  <c:v>3.5</c:v>
                </c:pt>
                <c:pt idx="9852">
                  <c:v>3.5</c:v>
                </c:pt>
                <c:pt idx="9853">
                  <c:v>3.5</c:v>
                </c:pt>
                <c:pt idx="9854">
                  <c:v>3.5</c:v>
                </c:pt>
                <c:pt idx="9855">
                  <c:v>3.5</c:v>
                </c:pt>
                <c:pt idx="9856">
                  <c:v>3.5</c:v>
                </c:pt>
                <c:pt idx="9857">
                  <c:v>3.5</c:v>
                </c:pt>
                <c:pt idx="9858">
                  <c:v>3.5</c:v>
                </c:pt>
                <c:pt idx="9859">
                  <c:v>3.5</c:v>
                </c:pt>
                <c:pt idx="9860">
                  <c:v>3.5</c:v>
                </c:pt>
                <c:pt idx="9861">
                  <c:v>3.5</c:v>
                </c:pt>
                <c:pt idx="9862">
                  <c:v>3.5</c:v>
                </c:pt>
                <c:pt idx="9863">
                  <c:v>3.5</c:v>
                </c:pt>
                <c:pt idx="9864">
                  <c:v>3.5</c:v>
                </c:pt>
                <c:pt idx="9865">
                  <c:v>3.5</c:v>
                </c:pt>
                <c:pt idx="9866">
                  <c:v>3.5</c:v>
                </c:pt>
                <c:pt idx="9867">
                  <c:v>3.5</c:v>
                </c:pt>
                <c:pt idx="9868">
                  <c:v>3.5</c:v>
                </c:pt>
                <c:pt idx="9869">
                  <c:v>3.5</c:v>
                </c:pt>
                <c:pt idx="9870">
                  <c:v>3.5</c:v>
                </c:pt>
                <c:pt idx="9871">
                  <c:v>3.5</c:v>
                </c:pt>
                <c:pt idx="9872">
                  <c:v>3.5</c:v>
                </c:pt>
                <c:pt idx="9873">
                  <c:v>3.5</c:v>
                </c:pt>
                <c:pt idx="9874">
                  <c:v>3.5</c:v>
                </c:pt>
                <c:pt idx="9875">
                  <c:v>3.5</c:v>
                </c:pt>
                <c:pt idx="9876">
                  <c:v>3.5</c:v>
                </c:pt>
                <c:pt idx="9877">
                  <c:v>3.5</c:v>
                </c:pt>
                <c:pt idx="9878">
                  <c:v>3.5</c:v>
                </c:pt>
                <c:pt idx="9879">
                  <c:v>3.5</c:v>
                </c:pt>
                <c:pt idx="9880">
                  <c:v>3.5</c:v>
                </c:pt>
                <c:pt idx="9881">
                  <c:v>3.5</c:v>
                </c:pt>
                <c:pt idx="9882">
                  <c:v>3.5</c:v>
                </c:pt>
                <c:pt idx="9883">
                  <c:v>3.5</c:v>
                </c:pt>
                <c:pt idx="9884">
                  <c:v>3.5</c:v>
                </c:pt>
                <c:pt idx="9885">
                  <c:v>3.5</c:v>
                </c:pt>
                <c:pt idx="9886">
                  <c:v>3.5</c:v>
                </c:pt>
                <c:pt idx="9887">
                  <c:v>3.5</c:v>
                </c:pt>
                <c:pt idx="9908">
                  <c:v>3.5</c:v>
                </c:pt>
                <c:pt idx="9909">
                  <c:v>3.5</c:v>
                </c:pt>
                <c:pt idx="9910">
                  <c:v>3.5</c:v>
                </c:pt>
                <c:pt idx="9911">
                  <c:v>3.5</c:v>
                </c:pt>
                <c:pt idx="9912">
                  <c:v>3.5</c:v>
                </c:pt>
                <c:pt idx="9913">
                  <c:v>3.5</c:v>
                </c:pt>
                <c:pt idx="9914">
                  <c:v>3.5</c:v>
                </c:pt>
                <c:pt idx="9923">
                  <c:v>3.5</c:v>
                </c:pt>
                <c:pt idx="9978">
                  <c:v>3.5</c:v>
                </c:pt>
                <c:pt idx="9979">
                  <c:v>3.5</c:v>
                </c:pt>
                <c:pt idx="9980">
                  <c:v>3.5</c:v>
                </c:pt>
                <c:pt idx="9981">
                  <c:v>3.5</c:v>
                </c:pt>
                <c:pt idx="9982">
                  <c:v>3.5</c:v>
                </c:pt>
                <c:pt idx="10051">
                  <c:v>9.4380000000000006</c:v>
                </c:pt>
                <c:pt idx="10052">
                  <c:v>9.4380000000000006</c:v>
                </c:pt>
                <c:pt idx="10053">
                  <c:v>9.4380000000000006</c:v>
                </c:pt>
                <c:pt idx="10054">
                  <c:v>9.4380000000000006</c:v>
                </c:pt>
                <c:pt idx="10055">
                  <c:v>9.4380000000000006</c:v>
                </c:pt>
                <c:pt idx="10056">
                  <c:v>9.4380000000000006</c:v>
                </c:pt>
                <c:pt idx="10057">
                  <c:v>9.4380000000000006</c:v>
                </c:pt>
                <c:pt idx="10058">
                  <c:v>9.4380000000000006</c:v>
                </c:pt>
                <c:pt idx="10059">
                  <c:v>9.4380000000000006</c:v>
                </c:pt>
                <c:pt idx="10060">
                  <c:v>9.4380000000000006</c:v>
                </c:pt>
                <c:pt idx="10061">
                  <c:v>9.4380000000000006</c:v>
                </c:pt>
                <c:pt idx="10062">
                  <c:v>9.4380000000000006</c:v>
                </c:pt>
                <c:pt idx="10063">
                  <c:v>9.4691900000000011</c:v>
                </c:pt>
                <c:pt idx="10064">
                  <c:v>9.5374200000000009</c:v>
                </c:pt>
                <c:pt idx="10065">
                  <c:v>9.5789200000000001</c:v>
                </c:pt>
                <c:pt idx="10066">
                  <c:v>9.6065900000000006</c:v>
                </c:pt>
                <c:pt idx="10067">
                  <c:v>9.6222499999999993</c:v>
                </c:pt>
                <c:pt idx="10068">
                  <c:v>9.6346100000000003</c:v>
                </c:pt>
                <c:pt idx="10069">
                  <c:v>9.6450599999999991</c:v>
                </c:pt>
                <c:pt idx="10070">
                  <c:v>9.6480899999999998</c:v>
                </c:pt>
                <c:pt idx="10071">
                  <c:v>9.6515499999999985</c:v>
                </c:pt>
                <c:pt idx="10072">
                  <c:v>9.6515499999999985</c:v>
                </c:pt>
                <c:pt idx="10073">
                  <c:v>9.6515499999999985</c:v>
                </c:pt>
                <c:pt idx="10074">
                  <c:v>9.6515499999999985</c:v>
                </c:pt>
                <c:pt idx="10075">
                  <c:v>9.6515499999999985</c:v>
                </c:pt>
                <c:pt idx="10076">
                  <c:v>9.6515499999999985</c:v>
                </c:pt>
                <c:pt idx="10077">
                  <c:v>9.6515499999999985</c:v>
                </c:pt>
                <c:pt idx="10078">
                  <c:v>9.6510200000000008</c:v>
                </c:pt>
                <c:pt idx="10079">
                  <c:v>9.6512799999999999</c:v>
                </c:pt>
                <c:pt idx="10080">
                  <c:v>9.6504699999999985</c:v>
                </c:pt>
                <c:pt idx="10081">
                  <c:v>9.6504699999999985</c:v>
                </c:pt>
                <c:pt idx="10082">
                  <c:v>9.6504699999999985</c:v>
                </c:pt>
                <c:pt idx="10083">
                  <c:v>9.6501999999999999</c:v>
                </c:pt>
                <c:pt idx="10084">
                  <c:v>9.6501999999999999</c:v>
                </c:pt>
                <c:pt idx="10085">
                  <c:v>9.6490799999999997</c:v>
                </c:pt>
                <c:pt idx="10086">
                  <c:v>9.6490799999999997</c:v>
                </c:pt>
                <c:pt idx="10087">
                  <c:v>9.6487900000000018</c:v>
                </c:pt>
                <c:pt idx="10088">
                  <c:v>9.6485099999999999</c:v>
                </c:pt>
                <c:pt idx="10089">
                  <c:v>9.6470400000000005</c:v>
                </c:pt>
                <c:pt idx="10090">
                  <c:v>9.6520200000000003</c:v>
                </c:pt>
                <c:pt idx="10091">
                  <c:v>9.6572300000000002</c:v>
                </c:pt>
                <c:pt idx="10092">
                  <c:v>9.6570999999999998</c:v>
                </c:pt>
                <c:pt idx="10093">
                  <c:v>9.660540000000001</c:v>
                </c:pt>
                <c:pt idx="10094">
                  <c:v>9.6579500000000014</c:v>
                </c:pt>
                <c:pt idx="10095">
                  <c:v>9.6630599999999998</c:v>
                </c:pt>
                <c:pt idx="10096">
                  <c:v>9.6750300000000014</c:v>
                </c:pt>
                <c:pt idx="10097">
                  <c:v>9.7140599999999999</c:v>
                </c:pt>
                <c:pt idx="10098">
                  <c:v>9.7319999999999993</c:v>
                </c:pt>
                <c:pt idx="10099">
                  <c:v>9.7319999999999993</c:v>
                </c:pt>
                <c:pt idx="10100">
                  <c:v>7.1260500000000002</c:v>
                </c:pt>
                <c:pt idx="10101">
                  <c:v>8.5805000000000007</c:v>
                </c:pt>
                <c:pt idx="10102">
                  <c:v>8.7357300000000002</c:v>
                </c:pt>
                <c:pt idx="10103">
                  <c:v>8.7979599999999998</c:v>
                </c:pt>
                <c:pt idx="10104">
                  <c:v>8.8406299999999991</c:v>
                </c:pt>
                <c:pt idx="10105">
                  <c:v>8.8570400000000014</c:v>
                </c:pt>
                <c:pt idx="10106">
                  <c:v>8.8498999999999999</c:v>
                </c:pt>
                <c:pt idx="10107">
                  <c:v>8.7854799999999997</c:v>
                </c:pt>
                <c:pt idx="10108">
                  <c:v>8.7275100000000005</c:v>
                </c:pt>
                <c:pt idx="10109">
                  <c:v>8.6695400000000014</c:v>
                </c:pt>
                <c:pt idx="10110">
                  <c:v>8.6180099999999999</c:v>
                </c:pt>
                <c:pt idx="10111">
                  <c:v>8.5664800000000003</c:v>
                </c:pt>
                <c:pt idx="10112">
                  <c:v>8.5213900000000002</c:v>
                </c:pt>
                <c:pt idx="10113">
                  <c:v>8.4891800000000011</c:v>
                </c:pt>
                <c:pt idx="10114">
                  <c:v>8.4569799999999997</c:v>
                </c:pt>
                <c:pt idx="10115">
                  <c:v>8.4247700000000005</c:v>
                </c:pt>
                <c:pt idx="10116">
                  <c:v>8.4054500000000001</c:v>
                </c:pt>
                <c:pt idx="10117">
                  <c:v>8.3990100000000005</c:v>
                </c:pt>
                <c:pt idx="10118">
                  <c:v>8.38612</c:v>
                </c:pt>
                <c:pt idx="10119">
                  <c:v>8.3796800000000005</c:v>
                </c:pt>
                <c:pt idx="10120">
                  <c:v>8.3732399999999991</c:v>
                </c:pt>
                <c:pt idx="10121">
                  <c:v>8.3732399999999991</c:v>
                </c:pt>
                <c:pt idx="10122">
                  <c:v>8.3732399999999991</c:v>
                </c:pt>
                <c:pt idx="10123">
                  <c:v>8.3667999999999996</c:v>
                </c:pt>
                <c:pt idx="10124">
                  <c:v>8.3667999999999996</c:v>
                </c:pt>
                <c:pt idx="10125">
                  <c:v>8.3732399999999991</c:v>
                </c:pt>
                <c:pt idx="10126">
                  <c:v>8.3796800000000005</c:v>
                </c:pt>
                <c:pt idx="10127">
                  <c:v>8.3796800000000005</c:v>
                </c:pt>
                <c:pt idx="10128">
                  <c:v>8.4054500000000001</c:v>
                </c:pt>
                <c:pt idx="10129">
                  <c:v>8.4247700000000005</c:v>
                </c:pt>
                <c:pt idx="10130">
                  <c:v>8.4569799999999997</c:v>
                </c:pt>
                <c:pt idx="10131">
                  <c:v>8.4956299999999985</c:v>
                </c:pt>
                <c:pt idx="10132">
                  <c:v>8.5213900000000002</c:v>
                </c:pt>
                <c:pt idx="10133">
                  <c:v>8.5600400000000008</c:v>
                </c:pt>
                <c:pt idx="10134">
                  <c:v>8.5922499999999999</c:v>
                </c:pt>
                <c:pt idx="10135">
                  <c:v>8.6502199999999991</c:v>
                </c:pt>
                <c:pt idx="10136">
                  <c:v>8.7081900000000001</c:v>
                </c:pt>
                <c:pt idx="10137">
                  <c:v>8.7597199999999997</c:v>
                </c:pt>
                <c:pt idx="10138">
                  <c:v>8.8048099999999998</c:v>
                </c:pt>
                <c:pt idx="10139">
                  <c:v>8.8692199999999985</c:v>
                </c:pt>
                <c:pt idx="10140">
                  <c:v>8.9344400000000004</c:v>
                </c:pt>
                <c:pt idx="10141">
                  <c:v>8.9456600000000002</c:v>
                </c:pt>
                <c:pt idx="10142">
                  <c:v>8.9466099999999997</c:v>
                </c:pt>
                <c:pt idx="10143">
                  <c:v>8.9616399999999992</c:v>
                </c:pt>
                <c:pt idx="10144">
                  <c:v>8.9984000000000002</c:v>
                </c:pt>
                <c:pt idx="10145">
                  <c:v>9.0005499999999987</c:v>
                </c:pt>
                <c:pt idx="10146">
                  <c:v>9.3149999999999995</c:v>
                </c:pt>
                <c:pt idx="10190">
                  <c:v>3.5</c:v>
                </c:pt>
                <c:pt idx="10192">
                  <c:v>3.5</c:v>
                </c:pt>
                <c:pt idx="10193">
                  <c:v>3.5</c:v>
                </c:pt>
                <c:pt idx="10194">
                  <c:v>3.5</c:v>
                </c:pt>
                <c:pt idx="10197">
                  <c:v>3.5</c:v>
                </c:pt>
                <c:pt idx="10199">
                  <c:v>3.5</c:v>
                </c:pt>
                <c:pt idx="10200">
                  <c:v>3.5</c:v>
                </c:pt>
                <c:pt idx="10201">
                  <c:v>3.5</c:v>
                </c:pt>
                <c:pt idx="10202">
                  <c:v>3.5</c:v>
                </c:pt>
                <c:pt idx="10203">
                  <c:v>3.5</c:v>
                </c:pt>
                <c:pt idx="10204">
                  <c:v>3.5</c:v>
                </c:pt>
                <c:pt idx="10205">
                  <c:v>3.5</c:v>
                </c:pt>
                <c:pt idx="10206">
                  <c:v>3.5</c:v>
                </c:pt>
                <c:pt idx="10207">
                  <c:v>3.5</c:v>
                </c:pt>
                <c:pt idx="10208">
                  <c:v>3.5</c:v>
                </c:pt>
                <c:pt idx="10209">
                  <c:v>3.5</c:v>
                </c:pt>
                <c:pt idx="10210">
                  <c:v>3.5</c:v>
                </c:pt>
                <c:pt idx="10211">
                  <c:v>3.5</c:v>
                </c:pt>
                <c:pt idx="10212">
                  <c:v>3.5</c:v>
                </c:pt>
                <c:pt idx="10213">
                  <c:v>3.5</c:v>
                </c:pt>
                <c:pt idx="10214">
                  <c:v>3.5</c:v>
                </c:pt>
                <c:pt idx="10216">
                  <c:v>3.5</c:v>
                </c:pt>
                <c:pt idx="10587">
                  <c:v>10.43</c:v>
                </c:pt>
                <c:pt idx="10588">
                  <c:v>10.43</c:v>
                </c:pt>
                <c:pt idx="10589">
                  <c:v>10.43</c:v>
                </c:pt>
                <c:pt idx="10590">
                  <c:v>10.43</c:v>
                </c:pt>
                <c:pt idx="10591">
                  <c:v>10.43</c:v>
                </c:pt>
                <c:pt idx="10592">
                  <c:v>10.43</c:v>
                </c:pt>
                <c:pt idx="10593">
                  <c:v>10.43</c:v>
                </c:pt>
                <c:pt idx="10594">
                  <c:v>10.43</c:v>
                </c:pt>
                <c:pt idx="10595">
                  <c:v>10.43</c:v>
                </c:pt>
                <c:pt idx="10596">
                  <c:v>10.43</c:v>
                </c:pt>
                <c:pt idx="10597">
                  <c:v>10.43</c:v>
                </c:pt>
                <c:pt idx="10598">
                  <c:v>10.43</c:v>
                </c:pt>
                <c:pt idx="10599">
                  <c:v>10.43</c:v>
                </c:pt>
                <c:pt idx="10600">
                  <c:v>10.43</c:v>
                </c:pt>
                <c:pt idx="10601">
                  <c:v>10.43</c:v>
                </c:pt>
                <c:pt idx="10602">
                  <c:v>10.43</c:v>
                </c:pt>
                <c:pt idx="10603">
                  <c:v>10.43</c:v>
                </c:pt>
                <c:pt idx="10604">
                  <c:v>10.43</c:v>
                </c:pt>
                <c:pt idx="10605">
                  <c:v>10.43</c:v>
                </c:pt>
                <c:pt idx="10606">
                  <c:v>10.43</c:v>
                </c:pt>
                <c:pt idx="10607">
                  <c:v>10.43</c:v>
                </c:pt>
                <c:pt idx="10608">
                  <c:v>10.43</c:v>
                </c:pt>
                <c:pt idx="10609">
                  <c:v>10.43</c:v>
                </c:pt>
                <c:pt idx="10610">
                  <c:v>10.43</c:v>
                </c:pt>
                <c:pt idx="10611">
                  <c:v>10.43</c:v>
                </c:pt>
                <c:pt idx="10612">
                  <c:v>10.43</c:v>
                </c:pt>
                <c:pt idx="10613">
                  <c:v>10.43</c:v>
                </c:pt>
                <c:pt idx="10614">
                  <c:v>10.43</c:v>
                </c:pt>
                <c:pt idx="10615">
                  <c:v>10.43</c:v>
                </c:pt>
                <c:pt idx="10616">
                  <c:v>10.43</c:v>
                </c:pt>
                <c:pt idx="10617">
                  <c:v>10.43</c:v>
                </c:pt>
                <c:pt idx="10618">
                  <c:v>10.43</c:v>
                </c:pt>
                <c:pt idx="10619">
                  <c:v>10.43</c:v>
                </c:pt>
                <c:pt idx="10620">
                  <c:v>10.43</c:v>
                </c:pt>
                <c:pt idx="10621">
                  <c:v>10.43</c:v>
                </c:pt>
                <c:pt idx="10622">
                  <c:v>10.43</c:v>
                </c:pt>
                <c:pt idx="10623">
                  <c:v>10.43</c:v>
                </c:pt>
                <c:pt idx="10624">
                  <c:v>10.43</c:v>
                </c:pt>
                <c:pt idx="10625">
                  <c:v>10.43</c:v>
                </c:pt>
                <c:pt idx="10626">
                  <c:v>10.43</c:v>
                </c:pt>
                <c:pt idx="10627">
                  <c:v>10.43</c:v>
                </c:pt>
                <c:pt idx="10628">
                  <c:v>10.43</c:v>
                </c:pt>
                <c:pt idx="10629">
                  <c:v>10.43</c:v>
                </c:pt>
                <c:pt idx="10630">
                  <c:v>10.43</c:v>
                </c:pt>
                <c:pt idx="10631">
                  <c:v>10.43</c:v>
                </c:pt>
                <c:pt idx="10632">
                  <c:v>10.43</c:v>
                </c:pt>
                <c:pt idx="10633">
                  <c:v>10.43</c:v>
                </c:pt>
                <c:pt idx="10634">
                  <c:v>10.43</c:v>
                </c:pt>
                <c:pt idx="10635">
                  <c:v>10.43</c:v>
                </c:pt>
                <c:pt idx="10636">
                  <c:v>10.43</c:v>
                </c:pt>
                <c:pt idx="10637">
                  <c:v>10.43</c:v>
                </c:pt>
                <c:pt idx="10638">
                  <c:v>10.43</c:v>
                </c:pt>
                <c:pt idx="10639">
                  <c:v>12</c:v>
                </c:pt>
                <c:pt idx="10640">
                  <c:v>12</c:v>
                </c:pt>
                <c:pt idx="10641">
                  <c:v>12</c:v>
                </c:pt>
                <c:pt idx="10642">
                  <c:v>12</c:v>
                </c:pt>
                <c:pt idx="10643">
                  <c:v>12</c:v>
                </c:pt>
                <c:pt idx="10644">
                  <c:v>12</c:v>
                </c:pt>
                <c:pt idx="10645">
                  <c:v>12</c:v>
                </c:pt>
                <c:pt idx="10646">
                  <c:v>12</c:v>
                </c:pt>
                <c:pt idx="10647">
                  <c:v>12</c:v>
                </c:pt>
                <c:pt idx="10648">
                  <c:v>12</c:v>
                </c:pt>
                <c:pt idx="10649">
                  <c:v>12</c:v>
                </c:pt>
                <c:pt idx="10650">
                  <c:v>12</c:v>
                </c:pt>
                <c:pt idx="10651">
                  <c:v>12</c:v>
                </c:pt>
                <c:pt idx="10652">
                  <c:v>12</c:v>
                </c:pt>
                <c:pt idx="10653">
                  <c:v>12</c:v>
                </c:pt>
                <c:pt idx="10654">
                  <c:v>12</c:v>
                </c:pt>
                <c:pt idx="10655">
                  <c:v>12</c:v>
                </c:pt>
                <c:pt idx="10656">
                  <c:v>12</c:v>
                </c:pt>
                <c:pt idx="10657">
                  <c:v>12</c:v>
                </c:pt>
                <c:pt idx="10658">
                  <c:v>12</c:v>
                </c:pt>
                <c:pt idx="10659">
                  <c:v>12</c:v>
                </c:pt>
                <c:pt idx="10660">
                  <c:v>12</c:v>
                </c:pt>
                <c:pt idx="10661">
                  <c:v>12</c:v>
                </c:pt>
                <c:pt idx="10662">
                  <c:v>12</c:v>
                </c:pt>
                <c:pt idx="10663">
                  <c:v>12</c:v>
                </c:pt>
                <c:pt idx="10664">
                  <c:v>12</c:v>
                </c:pt>
                <c:pt idx="10665">
                  <c:v>12</c:v>
                </c:pt>
                <c:pt idx="10666">
                  <c:v>12</c:v>
                </c:pt>
                <c:pt idx="10667">
                  <c:v>12</c:v>
                </c:pt>
                <c:pt idx="10668">
                  <c:v>12</c:v>
                </c:pt>
                <c:pt idx="10669">
                  <c:v>12</c:v>
                </c:pt>
                <c:pt idx="10670">
                  <c:v>12</c:v>
                </c:pt>
                <c:pt idx="10671">
                  <c:v>12</c:v>
                </c:pt>
                <c:pt idx="10672">
                  <c:v>12</c:v>
                </c:pt>
                <c:pt idx="10673">
                  <c:v>12</c:v>
                </c:pt>
                <c:pt idx="10674">
                  <c:v>12</c:v>
                </c:pt>
                <c:pt idx="10675">
                  <c:v>12</c:v>
                </c:pt>
                <c:pt idx="10676">
                  <c:v>12</c:v>
                </c:pt>
                <c:pt idx="10677">
                  <c:v>12</c:v>
                </c:pt>
                <c:pt idx="10678">
                  <c:v>12</c:v>
                </c:pt>
                <c:pt idx="10679">
                  <c:v>12</c:v>
                </c:pt>
                <c:pt idx="10680">
                  <c:v>12</c:v>
                </c:pt>
                <c:pt idx="10681">
                  <c:v>12</c:v>
                </c:pt>
                <c:pt idx="10682">
                  <c:v>12</c:v>
                </c:pt>
                <c:pt idx="10683">
                  <c:v>12</c:v>
                </c:pt>
                <c:pt idx="10684">
                  <c:v>12</c:v>
                </c:pt>
                <c:pt idx="10685">
                  <c:v>12</c:v>
                </c:pt>
                <c:pt idx="10686">
                  <c:v>12</c:v>
                </c:pt>
                <c:pt idx="10687">
                  <c:v>12</c:v>
                </c:pt>
                <c:pt idx="10688">
                  <c:v>12</c:v>
                </c:pt>
                <c:pt idx="10689">
                  <c:v>12</c:v>
                </c:pt>
                <c:pt idx="10690">
                  <c:v>12</c:v>
                </c:pt>
                <c:pt idx="10691">
                  <c:v>12</c:v>
                </c:pt>
                <c:pt idx="10692">
                  <c:v>12</c:v>
                </c:pt>
                <c:pt idx="10693">
                  <c:v>12</c:v>
                </c:pt>
                <c:pt idx="10694">
                  <c:v>12</c:v>
                </c:pt>
                <c:pt idx="10695">
                  <c:v>12</c:v>
                </c:pt>
                <c:pt idx="10696">
                  <c:v>12</c:v>
                </c:pt>
                <c:pt idx="10697">
                  <c:v>12</c:v>
                </c:pt>
                <c:pt idx="10698">
                  <c:v>12</c:v>
                </c:pt>
                <c:pt idx="10699">
                  <c:v>12</c:v>
                </c:pt>
                <c:pt idx="10700">
                  <c:v>12</c:v>
                </c:pt>
                <c:pt idx="10701">
                  <c:v>12</c:v>
                </c:pt>
                <c:pt idx="10702">
                  <c:v>12</c:v>
                </c:pt>
                <c:pt idx="10703">
                  <c:v>12</c:v>
                </c:pt>
                <c:pt idx="10704">
                  <c:v>12</c:v>
                </c:pt>
                <c:pt idx="10705">
                  <c:v>12</c:v>
                </c:pt>
                <c:pt idx="10706">
                  <c:v>12</c:v>
                </c:pt>
                <c:pt idx="10707">
                  <c:v>12</c:v>
                </c:pt>
                <c:pt idx="10708">
                  <c:v>12</c:v>
                </c:pt>
                <c:pt idx="10709">
                  <c:v>12</c:v>
                </c:pt>
                <c:pt idx="10710">
                  <c:v>12</c:v>
                </c:pt>
                <c:pt idx="10711">
                  <c:v>12</c:v>
                </c:pt>
                <c:pt idx="10712">
                  <c:v>12</c:v>
                </c:pt>
                <c:pt idx="10713">
                  <c:v>12</c:v>
                </c:pt>
                <c:pt idx="10714">
                  <c:v>12</c:v>
                </c:pt>
                <c:pt idx="10715">
                  <c:v>12</c:v>
                </c:pt>
                <c:pt idx="10716">
                  <c:v>12</c:v>
                </c:pt>
                <c:pt idx="10717">
                  <c:v>12</c:v>
                </c:pt>
                <c:pt idx="10718">
                  <c:v>12</c:v>
                </c:pt>
                <c:pt idx="10719">
                  <c:v>12</c:v>
                </c:pt>
                <c:pt idx="10720">
                  <c:v>12</c:v>
                </c:pt>
                <c:pt idx="10721">
                  <c:v>12</c:v>
                </c:pt>
                <c:pt idx="10722">
                  <c:v>12</c:v>
                </c:pt>
                <c:pt idx="10723">
                  <c:v>12</c:v>
                </c:pt>
                <c:pt idx="10724">
                  <c:v>12</c:v>
                </c:pt>
                <c:pt idx="10725">
                  <c:v>12</c:v>
                </c:pt>
                <c:pt idx="10726">
                  <c:v>12</c:v>
                </c:pt>
                <c:pt idx="10727">
                  <c:v>12</c:v>
                </c:pt>
                <c:pt idx="10728">
                  <c:v>12</c:v>
                </c:pt>
                <c:pt idx="10729">
                  <c:v>12</c:v>
                </c:pt>
                <c:pt idx="10730">
                  <c:v>12</c:v>
                </c:pt>
                <c:pt idx="10731">
                  <c:v>12</c:v>
                </c:pt>
                <c:pt idx="10732">
                  <c:v>12</c:v>
                </c:pt>
                <c:pt idx="10733">
                  <c:v>12</c:v>
                </c:pt>
                <c:pt idx="10734">
                  <c:v>12</c:v>
                </c:pt>
                <c:pt idx="10735">
                  <c:v>12</c:v>
                </c:pt>
                <c:pt idx="10736">
                  <c:v>12</c:v>
                </c:pt>
                <c:pt idx="10737">
                  <c:v>12</c:v>
                </c:pt>
                <c:pt idx="10738">
                  <c:v>12</c:v>
                </c:pt>
                <c:pt idx="10739">
                  <c:v>12</c:v>
                </c:pt>
                <c:pt idx="10740">
                  <c:v>12</c:v>
                </c:pt>
                <c:pt idx="10741">
                  <c:v>12</c:v>
                </c:pt>
                <c:pt idx="10742">
                  <c:v>12</c:v>
                </c:pt>
                <c:pt idx="10743">
                  <c:v>12</c:v>
                </c:pt>
                <c:pt idx="10744">
                  <c:v>12</c:v>
                </c:pt>
                <c:pt idx="10745">
                  <c:v>12</c:v>
                </c:pt>
                <c:pt idx="10746">
                  <c:v>12</c:v>
                </c:pt>
                <c:pt idx="10747">
                  <c:v>12</c:v>
                </c:pt>
                <c:pt idx="10748">
                  <c:v>12</c:v>
                </c:pt>
                <c:pt idx="10749">
                  <c:v>12</c:v>
                </c:pt>
                <c:pt idx="10750">
                  <c:v>12</c:v>
                </c:pt>
                <c:pt idx="10751">
                  <c:v>12</c:v>
                </c:pt>
                <c:pt idx="10752">
                  <c:v>12</c:v>
                </c:pt>
                <c:pt idx="10753">
                  <c:v>12</c:v>
                </c:pt>
                <c:pt idx="10754">
                  <c:v>12</c:v>
                </c:pt>
                <c:pt idx="10755">
                  <c:v>12</c:v>
                </c:pt>
                <c:pt idx="10756">
                  <c:v>12</c:v>
                </c:pt>
                <c:pt idx="10757">
                  <c:v>12</c:v>
                </c:pt>
                <c:pt idx="10758">
                  <c:v>12</c:v>
                </c:pt>
                <c:pt idx="10759">
                  <c:v>12</c:v>
                </c:pt>
                <c:pt idx="10760">
                  <c:v>12</c:v>
                </c:pt>
                <c:pt idx="10761">
                  <c:v>12</c:v>
                </c:pt>
                <c:pt idx="10762">
                  <c:v>12</c:v>
                </c:pt>
                <c:pt idx="10763">
                  <c:v>12</c:v>
                </c:pt>
                <c:pt idx="10764">
                  <c:v>12</c:v>
                </c:pt>
                <c:pt idx="10765">
                  <c:v>12</c:v>
                </c:pt>
                <c:pt idx="10766">
                  <c:v>12</c:v>
                </c:pt>
                <c:pt idx="10767">
                  <c:v>12</c:v>
                </c:pt>
                <c:pt idx="10768">
                  <c:v>12</c:v>
                </c:pt>
                <c:pt idx="10769">
                  <c:v>12</c:v>
                </c:pt>
                <c:pt idx="10770">
                  <c:v>12</c:v>
                </c:pt>
                <c:pt idx="10771">
                  <c:v>12</c:v>
                </c:pt>
                <c:pt idx="10772">
                  <c:v>12</c:v>
                </c:pt>
                <c:pt idx="10773">
                  <c:v>12</c:v>
                </c:pt>
                <c:pt idx="10774">
                  <c:v>12</c:v>
                </c:pt>
                <c:pt idx="10775">
                  <c:v>12</c:v>
                </c:pt>
                <c:pt idx="10776">
                  <c:v>12</c:v>
                </c:pt>
                <c:pt idx="10777">
                  <c:v>12</c:v>
                </c:pt>
                <c:pt idx="10778">
                  <c:v>12</c:v>
                </c:pt>
                <c:pt idx="10779">
                  <c:v>12</c:v>
                </c:pt>
                <c:pt idx="10780">
                  <c:v>12</c:v>
                </c:pt>
                <c:pt idx="10781">
                  <c:v>12</c:v>
                </c:pt>
                <c:pt idx="10782">
                  <c:v>12</c:v>
                </c:pt>
                <c:pt idx="10783">
                  <c:v>12</c:v>
                </c:pt>
                <c:pt idx="10784">
                  <c:v>12</c:v>
                </c:pt>
                <c:pt idx="10785">
                  <c:v>12</c:v>
                </c:pt>
                <c:pt idx="10786">
                  <c:v>12</c:v>
                </c:pt>
                <c:pt idx="10787">
                  <c:v>12</c:v>
                </c:pt>
                <c:pt idx="10788">
                  <c:v>12</c:v>
                </c:pt>
                <c:pt idx="10789">
                  <c:v>12</c:v>
                </c:pt>
                <c:pt idx="10790">
                  <c:v>12</c:v>
                </c:pt>
                <c:pt idx="10791">
                  <c:v>12</c:v>
                </c:pt>
                <c:pt idx="10792">
                  <c:v>12</c:v>
                </c:pt>
                <c:pt idx="10793">
                  <c:v>12</c:v>
                </c:pt>
                <c:pt idx="10794">
                  <c:v>12.05</c:v>
                </c:pt>
                <c:pt idx="10795">
                  <c:v>12.05</c:v>
                </c:pt>
                <c:pt idx="10796">
                  <c:v>12.05</c:v>
                </c:pt>
                <c:pt idx="10797">
                  <c:v>12.05</c:v>
                </c:pt>
                <c:pt idx="10798">
                  <c:v>12.05</c:v>
                </c:pt>
                <c:pt idx="10799">
                  <c:v>12.05</c:v>
                </c:pt>
                <c:pt idx="10800">
                  <c:v>12.05</c:v>
                </c:pt>
                <c:pt idx="10801">
                  <c:v>12.05</c:v>
                </c:pt>
                <c:pt idx="10802">
                  <c:v>12.05</c:v>
                </c:pt>
                <c:pt idx="10803">
                  <c:v>12.05</c:v>
                </c:pt>
                <c:pt idx="10804">
                  <c:v>12.05</c:v>
                </c:pt>
                <c:pt idx="10805">
                  <c:v>12.05</c:v>
                </c:pt>
                <c:pt idx="10806">
                  <c:v>12.05</c:v>
                </c:pt>
                <c:pt idx="10807">
                  <c:v>12.0428</c:v>
                </c:pt>
                <c:pt idx="10808">
                  <c:v>12.04</c:v>
                </c:pt>
                <c:pt idx="10809">
                  <c:v>12.0312</c:v>
                </c:pt>
                <c:pt idx="10810">
                  <c:v>12.028499999999999</c:v>
                </c:pt>
                <c:pt idx="10811">
                  <c:v>12.0251</c:v>
                </c:pt>
                <c:pt idx="10812">
                  <c:v>12.019600000000001</c:v>
                </c:pt>
                <c:pt idx="10813">
                  <c:v>12.0167</c:v>
                </c:pt>
                <c:pt idx="10814">
                  <c:v>12.015700000000001</c:v>
                </c:pt>
                <c:pt idx="10815">
                  <c:v>12.014299999999999</c:v>
                </c:pt>
                <c:pt idx="10816">
                  <c:v>12.0205</c:v>
                </c:pt>
                <c:pt idx="10817">
                  <c:v>12.0205</c:v>
                </c:pt>
                <c:pt idx="10818">
                  <c:v>12.0197</c:v>
                </c:pt>
                <c:pt idx="10819">
                  <c:v>12.019299999999999</c:v>
                </c:pt>
                <c:pt idx="10820">
                  <c:v>12.020200000000001</c:v>
                </c:pt>
                <c:pt idx="10821">
                  <c:v>12.020100000000001</c:v>
                </c:pt>
                <c:pt idx="10822">
                  <c:v>12.020100000000001</c:v>
                </c:pt>
                <c:pt idx="10823">
                  <c:v>12.020100000000001</c:v>
                </c:pt>
                <c:pt idx="10824">
                  <c:v>12.0205</c:v>
                </c:pt>
                <c:pt idx="10825">
                  <c:v>12.0205</c:v>
                </c:pt>
                <c:pt idx="10826">
                  <c:v>12.0205</c:v>
                </c:pt>
                <c:pt idx="10827">
                  <c:v>12.0205</c:v>
                </c:pt>
                <c:pt idx="10828">
                  <c:v>12.0205</c:v>
                </c:pt>
                <c:pt idx="10829">
                  <c:v>12.0205</c:v>
                </c:pt>
                <c:pt idx="10830">
                  <c:v>12.0205</c:v>
                </c:pt>
                <c:pt idx="10831">
                  <c:v>12.0205</c:v>
                </c:pt>
                <c:pt idx="10832">
                  <c:v>12.0205</c:v>
                </c:pt>
                <c:pt idx="10833">
                  <c:v>12.0205</c:v>
                </c:pt>
                <c:pt idx="10834">
                  <c:v>12.0205</c:v>
                </c:pt>
                <c:pt idx="10835">
                  <c:v>12.0205</c:v>
                </c:pt>
                <c:pt idx="10836">
                  <c:v>12.0205</c:v>
                </c:pt>
                <c:pt idx="10837">
                  <c:v>12.0205</c:v>
                </c:pt>
                <c:pt idx="10838">
                  <c:v>12.0205</c:v>
                </c:pt>
                <c:pt idx="10839">
                  <c:v>12.0205</c:v>
                </c:pt>
                <c:pt idx="10840">
                  <c:v>12.016200000000001</c:v>
                </c:pt>
                <c:pt idx="10841">
                  <c:v>12.017700000000001</c:v>
                </c:pt>
                <c:pt idx="10842">
                  <c:v>12.020200000000001</c:v>
                </c:pt>
                <c:pt idx="10843">
                  <c:v>12.023</c:v>
                </c:pt>
                <c:pt idx="10844">
                  <c:v>12.030100000000001</c:v>
                </c:pt>
                <c:pt idx="10845">
                  <c:v>12.037700000000001</c:v>
                </c:pt>
                <c:pt idx="10846">
                  <c:v>12.05</c:v>
                </c:pt>
                <c:pt idx="10847">
                  <c:v>12</c:v>
                </c:pt>
                <c:pt idx="10848">
                  <c:v>12</c:v>
                </c:pt>
                <c:pt idx="10849">
                  <c:v>12.002600000000001</c:v>
                </c:pt>
                <c:pt idx="10850">
                  <c:v>12.01</c:v>
                </c:pt>
                <c:pt idx="10851">
                  <c:v>12.014700000000001</c:v>
                </c:pt>
                <c:pt idx="10852">
                  <c:v>12.017799999999999</c:v>
                </c:pt>
                <c:pt idx="10853">
                  <c:v>12.020100000000001</c:v>
                </c:pt>
                <c:pt idx="10854">
                  <c:v>12.0183</c:v>
                </c:pt>
                <c:pt idx="10855">
                  <c:v>12.020299999999999</c:v>
                </c:pt>
                <c:pt idx="10856">
                  <c:v>12.021799999999999</c:v>
                </c:pt>
                <c:pt idx="10857">
                  <c:v>12.0228</c:v>
                </c:pt>
                <c:pt idx="10858">
                  <c:v>12.0219</c:v>
                </c:pt>
                <c:pt idx="10859">
                  <c:v>12.0227</c:v>
                </c:pt>
                <c:pt idx="10860">
                  <c:v>12.02</c:v>
                </c:pt>
                <c:pt idx="10861">
                  <c:v>12.0166</c:v>
                </c:pt>
                <c:pt idx="10862">
                  <c:v>12.016</c:v>
                </c:pt>
                <c:pt idx="10863">
                  <c:v>12.014100000000001</c:v>
                </c:pt>
                <c:pt idx="10864">
                  <c:v>12.012799999999999</c:v>
                </c:pt>
                <c:pt idx="10865">
                  <c:v>12.012</c:v>
                </c:pt>
                <c:pt idx="10866">
                  <c:v>12.011899999999999</c:v>
                </c:pt>
                <c:pt idx="10867">
                  <c:v>12.011799999999999</c:v>
                </c:pt>
                <c:pt idx="10868">
                  <c:v>12.011799999999999</c:v>
                </c:pt>
                <c:pt idx="10869">
                  <c:v>12.011700000000001</c:v>
                </c:pt>
                <c:pt idx="10870">
                  <c:v>12.0122</c:v>
                </c:pt>
                <c:pt idx="10871">
                  <c:v>12.0122</c:v>
                </c:pt>
                <c:pt idx="10872">
                  <c:v>12.0122</c:v>
                </c:pt>
                <c:pt idx="10873">
                  <c:v>12.0122</c:v>
                </c:pt>
                <c:pt idx="10874">
                  <c:v>12.0122</c:v>
                </c:pt>
                <c:pt idx="10875">
                  <c:v>12.0122</c:v>
                </c:pt>
                <c:pt idx="10876">
                  <c:v>12.0122</c:v>
                </c:pt>
                <c:pt idx="10877">
                  <c:v>12.0123</c:v>
                </c:pt>
                <c:pt idx="10878">
                  <c:v>12.0123</c:v>
                </c:pt>
                <c:pt idx="10879">
                  <c:v>12.012600000000001</c:v>
                </c:pt>
                <c:pt idx="10880">
                  <c:v>12.013200000000001</c:v>
                </c:pt>
                <c:pt idx="10881">
                  <c:v>12.013999999999999</c:v>
                </c:pt>
                <c:pt idx="10882">
                  <c:v>12.033299999999999</c:v>
                </c:pt>
                <c:pt idx="10883">
                  <c:v>12.038</c:v>
                </c:pt>
                <c:pt idx="10884">
                  <c:v>12.0421</c:v>
                </c:pt>
                <c:pt idx="10885">
                  <c:v>12.045399999999999</c:v>
                </c:pt>
                <c:pt idx="10886">
                  <c:v>12.0473</c:v>
                </c:pt>
                <c:pt idx="10887">
                  <c:v>12.049299999999999</c:v>
                </c:pt>
                <c:pt idx="10888">
                  <c:v>12.052100000000001</c:v>
                </c:pt>
                <c:pt idx="10889">
                  <c:v>12.056299999999998</c:v>
                </c:pt>
                <c:pt idx="10890">
                  <c:v>12.060700000000001</c:v>
                </c:pt>
                <c:pt idx="10891">
                  <c:v>12.067500000000001</c:v>
                </c:pt>
                <c:pt idx="10892">
                  <c:v>12.077399999999999</c:v>
                </c:pt>
                <c:pt idx="10893">
                  <c:v>12.092499999999999</c:v>
                </c:pt>
                <c:pt idx="10894">
                  <c:v>12.030299999999999</c:v>
                </c:pt>
                <c:pt idx="10895">
                  <c:v>12.0311</c:v>
                </c:pt>
                <c:pt idx="10896">
                  <c:v>12.0312</c:v>
                </c:pt>
                <c:pt idx="10897">
                  <c:v>12.0328</c:v>
                </c:pt>
                <c:pt idx="10898">
                  <c:v>12.1</c:v>
                </c:pt>
                <c:pt idx="10899">
                  <c:v>12.1</c:v>
                </c:pt>
                <c:pt idx="10900">
                  <c:v>12.1</c:v>
                </c:pt>
                <c:pt idx="10901">
                  <c:v>12.1</c:v>
                </c:pt>
                <c:pt idx="10902">
                  <c:v>12.1</c:v>
                </c:pt>
                <c:pt idx="10903">
                  <c:v>12.1</c:v>
                </c:pt>
                <c:pt idx="10904">
                  <c:v>12.1</c:v>
                </c:pt>
                <c:pt idx="10905">
                  <c:v>12.1</c:v>
                </c:pt>
                <c:pt idx="10906">
                  <c:v>12.1</c:v>
                </c:pt>
                <c:pt idx="10907">
                  <c:v>12.05</c:v>
                </c:pt>
                <c:pt idx="10908">
                  <c:v>12.05</c:v>
                </c:pt>
                <c:pt idx="10909">
                  <c:v>12.05</c:v>
                </c:pt>
                <c:pt idx="10910">
                  <c:v>12.05</c:v>
                </c:pt>
                <c:pt idx="10911">
                  <c:v>12.05</c:v>
                </c:pt>
                <c:pt idx="10912">
                  <c:v>12.05</c:v>
                </c:pt>
                <c:pt idx="10913">
                  <c:v>12.05</c:v>
                </c:pt>
                <c:pt idx="10914">
                  <c:v>12.0799</c:v>
                </c:pt>
                <c:pt idx="10915">
                  <c:v>12.0725</c:v>
                </c:pt>
                <c:pt idx="10916">
                  <c:v>12.068</c:v>
                </c:pt>
                <c:pt idx="10917">
                  <c:v>12.065200000000001</c:v>
                </c:pt>
                <c:pt idx="10918">
                  <c:v>12.052700000000002</c:v>
                </c:pt>
                <c:pt idx="10919">
                  <c:v>12.046899999999999</c:v>
                </c:pt>
                <c:pt idx="10920">
                  <c:v>12.0426</c:v>
                </c:pt>
                <c:pt idx="10921">
                  <c:v>12.036899999999999</c:v>
                </c:pt>
                <c:pt idx="10922">
                  <c:v>12.033200000000001</c:v>
                </c:pt>
                <c:pt idx="10923">
                  <c:v>12.0291</c:v>
                </c:pt>
                <c:pt idx="10924">
                  <c:v>12.026</c:v>
                </c:pt>
                <c:pt idx="10925">
                  <c:v>12.024700000000001</c:v>
                </c:pt>
                <c:pt idx="10926">
                  <c:v>12.025799999999998</c:v>
                </c:pt>
                <c:pt idx="10927">
                  <c:v>12.027899999999999</c:v>
                </c:pt>
                <c:pt idx="10928">
                  <c:v>12.028600000000001</c:v>
                </c:pt>
                <c:pt idx="10929">
                  <c:v>12.032200000000001</c:v>
                </c:pt>
                <c:pt idx="10930">
                  <c:v>12.0389</c:v>
                </c:pt>
                <c:pt idx="10931">
                  <c:v>12.0449</c:v>
                </c:pt>
                <c:pt idx="10932">
                  <c:v>12.048500000000001</c:v>
                </c:pt>
                <c:pt idx="10933">
                  <c:v>12.051200000000001</c:v>
                </c:pt>
                <c:pt idx="10934">
                  <c:v>12.0449</c:v>
                </c:pt>
                <c:pt idx="10935">
                  <c:v>12.043799999999999</c:v>
                </c:pt>
                <c:pt idx="10936">
                  <c:v>12.048999999999999</c:v>
                </c:pt>
                <c:pt idx="10937">
                  <c:v>12.057700000000001</c:v>
                </c:pt>
                <c:pt idx="10938">
                  <c:v>12.0435</c:v>
                </c:pt>
                <c:pt idx="10939">
                  <c:v>12.0594</c:v>
                </c:pt>
                <c:pt idx="10940">
                  <c:v>12.063799999999999</c:v>
                </c:pt>
                <c:pt idx="10941">
                  <c:v>12.0784</c:v>
                </c:pt>
                <c:pt idx="10942">
                  <c:v>12.086600000000001</c:v>
                </c:pt>
                <c:pt idx="10943">
                  <c:v>12.0838</c:v>
                </c:pt>
                <c:pt idx="10944">
                  <c:v>12.089</c:v>
                </c:pt>
                <c:pt idx="10945">
                  <c:v>12.0989</c:v>
                </c:pt>
                <c:pt idx="10946">
                  <c:v>12.073700000000001</c:v>
                </c:pt>
                <c:pt idx="10947">
                  <c:v>12.0808</c:v>
                </c:pt>
                <c:pt idx="10948">
                  <c:v>12.0906</c:v>
                </c:pt>
                <c:pt idx="10949">
                  <c:v>11.83</c:v>
                </c:pt>
                <c:pt idx="10950">
                  <c:v>11.83</c:v>
                </c:pt>
                <c:pt idx="10951">
                  <c:v>11.83</c:v>
                </c:pt>
                <c:pt idx="10952">
                  <c:v>11.83</c:v>
                </c:pt>
                <c:pt idx="10953">
                  <c:v>11.83</c:v>
                </c:pt>
                <c:pt idx="10954">
                  <c:v>11.83</c:v>
                </c:pt>
                <c:pt idx="10955">
                  <c:v>11.83</c:v>
                </c:pt>
                <c:pt idx="10956">
                  <c:v>11.83</c:v>
                </c:pt>
                <c:pt idx="10957">
                  <c:v>11.83</c:v>
                </c:pt>
                <c:pt idx="10958">
                  <c:v>11.83</c:v>
                </c:pt>
                <c:pt idx="10959">
                  <c:v>11.83</c:v>
                </c:pt>
                <c:pt idx="10960">
                  <c:v>11.83</c:v>
                </c:pt>
                <c:pt idx="10961">
                  <c:v>11.83</c:v>
                </c:pt>
                <c:pt idx="10962">
                  <c:v>11.83</c:v>
                </c:pt>
                <c:pt idx="10963">
                  <c:v>11.83</c:v>
                </c:pt>
                <c:pt idx="10964">
                  <c:v>11.83</c:v>
                </c:pt>
                <c:pt idx="10965">
                  <c:v>11.83</c:v>
                </c:pt>
                <c:pt idx="10966">
                  <c:v>11.83</c:v>
                </c:pt>
                <c:pt idx="10967">
                  <c:v>11.83</c:v>
                </c:pt>
                <c:pt idx="10968">
                  <c:v>11.83</c:v>
                </c:pt>
                <c:pt idx="10969">
                  <c:v>11.83</c:v>
                </c:pt>
                <c:pt idx="10970">
                  <c:v>11.83</c:v>
                </c:pt>
                <c:pt idx="10971">
                  <c:v>11.83</c:v>
                </c:pt>
                <c:pt idx="10972">
                  <c:v>11.83</c:v>
                </c:pt>
                <c:pt idx="10973">
                  <c:v>11.83</c:v>
                </c:pt>
                <c:pt idx="10974">
                  <c:v>11.83</c:v>
                </c:pt>
                <c:pt idx="10975">
                  <c:v>11.83</c:v>
                </c:pt>
                <c:pt idx="10976">
                  <c:v>11.83</c:v>
                </c:pt>
                <c:pt idx="10977">
                  <c:v>11.83</c:v>
                </c:pt>
                <c:pt idx="10978">
                  <c:v>11.83</c:v>
                </c:pt>
                <c:pt idx="10979">
                  <c:v>11.83</c:v>
                </c:pt>
                <c:pt idx="10980">
                  <c:v>11.83</c:v>
                </c:pt>
                <c:pt idx="10981">
                  <c:v>11.83</c:v>
                </c:pt>
                <c:pt idx="10982">
                  <c:v>11.83</c:v>
                </c:pt>
                <c:pt idx="10983">
                  <c:v>11.83</c:v>
                </c:pt>
                <c:pt idx="10984">
                  <c:v>11.83</c:v>
                </c:pt>
                <c:pt idx="10985">
                  <c:v>11.83</c:v>
                </c:pt>
                <c:pt idx="10986">
                  <c:v>11.83</c:v>
                </c:pt>
                <c:pt idx="10987">
                  <c:v>11.83</c:v>
                </c:pt>
                <c:pt idx="10988">
                  <c:v>11.83</c:v>
                </c:pt>
                <c:pt idx="10989">
                  <c:v>11.83</c:v>
                </c:pt>
                <c:pt idx="10990">
                  <c:v>11.83</c:v>
                </c:pt>
                <c:pt idx="10991">
                  <c:v>11.83</c:v>
                </c:pt>
                <c:pt idx="10992">
                  <c:v>11.83</c:v>
                </c:pt>
                <c:pt idx="10993">
                  <c:v>11.83</c:v>
                </c:pt>
                <c:pt idx="10994">
                  <c:v>11.83</c:v>
                </c:pt>
                <c:pt idx="10995">
                  <c:v>11.83</c:v>
                </c:pt>
                <c:pt idx="10996">
                  <c:v>11.83</c:v>
                </c:pt>
                <c:pt idx="10997">
                  <c:v>11.83</c:v>
                </c:pt>
                <c:pt idx="10998">
                  <c:v>11.83</c:v>
                </c:pt>
                <c:pt idx="10999">
                  <c:v>11.83</c:v>
                </c:pt>
                <c:pt idx="11000">
                  <c:v>11.83</c:v>
                </c:pt>
                <c:pt idx="11001">
                  <c:v>13</c:v>
                </c:pt>
                <c:pt idx="11002">
                  <c:v>13</c:v>
                </c:pt>
                <c:pt idx="11003">
                  <c:v>13</c:v>
                </c:pt>
                <c:pt idx="11004">
                  <c:v>13</c:v>
                </c:pt>
                <c:pt idx="11005">
                  <c:v>13</c:v>
                </c:pt>
                <c:pt idx="11006">
                  <c:v>13</c:v>
                </c:pt>
                <c:pt idx="11007">
                  <c:v>13</c:v>
                </c:pt>
                <c:pt idx="11008">
                  <c:v>13</c:v>
                </c:pt>
                <c:pt idx="11009">
                  <c:v>13</c:v>
                </c:pt>
                <c:pt idx="11010">
                  <c:v>13</c:v>
                </c:pt>
                <c:pt idx="11011">
                  <c:v>13</c:v>
                </c:pt>
                <c:pt idx="11012">
                  <c:v>13</c:v>
                </c:pt>
                <c:pt idx="11013">
                  <c:v>13</c:v>
                </c:pt>
                <c:pt idx="11014">
                  <c:v>13</c:v>
                </c:pt>
                <c:pt idx="11015">
                  <c:v>13</c:v>
                </c:pt>
                <c:pt idx="11016">
                  <c:v>13</c:v>
                </c:pt>
                <c:pt idx="11017">
                  <c:v>13</c:v>
                </c:pt>
                <c:pt idx="11018">
                  <c:v>13</c:v>
                </c:pt>
                <c:pt idx="11019">
                  <c:v>13</c:v>
                </c:pt>
                <c:pt idx="11020">
                  <c:v>13</c:v>
                </c:pt>
                <c:pt idx="11021">
                  <c:v>12.928900000000001</c:v>
                </c:pt>
                <c:pt idx="11022">
                  <c:v>12.7217</c:v>
                </c:pt>
                <c:pt idx="11023">
                  <c:v>12.644600000000001</c:v>
                </c:pt>
                <c:pt idx="11024">
                  <c:v>12.6313</c:v>
                </c:pt>
                <c:pt idx="11025">
                  <c:v>12.6678</c:v>
                </c:pt>
                <c:pt idx="11026">
                  <c:v>12.686999999999999</c:v>
                </c:pt>
                <c:pt idx="11027">
                  <c:v>12.6881</c:v>
                </c:pt>
                <c:pt idx="11028">
                  <c:v>12.7059</c:v>
                </c:pt>
                <c:pt idx="11029">
                  <c:v>12.826600000000001</c:v>
                </c:pt>
                <c:pt idx="11030">
                  <c:v>12.882899999999999</c:v>
                </c:pt>
                <c:pt idx="11031">
                  <c:v>12.901299999999999</c:v>
                </c:pt>
                <c:pt idx="11032">
                  <c:v>12.893000000000001</c:v>
                </c:pt>
                <c:pt idx="11033">
                  <c:v>12.855399999999999</c:v>
                </c:pt>
                <c:pt idx="11034">
                  <c:v>12.814500000000001</c:v>
                </c:pt>
                <c:pt idx="11035">
                  <c:v>12.645899999999999</c:v>
                </c:pt>
                <c:pt idx="11036">
                  <c:v>12.710600000000001</c:v>
                </c:pt>
                <c:pt idx="11037">
                  <c:v>12.765799999999999</c:v>
                </c:pt>
                <c:pt idx="11038">
                  <c:v>12.837</c:v>
                </c:pt>
                <c:pt idx="11039">
                  <c:v>12.908799999999999</c:v>
                </c:pt>
                <c:pt idx="11040">
                  <c:v>12.9977</c:v>
                </c:pt>
                <c:pt idx="11041">
                  <c:v>12.7981</c:v>
                </c:pt>
                <c:pt idx="11042">
                  <c:v>12.884499999999999</c:v>
                </c:pt>
                <c:pt idx="11086">
                  <c:v>12.4</c:v>
                </c:pt>
                <c:pt idx="11087">
                  <c:v>12.4</c:v>
                </c:pt>
                <c:pt idx="11088">
                  <c:v>12.4</c:v>
                </c:pt>
                <c:pt idx="11089">
                  <c:v>12.4</c:v>
                </c:pt>
                <c:pt idx="11090">
                  <c:v>12.4</c:v>
                </c:pt>
                <c:pt idx="11091">
                  <c:v>12.4</c:v>
                </c:pt>
                <c:pt idx="11092">
                  <c:v>12.4</c:v>
                </c:pt>
                <c:pt idx="11093">
                  <c:v>12.4</c:v>
                </c:pt>
                <c:pt idx="11094">
                  <c:v>12.4</c:v>
                </c:pt>
                <c:pt idx="11095">
                  <c:v>12.4</c:v>
                </c:pt>
                <c:pt idx="11096">
                  <c:v>12.4</c:v>
                </c:pt>
                <c:pt idx="11097">
                  <c:v>12.4</c:v>
                </c:pt>
                <c:pt idx="11098">
                  <c:v>12.4</c:v>
                </c:pt>
                <c:pt idx="11099">
                  <c:v>12.4</c:v>
                </c:pt>
                <c:pt idx="11100">
                  <c:v>12.4</c:v>
                </c:pt>
                <c:pt idx="11101">
                  <c:v>12.4</c:v>
                </c:pt>
                <c:pt idx="11102">
                  <c:v>12.4</c:v>
                </c:pt>
                <c:pt idx="11103">
                  <c:v>12.4</c:v>
                </c:pt>
                <c:pt idx="11104">
                  <c:v>12.4</c:v>
                </c:pt>
                <c:pt idx="11105">
                  <c:v>12.4</c:v>
                </c:pt>
                <c:pt idx="11106">
                  <c:v>12.4</c:v>
                </c:pt>
                <c:pt idx="11107">
                  <c:v>12.4</c:v>
                </c:pt>
                <c:pt idx="11108">
                  <c:v>12.4</c:v>
                </c:pt>
                <c:pt idx="11109">
                  <c:v>12.4</c:v>
                </c:pt>
                <c:pt idx="11110">
                  <c:v>12.4</c:v>
                </c:pt>
                <c:pt idx="11111">
                  <c:v>12.4</c:v>
                </c:pt>
                <c:pt idx="11112">
                  <c:v>12.4</c:v>
                </c:pt>
                <c:pt idx="11113">
                  <c:v>12.4</c:v>
                </c:pt>
                <c:pt idx="11114">
                  <c:v>12.4</c:v>
                </c:pt>
                <c:pt idx="11115">
                  <c:v>12.4</c:v>
                </c:pt>
                <c:pt idx="11116">
                  <c:v>12.4</c:v>
                </c:pt>
                <c:pt idx="11117">
                  <c:v>12.4</c:v>
                </c:pt>
                <c:pt idx="11118">
                  <c:v>12.4</c:v>
                </c:pt>
                <c:pt idx="11119">
                  <c:v>12.4</c:v>
                </c:pt>
                <c:pt idx="11120">
                  <c:v>12.4</c:v>
                </c:pt>
                <c:pt idx="11121">
                  <c:v>12.4</c:v>
                </c:pt>
                <c:pt idx="11122">
                  <c:v>12.4</c:v>
                </c:pt>
                <c:pt idx="11123">
                  <c:v>12.2</c:v>
                </c:pt>
                <c:pt idx="11124">
                  <c:v>12.2</c:v>
                </c:pt>
                <c:pt idx="11125">
                  <c:v>12.2</c:v>
                </c:pt>
                <c:pt idx="11126">
                  <c:v>11.2608</c:v>
                </c:pt>
                <c:pt idx="11127">
                  <c:v>10.874600000000001</c:v>
                </c:pt>
                <c:pt idx="11128">
                  <c:v>10.75</c:v>
                </c:pt>
                <c:pt idx="11129">
                  <c:v>10.648200000000001</c:v>
                </c:pt>
                <c:pt idx="11130">
                  <c:v>10.639899999999999</c:v>
                </c:pt>
                <c:pt idx="11131">
                  <c:v>10.605600000000001</c:v>
                </c:pt>
                <c:pt idx="11132">
                  <c:v>10.602499999999999</c:v>
                </c:pt>
                <c:pt idx="11133">
                  <c:v>10.630700000000001</c:v>
                </c:pt>
                <c:pt idx="11134">
                  <c:v>10.644200000000001</c:v>
                </c:pt>
                <c:pt idx="11135">
                  <c:v>10.661799999999999</c:v>
                </c:pt>
                <c:pt idx="11136">
                  <c:v>10.7646</c:v>
                </c:pt>
                <c:pt idx="11137">
                  <c:v>10.847299999999999</c:v>
                </c:pt>
                <c:pt idx="11138">
                  <c:v>11.004200000000001</c:v>
                </c:pt>
                <c:pt idx="11139">
                  <c:v>11.246600000000001</c:v>
                </c:pt>
                <c:pt idx="11140">
                  <c:v>11.5398</c:v>
                </c:pt>
                <c:pt idx="11141">
                  <c:v>12.0046</c:v>
                </c:pt>
                <c:pt idx="11163">
                  <c:v>12</c:v>
                </c:pt>
                <c:pt idx="11164">
                  <c:v>12</c:v>
                </c:pt>
                <c:pt idx="11165">
                  <c:v>12</c:v>
                </c:pt>
                <c:pt idx="11166">
                  <c:v>12</c:v>
                </c:pt>
                <c:pt idx="11167">
                  <c:v>12</c:v>
                </c:pt>
                <c:pt idx="11168">
                  <c:v>12</c:v>
                </c:pt>
                <c:pt idx="11169">
                  <c:v>12</c:v>
                </c:pt>
                <c:pt idx="11170">
                  <c:v>12</c:v>
                </c:pt>
                <c:pt idx="11171">
                  <c:v>12</c:v>
                </c:pt>
                <c:pt idx="11172">
                  <c:v>12</c:v>
                </c:pt>
                <c:pt idx="11173">
                  <c:v>12</c:v>
                </c:pt>
                <c:pt idx="11174">
                  <c:v>12</c:v>
                </c:pt>
                <c:pt idx="11175">
                  <c:v>12</c:v>
                </c:pt>
                <c:pt idx="11176">
                  <c:v>12</c:v>
                </c:pt>
                <c:pt idx="11177">
                  <c:v>12</c:v>
                </c:pt>
                <c:pt idx="11178">
                  <c:v>12</c:v>
                </c:pt>
                <c:pt idx="11179">
                  <c:v>12</c:v>
                </c:pt>
                <c:pt idx="11180">
                  <c:v>12</c:v>
                </c:pt>
                <c:pt idx="11181">
                  <c:v>12</c:v>
                </c:pt>
                <c:pt idx="11182">
                  <c:v>12</c:v>
                </c:pt>
                <c:pt idx="11183">
                  <c:v>12</c:v>
                </c:pt>
                <c:pt idx="11184">
                  <c:v>12</c:v>
                </c:pt>
                <c:pt idx="11185">
                  <c:v>12</c:v>
                </c:pt>
                <c:pt idx="11186">
                  <c:v>12</c:v>
                </c:pt>
                <c:pt idx="11187">
                  <c:v>12</c:v>
                </c:pt>
                <c:pt idx="11188">
                  <c:v>12</c:v>
                </c:pt>
                <c:pt idx="11189">
                  <c:v>12</c:v>
                </c:pt>
                <c:pt idx="11190">
                  <c:v>12</c:v>
                </c:pt>
                <c:pt idx="11191">
                  <c:v>12</c:v>
                </c:pt>
                <c:pt idx="11192">
                  <c:v>12</c:v>
                </c:pt>
                <c:pt idx="11193">
                  <c:v>12</c:v>
                </c:pt>
                <c:pt idx="11194">
                  <c:v>12</c:v>
                </c:pt>
                <c:pt idx="11195">
                  <c:v>12</c:v>
                </c:pt>
                <c:pt idx="11196">
                  <c:v>12</c:v>
                </c:pt>
                <c:pt idx="11197">
                  <c:v>12</c:v>
                </c:pt>
                <c:pt idx="11198">
                  <c:v>12</c:v>
                </c:pt>
                <c:pt idx="11199">
                  <c:v>12</c:v>
                </c:pt>
                <c:pt idx="11200">
                  <c:v>12</c:v>
                </c:pt>
                <c:pt idx="11201">
                  <c:v>12</c:v>
                </c:pt>
                <c:pt idx="11202">
                  <c:v>12</c:v>
                </c:pt>
                <c:pt idx="11203">
                  <c:v>12</c:v>
                </c:pt>
                <c:pt idx="11204">
                  <c:v>12</c:v>
                </c:pt>
                <c:pt idx="11210">
                  <c:v>5.4989999999999997</c:v>
                </c:pt>
                <c:pt idx="11211">
                  <c:v>5.4989999999999997</c:v>
                </c:pt>
                <c:pt idx="11212">
                  <c:v>5.4989999999999997</c:v>
                </c:pt>
                <c:pt idx="11213">
                  <c:v>5.4989999999999997</c:v>
                </c:pt>
                <c:pt idx="11214">
                  <c:v>5.4989999999999997</c:v>
                </c:pt>
                <c:pt idx="11215">
                  <c:v>5.4989999999999997</c:v>
                </c:pt>
                <c:pt idx="11216">
                  <c:v>5.4989999999999997</c:v>
                </c:pt>
                <c:pt idx="11217">
                  <c:v>5.4989999999999997</c:v>
                </c:pt>
                <c:pt idx="11218">
                  <c:v>5.4989999999999997</c:v>
                </c:pt>
                <c:pt idx="11219">
                  <c:v>5.4989999999999997</c:v>
                </c:pt>
                <c:pt idx="11220">
                  <c:v>5.4989999999999997</c:v>
                </c:pt>
                <c:pt idx="11221">
                  <c:v>5.4989999999999997</c:v>
                </c:pt>
                <c:pt idx="11222">
                  <c:v>5.4989999999999997</c:v>
                </c:pt>
                <c:pt idx="11223">
                  <c:v>5.4989999999999997</c:v>
                </c:pt>
                <c:pt idx="11224">
                  <c:v>5.4989999999999997</c:v>
                </c:pt>
                <c:pt idx="11225">
                  <c:v>5.4989999999999997</c:v>
                </c:pt>
                <c:pt idx="11226">
                  <c:v>5.4989999999999997</c:v>
                </c:pt>
                <c:pt idx="11227">
                  <c:v>5.4989999999999997</c:v>
                </c:pt>
                <c:pt idx="11228">
                  <c:v>5.4989999999999997</c:v>
                </c:pt>
                <c:pt idx="11229">
                  <c:v>5.4989999999999997</c:v>
                </c:pt>
                <c:pt idx="11230">
                  <c:v>4.2115900000000002</c:v>
                </c:pt>
                <c:pt idx="11231">
                  <c:v>4.2166699999999997</c:v>
                </c:pt>
                <c:pt idx="11232">
                  <c:v>4.2535500000000006</c:v>
                </c:pt>
                <c:pt idx="11233">
                  <c:v>4.2523599999999995</c:v>
                </c:pt>
                <c:pt idx="11234">
                  <c:v>4.2499599999999997</c:v>
                </c:pt>
                <c:pt idx="11235">
                  <c:v>4.2487599999999999</c:v>
                </c:pt>
                <c:pt idx="11236">
                  <c:v>4.2463500000000005</c:v>
                </c:pt>
                <c:pt idx="11237">
                  <c:v>4.0604800000000001</c:v>
                </c:pt>
                <c:pt idx="11238">
                  <c:v>4.0374600000000003</c:v>
                </c:pt>
                <c:pt idx="11239">
                  <c:v>4.0084200000000001</c:v>
                </c:pt>
                <c:pt idx="11240">
                  <c:v>3.97065</c:v>
                </c:pt>
                <c:pt idx="11241">
                  <c:v>3.9144399999999999</c:v>
                </c:pt>
                <c:pt idx="11242">
                  <c:v>3.92232</c:v>
                </c:pt>
                <c:pt idx="11243">
                  <c:v>3.9113200000000004</c:v>
                </c:pt>
                <c:pt idx="11244">
                  <c:v>3.91656</c:v>
                </c:pt>
                <c:pt idx="11245">
                  <c:v>3.9130199999999999</c:v>
                </c:pt>
                <c:pt idx="11246">
                  <c:v>3.9629099999999999</c:v>
                </c:pt>
                <c:pt idx="11247">
                  <c:v>3.95662</c:v>
                </c:pt>
                <c:pt idx="11248">
                  <c:v>3.9527899999999998</c:v>
                </c:pt>
                <c:pt idx="11249">
                  <c:v>3.9491399999999999</c:v>
                </c:pt>
                <c:pt idx="11250">
                  <c:v>3.9473699999999998</c:v>
                </c:pt>
                <c:pt idx="11251">
                  <c:v>3.94563</c:v>
                </c:pt>
                <c:pt idx="11252">
                  <c:v>3.9455999999999998</c:v>
                </c:pt>
                <c:pt idx="11253">
                  <c:v>3.9455999999999998</c:v>
                </c:pt>
                <c:pt idx="11254">
                  <c:v>3.9451000000000001</c:v>
                </c:pt>
                <c:pt idx="11255">
                  <c:v>3.9458500000000001</c:v>
                </c:pt>
                <c:pt idx="11256">
                  <c:v>3.9466100000000002</c:v>
                </c:pt>
                <c:pt idx="11257">
                  <c:v>4.0343400000000003</c:v>
                </c:pt>
                <c:pt idx="11258">
                  <c:v>4.04399</c:v>
                </c:pt>
                <c:pt idx="11259">
                  <c:v>4.0527100000000003</c:v>
                </c:pt>
                <c:pt idx="11380">
                  <c:v>3.5</c:v>
                </c:pt>
                <c:pt idx="11381">
                  <c:v>3.5</c:v>
                </c:pt>
                <c:pt idx="11382">
                  <c:v>3.5</c:v>
                </c:pt>
                <c:pt idx="11383">
                  <c:v>3.5</c:v>
                </c:pt>
                <c:pt idx="11384">
                  <c:v>3.5</c:v>
                </c:pt>
                <c:pt idx="11385">
                  <c:v>3.5</c:v>
                </c:pt>
                <c:pt idx="11386">
                  <c:v>3.5</c:v>
                </c:pt>
                <c:pt idx="11387">
                  <c:v>3.5</c:v>
                </c:pt>
                <c:pt idx="11620">
                  <c:v>4.3280000000000003</c:v>
                </c:pt>
                <c:pt idx="11621">
                  <c:v>4.3280000000000003</c:v>
                </c:pt>
                <c:pt idx="11622">
                  <c:v>4.3280000000000003</c:v>
                </c:pt>
                <c:pt idx="11623">
                  <c:v>4.3280000000000003</c:v>
                </c:pt>
                <c:pt idx="11624">
                  <c:v>4.3280000000000003</c:v>
                </c:pt>
                <c:pt idx="11625">
                  <c:v>4.3280000000000003</c:v>
                </c:pt>
                <c:pt idx="11626">
                  <c:v>4.3280000000000003</c:v>
                </c:pt>
                <c:pt idx="11627">
                  <c:v>4.3280000000000003</c:v>
                </c:pt>
                <c:pt idx="11628">
                  <c:v>4.3280000000000003</c:v>
                </c:pt>
                <c:pt idx="11629">
                  <c:v>4.3280000000000003</c:v>
                </c:pt>
                <c:pt idx="11630">
                  <c:v>4.3280000000000003</c:v>
                </c:pt>
                <c:pt idx="11631">
                  <c:v>4.3280000000000003</c:v>
                </c:pt>
                <c:pt idx="11632">
                  <c:v>4.3038599999999994</c:v>
                </c:pt>
                <c:pt idx="11633">
                  <c:v>4.3029999999999999</c:v>
                </c:pt>
                <c:pt idx="11634">
                  <c:v>4.3037000000000001</c:v>
                </c:pt>
                <c:pt idx="11635">
                  <c:v>4.3041700000000001</c:v>
                </c:pt>
                <c:pt idx="11636">
                  <c:v>4.30457</c:v>
                </c:pt>
                <c:pt idx="11637">
                  <c:v>4.3052799999999998</c:v>
                </c:pt>
                <c:pt idx="11638">
                  <c:v>4.3055600000000007</c:v>
                </c:pt>
                <c:pt idx="11639">
                  <c:v>4.3057299999999996</c:v>
                </c:pt>
                <c:pt idx="11640">
                  <c:v>4.3059099999999999</c:v>
                </c:pt>
                <c:pt idx="11641">
                  <c:v>4.3059099999999999</c:v>
                </c:pt>
                <c:pt idx="11642">
                  <c:v>4.306</c:v>
                </c:pt>
                <c:pt idx="11643">
                  <c:v>4.3060799999999997</c:v>
                </c:pt>
                <c:pt idx="11644">
                  <c:v>4.3062100000000001</c:v>
                </c:pt>
                <c:pt idx="11645">
                  <c:v>4.3062500000000004</c:v>
                </c:pt>
                <c:pt idx="11646">
                  <c:v>4.3063400000000005</c:v>
                </c:pt>
                <c:pt idx="11647">
                  <c:v>4.3063799999999999</c:v>
                </c:pt>
                <c:pt idx="11648">
                  <c:v>4.3064600000000004</c:v>
                </c:pt>
                <c:pt idx="11649">
                  <c:v>4.3064200000000001</c:v>
                </c:pt>
                <c:pt idx="11650">
                  <c:v>4.3064999999999998</c:v>
                </c:pt>
                <c:pt idx="11651">
                  <c:v>4.3064600000000004</c:v>
                </c:pt>
                <c:pt idx="11652">
                  <c:v>4.3064600000000004</c:v>
                </c:pt>
                <c:pt idx="11653">
                  <c:v>4.3084199999999999</c:v>
                </c:pt>
                <c:pt idx="11654">
                  <c:v>4.3085200000000006</c:v>
                </c:pt>
                <c:pt idx="11655">
                  <c:v>4.3085900000000006</c:v>
                </c:pt>
                <c:pt idx="11656">
                  <c:v>4.3086899999999995</c:v>
                </c:pt>
                <c:pt idx="11657">
                  <c:v>4.3132999999999999</c:v>
                </c:pt>
                <c:pt idx="11663">
                  <c:v>4.45</c:v>
                </c:pt>
                <c:pt idx="11664">
                  <c:v>4.45</c:v>
                </c:pt>
                <c:pt idx="11665">
                  <c:v>4.45</c:v>
                </c:pt>
                <c:pt idx="11666">
                  <c:v>4.45</c:v>
                </c:pt>
                <c:pt idx="11667">
                  <c:v>4.45</c:v>
                </c:pt>
                <c:pt idx="11668">
                  <c:v>4.45</c:v>
                </c:pt>
                <c:pt idx="11669">
                  <c:v>4.45</c:v>
                </c:pt>
                <c:pt idx="11670">
                  <c:v>4.45</c:v>
                </c:pt>
                <c:pt idx="11671">
                  <c:v>4.45</c:v>
                </c:pt>
                <c:pt idx="11672">
                  <c:v>4.45</c:v>
                </c:pt>
                <c:pt idx="11673">
                  <c:v>4.45</c:v>
                </c:pt>
                <c:pt idx="11674">
                  <c:v>4.45</c:v>
                </c:pt>
                <c:pt idx="11675">
                  <c:v>4.45</c:v>
                </c:pt>
                <c:pt idx="11676">
                  <c:v>4.45</c:v>
                </c:pt>
                <c:pt idx="11677">
                  <c:v>4.45</c:v>
                </c:pt>
                <c:pt idx="11678">
                  <c:v>4.45</c:v>
                </c:pt>
                <c:pt idx="11679">
                  <c:v>4.45</c:v>
                </c:pt>
                <c:pt idx="11680">
                  <c:v>4.45</c:v>
                </c:pt>
                <c:pt idx="11681">
                  <c:v>4.45</c:v>
                </c:pt>
                <c:pt idx="11682">
                  <c:v>4.45</c:v>
                </c:pt>
                <c:pt idx="11683">
                  <c:v>4.45</c:v>
                </c:pt>
                <c:pt idx="11684">
                  <c:v>4.45</c:v>
                </c:pt>
                <c:pt idx="11685">
                  <c:v>4.45</c:v>
                </c:pt>
                <c:pt idx="11686">
                  <c:v>4.45</c:v>
                </c:pt>
                <c:pt idx="11687">
                  <c:v>4.45</c:v>
                </c:pt>
                <c:pt idx="11688">
                  <c:v>4.45</c:v>
                </c:pt>
                <c:pt idx="11745">
                  <c:v>4.8</c:v>
                </c:pt>
                <c:pt idx="11746">
                  <c:v>4.8</c:v>
                </c:pt>
                <c:pt idx="11747">
                  <c:v>4.8</c:v>
                </c:pt>
                <c:pt idx="11748">
                  <c:v>4.8</c:v>
                </c:pt>
                <c:pt idx="11749">
                  <c:v>4.8</c:v>
                </c:pt>
                <c:pt idx="11750">
                  <c:v>4.8</c:v>
                </c:pt>
                <c:pt idx="11751">
                  <c:v>4.8</c:v>
                </c:pt>
                <c:pt idx="11752">
                  <c:v>4.8</c:v>
                </c:pt>
                <c:pt idx="11753">
                  <c:v>4.8</c:v>
                </c:pt>
                <c:pt idx="11754">
                  <c:v>4.8</c:v>
                </c:pt>
                <c:pt idx="11755">
                  <c:v>4.8</c:v>
                </c:pt>
                <c:pt idx="11756">
                  <c:v>4.8</c:v>
                </c:pt>
                <c:pt idx="11757">
                  <c:v>4.8</c:v>
                </c:pt>
                <c:pt idx="11758">
                  <c:v>4.8</c:v>
                </c:pt>
                <c:pt idx="11759">
                  <c:v>4.8</c:v>
                </c:pt>
                <c:pt idx="11760">
                  <c:v>4.8</c:v>
                </c:pt>
                <c:pt idx="11761">
                  <c:v>4.8</c:v>
                </c:pt>
                <c:pt idx="11762">
                  <c:v>4.8</c:v>
                </c:pt>
                <c:pt idx="11763">
                  <c:v>4.8</c:v>
                </c:pt>
                <c:pt idx="11764">
                  <c:v>4.8</c:v>
                </c:pt>
                <c:pt idx="11765">
                  <c:v>4.8</c:v>
                </c:pt>
                <c:pt idx="11766">
                  <c:v>4.8</c:v>
                </c:pt>
                <c:pt idx="11767">
                  <c:v>4.8</c:v>
                </c:pt>
                <c:pt idx="11768">
                  <c:v>4.8</c:v>
                </c:pt>
                <c:pt idx="11769">
                  <c:v>4.8</c:v>
                </c:pt>
                <c:pt idx="11770">
                  <c:v>4.8</c:v>
                </c:pt>
                <c:pt idx="11771">
                  <c:v>4.8</c:v>
                </c:pt>
                <c:pt idx="11772">
                  <c:v>4.8</c:v>
                </c:pt>
                <c:pt idx="11773">
                  <c:v>4.8</c:v>
                </c:pt>
                <c:pt idx="11774">
                  <c:v>4.8</c:v>
                </c:pt>
                <c:pt idx="11775">
                  <c:v>4.8</c:v>
                </c:pt>
                <c:pt idx="11776">
                  <c:v>4.8</c:v>
                </c:pt>
                <c:pt idx="11777">
                  <c:v>4.8</c:v>
                </c:pt>
                <c:pt idx="11778">
                  <c:v>4.8</c:v>
                </c:pt>
                <c:pt idx="11826">
                  <c:v>3.5</c:v>
                </c:pt>
                <c:pt idx="11827">
                  <c:v>3.5</c:v>
                </c:pt>
                <c:pt idx="11828">
                  <c:v>3.5</c:v>
                </c:pt>
                <c:pt idx="11829">
                  <c:v>3.5</c:v>
                </c:pt>
                <c:pt idx="11830">
                  <c:v>3.5</c:v>
                </c:pt>
                <c:pt idx="11831">
                  <c:v>3.5</c:v>
                </c:pt>
                <c:pt idx="11832">
                  <c:v>3.5</c:v>
                </c:pt>
                <c:pt idx="11833">
                  <c:v>3.5</c:v>
                </c:pt>
                <c:pt idx="11834">
                  <c:v>3.5</c:v>
                </c:pt>
                <c:pt idx="11835">
                  <c:v>3.5</c:v>
                </c:pt>
                <c:pt idx="11836">
                  <c:v>3.5</c:v>
                </c:pt>
                <c:pt idx="11837">
                  <c:v>3.5</c:v>
                </c:pt>
                <c:pt idx="11838">
                  <c:v>3.5</c:v>
                </c:pt>
                <c:pt idx="11839">
                  <c:v>3.5</c:v>
                </c:pt>
                <c:pt idx="11840">
                  <c:v>3.5</c:v>
                </c:pt>
                <c:pt idx="11841">
                  <c:v>3.5</c:v>
                </c:pt>
                <c:pt idx="11842">
                  <c:v>3.5</c:v>
                </c:pt>
                <c:pt idx="11843">
                  <c:v>3.5</c:v>
                </c:pt>
                <c:pt idx="11844">
                  <c:v>3.5</c:v>
                </c:pt>
                <c:pt idx="11845">
                  <c:v>3.5</c:v>
                </c:pt>
                <c:pt idx="11846">
                  <c:v>3.5</c:v>
                </c:pt>
                <c:pt idx="11847">
                  <c:v>3.5</c:v>
                </c:pt>
                <c:pt idx="11848">
                  <c:v>3.5</c:v>
                </c:pt>
                <c:pt idx="11849">
                  <c:v>3.5</c:v>
                </c:pt>
                <c:pt idx="11850">
                  <c:v>3.5</c:v>
                </c:pt>
                <c:pt idx="11851">
                  <c:v>3.5</c:v>
                </c:pt>
                <c:pt idx="11852">
                  <c:v>3.5</c:v>
                </c:pt>
                <c:pt idx="11853">
                  <c:v>3.5</c:v>
                </c:pt>
                <c:pt idx="11854">
                  <c:v>3.5</c:v>
                </c:pt>
                <c:pt idx="11855">
                  <c:v>3.5</c:v>
                </c:pt>
                <c:pt idx="11856">
                  <c:v>3.5</c:v>
                </c:pt>
                <c:pt idx="11857">
                  <c:v>3.5</c:v>
                </c:pt>
                <c:pt idx="11858">
                  <c:v>3.5</c:v>
                </c:pt>
                <c:pt idx="11859">
                  <c:v>3.5</c:v>
                </c:pt>
                <c:pt idx="11860">
                  <c:v>3.5</c:v>
                </c:pt>
                <c:pt idx="11861">
                  <c:v>3.5</c:v>
                </c:pt>
                <c:pt idx="11870">
                  <c:v>3.5</c:v>
                </c:pt>
                <c:pt idx="11871">
                  <c:v>3.5</c:v>
                </c:pt>
                <c:pt idx="11872">
                  <c:v>3.5</c:v>
                </c:pt>
                <c:pt idx="11873">
                  <c:v>3.5</c:v>
                </c:pt>
                <c:pt idx="11874">
                  <c:v>3.5</c:v>
                </c:pt>
                <c:pt idx="11875">
                  <c:v>3.5</c:v>
                </c:pt>
                <c:pt idx="11876">
                  <c:v>3.5</c:v>
                </c:pt>
                <c:pt idx="11877">
                  <c:v>3.5</c:v>
                </c:pt>
                <c:pt idx="11878">
                  <c:v>3.5</c:v>
                </c:pt>
                <c:pt idx="11879">
                  <c:v>3.5</c:v>
                </c:pt>
                <c:pt idx="11880">
                  <c:v>3.5</c:v>
                </c:pt>
                <c:pt idx="11881">
                  <c:v>3.5</c:v>
                </c:pt>
                <c:pt idx="11882">
                  <c:v>3.5</c:v>
                </c:pt>
                <c:pt idx="11883">
                  <c:v>3.5</c:v>
                </c:pt>
                <c:pt idx="11884">
                  <c:v>3.5</c:v>
                </c:pt>
                <c:pt idx="11885">
                  <c:v>3.5</c:v>
                </c:pt>
                <c:pt idx="11886">
                  <c:v>3.5</c:v>
                </c:pt>
                <c:pt idx="11887">
                  <c:v>3.5</c:v>
                </c:pt>
                <c:pt idx="11888">
                  <c:v>3.5</c:v>
                </c:pt>
                <c:pt idx="11889">
                  <c:v>3.5</c:v>
                </c:pt>
                <c:pt idx="11890">
                  <c:v>3.5</c:v>
                </c:pt>
                <c:pt idx="11891">
                  <c:v>3.5</c:v>
                </c:pt>
                <c:pt idx="11892">
                  <c:v>3.5</c:v>
                </c:pt>
                <c:pt idx="11893">
                  <c:v>3.5</c:v>
                </c:pt>
                <c:pt idx="11894">
                  <c:v>3.5</c:v>
                </c:pt>
                <c:pt idx="11895">
                  <c:v>3.5</c:v>
                </c:pt>
                <c:pt idx="11896">
                  <c:v>3.5</c:v>
                </c:pt>
                <c:pt idx="11897">
                  <c:v>3.5</c:v>
                </c:pt>
                <c:pt idx="11898">
                  <c:v>3.5</c:v>
                </c:pt>
                <c:pt idx="11899">
                  <c:v>3.5</c:v>
                </c:pt>
                <c:pt idx="11900">
                  <c:v>3.5</c:v>
                </c:pt>
                <c:pt idx="11901">
                  <c:v>3.5</c:v>
                </c:pt>
                <c:pt idx="11902">
                  <c:v>3.5</c:v>
                </c:pt>
                <c:pt idx="11903">
                  <c:v>3.5</c:v>
                </c:pt>
                <c:pt idx="11904">
                  <c:v>3.5</c:v>
                </c:pt>
                <c:pt idx="11905">
                  <c:v>3.5</c:v>
                </c:pt>
                <c:pt idx="11914">
                  <c:v>3.5</c:v>
                </c:pt>
                <c:pt idx="11915">
                  <c:v>3.5</c:v>
                </c:pt>
                <c:pt idx="11916">
                  <c:v>3.5</c:v>
                </c:pt>
                <c:pt idx="11917">
                  <c:v>3.5</c:v>
                </c:pt>
                <c:pt idx="11918">
                  <c:v>3.5</c:v>
                </c:pt>
                <c:pt idx="11919">
                  <c:v>3.5</c:v>
                </c:pt>
                <c:pt idx="11920">
                  <c:v>3.5</c:v>
                </c:pt>
                <c:pt idx="11921">
                  <c:v>3.5</c:v>
                </c:pt>
                <c:pt idx="11922">
                  <c:v>3.5</c:v>
                </c:pt>
                <c:pt idx="11923">
                  <c:v>3.5</c:v>
                </c:pt>
                <c:pt idx="11924">
                  <c:v>3.5</c:v>
                </c:pt>
                <c:pt idx="11925">
                  <c:v>3.5</c:v>
                </c:pt>
                <c:pt idx="11926">
                  <c:v>3.5</c:v>
                </c:pt>
                <c:pt idx="11927">
                  <c:v>3.5</c:v>
                </c:pt>
                <c:pt idx="11928">
                  <c:v>3.5</c:v>
                </c:pt>
                <c:pt idx="11929">
                  <c:v>3.5</c:v>
                </c:pt>
                <c:pt idx="11930">
                  <c:v>3.5</c:v>
                </c:pt>
                <c:pt idx="11931">
                  <c:v>3.5</c:v>
                </c:pt>
                <c:pt idx="11932">
                  <c:v>3.5</c:v>
                </c:pt>
                <c:pt idx="11933">
                  <c:v>3.5</c:v>
                </c:pt>
                <c:pt idx="11934">
                  <c:v>3.5</c:v>
                </c:pt>
                <c:pt idx="11935">
                  <c:v>3.5</c:v>
                </c:pt>
                <c:pt idx="11936">
                  <c:v>3.5</c:v>
                </c:pt>
                <c:pt idx="11937">
                  <c:v>3.5</c:v>
                </c:pt>
                <c:pt idx="11938">
                  <c:v>3.5</c:v>
                </c:pt>
                <c:pt idx="11939">
                  <c:v>3.5</c:v>
                </c:pt>
                <c:pt idx="11940">
                  <c:v>3.5</c:v>
                </c:pt>
                <c:pt idx="11941">
                  <c:v>3.5</c:v>
                </c:pt>
                <c:pt idx="11942">
                  <c:v>3.5</c:v>
                </c:pt>
                <c:pt idx="11943">
                  <c:v>3.5</c:v>
                </c:pt>
                <c:pt idx="11944">
                  <c:v>3.5</c:v>
                </c:pt>
                <c:pt idx="11945">
                  <c:v>3.5</c:v>
                </c:pt>
                <c:pt idx="11946">
                  <c:v>3.5</c:v>
                </c:pt>
                <c:pt idx="11954">
                  <c:v>3.5</c:v>
                </c:pt>
                <c:pt idx="11955">
                  <c:v>3.5</c:v>
                </c:pt>
                <c:pt idx="11956">
                  <c:v>3.5</c:v>
                </c:pt>
                <c:pt idx="11957">
                  <c:v>3.5</c:v>
                </c:pt>
                <c:pt idx="11958">
                  <c:v>3.5</c:v>
                </c:pt>
                <c:pt idx="11959">
                  <c:v>3.5</c:v>
                </c:pt>
                <c:pt idx="11960">
                  <c:v>3.5</c:v>
                </c:pt>
                <c:pt idx="11961">
                  <c:v>3.5</c:v>
                </c:pt>
                <c:pt idx="11962">
                  <c:v>3.5</c:v>
                </c:pt>
                <c:pt idx="11963">
                  <c:v>3.5</c:v>
                </c:pt>
                <c:pt idx="11964">
                  <c:v>3.5</c:v>
                </c:pt>
                <c:pt idx="11965">
                  <c:v>3.5</c:v>
                </c:pt>
                <c:pt idx="11966">
                  <c:v>3.5</c:v>
                </c:pt>
                <c:pt idx="11967">
                  <c:v>3.5</c:v>
                </c:pt>
                <c:pt idx="11968">
                  <c:v>3.5</c:v>
                </c:pt>
                <c:pt idx="11969">
                  <c:v>3.5</c:v>
                </c:pt>
                <c:pt idx="11970">
                  <c:v>3.5</c:v>
                </c:pt>
                <c:pt idx="11971">
                  <c:v>3.5</c:v>
                </c:pt>
                <c:pt idx="11972">
                  <c:v>3.5</c:v>
                </c:pt>
                <c:pt idx="11973">
                  <c:v>3.5</c:v>
                </c:pt>
                <c:pt idx="11974">
                  <c:v>3.5</c:v>
                </c:pt>
                <c:pt idx="12075">
                  <c:v>3.5</c:v>
                </c:pt>
                <c:pt idx="12076">
                  <c:v>3.5</c:v>
                </c:pt>
                <c:pt idx="12077">
                  <c:v>3.5</c:v>
                </c:pt>
                <c:pt idx="12078">
                  <c:v>3.5</c:v>
                </c:pt>
                <c:pt idx="12079">
                  <c:v>3.5</c:v>
                </c:pt>
                <c:pt idx="12080">
                  <c:v>3.5</c:v>
                </c:pt>
                <c:pt idx="12081">
                  <c:v>3.5</c:v>
                </c:pt>
                <c:pt idx="12082">
                  <c:v>3.5</c:v>
                </c:pt>
                <c:pt idx="12083">
                  <c:v>3.5</c:v>
                </c:pt>
                <c:pt idx="12084">
                  <c:v>3.5</c:v>
                </c:pt>
                <c:pt idx="12085">
                  <c:v>3.5</c:v>
                </c:pt>
                <c:pt idx="12086">
                  <c:v>3.5</c:v>
                </c:pt>
                <c:pt idx="12087">
                  <c:v>3.5</c:v>
                </c:pt>
                <c:pt idx="12115">
                  <c:v>3.5</c:v>
                </c:pt>
                <c:pt idx="12116">
                  <c:v>3.5</c:v>
                </c:pt>
                <c:pt idx="12117">
                  <c:v>3.5</c:v>
                </c:pt>
                <c:pt idx="12118">
                  <c:v>3.5</c:v>
                </c:pt>
                <c:pt idx="12119">
                  <c:v>3.5</c:v>
                </c:pt>
                <c:pt idx="12120">
                  <c:v>3.5</c:v>
                </c:pt>
                <c:pt idx="12121">
                  <c:v>3.5</c:v>
                </c:pt>
                <c:pt idx="12122">
                  <c:v>3.5</c:v>
                </c:pt>
                <c:pt idx="12123">
                  <c:v>3.5</c:v>
                </c:pt>
                <c:pt idx="12124">
                  <c:v>3.5</c:v>
                </c:pt>
                <c:pt idx="12125">
                  <c:v>3.5</c:v>
                </c:pt>
                <c:pt idx="12126">
                  <c:v>3.5</c:v>
                </c:pt>
                <c:pt idx="12127">
                  <c:v>3.5</c:v>
                </c:pt>
                <c:pt idx="12128">
                  <c:v>3.5</c:v>
                </c:pt>
                <c:pt idx="12129">
                  <c:v>3.5</c:v>
                </c:pt>
                <c:pt idx="12130">
                  <c:v>3.5</c:v>
                </c:pt>
                <c:pt idx="12131">
                  <c:v>3.5</c:v>
                </c:pt>
                <c:pt idx="12132">
                  <c:v>3.5</c:v>
                </c:pt>
                <c:pt idx="12133">
                  <c:v>3.5</c:v>
                </c:pt>
                <c:pt idx="12134">
                  <c:v>3.5</c:v>
                </c:pt>
                <c:pt idx="12135">
                  <c:v>3.5</c:v>
                </c:pt>
                <c:pt idx="12136">
                  <c:v>3.5</c:v>
                </c:pt>
                <c:pt idx="12137">
                  <c:v>3.5</c:v>
                </c:pt>
                <c:pt idx="12138">
                  <c:v>3.5</c:v>
                </c:pt>
                <c:pt idx="12139">
                  <c:v>3.5</c:v>
                </c:pt>
                <c:pt idx="12140">
                  <c:v>3.5</c:v>
                </c:pt>
                <c:pt idx="12395">
                  <c:v>3.5</c:v>
                </c:pt>
                <c:pt idx="12396">
                  <c:v>3.5</c:v>
                </c:pt>
                <c:pt idx="12397">
                  <c:v>3.5</c:v>
                </c:pt>
                <c:pt idx="12398">
                  <c:v>3.5</c:v>
                </c:pt>
                <c:pt idx="12399">
                  <c:v>3.5</c:v>
                </c:pt>
                <c:pt idx="12400">
                  <c:v>3.5</c:v>
                </c:pt>
                <c:pt idx="12401">
                  <c:v>3.5</c:v>
                </c:pt>
                <c:pt idx="12402">
                  <c:v>3.5</c:v>
                </c:pt>
                <c:pt idx="12403">
                  <c:v>3.5</c:v>
                </c:pt>
                <c:pt idx="12404">
                  <c:v>3.5</c:v>
                </c:pt>
                <c:pt idx="12405">
                  <c:v>3.5</c:v>
                </c:pt>
                <c:pt idx="12406">
                  <c:v>3.5</c:v>
                </c:pt>
                <c:pt idx="12407">
                  <c:v>3.5</c:v>
                </c:pt>
                <c:pt idx="12408">
                  <c:v>3.5</c:v>
                </c:pt>
                <c:pt idx="12409">
                  <c:v>3.5</c:v>
                </c:pt>
                <c:pt idx="12410">
                  <c:v>3.5</c:v>
                </c:pt>
                <c:pt idx="12411">
                  <c:v>3.5</c:v>
                </c:pt>
                <c:pt idx="12412">
                  <c:v>3.5</c:v>
                </c:pt>
                <c:pt idx="12413">
                  <c:v>3.5</c:v>
                </c:pt>
                <c:pt idx="12414">
                  <c:v>3.5</c:v>
                </c:pt>
                <c:pt idx="12415">
                  <c:v>3.5</c:v>
                </c:pt>
                <c:pt idx="12416">
                  <c:v>3.5</c:v>
                </c:pt>
                <c:pt idx="12417">
                  <c:v>3.5</c:v>
                </c:pt>
                <c:pt idx="12418">
                  <c:v>3.5</c:v>
                </c:pt>
                <c:pt idx="12419">
                  <c:v>3.5</c:v>
                </c:pt>
                <c:pt idx="12420">
                  <c:v>3.5</c:v>
                </c:pt>
                <c:pt idx="12421">
                  <c:v>3.5</c:v>
                </c:pt>
                <c:pt idx="12422">
                  <c:v>3.5</c:v>
                </c:pt>
                <c:pt idx="12423">
                  <c:v>3.5</c:v>
                </c:pt>
                <c:pt idx="12424">
                  <c:v>3.5</c:v>
                </c:pt>
                <c:pt idx="12437">
                  <c:v>3.2</c:v>
                </c:pt>
                <c:pt idx="12438">
                  <c:v>3.2</c:v>
                </c:pt>
                <c:pt idx="12439">
                  <c:v>3.2</c:v>
                </c:pt>
                <c:pt idx="12440">
                  <c:v>3.2</c:v>
                </c:pt>
                <c:pt idx="12441">
                  <c:v>3.2</c:v>
                </c:pt>
                <c:pt idx="12442">
                  <c:v>3.2</c:v>
                </c:pt>
                <c:pt idx="12443">
                  <c:v>3.2</c:v>
                </c:pt>
                <c:pt idx="12444">
                  <c:v>3.2</c:v>
                </c:pt>
                <c:pt idx="12445">
                  <c:v>3.2</c:v>
                </c:pt>
                <c:pt idx="12446">
                  <c:v>3.2</c:v>
                </c:pt>
                <c:pt idx="12447">
                  <c:v>3.2</c:v>
                </c:pt>
                <c:pt idx="12448">
                  <c:v>3.2</c:v>
                </c:pt>
                <c:pt idx="12449">
                  <c:v>3.2</c:v>
                </c:pt>
                <c:pt idx="12450">
                  <c:v>3.2</c:v>
                </c:pt>
                <c:pt idx="12451">
                  <c:v>3.2</c:v>
                </c:pt>
                <c:pt idx="12452">
                  <c:v>3.2</c:v>
                </c:pt>
                <c:pt idx="12453">
                  <c:v>3.2</c:v>
                </c:pt>
                <c:pt idx="12454">
                  <c:v>3.2</c:v>
                </c:pt>
                <c:pt idx="12455">
                  <c:v>3.2</c:v>
                </c:pt>
                <c:pt idx="12456">
                  <c:v>3.2</c:v>
                </c:pt>
                <c:pt idx="12457">
                  <c:v>3.2</c:v>
                </c:pt>
                <c:pt idx="12458">
                  <c:v>3.2</c:v>
                </c:pt>
                <c:pt idx="12459">
                  <c:v>3.2</c:v>
                </c:pt>
                <c:pt idx="12460">
                  <c:v>3.2</c:v>
                </c:pt>
                <c:pt idx="12461">
                  <c:v>3.2</c:v>
                </c:pt>
                <c:pt idx="12462">
                  <c:v>3.2</c:v>
                </c:pt>
                <c:pt idx="12463">
                  <c:v>3.2</c:v>
                </c:pt>
                <c:pt idx="12464">
                  <c:v>3.2</c:v>
                </c:pt>
                <c:pt idx="12478">
                  <c:v>3.5</c:v>
                </c:pt>
                <c:pt idx="12479">
                  <c:v>3.5</c:v>
                </c:pt>
                <c:pt idx="12480">
                  <c:v>3.5</c:v>
                </c:pt>
                <c:pt idx="12481">
                  <c:v>3.5</c:v>
                </c:pt>
                <c:pt idx="12482">
                  <c:v>3.5</c:v>
                </c:pt>
                <c:pt idx="12483">
                  <c:v>3.5</c:v>
                </c:pt>
                <c:pt idx="12484">
                  <c:v>3.5</c:v>
                </c:pt>
                <c:pt idx="12485">
                  <c:v>3.5</c:v>
                </c:pt>
                <c:pt idx="12486">
                  <c:v>3.5</c:v>
                </c:pt>
                <c:pt idx="12487">
                  <c:v>3.5</c:v>
                </c:pt>
                <c:pt idx="12488">
                  <c:v>3.5</c:v>
                </c:pt>
                <c:pt idx="12489">
                  <c:v>3.5</c:v>
                </c:pt>
                <c:pt idx="12490">
                  <c:v>3.5</c:v>
                </c:pt>
                <c:pt idx="12491">
                  <c:v>3.5</c:v>
                </c:pt>
                <c:pt idx="12492">
                  <c:v>3.5</c:v>
                </c:pt>
                <c:pt idx="12493">
                  <c:v>3.5</c:v>
                </c:pt>
                <c:pt idx="12494">
                  <c:v>3.5</c:v>
                </c:pt>
                <c:pt idx="12495">
                  <c:v>3.5</c:v>
                </c:pt>
                <c:pt idx="12496">
                  <c:v>3.5</c:v>
                </c:pt>
                <c:pt idx="12559">
                  <c:v>4.5999999999999996</c:v>
                </c:pt>
                <c:pt idx="12560">
                  <c:v>4.5999999999999996</c:v>
                </c:pt>
                <c:pt idx="12561">
                  <c:v>4.5999999999999996</c:v>
                </c:pt>
                <c:pt idx="12562">
                  <c:v>4.5999999999999996</c:v>
                </c:pt>
                <c:pt idx="12563">
                  <c:v>4.5999999999999996</c:v>
                </c:pt>
                <c:pt idx="12564">
                  <c:v>4.5999999999999996</c:v>
                </c:pt>
                <c:pt idx="12565">
                  <c:v>4.5999999999999996</c:v>
                </c:pt>
                <c:pt idx="12566">
                  <c:v>4.5999999999999996</c:v>
                </c:pt>
                <c:pt idx="12567">
                  <c:v>4.5999999999999996</c:v>
                </c:pt>
                <c:pt idx="12568">
                  <c:v>4.5999999999999996</c:v>
                </c:pt>
                <c:pt idx="12569">
                  <c:v>4.5999999999999996</c:v>
                </c:pt>
                <c:pt idx="12570">
                  <c:v>4.5999999999999996</c:v>
                </c:pt>
                <c:pt idx="12571">
                  <c:v>4.5999999999999996</c:v>
                </c:pt>
                <c:pt idx="12572">
                  <c:v>4.5999999999999996</c:v>
                </c:pt>
                <c:pt idx="12573">
                  <c:v>4.5999999999999996</c:v>
                </c:pt>
                <c:pt idx="12574">
                  <c:v>4.5999999999999996</c:v>
                </c:pt>
                <c:pt idx="12575">
                  <c:v>4.5999999999999996</c:v>
                </c:pt>
                <c:pt idx="12576">
                  <c:v>4.5999999999999996</c:v>
                </c:pt>
                <c:pt idx="12577">
                  <c:v>4.5999999999999996</c:v>
                </c:pt>
                <c:pt idx="12578">
                  <c:v>4.5999999999999996</c:v>
                </c:pt>
                <c:pt idx="12579">
                  <c:v>4.5999999999999996</c:v>
                </c:pt>
                <c:pt idx="12580">
                  <c:v>4.5999999999999996</c:v>
                </c:pt>
                <c:pt idx="12595">
                  <c:v>4.5999999999999996</c:v>
                </c:pt>
                <c:pt idx="12596">
                  <c:v>4.5999999999999996</c:v>
                </c:pt>
                <c:pt idx="12597">
                  <c:v>4.5928800000000001</c:v>
                </c:pt>
                <c:pt idx="12598">
                  <c:v>4.5928199999999997</c:v>
                </c:pt>
                <c:pt idx="12599">
                  <c:v>4.5858400000000001</c:v>
                </c:pt>
                <c:pt idx="12600">
                  <c:v>4.5856400000000006</c:v>
                </c:pt>
                <c:pt idx="12601">
                  <c:v>4.5822200000000004</c:v>
                </c:pt>
                <c:pt idx="12602">
                  <c:v>4.5823400000000003</c:v>
                </c:pt>
                <c:pt idx="12603">
                  <c:v>4.5775600000000001</c:v>
                </c:pt>
                <c:pt idx="12604">
                  <c:v>4.5758799999999997</c:v>
                </c:pt>
                <c:pt idx="12605">
                  <c:v>4.5758799999999997</c:v>
                </c:pt>
                <c:pt idx="12606">
                  <c:v>4.5758799999999997</c:v>
                </c:pt>
                <c:pt idx="12607">
                  <c:v>4.57531</c:v>
                </c:pt>
                <c:pt idx="12608">
                  <c:v>4.5750600000000006</c:v>
                </c:pt>
                <c:pt idx="12609">
                  <c:v>4.5750600000000006</c:v>
                </c:pt>
                <c:pt idx="12610">
                  <c:v>4.5750099999999998</c:v>
                </c:pt>
                <c:pt idx="12611">
                  <c:v>4.57172</c:v>
                </c:pt>
                <c:pt idx="12612">
                  <c:v>4.5714300000000003</c:v>
                </c:pt>
                <c:pt idx="12613">
                  <c:v>4.5707100000000001</c:v>
                </c:pt>
                <c:pt idx="12614">
                  <c:v>4.5704599999999997</c:v>
                </c:pt>
                <c:pt idx="12615">
                  <c:v>4.5701899999999993</c:v>
                </c:pt>
                <c:pt idx="12616">
                  <c:v>4.5702499999999997</c:v>
                </c:pt>
                <c:pt idx="12617">
                  <c:v>4.5698599999999994</c:v>
                </c:pt>
                <c:pt idx="12618">
                  <c:v>4.5689500000000001</c:v>
                </c:pt>
                <c:pt idx="12619">
                  <c:v>4.5793400000000002</c:v>
                </c:pt>
                <c:pt idx="12620">
                  <c:v>4.5794600000000001</c:v>
                </c:pt>
                <c:pt idx="12621">
                  <c:v>3.5</c:v>
                </c:pt>
                <c:pt idx="12622">
                  <c:v>3.5</c:v>
                </c:pt>
                <c:pt idx="12623">
                  <c:v>3.5</c:v>
                </c:pt>
                <c:pt idx="12624">
                  <c:v>3.5</c:v>
                </c:pt>
                <c:pt idx="12637">
                  <c:v>3.5</c:v>
                </c:pt>
                <c:pt idx="12638">
                  <c:v>3.5</c:v>
                </c:pt>
                <c:pt idx="12639">
                  <c:v>3.5</c:v>
                </c:pt>
                <c:pt idx="12640">
                  <c:v>3.5</c:v>
                </c:pt>
                <c:pt idx="12641">
                  <c:v>3.5</c:v>
                </c:pt>
                <c:pt idx="12642">
                  <c:v>3.5</c:v>
                </c:pt>
                <c:pt idx="12643">
                  <c:v>3.5</c:v>
                </c:pt>
                <c:pt idx="12644">
                  <c:v>3.5</c:v>
                </c:pt>
                <c:pt idx="12645">
                  <c:v>3.5</c:v>
                </c:pt>
                <c:pt idx="12646">
                  <c:v>3.5</c:v>
                </c:pt>
                <c:pt idx="12647">
                  <c:v>3.5</c:v>
                </c:pt>
                <c:pt idx="12648">
                  <c:v>3.5</c:v>
                </c:pt>
                <c:pt idx="12649">
                  <c:v>3.5</c:v>
                </c:pt>
                <c:pt idx="12650">
                  <c:v>3.5</c:v>
                </c:pt>
                <c:pt idx="12651">
                  <c:v>3.5</c:v>
                </c:pt>
                <c:pt idx="12652">
                  <c:v>3.5</c:v>
                </c:pt>
                <c:pt idx="12653">
                  <c:v>3.5</c:v>
                </c:pt>
                <c:pt idx="12654">
                  <c:v>3.5</c:v>
                </c:pt>
                <c:pt idx="12655">
                  <c:v>3.5</c:v>
                </c:pt>
                <c:pt idx="12656">
                  <c:v>3.5</c:v>
                </c:pt>
                <c:pt idx="12657">
                  <c:v>3.5</c:v>
                </c:pt>
                <c:pt idx="12658">
                  <c:v>3.5</c:v>
                </c:pt>
                <c:pt idx="12659">
                  <c:v>3.5</c:v>
                </c:pt>
                <c:pt idx="12660">
                  <c:v>3.5</c:v>
                </c:pt>
                <c:pt idx="12661">
                  <c:v>3.5</c:v>
                </c:pt>
                <c:pt idx="12662">
                  <c:v>3.5</c:v>
                </c:pt>
                <c:pt idx="12677">
                  <c:v>3.5</c:v>
                </c:pt>
                <c:pt idx="12678">
                  <c:v>3.5</c:v>
                </c:pt>
                <c:pt idx="12679">
                  <c:v>3.5</c:v>
                </c:pt>
                <c:pt idx="12680">
                  <c:v>3.5</c:v>
                </c:pt>
                <c:pt idx="12681">
                  <c:v>3.5</c:v>
                </c:pt>
                <c:pt idx="12682">
                  <c:v>3.5</c:v>
                </c:pt>
                <c:pt idx="12683">
                  <c:v>3.5</c:v>
                </c:pt>
                <c:pt idx="12684">
                  <c:v>3.5</c:v>
                </c:pt>
                <c:pt idx="12685">
                  <c:v>3.5</c:v>
                </c:pt>
                <c:pt idx="12686">
                  <c:v>3.5</c:v>
                </c:pt>
                <c:pt idx="12687">
                  <c:v>3.5</c:v>
                </c:pt>
                <c:pt idx="12688">
                  <c:v>3.5</c:v>
                </c:pt>
                <c:pt idx="12689">
                  <c:v>3.5</c:v>
                </c:pt>
                <c:pt idx="12690">
                  <c:v>3.5</c:v>
                </c:pt>
                <c:pt idx="12691">
                  <c:v>3.5</c:v>
                </c:pt>
                <c:pt idx="12692">
                  <c:v>3.5</c:v>
                </c:pt>
                <c:pt idx="12693">
                  <c:v>3.5</c:v>
                </c:pt>
                <c:pt idx="12694">
                  <c:v>3.5</c:v>
                </c:pt>
                <c:pt idx="12695">
                  <c:v>3.5</c:v>
                </c:pt>
                <c:pt idx="12696">
                  <c:v>3.5</c:v>
                </c:pt>
                <c:pt idx="12697">
                  <c:v>3.5</c:v>
                </c:pt>
                <c:pt idx="12698">
                  <c:v>3.5</c:v>
                </c:pt>
                <c:pt idx="12699">
                  <c:v>3.5</c:v>
                </c:pt>
                <c:pt idx="12700">
                  <c:v>3.5</c:v>
                </c:pt>
                <c:pt idx="12701">
                  <c:v>3.5</c:v>
                </c:pt>
                <c:pt idx="12702">
                  <c:v>3.5</c:v>
                </c:pt>
                <c:pt idx="12957">
                  <c:v>3.5</c:v>
                </c:pt>
                <c:pt idx="12958">
                  <c:v>3.5</c:v>
                </c:pt>
                <c:pt idx="12959">
                  <c:v>3.5</c:v>
                </c:pt>
                <c:pt idx="12960">
                  <c:v>3.5</c:v>
                </c:pt>
                <c:pt idx="12961">
                  <c:v>3.5</c:v>
                </c:pt>
                <c:pt idx="12962">
                  <c:v>3.5</c:v>
                </c:pt>
                <c:pt idx="12963">
                  <c:v>3.5</c:v>
                </c:pt>
                <c:pt idx="12964">
                  <c:v>3.5</c:v>
                </c:pt>
                <c:pt idx="12965">
                  <c:v>3.5</c:v>
                </c:pt>
                <c:pt idx="12966">
                  <c:v>3.5</c:v>
                </c:pt>
                <c:pt idx="12967">
                  <c:v>3.5</c:v>
                </c:pt>
                <c:pt idx="12968">
                  <c:v>3.5</c:v>
                </c:pt>
                <c:pt idx="12969">
                  <c:v>3.5</c:v>
                </c:pt>
                <c:pt idx="12970">
                  <c:v>3.5</c:v>
                </c:pt>
                <c:pt idx="12971">
                  <c:v>3.5</c:v>
                </c:pt>
                <c:pt idx="12972">
                  <c:v>3.5</c:v>
                </c:pt>
                <c:pt idx="12973">
                  <c:v>3.5</c:v>
                </c:pt>
                <c:pt idx="12974">
                  <c:v>3.5</c:v>
                </c:pt>
                <c:pt idx="12975">
                  <c:v>3.5</c:v>
                </c:pt>
                <c:pt idx="12976">
                  <c:v>3.5</c:v>
                </c:pt>
                <c:pt idx="12977">
                  <c:v>3.5</c:v>
                </c:pt>
                <c:pt idx="12978">
                  <c:v>3.5</c:v>
                </c:pt>
                <c:pt idx="12979">
                  <c:v>3.5</c:v>
                </c:pt>
                <c:pt idx="12980">
                  <c:v>3.5</c:v>
                </c:pt>
                <c:pt idx="12981">
                  <c:v>3.5</c:v>
                </c:pt>
                <c:pt idx="12982">
                  <c:v>3.5</c:v>
                </c:pt>
                <c:pt idx="12997">
                  <c:v>3.5</c:v>
                </c:pt>
                <c:pt idx="12998">
                  <c:v>3.5</c:v>
                </c:pt>
                <c:pt idx="12999">
                  <c:v>3.5</c:v>
                </c:pt>
                <c:pt idx="13000">
                  <c:v>3.5</c:v>
                </c:pt>
                <c:pt idx="13001">
                  <c:v>3.5</c:v>
                </c:pt>
                <c:pt idx="13002">
                  <c:v>3.5</c:v>
                </c:pt>
                <c:pt idx="13003">
                  <c:v>3.5</c:v>
                </c:pt>
                <c:pt idx="13004">
                  <c:v>3.5</c:v>
                </c:pt>
                <c:pt idx="13005">
                  <c:v>3.5</c:v>
                </c:pt>
                <c:pt idx="13006">
                  <c:v>3.5</c:v>
                </c:pt>
                <c:pt idx="13007">
                  <c:v>3.5</c:v>
                </c:pt>
                <c:pt idx="13008">
                  <c:v>3.5</c:v>
                </c:pt>
                <c:pt idx="13009">
                  <c:v>3.5</c:v>
                </c:pt>
                <c:pt idx="13010">
                  <c:v>3.5</c:v>
                </c:pt>
                <c:pt idx="13011">
                  <c:v>3.5</c:v>
                </c:pt>
                <c:pt idx="13012">
                  <c:v>3.5</c:v>
                </c:pt>
                <c:pt idx="13013">
                  <c:v>3.5</c:v>
                </c:pt>
                <c:pt idx="13014">
                  <c:v>3.5</c:v>
                </c:pt>
                <c:pt idx="13015">
                  <c:v>3.5</c:v>
                </c:pt>
                <c:pt idx="13016">
                  <c:v>3.5</c:v>
                </c:pt>
                <c:pt idx="13017">
                  <c:v>3.5</c:v>
                </c:pt>
                <c:pt idx="13018">
                  <c:v>3.5</c:v>
                </c:pt>
                <c:pt idx="13019">
                  <c:v>3.5</c:v>
                </c:pt>
                <c:pt idx="13020">
                  <c:v>3.5</c:v>
                </c:pt>
                <c:pt idx="13021">
                  <c:v>3.5</c:v>
                </c:pt>
                <c:pt idx="13022">
                  <c:v>3.5</c:v>
                </c:pt>
                <c:pt idx="13037">
                  <c:v>3.5</c:v>
                </c:pt>
                <c:pt idx="13038">
                  <c:v>3.5</c:v>
                </c:pt>
                <c:pt idx="13039">
                  <c:v>3.5</c:v>
                </c:pt>
                <c:pt idx="13040">
                  <c:v>3.5</c:v>
                </c:pt>
                <c:pt idx="13041">
                  <c:v>3.5</c:v>
                </c:pt>
                <c:pt idx="13042">
                  <c:v>3.5</c:v>
                </c:pt>
                <c:pt idx="13043">
                  <c:v>3.5</c:v>
                </c:pt>
                <c:pt idx="13044">
                  <c:v>3.5</c:v>
                </c:pt>
                <c:pt idx="13045">
                  <c:v>3.5</c:v>
                </c:pt>
                <c:pt idx="13046">
                  <c:v>3.5</c:v>
                </c:pt>
                <c:pt idx="13047">
                  <c:v>3.5</c:v>
                </c:pt>
                <c:pt idx="13048">
                  <c:v>3.5</c:v>
                </c:pt>
                <c:pt idx="13049">
                  <c:v>3.5</c:v>
                </c:pt>
                <c:pt idx="13050">
                  <c:v>3.5</c:v>
                </c:pt>
                <c:pt idx="13051">
                  <c:v>3.5</c:v>
                </c:pt>
                <c:pt idx="13052">
                  <c:v>3.5</c:v>
                </c:pt>
                <c:pt idx="13053">
                  <c:v>3.5</c:v>
                </c:pt>
                <c:pt idx="13054">
                  <c:v>3.5</c:v>
                </c:pt>
                <c:pt idx="13055">
                  <c:v>3.5</c:v>
                </c:pt>
                <c:pt idx="13056">
                  <c:v>3.5</c:v>
                </c:pt>
                <c:pt idx="13057">
                  <c:v>3.5</c:v>
                </c:pt>
                <c:pt idx="13058">
                  <c:v>3.5</c:v>
                </c:pt>
                <c:pt idx="13059">
                  <c:v>3.5</c:v>
                </c:pt>
                <c:pt idx="13060">
                  <c:v>3.5</c:v>
                </c:pt>
                <c:pt idx="13061">
                  <c:v>3.5</c:v>
                </c:pt>
                <c:pt idx="13062">
                  <c:v>3.5</c:v>
                </c:pt>
                <c:pt idx="13075">
                  <c:v>3.5</c:v>
                </c:pt>
                <c:pt idx="13076">
                  <c:v>3.5</c:v>
                </c:pt>
                <c:pt idx="13077">
                  <c:v>3.5</c:v>
                </c:pt>
                <c:pt idx="13078">
                  <c:v>3.5</c:v>
                </c:pt>
                <c:pt idx="13079">
                  <c:v>3.5</c:v>
                </c:pt>
                <c:pt idx="13080">
                  <c:v>3.5</c:v>
                </c:pt>
                <c:pt idx="13081">
                  <c:v>3.5</c:v>
                </c:pt>
                <c:pt idx="13082">
                  <c:v>3.5</c:v>
                </c:pt>
                <c:pt idx="13083">
                  <c:v>3.5</c:v>
                </c:pt>
                <c:pt idx="13084">
                  <c:v>3.5</c:v>
                </c:pt>
                <c:pt idx="13085">
                  <c:v>3.5</c:v>
                </c:pt>
                <c:pt idx="13086">
                  <c:v>3.5</c:v>
                </c:pt>
                <c:pt idx="13087">
                  <c:v>3.5</c:v>
                </c:pt>
                <c:pt idx="13088">
                  <c:v>3.5</c:v>
                </c:pt>
                <c:pt idx="13089">
                  <c:v>3.5</c:v>
                </c:pt>
                <c:pt idx="13090">
                  <c:v>3.5</c:v>
                </c:pt>
                <c:pt idx="13091">
                  <c:v>3.5</c:v>
                </c:pt>
                <c:pt idx="13092">
                  <c:v>3.5</c:v>
                </c:pt>
                <c:pt idx="13093">
                  <c:v>3.5</c:v>
                </c:pt>
                <c:pt idx="13094">
                  <c:v>3.5</c:v>
                </c:pt>
                <c:pt idx="13095">
                  <c:v>3.5</c:v>
                </c:pt>
                <c:pt idx="13096">
                  <c:v>3.5</c:v>
                </c:pt>
                <c:pt idx="13097">
                  <c:v>3.5</c:v>
                </c:pt>
                <c:pt idx="13098">
                  <c:v>3.5</c:v>
                </c:pt>
                <c:pt idx="13099">
                  <c:v>3.5</c:v>
                </c:pt>
                <c:pt idx="13100">
                  <c:v>3.5</c:v>
                </c:pt>
                <c:pt idx="13101">
                  <c:v>3.5</c:v>
                </c:pt>
                <c:pt idx="13102">
                  <c:v>3.5</c:v>
                </c:pt>
                <c:pt idx="13103">
                  <c:v>3.5</c:v>
                </c:pt>
                <c:pt idx="13104">
                  <c:v>3.5</c:v>
                </c:pt>
                <c:pt idx="13105">
                  <c:v>3.5</c:v>
                </c:pt>
                <c:pt idx="13106">
                  <c:v>3.5</c:v>
                </c:pt>
                <c:pt idx="13107">
                  <c:v>3.5</c:v>
                </c:pt>
                <c:pt idx="13115">
                  <c:v>3.5</c:v>
                </c:pt>
                <c:pt idx="13116">
                  <c:v>3.5</c:v>
                </c:pt>
                <c:pt idx="13117">
                  <c:v>3.5</c:v>
                </c:pt>
                <c:pt idx="13118">
                  <c:v>3.5</c:v>
                </c:pt>
                <c:pt idx="13119">
                  <c:v>3.5</c:v>
                </c:pt>
                <c:pt idx="13120">
                  <c:v>3.5</c:v>
                </c:pt>
                <c:pt idx="13121">
                  <c:v>3.5</c:v>
                </c:pt>
                <c:pt idx="13122">
                  <c:v>3.5</c:v>
                </c:pt>
                <c:pt idx="13123">
                  <c:v>3.5</c:v>
                </c:pt>
                <c:pt idx="13124">
                  <c:v>3.5</c:v>
                </c:pt>
                <c:pt idx="13125">
                  <c:v>3.5</c:v>
                </c:pt>
                <c:pt idx="13126">
                  <c:v>3.5</c:v>
                </c:pt>
                <c:pt idx="13127">
                  <c:v>3.5</c:v>
                </c:pt>
                <c:pt idx="13128">
                  <c:v>3.5</c:v>
                </c:pt>
                <c:pt idx="13129">
                  <c:v>3.5</c:v>
                </c:pt>
                <c:pt idx="13130">
                  <c:v>3.5</c:v>
                </c:pt>
                <c:pt idx="13131">
                  <c:v>3.5</c:v>
                </c:pt>
                <c:pt idx="13132">
                  <c:v>3.5</c:v>
                </c:pt>
                <c:pt idx="13133">
                  <c:v>3.5</c:v>
                </c:pt>
                <c:pt idx="13134">
                  <c:v>3.5</c:v>
                </c:pt>
                <c:pt idx="13135">
                  <c:v>3.5</c:v>
                </c:pt>
                <c:pt idx="13236">
                  <c:v>3.5</c:v>
                </c:pt>
                <c:pt idx="13237">
                  <c:v>3.5</c:v>
                </c:pt>
                <c:pt idx="13238">
                  <c:v>3.5</c:v>
                </c:pt>
                <c:pt idx="13239">
                  <c:v>3.5</c:v>
                </c:pt>
                <c:pt idx="13240">
                  <c:v>3.5</c:v>
                </c:pt>
                <c:pt idx="13241">
                  <c:v>3.5</c:v>
                </c:pt>
                <c:pt idx="13242">
                  <c:v>3.5</c:v>
                </c:pt>
                <c:pt idx="13243">
                  <c:v>3.5</c:v>
                </c:pt>
                <c:pt idx="13244">
                  <c:v>3.5</c:v>
                </c:pt>
                <c:pt idx="13245">
                  <c:v>3.5</c:v>
                </c:pt>
                <c:pt idx="13246">
                  <c:v>3.5</c:v>
                </c:pt>
                <c:pt idx="13247">
                  <c:v>3.5</c:v>
                </c:pt>
                <c:pt idx="13248">
                  <c:v>3.5</c:v>
                </c:pt>
                <c:pt idx="13276">
                  <c:v>3.5</c:v>
                </c:pt>
                <c:pt idx="13277">
                  <c:v>3.5</c:v>
                </c:pt>
                <c:pt idx="13278">
                  <c:v>3.5</c:v>
                </c:pt>
                <c:pt idx="13279">
                  <c:v>3.5</c:v>
                </c:pt>
                <c:pt idx="13280">
                  <c:v>3.5</c:v>
                </c:pt>
                <c:pt idx="13281">
                  <c:v>3.5</c:v>
                </c:pt>
                <c:pt idx="13282">
                  <c:v>3.5</c:v>
                </c:pt>
                <c:pt idx="13283">
                  <c:v>3.5</c:v>
                </c:pt>
                <c:pt idx="13284">
                  <c:v>3.5</c:v>
                </c:pt>
                <c:pt idx="13285">
                  <c:v>3.5</c:v>
                </c:pt>
                <c:pt idx="13286">
                  <c:v>3.5</c:v>
                </c:pt>
                <c:pt idx="13287">
                  <c:v>3.5</c:v>
                </c:pt>
                <c:pt idx="13288">
                  <c:v>3.5</c:v>
                </c:pt>
                <c:pt idx="13289">
                  <c:v>3.5</c:v>
                </c:pt>
                <c:pt idx="13290">
                  <c:v>3.5</c:v>
                </c:pt>
                <c:pt idx="13291">
                  <c:v>3.5</c:v>
                </c:pt>
                <c:pt idx="13292">
                  <c:v>3.5</c:v>
                </c:pt>
                <c:pt idx="13293">
                  <c:v>3.5</c:v>
                </c:pt>
                <c:pt idx="13294">
                  <c:v>3.5</c:v>
                </c:pt>
                <c:pt idx="13295">
                  <c:v>3.5</c:v>
                </c:pt>
                <c:pt idx="13296">
                  <c:v>3.5</c:v>
                </c:pt>
                <c:pt idx="13297">
                  <c:v>3.5</c:v>
                </c:pt>
                <c:pt idx="13298">
                  <c:v>3.5</c:v>
                </c:pt>
                <c:pt idx="13299">
                  <c:v>3.5</c:v>
                </c:pt>
                <c:pt idx="13300">
                  <c:v>3.5</c:v>
                </c:pt>
                <c:pt idx="13301">
                  <c:v>3.5</c:v>
                </c:pt>
                <c:pt idx="13556">
                  <c:v>3.5</c:v>
                </c:pt>
                <c:pt idx="13557">
                  <c:v>3.5</c:v>
                </c:pt>
                <c:pt idx="13558">
                  <c:v>3.5</c:v>
                </c:pt>
                <c:pt idx="13559">
                  <c:v>3.5</c:v>
                </c:pt>
                <c:pt idx="13560">
                  <c:v>3.5</c:v>
                </c:pt>
                <c:pt idx="13561">
                  <c:v>3.5</c:v>
                </c:pt>
                <c:pt idx="13562">
                  <c:v>3.5</c:v>
                </c:pt>
                <c:pt idx="13563">
                  <c:v>3.5</c:v>
                </c:pt>
                <c:pt idx="13564">
                  <c:v>3.5</c:v>
                </c:pt>
                <c:pt idx="13565">
                  <c:v>3.5</c:v>
                </c:pt>
                <c:pt idx="13566">
                  <c:v>3.5</c:v>
                </c:pt>
                <c:pt idx="13567">
                  <c:v>3.5</c:v>
                </c:pt>
                <c:pt idx="13568">
                  <c:v>3.5</c:v>
                </c:pt>
                <c:pt idx="13569">
                  <c:v>3.5</c:v>
                </c:pt>
                <c:pt idx="13570">
                  <c:v>3.5</c:v>
                </c:pt>
                <c:pt idx="13571">
                  <c:v>3.5</c:v>
                </c:pt>
                <c:pt idx="13572">
                  <c:v>3.5</c:v>
                </c:pt>
                <c:pt idx="13573">
                  <c:v>3.5</c:v>
                </c:pt>
                <c:pt idx="13574">
                  <c:v>3.5</c:v>
                </c:pt>
                <c:pt idx="13575">
                  <c:v>3.5</c:v>
                </c:pt>
                <c:pt idx="13576">
                  <c:v>3.5</c:v>
                </c:pt>
                <c:pt idx="13577">
                  <c:v>3.5</c:v>
                </c:pt>
                <c:pt idx="13578">
                  <c:v>3.5</c:v>
                </c:pt>
                <c:pt idx="13579">
                  <c:v>3.5</c:v>
                </c:pt>
                <c:pt idx="13580">
                  <c:v>3.5</c:v>
                </c:pt>
                <c:pt idx="13581">
                  <c:v>3.5</c:v>
                </c:pt>
                <c:pt idx="13582">
                  <c:v>3.5</c:v>
                </c:pt>
                <c:pt idx="13583">
                  <c:v>3.5</c:v>
                </c:pt>
                <c:pt idx="13584">
                  <c:v>3.5</c:v>
                </c:pt>
                <c:pt idx="13585">
                  <c:v>3.5</c:v>
                </c:pt>
                <c:pt idx="13598">
                  <c:v>3.2</c:v>
                </c:pt>
                <c:pt idx="13599">
                  <c:v>3.2</c:v>
                </c:pt>
                <c:pt idx="13600">
                  <c:v>3.2</c:v>
                </c:pt>
                <c:pt idx="13601">
                  <c:v>3.2</c:v>
                </c:pt>
                <c:pt idx="13602">
                  <c:v>3.2</c:v>
                </c:pt>
                <c:pt idx="13603">
                  <c:v>3.2</c:v>
                </c:pt>
                <c:pt idx="13604">
                  <c:v>3.2</c:v>
                </c:pt>
                <c:pt idx="13605">
                  <c:v>3.2</c:v>
                </c:pt>
                <c:pt idx="13606">
                  <c:v>3.2</c:v>
                </c:pt>
                <c:pt idx="13607">
                  <c:v>3.2</c:v>
                </c:pt>
                <c:pt idx="13608">
                  <c:v>3.2</c:v>
                </c:pt>
                <c:pt idx="13609">
                  <c:v>3.2</c:v>
                </c:pt>
                <c:pt idx="13610">
                  <c:v>3.2</c:v>
                </c:pt>
                <c:pt idx="13611">
                  <c:v>3.2</c:v>
                </c:pt>
                <c:pt idx="13612">
                  <c:v>3.2</c:v>
                </c:pt>
                <c:pt idx="13613">
                  <c:v>3.2</c:v>
                </c:pt>
                <c:pt idx="13614">
                  <c:v>3.2</c:v>
                </c:pt>
                <c:pt idx="13615">
                  <c:v>3.2</c:v>
                </c:pt>
                <c:pt idx="13616">
                  <c:v>3.2</c:v>
                </c:pt>
                <c:pt idx="13617">
                  <c:v>3.2</c:v>
                </c:pt>
                <c:pt idx="13618">
                  <c:v>3.2</c:v>
                </c:pt>
                <c:pt idx="13619">
                  <c:v>3.2</c:v>
                </c:pt>
                <c:pt idx="13620">
                  <c:v>3.2</c:v>
                </c:pt>
                <c:pt idx="13621">
                  <c:v>3.2</c:v>
                </c:pt>
                <c:pt idx="13622">
                  <c:v>3.2</c:v>
                </c:pt>
                <c:pt idx="13623">
                  <c:v>3.2</c:v>
                </c:pt>
                <c:pt idx="13624">
                  <c:v>3.2</c:v>
                </c:pt>
                <c:pt idx="13625">
                  <c:v>3.2</c:v>
                </c:pt>
                <c:pt idx="13639">
                  <c:v>3.5</c:v>
                </c:pt>
                <c:pt idx="13640">
                  <c:v>3.5</c:v>
                </c:pt>
                <c:pt idx="13641">
                  <c:v>3.5</c:v>
                </c:pt>
                <c:pt idx="13642">
                  <c:v>3.5</c:v>
                </c:pt>
                <c:pt idx="13643">
                  <c:v>3.5</c:v>
                </c:pt>
                <c:pt idx="13644">
                  <c:v>3.5</c:v>
                </c:pt>
                <c:pt idx="13645">
                  <c:v>3.5</c:v>
                </c:pt>
                <c:pt idx="13646">
                  <c:v>3.5</c:v>
                </c:pt>
                <c:pt idx="13647">
                  <c:v>3.5</c:v>
                </c:pt>
                <c:pt idx="13648">
                  <c:v>3.5</c:v>
                </c:pt>
                <c:pt idx="13649">
                  <c:v>3.5</c:v>
                </c:pt>
                <c:pt idx="13650">
                  <c:v>3.5</c:v>
                </c:pt>
                <c:pt idx="13651">
                  <c:v>3.5</c:v>
                </c:pt>
                <c:pt idx="13652">
                  <c:v>3.5</c:v>
                </c:pt>
                <c:pt idx="13653">
                  <c:v>3.5</c:v>
                </c:pt>
                <c:pt idx="13654">
                  <c:v>3.5</c:v>
                </c:pt>
                <c:pt idx="13655">
                  <c:v>3.5</c:v>
                </c:pt>
                <c:pt idx="13656">
                  <c:v>3.5</c:v>
                </c:pt>
                <c:pt idx="13657">
                  <c:v>3.5</c:v>
                </c:pt>
                <c:pt idx="13720">
                  <c:v>4.5999999999999996</c:v>
                </c:pt>
                <c:pt idx="13721">
                  <c:v>4.5999999999999996</c:v>
                </c:pt>
                <c:pt idx="13722">
                  <c:v>4.5999999999999996</c:v>
                </c:pt>
                <c:pt idx="13723">
                  <c:v>4.5999999999999996</c:v>
                </c:pt>
                <c:pt idx="13724">
                  <c:v>4.5999999999999996</c:v>
                </c:pt>
                <c:pt idx="13725">
                  <c:v>4.5999999999999996</c:v>
                </c:pt>
                <c:pt idx="13726">
                  <c:v>4.5999999999999996</c:v>
                </c:pt>
                <c:pt idx="13727">
                  <c:v>4.5999999999999996</c:v>
                </c:pt>
                <c:pt idx="13728">
                  <c:v>4.5999999999999996</c:v>
                </c:pt>
                <c:pt idx="13729">
                  <c:v>4.5999999999999996</c:v>
                </c:pt>
                <c:pt idx="13730">
                  <c:v>4.5999999999999996</c:v>
                </c:pt>
                <c:pt idx="13731">
                  <c:v>4.5999999999999996</c:v>
                </c:pt>
                <c:pt idx="13732">
                  <c:v>4.5999999999999996</c:v>
                </c:pt>
                <c:pt idx="13733">
                  <c:v>4.5999999999999996</c:v>
                </c:pt>
                <c:pt idx="13734">
                  <c:v>4.5999999999999996</c:v>
                </c:pt>
                <c:pt idx="13735">
                  <c:v>4.5999999999999996</c:v>
                </c:pt>
                <c:pt idx="13736">
                  <c:v>4.5999999999999996</c:v>
                </c:pt>
                <c:pt idx="13737">
                  <c:v>4.5999999999999996</c:v>
                </c:pt>
                <c:pt idx="13738">
                  <c:v>4.5999999999999996</c:v>
                </c:pt>
                <c:pt idx="13739">
                  <c:v>4.5999999999999996</c:v>
                </c:pt>
                <c:pt idx="13740">
                  <c:v>4.5999999999999996</c:v>
                </c:pt>
                <c:pt idx="13741">
                  <c:v>4.5999999999999996</c:v>
                </c:pt>
                <c:pt idx="13756">
                  <c:v>4.5999999999999996</c:v>
                </c:pt>
                <c:pt idx="13757">
                  <c:v>4.5999999999999996</c:v>
                </c:pt>
                <c:pt idx="13758">
                  <c:v>4.5928800000000001</c:v>
                </c:pt>
                <c:pt idx="13759">
                  <c:v>4.5928199999999997</c:v>
                </c:pt>
                <c:pt idx="13760">
                  <c:v>4.5858400000000001</c:v>
                </c:pt>
                <c:pt idx="13761">
                  <c:v>4.5856400000000006</c:v>
                </c:pt>
                <c:pt idx="13762">
                  <c:v>4.5822200000000004</c:v>
                </c:pt>
                <c:pt idx="13763">
                  <c:v>4.5823400000000003</c:v>
                </c:pt>
                <c:pt idx="13764">
                  <c:v>4.5775600000000001</c:v>
                </c:pt>
                <c:pt idx="13765">
                  <c:v>4.5758799999999997</c:v>
                </c:pt>
                <c:pt idx="13766">
                  <c:v>4.5758799999999997</c:v>
                </c:pt>
                <c:pt idx="13767">
                  <c:v>4.5758799999999997</c:v>
                </c:pt>
                <c:pt idx="13768">
                  <c:v>4.57531</c:v>
                </c:pt>
                <c:pt idx="13769">
                  <c:v>4.5750600000000006</c:v>
                </c:pt>
                <c:pt idx="13770">
                  <c:v>4.5750600000000006</c:v>
                </c:pt>
                <c:pt idx="13771">
                  <c:v>4.5750099999999998</c:v>
                </c:pt>
                <c:pt idx="13772">
                  <c:v>4.57172</c:v>
                </c:pt>
                <c:pt idx="13773">
                  <c:v>4.5714300000000003</c:v>
                </c:pt>
                <c:pt idx="13774">
                  <c:v>4.5707100000000001</c:v>
                </c:pt>
                <c:pt idx="13775">
                  <c:v>4.5704599999999997</c:v>
                </c:pt>
                <c:pt idx="13776">
                  <c:v>4.5701899999999993</c:v>
                </c:pt>
                <c:pt idx="13777">
                  <c:v>4.5702499999999997</c:v>
                </c:pt>
                <c:pt idx="13778">
                  <c:v>4.5698599999999994</c:v>
                </c:pt>
                <c:pt idx="13779">
                  <c:v>4.5689500000000001</c:v>
                </c:pt>
                <c:pt idx="13780">
                  <c:v>4.5793400000000002</c:v>
                </c:pt>
                <c:pt idx="13781">
                  <c:v>4.5794600000000001</c:v>
                </c:pt>
                <c:pt idx="13782">
                  <c:v>3.5</c:v>
                </c:pt>
                <c:pt idx="13783">
                  <c:v>3.5</c:v>
                </c:pt>
                <c:pt idx="13784">
                  <c:v>3.5</c:v>
                </c:pt>
                <c:pt idx="13785">
                  <c:v>3.5</c:v>
                </c:pt>
                <c:pt idx="13798">
                  <c:v>3.5</c:v>
                </c:pt>
                <c:pt idx="13799">
                  <c:v>3.5</c:v>
                </c:pt>
                <c:pt idx="13800">
                  <c:v>3.5</c:v>
                </c:pt>
                <c:pt idx="13801">
                  <c:v>3.5</c:v>
                </c:pt>
                <c:pt idx="13802">
                  <c:v>3.5</c:v>
                </c:pt>
                <c:pt idx="13803">
                  <c:v>3.5</c:v>
                </c:pt>
                <c:pt idx="13804">
                  <c:v>3.5</c:v>
                </c:pt>
                <c:pt idx="13805">
                  <c:v>3.5</c:v>
                </c:pt>
                <c:pt idx="13806">
                  <c:v>3.5</c:v>
                </c:pt>
                <c:pt idx="13807">
                  <c:v>3.5</c:v>
                </c:pt>
                <c:pt idx="13808">
                  <c:v>3.5</c:v>
                </c:pt>
                <c:pt idx="13809">
                  <c:v>3.5</c:v>
                </c:pt>
                <c:pt idx="13810">
                  <c:v>3.5</c:v>
                </c:pt>
                <c:pt idx="13811">
                  <c:v>3.5</c:v>
                </c:pt>
                <c:pt idx="13812">
                  <c:v>3.5</c:v>
                </c:pt>
                <c:pt idx="13813">
                  <c:v>3.5</c:v>
                </c:pt>
                <c:pt idx="13814">
                  <c:v>3.5</c:v>
                </c:pt>
                <c:pt idx="13815">
                  <c:v>3.5</c:v>
                </c:pt>
                <c:pt idx="13816">
                  <c:v>3.5</c:v>
                </c:pt>
                <c:pt idx="13817">
                  <c:v>3.5</c:v>
                </c:pt>
                <c:pt idx="13818">
                  <c:v>3.5</c:v>
                </c:pt>
                <c:pt idx="13819">
                  <c:v>3.5</c:v>
                </c:pt>
                <c:pt idx="13820">
                  <c:v>3.5</c:v>
                </c:pt>
                <c:pt idx="13821">
                  <c:v>3.5</c:v>
                </c:pt>
                <c:pt idx="13822">
                  <c:v>3.5</c:v>
                </c:pt>
                <c:pt idx="13823">
                  <c:v>3.5</c:v>
                </c:pt>
                <c:pt idx="13838">
                  <c:v>3.5</c:v>
                </c:pt>
                <c:pt idx="13839">
                  <c:v>3.5</c:v>
                </c:pt>
                <c:pt idx="13840">
                  <c:v>3.5</c:v>
                </c:pt>
                <c:pt idx="13841">
                  <c:v>3.5</c:v>
                </c:pt>
                <c:pt idx="13842">
                  <c:v>3.5</c:v>
                </c:pt>
                <c:pt idx="13843">
                  <c:v>3.5</c:v>
                </c:pt>
                <c:pt idx="13844">
                  <c:v>3.5</c:v>
                </c:pt>
                <c:pt idx="13845">
                  <c:v>3.5</c:v>
                </c:pt>
                <c:pt idx="13846">
                  <c:v>3.5</c:v>
                </c:pt>
                <c:pt idx="13847">
                  <c:v>3.5</c:v>
                </c:pt>
                <c:pt idx="13848">
                  <c:v>3.5</c:v>
                </c:pt>
                <c:pt idx="13849">
                  <c:v>3.5</c:v>
                </c:pt>
                <c:pt idx="13850">
                  <c:v>3.5</c:v>
                </c:pt>
                <c:pt idx="13851">
                  <c:v>3.5</c:v>
                </c:pt>
                <c:pt idx="13852">
                  <c:v>3.5</c:v>
                </c:pt>
                <c:pt idx="13853">
                  <c:v>3.5</c:v>
                </c:pt>
                <c:pt idx="13854">
                  <c:v>3.5</c:v>
                </c:pt>
                <c:pt idx="13855">
                  <c:v>3.5</c:v>
                </c:pt>
                <c:pt idx="13856">
                  <c:v>3.5</c:v>
                </c:pt>
                <c:pt idx="13857">
                  <c:v>3.5</c:v>
                </c:pt>
                <c:pt idx="13858">
                  <c:v>3.5</c:v>
                </c:pt>
                <c:pt idx="13859">
                  <c:v>3.5</c:v>
                </c:pt>
                <c:pt idx="13860">
                  <c:v>3.5</c:v>
                </c:pt>
                <c:pt idx="13861">
                  <c:v>3.5</c:v>
                </c:pt>
                <c:pt idx="13862">
                  <c:v>3.5</c:v>
                </c:pt>
                <c:pt idx="13863">
                  <c:v>3.5</c:v>
                </c:pt>
                <c:pt idx="14118">
                  <c:v>3.5</c:v>
                </c:pt>
                <c:pt idx="14119">
                  <c:v>3.5</c:v>
                </c:pt>
                <c:pt idx="14120">
                  <c:v>3.5</c:v>
                </c:pt>
                <c:pt idx="14121">
                  <c:v>3.5</c:v>
                </c:pt>
                <c:pt idx="14122">
                  <c:v>3.5</c:v>
                </c:pt>
                <c:pt idx="14123">
                  <c:v>3.5</c:v>
                </c:pt>
                <c:pt idx="14124">
                  <c:v>3.5</c:v>
                </c:pt>
                <c:pt idx="14125">
                  <c:v>3.5</c:v>
                </c:pt>
                <c:pt idx="14126">
                  <c:v>3.5</c:v>
                </c:pt>
                <c:pt idx="14127">
                  <c:v>3.5</c:v>
                </c:pt>
                <c:pt idx="14128">
                  <c:v>3.5</c:v>
                </c:pt>
                <c:pt idx="14129">
                  <c:v>3.5</c:v>
                </c:pt>
                <c:pt idx="14130">
                  <c:v>3.5</c:v>
                </c:pt>
                <c:pt idx="14131">
                  <c:v>3.5</c:v>
                </c:pt>
                <c:pt idx="14132">
                  <c:v>3.5</c:v>
                </c:pt>
                <c:pt idx="14133">
                  <c:v>3.5</c:v>
                </c:pt>
                <c:pt idx="14134">
                  <c:v>3.5</c:v>
                </c:pt>
                <c:pt idx="14135">
                  <c:v>3.5</c:v>
                </c:pt>
                <c:pt idx="14136">
                  <c:v>3.5</c:v>
                </c:pt>
                <c:pt idx="14137">
                  <c:v>3.5</c:v>
                </c:pt>
                <c:pt idx="14138">
                  <c:v>3.5</c:v>
                </c:pt>
                <c:pt idx="14139">
                  <c:v>3.5</c:v>
                </c:pt>
                <c:pt idx="14140">
                  <c:v>3.5</c:v>
                </c:pt>
                <c:pt idx="14141">
                  <c:v>3.5</c:v>
                </c:pt>
                <c:pt idx="14142">
                  <c:v>3.5</c:v>
                </c:pt>
                <c:pt idx="14143">
                  <c:v>3.5</c:v>
                </c:pt>
                <c:pt idx="14158">
                  <c:v>3.5</c:v>
                </c:pt>
                <c:pt idx="14159">
                  <c:v>3.5</c:v>
                </c:pt>
                <c:pt idx="14160">
                  <c:v>3.5</c:v>
                </c:pt>
                <c:pt idx="14161">
                  <c:v>3.5</c:v>
                </c:pt>
                <c:pt idx="14162">
                  <c:v>3.5</c:v>
                </c:pt>
                <c:pt idx="14163">
                  <c:v>3.5</c:v>
                </c:pt>
                <c:pt idx="14164">
                  <c:v>3.5</c:v>
                </c:pt>
                <c:pt idx="14165">
                  <c:v>3.5</c:v>
                </c:pt>
                <c:pt idx="14166">
                  <c:v>3.5</c:v>
                </c:pt>
                <c:pt idx="14167">
                  <c:v>3.5</c:v>
                </c:pt>
                <c:pt idx="14168">
                  <c:v>3.5</c:v>
                </c:pt>
                <c:pt idx="14169">
                  <c:v>3.5</c:v>
                </c:pt>
                <c:pt idx="14170">
                  <c:v>3.5</c:v>
                </c:pt>
                <c:pt idx="14171">
                  <c:v>3.5</c:v>
                </c:pt>
                <c:pt idx="14172">
                  <c:v>3.5</c:v>
                </c:pt>
                <c:pt idx="14173">
                  <c:v>3.5</c:v>
                </c:pt>
                <c:pt idx="14174">
                  <c:v>3.5</c:v>
                </c:pt>
                <c:pt idx="14175">
                  <c:v>3.5</c:v>
                </c:pt>
                <c:pt idx="14176">
                  <c:v>3.5</c:v>
                </c:pt>
                <c:pt idx="14177">
                  <c:v>3.5</c:v>
                </c:pt>
                <c:pt idx="14178">
                  <c:v>3.5</c:v>
                </c:pt>
                <c:pt idx="14179">
                  <c:v>3.5</c:v>
                </c:pt>
                <c:pt idx="14180">
                  <c:v>3.5</c:v>
                </c:pt>
                <c:pt idx="14181">
                  <c:v>3.5</c:v>
                </c:pt>
                <c:pt idx="14182">
                  <c:v>3.5</c:v>
                </c:pt>
                <c:pt idx="14183">
                  <c:v>3.5</c:v>
                </c:pt>
              </c:numCache>
            </c:numRef>
          </c:val>
          <c:smooth val="0"/>
          <c:extLst>
            <c:ext xmlns:c16="http://schemas.microsoft.com/office/drawing/2014/chart" uri="{C3380CC4-5D6E-409C-BE32-E72D297353CC}">
              <c16:uniqueId val="{00000000-A49F-465C-A245-95ECB21CB9EB}"/>
            </c:ext>
          </c:extLst>
        </c:ser>
        <c:dLbls>
          <c:showLegendKey val="0"/>
          <c:showVal val="0"/>
          <c:showCatName val="0"/>
          <c:showSerName val="0"/>
          <c:showPercent val="0"/>
          <c:showBubbleSize val="0"/>
        </c:dLbls>
        <c:smooth val="0"/>
        <c:axId val="1148010192"/>
        <c:axId val="1148010608"/>
      </c:lineChart>
      <c:valAx>
        <c:axId val="1148010608"/>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8010192"/>
        <c:crosses val="max"/>
        <c:crossBetween val="between"/>
      </c:valAx>
      <c:catAx>
        <c:axId val="11480101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8010608"/>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Sheet1!$B$1</c:f>
              <c:strCache>
                <c:ptCount val="1"/>
                <c:pt idx="0">
                  <c:v>Avg ECR for last 6 months (Rs/kWh)</c:v>
                </c:pt>
              </c:strCache>
            </c:strRef>
          </c:tx>
          <c:spPr>
            <a:solidFill>
              <a:schemeClr val="tx1">
                <a:lumMod val="75000"/>
                <a:lumOff val="25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Sheet1!$B$2:$B$7</c:f>
              <c:numCache>
                <c:formatCode>0.00</c:formatCode>
                <c:ptCount val="6"/>
                <c:pt idx="0">
                  <c:v>4.32</c:v>
                </c:pt>
                <c:pt idx="1">
                  <c:v>3.39</c:v>
                </c:pt>
                <c:pt idx="2">
                  <c:v>3.3</c:v>
                </c:pt>
                <c:pt idx="3">
                  <c:v>2.99</c:v>
                </c:pt>
                <c:pt idx="4">
                  <c:v>2.84</c:v>
                </c:pt>
                <c:pt idx="5">
                  <c:v>2.39</c:v>
                </c:pt>
              </c:numCache>
            </c:numRef>
          </c:val>
          <c:extLst>
            <c:ext xmlns:c16="http://schemas.microsoft.com/office/drawing/2014/chart" uri="{C3380CC4-5D6E-409C-BE32-E72D297353CC}">
              <c16:uniqueId val="{00000000-528E-446B-A2AE-AED18FD2CD31}"/>
            </c:ext>
          </c:extLst>
        </c:ser>
        <c:dLbls>
          <c:showLegendKey val="0"/>
          <c:showVal val="0"/>
          <c:showCatName val="0"/>
          <c:showSerName val="0"/>
          <c:showPercent val="0"/>
          <c:showBubbleSize val="0"/>
        </c:dLbls>
        <c:gapWidth val="326"/>
        <c:axId val="1402070975"/>
        <c:axId val="1402069311"/>
      </c:barChart>
      <c:lineChart>
        <c:grouping val="standard"/>
        <c:varyColors val="0"/>
        <c:ser>
          <c:idx val="1"/>
          <c:order val="1"/>
          <c:tx>
            <c:strRef>
              <c:f>Sheet1!$C$1</c:f>
              <c:strCache>
                <c:ptCount val="1"/>
                <c:pt idx="0">
                  <c:v>PLF  for Apr '22 - Aug '22 (%)</c:v>
                </c:pt>
              </c:strCache>
            </c:strRef>
          </c:tx>
          <c:spPr>
            <a:ln w="28575" cap="rnd">
              <a:solidFill>
                <a:schemeClr val="accent6">
                  <a:tint val="77000"/>
                </a:schemeClr>
              </a:solidFill>
              <a:round/>
            </a:ln>
            <a:effectLst/>
          </c:spPr>
          <c:marker>
            <c:symbol val="none"/>
          </c:marker>
          <c:dLbls>
            <c:dLbl>
              <c:idx val="0"/>
              <c:layout>
                <c:manualLayout>
                  <c:x val="1.8418427466755868E-2"/>
                  <c:y val="3.83485852399673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8E-446B-A2AE-AED18FD2CD31}"/>
                </c:ext>
              </c:extLst>
            </c:dLbl>
            <c:dLbl>
              <c:idx val="2"/>
              <c:layout>
                <c:manualLayout>
                  <c:x val="2.4199951350250527E-2"/>
                  <c:y val="-2.41934809180358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4CB-45C2-B5F6-A23E5E787A18}"/>
                </c:ext>
              </c:extLst>
            </c:dLbl>
            <c:numFmt formatCode="0%" sourceLinked="0"/>
            <c:spPr>
              <a:solidFill>
                <a:schemeClr val="accent1">
                  <a:lumMod val="20000"/>
                  <a:lumOff val="80000"/>
                </a:schemeClr>
              </a:solid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Sheet1!$C$2:$C$7</c:f>
              <c:numCache>
                <c:formatCode>0.00%</c:formatCode>
                <c:ptCount val="6"/>
                <c:pt idx="0">
                  <c:v>0.53680000000000005</c:v>
                </c:pt>
                <c:pt idx="1">
                  <c:v>0.71140000000000003</c:v>
                </c:pt>
                <c:pt idx="2">
                  <c:v>0.3085</c:v>
                </c:pt>
                <c:pt idx="3">
                  <c:v>0.57620000000000005</c:v>
                </c:pt>
                <c:pt idx="4">
                  <c:v>0.57689999999999997</c:v>
                </c:pt>
                <c:pt idx="5">
                  <c:v>0.70779999999999998</c:v>
                </c:pt>
              </c:numCache>
            </c:numRef>
          </c:val>
          <c:smooth val="0"/>
          <c:extLst>
            <c:ext xmlns:c16="http://schemas.microsoft.com/office/drawing/2014/chart" uri="{C3380CC4-5D6E-409C-BE32-E72D297353CC}">
              <c16:uniqueId val="{00000002-528E-446B-A2AE-AED18FD2CD31}"/>
            </c:ext>
          </c:extLst>
        </c:ser>
        <c:dLbls>
          <c:showLegendKey val="0"/>
          <c:showVal val="0"/>
          <c:showCatName val="0"/>
          <c:showSerName val="0"/>
          <c:showPercent val="0"/>
          <c:showBubbleSize val="0"/>
        </c:dLbls>
        <c:marker val="1"/>
        <c:smooth val="0"/>
        <c:axId val="1738528"/>
        <c:axId val="1728960"/>
      </c:lineChart>
      <c:catAx>
        <c:axId val="1402070975"/>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02069311"/>
        <c:crosses val="autoZero"/>
        <c:auto val="1"/>
        <c:lblAlgn val="ctr"/>
        <c:lblOffset val="100"/>
        <c:noMultiLvlLbl val="0"/>
      </c:catAx>
      <c:valAx>
        <c:axId val="1402069311"/>
        <c:scaling>
          <c:orientation val="minMax"/>
          <c:max val="6"/>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402070975"/>
        <c:crosses val="autoZero"/>
        <c:crossBetween val="between"/>
      </c:valAx>
      <c:valAx>
        <c:axId val="1728960"/>
        <c:scaling>
          <c:orientation val="minMax"/>
          <c:max val="0.9"/>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bg1"/>
                </a:solidFill>
                <a:latin typeface="+mn-lt"/>
                <a:ea typeface="+mn-ea"/>
                <a:cs typeface="+mn-cs"/>
              </a:defRPr>
            </a:pPr>
            <a:endParaRPr lang="en-US"/>
          </a:p>
        </c:txPr>
        <c:crossAx val="1738528"/>
        <c:crosses val="max"/>
        <c:crossBetween val="between"/>
      </c:valAx>
      <c:catAx>
        <c:axId val="1738528"/>
        <c:scaling>
          <c:orientation val="minMax"/>
        </c:scaling>
        <c:delete val="1"/>
        <c:axPos val="b"/>
        <c:numFmt formatCode="General" sourceLinked="1"/>
        <c:majorTickMark val="out"/>
        <c:minorTickMark val="none"/>
        <c:tickLblPos val="nextTo"/>
        <c:crossAx val="172896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1.5641818198613263E-2"/>
          <c:y val="2.9218826210521121E-2"/>
          <c:w val="0.97541999997360773"/>
          <c:h val="0.71690784921830752"/>
        </c:manualLayout>
      </c:layout>
      <c:barChart>
        <c:barDir val="col"/>
        <c:grouping val="clustered"/>
        <c:varyColors val="0"/>
        <c:ser>
          <c:idx val="0"/>
          <c:order val="0"/>
          <c:tx>
            <c:strRef>
              <c:f>Sheet1!$B$1</c:f>
              <c:strCache>
                <c:ptCount val="1"/>
                <c:pt idx="0">
                  <c:v>Auxiliary Power Consumption in MW</c:v>
                </c:pt>
              </c:strCache>
            </c:strRef>
          </c:tx>
          <c:spPr>
            <a:solidFill>
              <a:schemeClr val="tx1">
                <a:lumMod val="75000"/>
                <a:lumOff val="25000"/>
              </a:schemeClr>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Suratgarh Super Critical Thermal Power Station (SSCTPP)</c:v>
                </c:pt>
                <c:pt idx="2">
                  <c:v>Kota Super Thermal Power Station (KSTPS)</c:v>
                </c:pt>
                <c:pt idx="3">
                  <c:v>Kalisindh Thermal Power Plant (KaSTPP)</c:v>
                </c:pt>
                <c:pt idx="4">
                  <c:v>Chhabra Thermal Power Plant (CTPP)</c:v>
                </c:pt>
                <c:pt idx="5">
                  <c:v>Chhabra Super Critical Thermal Power Projec (CSCTPP)</c:v>
                </c:pt>
              </c:strCache>
            </c:strRef>
          </c:cat>
          <c:val>
            <c:numRef>
              <c:f>Sheet1!$B$2:$B$7</c:f>
              <c:numCache>
                <c:formatCode>0.0</c:formatCode>
                <c:ptCount val="6"/>
                <c:pt idx="0">
                  <c:v>159.69999999999999</c:v>
                </c:pt>
                <c:pt idx="1">
                  <c:v>106.26</c:v>
                </c:pt>
                <c:pt idx="2">
                  <c:v>145.328</c:v>
                </c:pt>
                <c:pt idx="3">
                  <c:v>78.239999999999995</c:v>
                </c:pt>
                <c:pt idx="4">
                  <c:v>98.100000000000009</c:v>
                </c:pt>
                <c:pt idx="5">
                  <c:v>84.083999999999989</c:v>
                </c:pt>
              </c:numCache>
            </c:numRef>
          </c:val>
          <c:extLst>
            <c:ext xmlns:c16="http://schemas.microsoft.com/office/drawing/2014/chart" uri="{C3380CC4-5D6E-409C-BE32-E72D297353CC}">
              <c16:uniqueId val="{00000000-C57B-465E-AECE-FE30270BACCB}"/>
            </c:ext>
          </c:extLst>
        </c:ser>
        <c:dLbls>
          <c:showLegendKey val="0"/>
          <c:showVal val="0"/>
          <c:showCatName val="0"/>
          <c:showSerName val="0"/>
          <c:showPercent val="0"/>
          <c:showBubbleSize val="0"/>
        </c:dLbls>
        <c:gapWidth val="326"/>
        <c:axId val="1402070975"/>
        <c:axId val="1402069311"/>
      </c:barChart>
      <c:catAx>
        <c:axId val="1402070975"/>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402069311"/>
        <c:crosses val="autoZero"/>
        <c:auto val="1"/>
        <c:lblAlgn val="ctr"/>
        <c:lblOffset val="100"/>
        <c:noMultiLvlLbl val="0"/>
      </c:catAx>
      <c:valAx>
        <c:axId val="1402069311"/>
        <c:scaling>
          <c:orientation val="minMax"/>
          <c:max val="200"/>
          <c:min val="0"/>
        </c:scaling>
        <c:delete val="0"/>
        <c:axPos val="l"/>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crossAx val="14020709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000566322347275E-2"/>
          <c:y val="0.12126150369811499"/>
          <c:w val="0.9518835384559885"/>
          <c:h val="0.3432863830908493"/>
        </c:manualLayout>
      </c:layout>
      <c:barChart>
        <c:barDir val="col"/>
        <c:grouping val="clustered"/>
        <c:varyColors val="0"/>
        <c:ser>
          <c:idx val="0"/>
          <c:order val="0"/>
          <c:tx>
            <c:strRef>
              <c:f>Sheet1!$D$2</c:f>
              <c:strCache>
                <c:ptCount val="1"/>
                <c:pt idx="0">
                  <c:v>Final Bid Tariff (Rs/kWh)</c:v>
                </c:pt>
              </c:strCache>
            </c:strRef>
          </c:tx>
          <c:spPr>
            <a:solidFill>
              <a:schemeClr val="accent1"/>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Sheet1!$B$3:$C$33</c:f>
              <c:multiLvlStrCache>
                <c:ptCount val="31"/>
                <c:lvl>
                  <c:pt idx="0">
                    <c:v>Calpine Subsico Solar</c:v>
                  </c:pt>
                  <c:pt idx="1">
                    <c:v>NTPC Renewable</c:v>
                  </c:pt>
                  <c:pt idx="2">
                    <c:v>Sprng Natural Power Source</c:v>
                  </c:pt>
                  <c:pt idx="3">
                    <c:v>METKA EGN Singapore</c:v>
                  </c:pt>
                  <c:pt idx="4">
                    <c:v>ReNew Solar</c:v>
                  </c:pt>
                  <c:pt idx="5">
                    <c:v>ACME Solar</c:v>
                  </c:pt>
                  <c:pt idx="6">
                    <c:v>Project Eight (Ayana)</c:v>
                  </c:pt>
                  <c:pt idx="7">
                    <c:v>SolarOne Energy (Fortum)</c:v>
                  </c:pt>
                  <c:pt idx="8">
                    <c:v>Project Eight (Ayana)</c:v>
                  </c:pt>
                  <c:pt idx="9">
                    <c:v>SolarOne Energy (Fortum)</c:v>
                  </c:pt>
                  <c:pt idx="10">
                    <c:v>SJVN</c:v>
                  </c:pt>
                  <c:pt idx="11">
                    <c:v>SolarXL Alpha Energy</c:v>
                  </c:pt>
                  <c:pt idx="12">
                    <c:v>Amsa Solar Energy</c:v>
                  </c:pt>
                  <c:pt idx="13">
                    <c:v>Hinduja Renewables</c:v>
                  </c:pt>
                  <c:pt idx="14">
                    <c:v>Aditya Birla</c:v>
                  </c:pt>
                  <c:pt idx="15">
                    <c:v>Hinduja Renewable</c:v>
                  </c:pt>
                  <c:pt idx="16">
                    <c:v>SJVN</c:v>
                  </c:pt>
                  <c:pt idx="17">
                    <c:v>SJVN Green Energy</c:v>
                  </c:pt>
                  <c:pt idx="18">
                    <c:v>Juniper Green Energy</c:v>
                  </c:pt>
                  <c:pt idx="19">
                    <c:v>Tata Power Renewable Energy</c:v>
                  </c:pt>
                  <c:pt idx="20">
                    <c:v>Sukhbir Agro Energy</c:v>
                  </c:pt>
                  <c:pt idx="21">
                    <c:v>Avaada Energy</c:v>
                  </c:pt>
                  <c:pt idx="22">
                    <c:v>NTPC Renewable Energy</c:v>
                  </c:pt>
                  <c:pt idx="23">
                    <c:v>Avaada Energy</c:v>
                  </c:pt>
                  <c:pt idx="24">
                    <c:v>Solarcraft (Blupine Energy)</c:v>
                  </c:pt>
                  <c:pt idx="25">
                    <c:v>Solairedirect (Engie)</c:v>
                  </c:pt>
                  <c:pt idx="26">
                    <c:v>Tata Power Renewable Energy</c:v>
                  </c:pt>
                  <c:pt idx="27">
                    <c:v>Utkrrisht Solar (UPC Renewables)</c:v>
                  </c:pt>
                  <c:pt idx="28">
                    <c:v>SolarArise</c:v>
                  </c:pt>
                  <c:pt idx="29">
                    <c:v>SJVN Green Energy</c:v>
                  </c:pt>
                  <c:pt idx="30">
                    <c:v>Tata Power Renewable Energy</c:v>
                  </c:pt>
                </c:lvl>
                <c:lvl>
                  <c:pt idx="0">
                    <c:v>SECI RAJASTHAN 1785 MW (Dec '21)</c:v>
                  </c:pt>
                  <c:pt idx="6">
                    <c:v>SECI KOPPAL 600 MW (Feb '22)</c:v>
                  </c:pt>
                  <c:pt idx="8">
                    <c:v>SECI GADAG 600 MW (Feb '22)</c:v>
                  </c:pt>
                  <c:pt idx="10">
                    <c:v>GUVNL 500 MW Ph-XIII (Mar '22)</c:v>
                  </c:pt>
                  <c:pt idx="14">
                    <c:v>GUVNL 500 MW Ph-XIV (Jun '22)</c:v>
                  </c:pt>
                  <c:pt idx="17">
                    <c:v>MSEDCL 500 MW Ph-VII (Aug '22)</c:v>
                  </c:pt>
                  <c:pt idx="22">
                    <c:v>MSEDCL 500 MW Ph-VIII (Sep '22)</c:v>
                  </c:pt>
                  <c:pt idx="24">
                    <c:v>GUVNL 750 MW Ph-XVI (Sep '22)</c:v>
                  </c:pt>
                  <c:pt idx="28">
                    <c:v>MSEDCL Solar Ph-IX (Intra State)</c:v>
                  </c:pt>
                </c:lvl>
              </c:multiLvlStrCache>
            </c:multiLvlStrRef>
          </c:cat>
          <c:val>
            <c:numRef>
              <c:f>Sheet1!$D$3:$D$33</c:f>
              <c:numCache>
                <c:formatCode>0.00</c:formatCode>
                <c:ptCount val="31"/>
                <c:pt idx="0">
                  <c:v>2.17</c:v>
                </c:pt>
                <c:pt idx="1">
                  <c:v>2.17</c:v>
                </c:pt>
                <c:pt idx="2">
                  <c:v>2.17</c:v>
                </c:pt>
                <c:pt idx="3">
                  <c:v>2.17</c:v>
                </c:pt>
                <c:pt idx="4">
                  <c:v>2.1800000000000002</c:v>
                </c:pt>
                <c:pt idx="5">
                  <c:v>2.1800000000000002</c:v>
                </c:pt>
                <c:pt idx="6">
                  <c:v>2.36</c:v>
                </c:pt>
                <c:pt idx="7">
                  <c:v>2.37</c:v>
                </c:pt>
                <c:pt idx="8">
                  <c:v>2.35</c:v>
                </c:pt>
                <c:pt idx="9">
                  <c:v>2.36</c:v>
                </c:pt>
                <c:pt idx="10">
                  <c:v>2.29</c:v>
                </c:pt>
                <c:pt idx="11">
                  <c:v>2.29</c:v>
                </c:pt>
                <c:pt idx="12">
                  <c:v>2.29</c:v>
                </c:pt>
                <c:pt idx="13">
                  <c:v>2.29</c:v>
                </c:pt>
                <c:pt idx="14">
                  <c:v>2.2999999999999998</c:v>
                </c:pt>
                <c:pt idx="15">
                  <c:v>2.2999999999999998</c:v>
                </c:pt>
                <c:pt idx="16">
                  <c:v>2.31</c:v>
                </c:pt>
                <c:pt idx="17">
                  <c:v>2.9</c:v>
                </c:pt>
                <c:pt idx="18">
                  <c:v>2.9</c:v>
                </c:pt>
                <c:pt idx="19">
                  <c:v>2.91</c:v>
                </c:pt>
                <c:pt idx="20">
                  <c:v>2.91</c:v>
                </c:pt>
                <c:pt idx="21">
                  <c:v>2.91</c:v>
                </c:pt>
                <c:pt idx="22">
                  <c:v>2.82</c:v>
                </c:pt>
                <c:pt idx="23">
                  <c:v>2.83</c:v>
                </c:pt>
                <c:pt idx="24">
                  <c:v>2.4900000000000002</c:v>
                </c:pt>
                <c:pt idx="25">
                  <c:v>2.5</c:v>
                </c:pt>
                <c:pt idx="26">
                  <c:v>2.65</c:v>
                </c:pt>
                <c:pt idx="27">
                  <c:v>2.66</c:v>
                </c:pt>
                <c:pt idx="28">
                  <c:v>2.9</c:v>
                </c:pt>
                <c:pt idx="29">
                  <c:v>2.95</c:v>
                </c:pt>
                <c:pt idx="30">
                  <c:v>2.97</c:v>
                </c:pt>
              </c:numCache>
            </c:numRef>
          </c:val>
          <c:extLst>
            <c:ext xmlns:c16="http://schemas.microsoft.com/office/drawing/2014/chart" uri="{C3380CC4-5D6E-409C-BE32-E72D297353CC}">
              <c16:uniqueId val="{00000000-D9CC-4064-A1EC-39CC3D2B3E21}"/>
            </c:ext>
          </c:extLst>
        </c:ser>
        <c:dLbls>
          <c:showLegendKey val="0"/>
          <c:showVal val="0"/>
          <c:showCatName val="0"/>
          <c:showSerName val="0"/>
          <c:showPercent val="0"/>
          <c:showBubbleSize val="0"/>
        </c:dLbls>
        <c:gapWidth val="219"/>
        <c:overlap val="-27"/>
        <c:axId val="247021520"/>
        <c:axId val="247015280"/>
      </c:barChart>
      <c:catAx>
        <c:axId val="247021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47015280"/>
        <c:crosses val="autoZero"/>
        <c:auto val="1"/>
        <c:lblAlgn val="ctr"/>
        <c:lblOffset val="100"/>
        <c:noMultiLvlLbl val="0"/>
      </c:catAx>
      <c:valAx>
        <c:axId val="247015280"/>
        <c:scaling>
          <c:orientation val="minMax"/>
        </c:scaling>
        <c:delete val="1"/>
        <c:axPos val="l"/>
        <c:numFmt formatCode="0.00" sourceLinked="1"/>
        <c:majorTickMark val="none"/>
        <c:minorTickMark val="none"/>
        <c:tickLblPos val="nextTo"/>
        <c:crossAx val="2470215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4F59"/>
              </a:solidFill>
              <a:ln>
                <a:noFill/>
              </a:ln>
              <a:effectLst/>
            </c:spPr>
            <c:extLst>
              <c:ext xmlns:c16="http://schemas.microsoft.com/office/drawing/2014/chart" uri="{C3380CC4-5D6E-409C-BE32-E72D297353CC}">
                <c16:uniqueId val="{00000002-7514-426C-B73A-2284E55BA52C}"/>
              </c:ext>
            </c:extLst>
          </c:dPt>
          <c:dPt>
            <c:idx val="2"/>
            <c:invertIfNegative val="0"/>
            <c:bubble3D val="0"/>
            <c:spPr>
              <a:solidFill>
                <a:srgbClr val="004F59"/>
              </a:solidFill>
              <a:ln>
                <a:noFill/>
              </a:ln>
              <a:effectLst/>
            </c:spPr>
            <c:extLst>
              <c:ext xmlns:c16="http://schemas.microsoft.com/office/drawing/2014/chart" uri="{C3380CC4-5D6E-409C-BE32-E72D297353CC}">
                <c16:uniqueId val="{00000003-7514-426C-B73A-2284E55BA52C}"/>
              </c:ext>
            </c:extLst>
          </c:dPt>
          <c:dPt>
            <c:idx val="4"/>
            <c:invertIfNegative val="0"/>
            <c:bubble3D val="0"/>
            <c:spPr>
              <a:solidFill>
                <a:srgbClr val="004F59"/>
              </a:solidFill>
              <a:ln>
                <a:noFill/>
              </a:ln>
              <a:effectLst/>
            </c:spPr>
            <c:extLst>
              <c:ext xmlns:c16="http://schemas.microsoft.com/office/drawing/2014/chart" uri="{C3380CC4-5D6E-409C-BE32-E72D297353CC}">
                <c16:uniqueId val="{00000004-7514-426C-B73A-2284E55BA52C}"/>
              </c:ext>
            </c:extLst>
          </c:dPt>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Sheet2!$D$5:$E$10</c:f>
              <c:multiLvlStrCache>
                <c:ptCount val="6"/>
                <c:lvl>
                  <c:pt idx="0">
                    <c:v>Target</c:v>
                  </c:pt>
                  <c:pt idx="1">
                    <c:v>Achievement</c:v>
                  </c:pt>
                  <c:pt idx="2">
                    <c:v>Target</c:v>
                  </c:pt>
                  <c:pt idx="3">
                    <c:v>Achievement</c:v>
                  </c:pt>
                  <c:pt idx="4">
                    <c:v>Target</c:v>
                  </c:pt>
                  <c:pt idx="5">
                    <c:v>Achievement</c:v>
                  </c:pt>
                </c:lvl>
                <c:lvl>
                  <c:pt idx="0">
                    <c:v>FY 2019-20 (Actual)</c:v>
                  </c:pt>
                  <c:pt idx="2">
                    <c:v>FY 2020-21 (Actual)</c:v>
                  </c:pt>
                  <c:pt idx="4">
                    <c:v>FY 2024-25 (Projected)</c:v>
                  </c:pt>
                </c:lvl>
              </c:multiLvlStrCache>
            </c:multiLvlStrRef>
          </c:cat>
          <c:val>
            <c:numRef>
              <c:f>Sheet2!$F$5:$F$10</c:f>
              <c:numCache>
                <c:formatCode>0</c:formatCode>
                <c:ptCount val="6"/>
                <c:pt idx="0">
                  <c:v>5592.6</c:v>
                </c:pt>
                <c:pt idx="1">
                  <c:v>7572</c:v>
                </c:pt>
                <c:pt idx="2">
                  <c:v>4692.8999999999996</c:v>
                </c:pt>
                <c:pt idx="3">
                  <c:v>7250</c:v>
                </c:pt>
                <c:pt idx="4">
                  <c:v>9662.7549999999992</c:v>
                </c:pt>
                <c:pt idx="5">
                  <c:v>14053</c:v>
                </c:pt>
              </c:numCache>
            </c:numRef>
          </c:val>
          <c:extLst>
            <c:ext xmlns:c16="http://schemas.microsoft.com/office/drawing/2014/chart" uri="{C3380CC4-5D6E-409C-BE32-E72D297353CC}">
              <c16:uniqueId val="{00000000-7514-426C-B73A-2284E55BA52C}"/>
            </c:ext>
          </c:extLst>
        </c:ser>
        <c:dLbls>
          <c:showLegendKey val="0"/>
          <c:showVal val="0"/>
          <c:showCatName val="0"/>
          <c:showSerName val="0"/>
          <c:showPercent val="0"/>
          <c:showBubbleSize val="0"/>
        </c:dLbls>
        <c:gapWidth val="219"/>
        <c:overlap val="-27"/>
        <c:axId val="360277248"/>
        <c:axId val="360276416"/>
      </c:barChart>
      <c:catAx>
        <c:axId val="360277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crossAx val="360276416"/>
        <c:crosses val="autoZero"/>
        <c:auto val="1"/>
        <c:lblAlgn val="ctr"/>
        <c:lblOffset val="100"/>
        <c:noMultiLvlLbl val="0"/>
      </c:catAx>
      <c:valAx>
        <c:axId val="360276416"/>
        <c:scaling>
          <c:orientation val="minMax"/>
        </c:scaling>
        <c:delete val="1"/>
        <c:axPos val="l"/>
        <c:numFmt formatCode="0" sourceLinked="1"/>
        <c:majorTickMark val="none"/>
        <c:minorTickMark val="none"/>
        <c:tickLblPos val="nextTo"/>
        <c:crossAx val="360277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0" sourceLinked="0"/>
            <c:spPr>
              <a:noFill/>
              <a:ln>
                <a:noFill/>
              </a:ln>
              <a:effectLst/>
            </c:spPr>
            <c:txPr>
              <a:bodyPr rot="-5400000" spcFirstLastPara="1" vertOverflow="ellipsis"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Sheet1!$A$2:$A$26</c:f>
              <c:strCache>
                <c:ptCount val="25"/>
                <c:pt idx="0">
                  <c:v>FY 25</c:v>
                </c:pt>
                <c:pt idx="1">
                  <c:v>FY 26</c:v>
                </c:pt>
                <c:pt idx="2">
                  <c:v>FY 27</c:v>
                </c:pt>
                <c:pt idx="3">
                  <c:v>FY 28</c:v>
                </c:pt>
                <c:pt idx="4">
                  <c:v>FY 29</c:v>
                </c:pt>
                <c:pt idx="5">
                  <c:v>FY 30</c:v>
                </c:pt>
                <c:pt idx="6">
                  <c:v>FY 31</c:v>
                </c:pt>
                <c:pt idx="7">
                  <c:v>FY 32</c:v>
                </c:pt>
                <c:pt idx="8">
                  <c:v>FY 33</c:v>
                </c:pt>
                <c:pt idx="9">
                  <c:v>FY 34</c:v>
                </c:pt>
                <c:pt idx="10">
                  <c:v>FY 35</c:v>
                </c:pt>
                <c:pt idx="11">
                  <c:v>FY 36</c:v>
                </c:pt>
                <c:pt idx="12">
                  <c:v>FY 37</c:v>
                </c:pt>
                <c:pt idx="13">
                  <c:v>FY 38</c:v>
                </c:pt>
                <c:pt idx="14">
                  <c:v>FY 39</c:v>
                </c:pt>
                <c:pt idx="15">
                  <c:v>FY 40</c:v>
                </c:pt>
                <c:pt idx="16">
                  <c:v>FY 41</c:v>
                </c:pt>
                <c:pt idx="17">
                  <c:v>FY 42</c:v>
                </c:pt>
                <c:pt idx="18">
                  <c:v>FY 43</c:v>
                </c:pt>
                <c:pt idx="19">
                  <c:v>FY 44</c:v>
                </c:pt>
                <c:pt idx="20">
                  <c:v>FY 45</c:v>
                </c:pt>
                <c:pt idx="21">
                  <c:v>FY 46</c:v>
                </c:pt>
                <c:pt idx="22">
                  <c:v>FY 47</c:v>
                </c:pt>
                <c:pt idx="23">
                  <c:v>FY 48</c:v>
                </c:pt>
                <c:pt idx="24">
                  <c:v>FY 49</c:v>
                </c:pt>
              </c:strCache>
            </c:strRef>
          </c:cat>
          <c:val>
            <c:numRef>
              <c:f>Sheet1!$B$2:$B$26</c:f>
              <c:numCache>
                <c:formatCode>General</c:formatCode>
                <c:ptCount val="25"/>
                <c:pt idx="0">
                  <c:v>3.4902057354999281</c:v>
                </c:pt>
                <c:pt idx="1">
                  <c:v>3.6094385242989229</c:v>
                </c:pt>
                <c:pt idx="2">
                  <c:v>3.6068448441289642</c:v>
                </c:pt>
                <c:pt idx="3">
                  <c:v>3.5684553200071023</c:v>
                </c:pt>
                <c:pt idx="4">
                  <c:v>3.5500127239866077</c:v>
                </c:pt>
                <c:pt idx="5">
                  <c:v>3.5221676722642838</c:v>
                </c:pt>
                <c:pt idx="6">
                  <c:v>3.4948003262293539</c:v>
                </c:pt>
                <c:pt idx="7">
                  <c:v>3.4583515735403836</c:v>
                </c:pt>
                <c:pt idx="8">
                  <c:v>3.4418277725523714</c:v>
                </c:pt>
                <c:pt idx="9">
                  <c:v>3.4163492339620767</c:v>
                </c:pt>
                <c:pt idx="10">
                  <c:v>3.3916685204127917</c:v>
                </c:pt>
                <c:pt idx="11">
                  <c:v>3.3583056250264192</c:v>
                </c:pt>
                <c:pt idx="12">
                  <c:v>3.3451267010732382</c:v>
                </c:pt>
                <c:pt idx="13">
                  <c:v>3.3234316722573962</c:v>
                </c:pt>
                <c:pt idx="14">
                  <c:v>3.3029501347374381</c:v>
                </c:pt>
                <c:pt idx="15">
                  <c:v>2.8964533036433302</c:v>
                </c:pt>
                <c:pt idx="16">
                  <c:v>1.6496445153763291</c:v>
                </c:pt>
                <c:pt idx="17">
                  <c:v>1.6221743014867118</c:v>
                </c:pt>
                <c:pt idx="18">
                  <c:v>1.6260078623410048</c:v>
                </c:pt>
                <c:pt idx="19">
                  <c:v>1.6661836167336681</c:v>
                </c:pt>
                <c:pt idx="20">
                  <c:v>1.7308068260344718</c:v>
                </c:pt>
                <c:pt idx="21">
                  <c:v>1.7929799877028281</c:v>
                </c:pt>
                <c:pt idx="22">
                  <c:v>1.8586613005608787</c:v>
                </c:pt>
                <c:pt idx="23">
                  <c:v>1.921057234828687</c:v>
                </c:pt>
                <c:pt idx="24">
                  <c:v>2.0015021492228282</c:v>
                </c:pt>
              </c:numCache>
            </c:numRef>
          </c:val>
          <c:smooth val="0"/>
          <c:extLst>
            <c:ext xmlns:c16="http://schemas.microsoft.com/office/drawing/2014/chart" uri="{C3380CC4-5D6E-409C-BE32-E72D297353CC}">
              <c16:uniqueId val="{00000000-20CC-4A4A-AD6B-8F0C4C72E3BB}"/>
            </c:ext>
          </c:extLst>
        </c:ser>
        <c:dLbls>
          <c:showLegendKey val="0"/>
          <c:showVal val="0"/>
          <c:showCatName val="0"/>
          <c:showSerName val="0"/>
          <c:showPercent val="0"/>
          <c:showBubbleSize val="0"/>
        </c:dLbls>
        <c:marker val="1"/>
        <c:smooth val="0"/>
        <c:axId val="1752639439"/>
        <c:axId val="1752639855"/>
      </c:lineChart>
      <c:catAx>
        <c:axId val="17526394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752639855"/>
        <c:crosses val="autoZero"/>
        <c:auto val="1"/>
        <c:lblAlgn val="ctr"/>
        <c:lblOffset val="100"/>
        <c:noMultiLvlLbl val="0"/>
      </c:catAx>
      <c:valAx>
        <c:axId val="1752639855"/>
        <c:scaling>
          <c:orientation val="minMax"/>
        </c:scaling>
        <c:delete val="1"/>
        <c:axPos val="l"/>
        <c:numFmt formatCode="General" sourceLinked="1"/>
        <c:majorTickMark val="none"/>
        <c:minorTickMark val="none"/>
        <c:tickLblPos val="nextTo"/>
        <c:crossAx val="17526394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9">
  <a:schemeClr val="accent6"/>
</cs:colorStyle>
</file>

<file path=ppt/charts/colors8.xml><?xml version="1.0" encoding="utf-8"?>
<cs:colorStyle xmlns:cs="http://schemas.microsoft.com/office/drawing/2012/chartStyle" xmlns:a="http://schemas.openxmlformats.org/drawingml/2006/main" meth="withinLinear" id="19">
  <a:schemeClr val="accent6"/>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24-12-2022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Vanya Aug </a:t>
            </a:r>
            <a:r>
              <a:rPr lang="en-US" altLang="zh-CN" dirty="0"/>
              <a:t>5</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4</a:t>
            </a:fld>
            <a:endParaRPr lang="en-US" dirty="0"/>
          </a:p>
        </p:txBody>
      </p:sp>
    </p:spTree>
    <p:extLst>
      <p:ext uri="{BB962C8B-B14F-4D97-AF65-F5344CB8AC3E}">
        <p14:creationId xmlns:p14="http://schemas.microsoft.com/office/powerpoint/2010/main" val="318260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80</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8928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8"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799" b="1">
                <a:solidFill>
                  <a:schemeClr val="bg1"/>
                </a:solidFill>
              </a:defRPr>
            </a:lvl1pPr>
            <a:lvl2pPr marL="0" marR="0" indent="0" algn="l" defTabSz="914464"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94" indent="0" algn="ctr">
              <a:buNone/>
              <a:defRPr sz="1600"/>
            </a:lvl4pPr>
            <a:lvl5pPr marL="1828928" indent="0" algn="ctr">
              <a:buNone/>
              <a:defRPr sz="1600"/>
            </a:lvl5pPr>
            <a:lvl6pPr marL="2286160" indent="0" algn="ctr">
              <a:buNone/>
              <a:defRPr sz="1600"/>
            </a:lvl6pPr>
            <a:lvl7pPr marL="2743390" indent="0" algn="ctr">
              <a:buNone/>
              <a:defRPr sz="1600"/>
            </a:lvl7pPr>
            <a:lvl8pPr marL="3200623" indent="0" algn="ctr">
              <a:buNone/>
              <a:defRPr sz="1600"/>
            </a:lvl8pPr>
            <a:lvl9pPr marL="3657855" indent="0" algn="ctr">
              <a:buNone/>
              <a:defRPr sz="1600"/>
            </a:lvl9pPr>
          </a:lstStyle>
          <a:p>
            <a:r>
              <a:rPr lang="en-US" noProof="0" dirty="0"/>
              <a:t>Click to edit Master title style</a:t>
            </a:r>
          </a:p>
          <a:p>
            <a:pPr marL="0" marR="0" lvl="1" indent="0" algn="l" defTabSz="91446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8" cy="298450"/>
          </a:xfrm>
          <a:prstGeom prst="rect">
            <a:avLst/>
          </a:prstGeom>
        </p:spPr>
        <p:txBody>
          <a:bodyPr/>
          <a:lstStyle>
            <a:lvl1pPr>
              <a:spcAft>
                <a:spcPts val="0"/>
              </a:spcAft>
              <a:defRPr sz="100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41489616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0193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3046616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24/12/2022</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2307109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25919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0"/>
            </p:custDataLst>
            <p:extLst>
              <p:ext uri="{D42A27DB-BD31-4B8C-83A1-F6EECF244321}">
                <p14:modId xmlns:p14="http://schemas.microsoft.com/office/powerpoint/2010/main" val="216791463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2" name="think-cell Slide" r:id="rId11" imgW="270" imgH="270" progId="TCLayout.ActiveDocument.1">
                  <p:embed/>
                </p:oleObj>
              </mc:Choice>
              <mc:Fallback>
                <p:oleObj name="think-cell Slide" r:id="rId11" imgW="270" imgH="270" progId="TCLayout.ActiveDocument.1">
                  <p:embed/>
                  <p:pic>
                    <p:nvPicPr>
                      <p:cNvPr id="4" name="Object 3" hidden="1"/>
                      <p:cNvPicPr/>
                      <p:nvPr/>
                    </p:nvPicPr>
                    <p:blipFill>
                      <a:blip r:embed="rId12"/>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66526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2022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66221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6" r:id="rId3"/>
    <p:sldLayoutId id="2147485047" r:id="rId4"/>
    <p:sldLayoutId id="2147485048" r:id="rId5"/>
    <p:sldLayoutId id="2147485049" r:id="rId6"/>
    <p:sldLayoutId id="2147485050" r:id="rId7"/>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slide" Target="slide6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 Target="slide6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slide" Target="slide66.xml"/><Relationship Id="rId1" Type="http://schemas.openxmlformats.org/officeDocument/2006/relationships/slideLayout" Target="../slideLayouts/slideLayout1.xml"/><Relationship Id="rId4" Type="http://schemas.openxmlformats.org/officeDocument/2006/relationships/slide" Target="slide6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3.e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xml"/><Relationship Id="rId1" Type="http://schemas.openxmlformats.org/officeDocument/2006/relationships/vmlDrawing" Target="../drawings/vmlDrawing9.vml"/><Relationship Id="rId5" Type="http://schemas.openxmlformats.org/officeDocument/2006/relationships/image" Target="../media/image3.emf"/><Relationship Id="rId4"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3.emf"/><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3.emf"/><Relationship Id="rId4" Type="http://schemas.openxmlformats.org/officeDocument/2006/relationships/oleObject" Target="../embeddings/oleObject10.bin"/></Relationships>
</file>

<file path=ppt/slides/_rels/slide38.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3.emf"/><Relationship Id="rId4" Type="http://schemas.openxmlformats.org/officeDocument/2006/relationships/oleObject" Target="../embeddings/oleObject11.bin"/></Relationships>
</file>

<file path=ppt/slides/_rels/slide42.xml.rels><?xml version="1.0" encoding="UTF-8" standalone="yes"?>
<Relationships xmlns="http://schemas.openxmlformats.org/package/2006/relationships"><Relationship Id="rId2" Type="http://schemas.openxmlformats.org/officeDocument/2006/relationships/slide" Target="slide6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3.emf"/><Relationship Id="rId4" Type="http://schemas.openxmlformats.org/officeDocument/2006/relationships/oleObject" Target="../embeddings/oleObject11.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3.emf"/><Relationship Id="rId4"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3.emf"/><Relationship Id="rId4" Type="http://schemas.openxmlformats.org/officeDocument/2006/relationships/oleObject" Target="../embeddings/oleObject13.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slide" Target="slide74.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 Target="slide78.xml"/><Relationship Id="rId2" Type="http://schemas.openxmlformats.org/officeDocument/2006/relationships/slide" Target="slide77.xml"/><Relationship Id="rId1" Type="http://schemas.openxmlformats.org/officeDocument/2006/relationships/slideLayout" Target="../slideLayouts/slideLayout1.xml"/><Relationship Id="rId4" Type="http://schemas.openxmlformats.org/officeDocument/2006/relationships/slide" Target="slide7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3.emf"/><Relationship Id="rId4" Type="http://schemas.openxmlformats.org/officeDocument/2006/relationships/oleObject" Target="../embeddings/oleObject14.bin"/></Relationships>
</file>

<file path=ppt/slides/_rels/slide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3.emf"/><Relationship Id="rId4" Type="http://schemas.openxmlformats.org/officeDocument/2006/relationships/oleObject" Target="../embeddings/oleObject15.bin"/></Relationships>
</file>

<file path=ppt/slides/_rels/slide60.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chart" Target="../charts/chart1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5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5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5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4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40.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40.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93064" y="2584224"/>
            <a:ext cx="6604422" cy="1941477"/>
          </a:xfrm>
        </p:spPr>
        <p:txBody>
          <a:bodyPr/>
          <a:lstStyle/>
          <a:p>
            <a:r>
              <a:rPr lang="en-US" sz="3200" dirty="0">
                <a:solidFill>
                  <a:srgbClr val="86BC25"/>
                </a:solidFill>
              </a:rPr>
              <a:t>Final Report</a:t>
            </a:r>
          </a:p>
          <a:p>
            <a:r>
              <a:rPr lang="en-US" sz="3200" dirty="0">
                <a:solidFill>
                  <a:schemeClr val="accent6">
                    <a:lumMod val="50000"/>
                  </a:schemeClr>
                </a:solidFill>
              </a:rPr>
              <a:t>Business Modalities for Implementation of Solar Power Project by CIL in Rajasthan</a:t>
            </a:r>
          </a:p>
        </p:txBody>
      </p:sp>
      <p:sp>
        <p:nvSpPr>
          <p:cNvPr id="3" name="Text Placeholder 2"/>
          <p:cNvSpPr>
            <a:spLocks noGrp="1"/>
          </p:cNvSpPr>
          <p:nvPr>
            <p:ph type="body" sz="quarter" idx="10"/>
          </p:nvPr>
        </p:nvSpPr>
        <p:spPr>
          <a:xfrm>
            <a:off x="493064" y="6040365"/>
            <a:ext cx="3031417" cy="381699"/>
          </a:xfrm>
        </p:spPr>
        <p:txBody>
          <a:bodyPr>
            <a:normAutofit/>
          </a:bodyPr>
          <a:lstStyle/>
          <a:p>
            <a:r>
              <a:rPr lang="en-IN" sz="1600" b="1" dirty="0">
                <a:solidFill>
                  <a:srgbClr val="86BC25"/>
                </a:solidFill>
              </a:rPr>
              <a:t>Oct 2022</a:t>
            </a:r>
          </a:p>
        </p:txBody>
      </p:sp>
      <p:pic>
        <p:nvPicPr>
          <p:cNvPr id="7" name="Picture 6">
            <a:extLst>
              <a:ext uri="{FF2B5EF4-FFF2-40B4-BE49-F238E27FC236}">
                <a16:creationId xmlns:a16="http://schemas.microsoft.com/office/drawing/2014/main" id="{EFCC7EDA-EFCB-4614-B996-8C4AEE05CE19}"/>
              </a:ext>
            </a:extLst>
          </p:cNvPr>
          <p:cNvPicPr>
            <a:picLocks noChangeAspect="1"/>
          </p:cNvPicPr>
          <p:nvPr/>
        </p:nvPicPr>
        <p:blipFill rotWithShape="1">
          <a:blip r:embed="rId2"/>
          <a:srcRect l="25507" t="8781" r="24803" b="6790"/>
          <a:stretch/>
        </p:blipFill>
        <p:spPr>
          <a:xfrm>
            <a:off x="7314481" y="1390921"/>
            <a:ext cx="4123944" cy="4146176"/>
          </a:xfrm>
          <a:prstGeom prst="rect">
            <a:avLst/>
          </a:prstGeom>
        </p:spPr>
      </p:pic>
    </p:spTree>
    <p:extLst>
      <p:ext uri="{BB962C8B-B14F-4D97-AF65-F5344CB8AC3E}">
        <p14:creationId xmlns:p14="http://schemas.microsoft.com/office/powerpoint/2010/main" val="37947741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B0DB7C1-FD9C-4CE5-A472-155DB9701A32}"/>
              </a:ext>
            </a:extLst>
          </p:cNvPr>
          <p:cNvSpPr/>
          <p:nvPr/>
        </p:nvSpPr>
        <p:spPr>
          <a:xfrm>
            <a:off x="453517" y="620976"/>
            <a:ext cx="5531647" cy="446597"/>
          </a:xfrm>
          <a:prstGeom prst="rect">
            <a:avLst/>
          </a:prstGeom>
        </p:spPr>
        <p:txBody>
          <a:bodyPr wrap="square" lIns="0" tIns="0" rIns="0" bIns="0">
            <a:spAutoFit/>
          </a:bodyPr>
          <a:lstStyle/>
          <a:p>
            <a:pPr defTabSz="945609">
              <a:defRPr/>
            </a:pPr>
            <a:r>
              <a:rPr lang="en-AU" sz="2902" b="1" spc="272" dirty="0">
                <a:latin typeface="+mj-lt"/>
              </a:rPr>
              <a:t>CONTENTS</a:t>
            </a:r>
            <a:endParaRPr lang="en-IN" sz="2902" b="1" spc="272" dirty="0">
              <a:latin typeface="+mj-lt"/>
            </a:endParaRPr>
          </a:p>
        </p:txBody>
      </p:sp>
      <p:graphicFrame>
        <p:nvGraphicFramePr>
          <p:cNvPr id="5" name="Table 4">
            <a:extLst>
              <a:ext uri="{FF2B5EF4-FFF2-40B4-BE49-F238E27FC236}">
                <a16:creationId xmlns:a16="http://schemas.microsoft.com/office/drawing/2014/main" id="{8B305D1F-7876-433F-ADE6-D44282BAFA0E}"/>
              </a:ext>
            </a:extLst>
          </p:cNvPr>
          <p:cNvGraphicFramePr>
            <a:graphicFrameLocks noGrp="1"/>
          </p:cNvGraphicFramePr>
          <p:nvPr>
            <p:extLst>
              <p:ext uri="{D42A27DB-BD31-4B8C-83A1-F6EECF244321}">
                <p14:modId xmlns:p14="http://schemas.microsoft.com/office/powerpoint/2010/main" val="1459007192"/>
              </p:ext>
            </p:extLst>
          </p:nvPr>
        </p:nvGraphicFramePr>
        <p:xfrm>
          <a:off x="469465" y="1308854"/>
          <a:ext cx="9559480" cy="5120640"/>
        </p:xfrm>
        <a:graphic>
          <a:graphicData uri="http://schemas.openxmlformats.org/drawingml/2006/table">
            <a:tbl>
              <a:tblPr>
                <a:tableStyleId>{2D5ABB26-0587-4C30-8999-92F81FD0307C}</a:tableStyleId>
              </a:tblPr>
              <a:tblGrid>
                <a:gridCol w="466008">
                  <a:extLst>
                    <a:ext uri="{9D8B030D-6E8A-4147-A177-3AD203B41FA5}">
                      <a16:colId xmlns:a16="http://schemas.microsoft.com/office/drawing/2014/main" val="20000"/>
                    </a:ext>
                  </a:extLst>
                </a:gridCol>
                <a:gridCol w="7657252">
                  <a:extLst>
                    <a:ext uri="{9D8B030D-6E8A-4147-A177-3AD203B41FA5}">
                      <a16:colId xmlns:a16="http://schemas.microsoft.com/office/drawing/2014/main" val="20001"/>
                    </a:ext>
                  </a:extLst>
                </a:gridCol>
                <a:gridCol w="1436220">
                  <a:extLst>
                    <a:ext uri="{9D8B030D-6E8A-4147-A177-3AD203B41FA5}">
                      <a16:colId xmlns:a16="http://schemas.microsoft.com/office/drawing/2014/main" val="245187363"/>
                    </a:ext>
                  </a:extLst>
                </a:gridCol>
              </a:tblGrid>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Background</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3</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967261105"/>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Power Sale Modalities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6</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619683811"/>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Construction Modalities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42</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O&amp;M Modalities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45</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922937316"/>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Evaluation of JV Option</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47</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286450505"/>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Financial Scenario Analysis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51</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Summary and Key Takeaways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55</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659946139"/>
                  </a:ext>
                </a:extLst>
              </a:tr>
              <a:tr h="64008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1">
                            <a:lumMod val="85000"/>
                            <a:lumOff val="15000"/>
                          </a:schemeClr>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tx1"/>
                          </a:solidFill>
                          <a:effectLst/>
                          <a:uLnTx/>
                          <a:uFillTx/>
                          <a:latin typeface="+mn-lt"/>
                          <a:ea typeface="+mn-ea"/>
                          <a:cs typeface="+mn-cs"/>
                        </a:rPr>
                        <a:t>Annexures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ctr"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mn-lt"/>
                          <a:ea typeface="+mn-ea"/>
                          <a:cs typeface="+mn-cs"/>
                        </a:rPr>
                        <a:t>60</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739887670"/>
                  </a:ext>
                </a:extLst>
              </a:tr>
            </a:tbl>
          </a:graphicData>
        </a:graphic>
      </p:graphicFrame>
      <p:sp>
        <p:nvSpPr>
          <p:cNvPr id="6" name="Oval 5">
            <a:extLst>
              <a:ext uri="{FF2B5EF4-FFF2-40B4-BE49-F238E27FC236}">
                <a16:creationId xmlns:a16="http://schemas.microsoft.com/office/drawing/2014/main" id="{50281B1F-947C-4569-AF04-C571A4CAD7D7}"/>
              </a:ext>
            </a:extLst>
          </p:cNvPr>
          <p:cNvSpPr>
            <a:spLocks noChangeAspect="1"/>
          </p:cNvSpPr>
          <p:nvPr/>
        </p:nvSpPr>
        <p:spPr>
          <a:xfrm>
            <a:off x="498207" y="1433371"/>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mj-lt"/>
              </a:rPr>
              <a:t>1</a:t>
            </a:r>
          </a:p>
        </p:txBody>
      </p:sp>
      <p:sp>
        <p:nvSpPr>
          <p:cNvPr id="7" name="Oval 6">
            <a:extLst>
              <a:ext uri="{FF2B5EF4-FFF2-40B4-BE49-F238E27FC236}">
                <a16:creationId xmlns:a16="http://schemas.microsoft.com/office/drawing/2014/main" id="{D215F871-9AD7-4DC8-B4AF-4331738BDEBC}"/>
              </a:ext>
            </a:extLst>
          </p:cNvPr>
          <p:cNvSpPr>
            <a:spLocks noChangeAspect="1"/>
          </p:cNvSpPr>
          <p:nvPr/>
        </p:nvSpPr>
        <p:spPr>
          <a:xfrm>
            <a:off x="498207" y="2065276"/>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a:solidFill>
                  <a:prstClr val="white"/>
                </a:solidFill>
                <a:latin typeface="+mj-lt"/>
              </a:rPr>
              <a:t>2</a:t>
            </a:r>
          </a:p>
        </p:txBody>
      </p:sp>
      <p:sp>
        <p:nvSpPr>
          <p:cNvPr id="72" name="TextBox 71">
            <a:extLst>
              <a:ext uri="{FF2B5EF4-FFF2-40B4-BE49-F238E27FC236}">
                <a16:creationId xmlns:a16="http://schemas.microsoft.com/office/drawing/2014/main" id="{4DAA95A0-7D4E-479C-B550-77E3D1AEF1FB}"/>
              </a:ext>
            </a:extLst>
          </p:cNvPr>
          <p:cNvSpPr txBox="1"/>
          <p:nvPr/>
        </p:nvSpPr>
        <p:spPr>
          <a:xfrm>
            <a:off x="8421358" y="886171"/>
            <a:ext cx="1905000" cy="369332"/>
          </a:xfrm>
          <a:prstGeom prst="rect">
            <a:avLst/>
          </a:prstGeom>
          <a:noFill/>
        </p:spPr>
        <p:txBody>
          <a:bodyPr wrap="square">
            <a:spAutoFit/>
          </a:bodyPr>
          <a:lstStyle/>
          <a:p>
            <a:pPr algn="ctr"/>
            <a:r>
              <a:rPr kumimoji="0" lang="en-US" sz="1800" b="1" i="0" u="none" strike="noStrike" kern="1200" cap="none" spc="0" normalizeH="0" baseline="0" noProof="0" dirty="0">
                <a:ln>
                  <a:noFill/>
                </a:ln>
                <a:solidFill>
                  <a:schemeClr val="tx1"/>
                </a:solidFill>
                <a:effectLst/>
                <a:uLnTx/>
                <a:uFillTx/>
                <a:latin typeface="+mj-lt"/>
                <a:ea typeface="+mn-ea"/>
                <a:cs typeface="+mn-cs"/>
              </a:rPr>
              <a:t>Slide No.</a:t>
            </a:r>
            <a:endParaRPr lang="en-US" dirty="0">
              <a:latin typeface="+mj-lt"/>
            </a:endParaRPr>
          </a:p>
        </p:txBody>
      </p:sp>
      <p:sp>
        <p:nvSpPr>
          <p:cNvPr id="73" name="Oval 72">
            <a:extLst>
              <a:ext uri="{FF2B5EF4-FFF2-40B4-BE49-F238E27FC236}">
                <a16:creationId xmlns:a16="http://schemas.microsoft.com/office/drawing/2014/main" id="{2CEBFF36-3544-4BD3-8CC6-3204F998F2AC}"/>
              </a:ext>
            </a:extLst>
          </p:cNvPr>
          <p:cNvSpPr>
            <a:spLocks noChangeAspect="1"/>
          </p:cNvSpPr>
          <p:nvPr/>
        </p:nvSpPr>
        <p:spPr>
          <a:xfrm>
            <a:off x="498207" y="2697181"/>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3</a:t>
            </a:r>
          </a:p>
        </p:txBody>
      </p:sp>
      <p:sp>
        <p:nvSpPr>
          <p:cNvPr id="74" name="Oval 73">
            <a:extLst>
              <a:ext uri="{FF2B5EF4-FFF2-40B4-BE49-F238E27FC236}">
                <a16:creationId xmlns:a16="http://schemas.microsoft.com/office/drawing/2014/main" id="{82F83574-4453-4A99-904A-703F98ECCE22}"/>
              </a:ext>
            </a:extLst>
          </p:cNvPr>
          <p:cNvSpPr>
            <a:spLocks noChangeAspect="1"/>
          </p:cNvSpPr>
          <p:nvPr/>
        </p:nvSpPr>
        <p:spPr>
          <a:xfrm>
            <a:off x="498207" y="3329086"/>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4</a:t>
            </a:r>
          </a:p>
        </p:txBody>
      </p:sp>
      <p:sp>
        <p:nvSpPr>
          <p:cNvPr id="75" name="Oval 74">
            <a:extLst>
              <a:ext uri="{FF2B5EF4-FFF2-40B4-BE49-F238E27FC236}">
                <a16:creationId xmlns:a16="http://schemas.microsoft.com/office/drawing/2014/main" id="{28E4E97A-20C7-443C-9C75-74BFE92CA9A1}"/>
              </a:ext>
            </a:extLst>
          </p:cNvPr>
          <p:cNvSpPr>
            <a:spLocks noChangeAspect="1"/>
          </p:cNvSpPr>
          <p:nvPr/>
        </p:nvSpPr>
        <p:spPr>
          <a:xfrm>
            <a:off x="498207" y="3964618"/>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5</a:t>
            </a:r>
          </a:p>
        </p:txBody>
      </p:sp>
      <p:sp>
        <p:nvSpPr>
          <p:cNvPr id="76" name="Oval 75">
            <a:extLst>
              <a:ext uri="{FF2B5EF4-FFF2-40B4-BE49-F238E27FC236}">
                <a16:creationId xmlns:a16="http://schemas.microsoft.com/office/drawing/2014/main" id="{B3CD3422-EAD3-4C4B-86F5-82B4049396D1}"/>
              </a:ext>
            </a:extLst>
          </p:cNvPr>
          <p:cNvSpPr>
            <a:spLocks noChangeAspect="1"/>
          </p:cNvSpPr>
          <p:nvPr/>
        </p:nvSpPr>
        <p:spPr>
          <a:xfrm>
            <a:off x="498207" y="4596523"/>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6</a:t>
            </a:r>
          </a:p>
        </p:txBody>
      </p:sp>
      <p:sp>
        <p:nvSpPr>
          <p:cNvPr id="77" name="Oval 76">
            <a:extLst>
              <a:ext uri="{FF2B5EF4-FFF2-40B4-BE49-F238E27FC236}">
                <a16:creationId xmlns:a16="http://schemas.microsoft.com/office/drawing/2014/main" id="{0BEFD1E8-B6EA-4982-B980-63403280A776}"/>
              </a:ext>
            </a:extLst>
          </p:cNvPr>
          <p:cNvSpPr>
            <a:spLocks noChangeAspect="1"/>
          </p:cNvSpPr>
          <p:nvPr/>
        </p:nvSpPr>
        <p:spPr>
          <a:xfrm>
            <a:off x="498207" y="5295344"/>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7</a:t>
            </a:r>
          </a:p>
        </p:txBody>
      </p:sp>
      <p:sp>
        <p:nvSpPr>
          <p:cNvPr id="13" name="Oval 12">
            <a:extLst>
              <a:ext uri="{FF2B5EF4-FFF2-40B4-BE49-F238E27FC236}">
                <a16:creationId xmlns:a16="http://schemas.microsoft.com/office/drawing/2014/main" id="{2A893F49-C512-406C-B3CC-F883AEA26033}"/>
              </a:ext>
            </a:extLst>
          </p:cNvPr>
          <p:cNvSpPr>
            <a:spLocks noChangeAspect="1"/>
          </p:cNvSpPr>
          <p:nvPr/>
        </p:nvSpPr>
        <p:spPr>
          <a:xfrm>
            <a:off x="498207" y="5927361"/>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algn="ctr" defTabSz="945609">
              <a:defRPr/>
            </a:pPr>
            <a:r>
              <a:rPr lang="en-US" sz="1480" dirty="0">
                <a:solidFill>
                  <a:prstClr val="white"/>
                </a:solidFill>
                <a:latin typeface="+mj-lt"/>
              </a:rPr>
              <a:t>8</a:t>
            </a:r>
          </a:p>
        </p:txBody>
      </p:sp>
    </p:spTree>
    <p:extLst>
      <p:ext uri="{BB962C8B-B14F-4D97-AF65-F5344CB8AC3E}">
        <p14:creationId xmlns:p14="http://schemas.microsoft.com/office/powerpoint/2010/main" val="28533553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Background</a:t>
            </a:r>
            <a:endParaRPr lang="en-US" sz="2400" dirty="0">
              <a:effectLst/>
              <a:latin typeface="Calibri" panose="020F050202020403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3AEC18D8-47F8-42B5-8799-5B3838756769}"/>
              </a:ext>
            </a:extLst>
          </p:cNvPr>
          <p:cNvSpPr txBox="1"/>
          <p:nvPr/>
        </p:nvSpPr>
        <p:spPr>
          <a:xfrm>
            <a:off x="312515" y="767854"/>
            <a:ext cx="11377835" cy="5511637"/>
          </a:xfrm>
          <a:prstGeom prst="rect">
            <a:avLst/>
          </a:prstGeom>
          <a:noFill/>
          <a:ln>
            <a:solidFill>
              <a:srgbClr val="002060"/>
            </a:solidFill>
          </a:ln>
        </p:spPr>
        <p:txBody>
          <a:bodyPr wrap="square" lIns="91440" tIns="91440" rIns="91440" bIns="91440" rtlCol="0" anchor="ctr">
            <a:spAutoFit/>
          </a:bodyPr>
          <a:lstStyle/>
          <a:p>
            <a:pPr marL="203200" indent="-203200" algn="just">
              <a:lnSpc>
                <a:spcPct val="114000"/>
              </a:lnSpc>
              <a:spcAft>
                <a:spcPts val="1200"/>
              </a:spcAft>
              <a:buSzPct val="100000"/>
              <a:buFont typeface="Arial"/>
              <a:buChar char="•"/>
            </a:pPr>
            <a:r>
              <a:rPr lang="en-US" sz="1680" dirty="0">
                <a:solidFill>
                  <a:srgbClr val="313131"/>
                </a:solidFill>
              </a:rPr>
              <a:t>Coal India Ltd (CIL) has set a </a:t>
            </a:r>
            <a:r>
              <a:rPr lang="en-US" sz="1680" b="1" dirty="0">
                <a:solidFill>
                  <a:srgbClr val="313131"/>
                </a:solidFill>
              </a:rPr>
              <a:t>target of establishing 3 GW of Solar Power generating capacity by 2024</a:t>
            </a:r>
          </a:p>
          <a:p>
            <a:pPr marL="203200" indent="-203200" algn="just">
              <a:lnSpc>
                <a:spcPct val="114000"/>
              </a:lnSpc>
              <a:spcAft>
                <a:spcPts val="1200"/>
              </a:spcAft>
              <a:buSzPct val="100000"/>
              <a:buFont typeface="Arial"/>
              <a:buChar char="•"/>
            </a:pPr>
            <a:r>
              <a:rPr lang="en-US" sz="1680" b="1" dirty="0">
                <a:solidFill>
                  <a:srgbClr val="313131"/>
                </a:solidFill>
              </a:rPr>
              <a:t>Rajasthan Rajya Vidyut </a:t>
            </a:r>
            <a:r>
              <a:rPr lang="en-US" sz="1680" b="1" dirty="0" err="1">
                <a:solidFill>
                  <a:srgbClr val="313131"/>
                </a:solidFill>
              </a:rPr>
              <a:t>Utpadan</a:t>
            </a:r>
            <a:r>
              <a:rPr lang="en-US" sz="1680" b="1" dirty="0">
                <a:solidFill>
                  <a:srgbClr val="313131"/>
                </a:solidFill>
              </a:rPr>
              <a:t> Nigam Ltd </a:t>
            </a:r>
            <a:r>
              <a:rPr lang="en-US" sz="1680" dirty="0">
                <a:solidFill>
                  <a:srgbClr val="313131"/>
                </a:solidFill>
              </a:rPr>
              <a:t>(RVUNL), the state-owned power generation utility in Rajasthan, is in the process of </a:t>
            </a:r>
            <a:r>
              <a:rPr lang="en-US" sz="1680" b="1" dirty="0">
                <a:solidFill>
                  <a:srgbClr val="313131"/>
                </a:solidFill>
              </a:rPr>
              <a:t>establishing a 2000 MW solar park in Bikaner</a:t>
            </a:r>
            <a:r>
              <a:rPr lang="en-US" sz="1680" dirty="0">
                <a:solidFill>
                  <a:srgbClr val="313131"/>
                </a:solidFill>
              </a:rPr>
              <a:t> district in Rajasthan</a:t>
            </a:r>
          </a:p>
          <a:p>
            <a:pPr marL="203200" indent="-203200" algn="just">
              <a:lnSpc>
                <a:spcPct val="114000"/>
              </a:lnSpc>
              <a:spcAft>
                <a:spcPts val="1200"/>
              </a:spcAft>
              <a:buSzPct val="100000"/>
              <a:buFont typeface="Arial"/>
              <a:buChar char="•"/>
            </a:pPr>
            <a:r>
              <a:rPr lang="en-US" sz="1680" dirty="0">
                <a:solidFill>
                  <a:srgbClr val="313131"/>
                </a:solidFill>
              </a:rPr>
              <a:t>With respect to 1,190 MW out of the total 2GW solar park capacity, RVUNL had expressed </a:t>
            </a:r>
            <a:r>
              <a:rPr lang="en-US" sz="1680" b="1" dirty="0">
                <a:solidFill>
                  <a:srgbClr val="313131"/>
                </a:solidFill>
              </a:rPr>
              <a:t>willingness to obtain CIL’s support in establishing solar power plant</a:t>
            </a:r>
          </a:p>
          <a:p>
            <a:pPr marL="203200" indent="-203200" algn="just">
              <a:lnSpc>
                <a:spcPct val="114000"/>
              </a:lnSpc>
              <a:spcAft>
                <a:spcPts val="1200"/>
              </a:spcAft>
              <a:buSzPct val="100000"/>
              <a:buFont typeface="Arial"/>
              <a:buChar char="•"/>
            </a:pPr>
            <a:r>
              <a:rPr lang="en-US" sz="1680" b="1" dirty="0">
                <a:solidFill>
                  <a:srgbClr val="313131"/>
                </a:solidFill>
              </a:rPr>
              <a:t> Subsequently, MoU was signed between CIL and RVUNL on 13</a:t>
            </a:r>
            <a:r>
              <a:rPr lang="en-US" sz="1680" b="1" baseline="30000" dirty="0">
                <a:solidFill>
                  <a:srgbClr val="313131"/>
                </a:solidFill>
              </a:rPr>
              <a:t>th</a:t>
            </a:r>
            <a:r>
              <a:rPr lang="en-US" sz="1680" b="1" dirty="0">
                <a:solidFill>
                  <a:srgbClr val="313131"/>
                </a:solidFill>
              </a:rPr>
              <a:t> Oct 2022 </a:t>
            </a:r>
            <a:r>
              <a:rPr lang="en-US" sz="1680" dirty="0">
                <a:solidFill>
                  <a:srgbClr val="313131"/>
                </a:solidFill>
              </a:rPr>
              <a:t>for setting up of solar power plant(s) of 1,190 MW capacity at RVUNL’s solar park</a:t>
            </a:r>
          </a:p>
          <a:p>
            <a:pPr marL="203200" indent="-203200" algn="just">
              <a:lnSpc>
                <a:spcPct val="114000"/>
              </a:lnSpc>
              <a:spcAft>
                <a:spcPts val="1200"/>
              </a:spcAft>
              <a:buSzPct val="100000"/>
              <a:buFont typeface="Arial"/>
              <a:buChar char="•"/>
            </a:pPr>
            <a:r>
              <a:rPr lang="en-US" sz="1680" dirty="0">
                <a:solidFill>
                  <a:srgbClr val="313131"/>
                </a:solidFill>
              </a:rPr>
              <a:t>With respect to </a:t>
            </a:r>
            <a:r>
              <a:rPr lang="en-US" sz="1680" b="1" dirty="0">
                <a:solidFill>
                  <a:srgbClr val="313131"/>
                </a:solidFill>
              </a:rPr>
              <a:t>balance 810 MW, </a:t>
            </a:r>
            <a:r>
              <a:rPr lang="en-US" sz="1680" dirty="0">
                <a:solidFill>
                  <a:srgbClr val="313131"/>
                </a:solidFill>
              </a:rPr>
              <a:t>RVUNL had </a:t>
            </a:r>
            <a:r>
              <a:rPr lang="en-US" sz="1680" b="1" dirty="0">
                <a:solidFill>
                  <a:srgbClr val="313131"/>
                </a:solidFill>
              </a:rPr>
              <a:t>originally intended to execute the same through TBCB route </a:t>
            </a:r>
            <a:r>
              <a:rPr lang="en-US" sz="1680" dirty="0">
                <a:solidFill>
                  <a:srgbClr val="313131"/>
                </a:solidFill>
              </a:rPr>
              <a:t>u/s 63, however it has been facing </a:t>
            </a:r>
            <a:r>
              <a:rPr lang="en-US" sz="1680" b="1" dirty="0">
                <a:solidFill>
                  <a:srgbClr val="313131"/>
                </a:solidFill>
              </a:rPr>
              <a:t>challenges </a:t>
            </a:r>
            <a:r>
              <a:rPr lang="en-US" sz="1680" dirty="0">
                <a:solidFill>
                  <a:srgbClr val="313131"/>
                </a:solidFill>
              </a:rPr>
              <a:t>in the same (</a:t>
            </a:r>
            <a:r>
              <a:rPr lang="en-US" sz="1680" b="1" dirty="0">
                <a:solidFill>
                  <a:srgbClr val="313131"/>
                </a:solidFill>
              </a:rPr>
              <a:t>deviation from SBD TBCB guidelines in terms of project execution timelines</a:t>
            </a:r>
            <a:r>
              <a:rPr lang="en-US" sz="1680" dirty="0">
                <a:solidFill>
                  <a:srgbClr val="313131"/>
                </a:solidFill>
              </a:rPr>
              <a:t>)</a:t>
            </a:r>
          </a:p>
          <a:p>
            <a:pPr marL="203200" indent="-203200" algn="just">
              <a:lnSpc>
                <a:spcPct val="114000"/>
              </a:lnSpc>
              <a:spcAft>
                <a:spcPts val="1200"/>
              </a:spcAft>
              <a:buSzPct val="100000"/>
              <a:buFont typeface="Arial"/>
              <a:buChar char="•"/>
            </a:pPr>
            <a:r>
              <a:rPr lang="en-US" sz="1680" dirty="0">
                <a:solidFill>
                  <a:srgbClr val="313131"/>
                </a:solidFill>
              </a:rPr>
              <a:t>Thus, as on date, </a:t>
            </a:r>
            <a:r>
              <a:rPr lang="en-US" sz="1680" b="1" dirty="0">
                <a:solidFill>
                  <a:srgbClr val="313131"/>
                </a:solidFill>
              </a:rPr>
              <a:t>RVUNL is contemplating </a:t>
            </a:r>
            <a:r>
              <a:rPr lang="en-US" sz="1680" dirty="0">
                <a:solidFill>
                  <a:srgbClr val="313131"/>
                </a:solidFill>
              </a:rPr>
              <a:t>to execute </a:t>
            </a:r>
            <a:r>
              <a:rPr lang="en-US" sz="1680" b="1" dirty="0">
                <a:solidFill>
                  <a:srgbClr val="313131"/>
                </a:solidFill>
              </a:rPr>
              <a:t>the 810 MW capacity through EPC tendering</a:t>
            </a:r>
            <a:r>
              <a:rPr lang="en-US" sz="1680" dirty="0">
                <a:solidFill>
                  <a:srgbClr val="313131"/>
                </a:solidFill>
              </a:rPr>
              <a:t> route and has </a:t>
            </a:r>
            <a:r>
              <a:rPr lang="en-US" sz="1680" b="1" dirty="0">
                <a:solidFill>
                  <a:srgbClr val="313131"/>
                </a:solidFill>
              </a:rPr>
              <a:t>expressed its intent to form a Joint Venture Company with CIL</a:t>
            </a:r>
            <a:r>
              <a:rPr lang="en-US" sz="1680" dirty="0">
                <a:solidFill>
                  <a:srgbClr val="313131"/>
                </a:solidFill>
              </a:rPr>
              <a:t> to develop the solar park </a:t>
            </a:r>
            <a:r>
              <a:rPr lang="en-US" sz="1680" b="1" dirty="0">
                <a:solidFill>
                  <a:srgbClr val="313131"/>
                </a:solidFill>
              </a:rPr>
              <a:t>as Solar Park Developers</a:t>
            </a:r>
            <a:r>
              <a:rPr lang="en-US" sz="1680" dirty="0">
                <a:solidFill>
                  <a:srgbClr val="313131"/>
                </a:solidFill>
              </a:rPr>
              <a:t>, wherein CIL would additionally execute the solar project through EPC tendering</a:t>
            </a:r>
          </a:p>
          <a:p>
            <a:pPr marL="203200" indent="-203200" algn="just">
              <a:lnSpc>
                <a:spcPct val="114000"/>
              </a:lnSpc>
              <a:spcAft>
                <a:spcPts val="1200"/>
              </a:spcAft>
              <a:buSzPct val="100000"/>
              <a:buFont typeface="Arial"/>
              <a:buChar char="•"/>
            </a:pPr>
            <a:r>
              <a:rPr lang="en-US" sz="1680" dirty="0">
                <a:solidFill>
                  <a:srgbClr val="313131"/>
                </a:solidFill>
              </a:rPr>
              <a:t>CIL made multiple visits to RVUNL’s HQ </a:t>
            </a:r>
            <a:r>
              <a:rPr lang="en-US" sz="1680" b="1" dirty="0">
                <a:solidFill>
                  <a:srgbClr val="313131"/>
                </a:solidFill>
              </a:rPr>
              <a:t>(21</a:t>
            </a:r>
            <a:r>
              <a:rPr lang="en-US" sz="1680" b="1" baseline="30000" dirty="0">
                <a:solidFill>
                  <a:srgbClr val="313131"/>
                </a:solidFill>
              </a:rPr>
              <a:t>st</a:t>
            </a:r>
            <a:r>
              <a:rPr lang="en-US" sz="1680" b="1" dirty="0">
                <a:solidFill>
                  <a:srgbClr val="313131"/>
                </a:solidFill>
              </a:rPr>
              <a:t>–23</a:t>
            </a:r>
            <a:r>
              <a:rPr lang="en-US" sz="1680" b="1" baseline="30000" dirty="0">
                <a:solidFill>
                  <a:srgbClr val="313131"/>
                </a:solidFill>
              </a:rPr>
              <a:t>rd</a:t>
            </a:r>
            <a:r>
              <a:rPr lang="en-US" sz="1680" b="1" dirty="0">
                <a:solidFill>
                  <a:srgbClr val="313131"/>
                </a:solidFill>
              </a:rPr>
              <a:t> July’22 , 2</a:t>
            </a:r>
            <a:r>
              <a:rPr lang="en-US" sz="1680" b="1" baseline="30000" dirty="0">
                <a:solidFill>
                  <a:srgbClr val="313131"/>
                </a:solidFill>
              </a:rPr>
              <a:t>nd</a:t>
            </a:r>
            <a:r>
              <a:rPr lang="en-US" sz="1680" b="1" dirty="0">
                <a:solidFill>
                  <a:srgbClr val="313131"/>
                </a:solidFill>
              </a:rPr>
              <a:t> Sept’22, 10-11</a:t>
            </a:r>
            <a:r>
              <a:rPr lang="en-US" sz="1680" b="1" baseline="30000" dirty="0">
                <a:solidFill>
                  <a:srgbClr val="313131"/>
                </a:solidFill>
              </a:rPr>
              <a:t>th</a:t>
            </a:r>
            <a:r>
              <a:rPr lang="en-US" sz="1680" b="1" dirty="0">
                <a:solidFill>
                  <a:srgbClr val="313131"/>
                </a:solidFill>
              </a:rPr>
              <a:t> Nov ’22 and 14</a:t>
            </a:r>
            <a:r>
              <a:rPr lang="en-US" sz="1680" b="1" baseline="30000" dirty="0">
                <a:solidFill>
                  <a:srgbClr val="313131"/>
                </a:solidFill>
              </a:rPr>
              <a:t>th</a:t>
            </a:r>
            <a:r>
              <a:rPr lang="en-US" sz="1680" b="1" dirty="0">
                <a:solidFill>
                  <a:srgbClr val="313131"/>
                </a:solidFill>
              </a:rPr>
              <a:t>–15</a:t>
            </a:r>
            <a:r>
              <a:rPr lang="en-US" sz="1680" b="1" baseline="30000" dirty="0">
                <a:solidFill>
                  <a:srgbClr val="313131"/>
                </a:solidFill>
              </a:rPr>
              <a:t>th</a:t>
            </a:r>
            <a:r>
              <a:rPr lang="en-US" sz="1680" b="1" dirty="0">
                <a:solidFill>
                  <a:srgbClr val="313131"/>
                </a:solidFill>
              </a:rPr>
              <a:t> Dec ‘22 </a:t>
            </a:r>
            <a:r>
              <a:rPr lang="en-US" sz="1680" dirty="0">
                <a:solidFill>
                  <a:srgbClr val="313131"/>
                </a:solidFill>
              </a:rPr>
              <a:t>to obtain insights about RVUNL’s plan, ground-progress for the solar park development and to discuss on the possible options for sale of solar power. CIL also visited the proposed site at </a:t>
            </a:r>
            <a:r>
              <a:rPr lang="en-US" sz="1680" b="1" dirty="0">
                <a:solidFill>
                  <a:srgbClr val="313131"/>
                </a:solidFill>
              </a:rPr>
              <a:t>Bikaner on 23</a:t>
            </a:r>
            <a:r>
              <a:rPr lang="en-US" sz="1680" b="1" baseline="30000" dirty="0">
                <a:solidFill>
                  <a:srgbClr val="313131"/>
                </a:solidFill>
              </a:rPr>
              <a:t>rd</a:t>
            </a:r>
            <a:r>
              <a:rPr lang="en-US" sz="1680" b="1" dirty="0">
                <a:solidFill>
                  <a:srgbClr val="313131"/>
                </a:solidFill>
              </a:rPr>
              <a:t> Jul ‘22</a:t>
            </a:r>
            <a:endParaRPr lang="en-US" sz="1680" dirty="0">
              <a:solidFill>
                <a:srgbClr val="313131"/>
              </a:solidFill>
            </a:endParaRPr>
          </a:p>
        </p:txBody>
      </p:sp>
    </p:spTree>
    <p:extLst>
      <p:ext uri="{BB962C8B-B14F-4D97-AF65-F5344CB8AC3E}">
        <p14:creationId xmlns:p14="http://schemas.microsoft.com/office/powerpoint/2010/main" val="5286721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ontent Placeholder 2"/>
          <p:cNvSpPr>
            <a:spLocks noGrp="1"/>
          </p:cNvSpPr>
          <p:nvPr>
            <p:ph sz="quarter" idx="4294967295"/>
          </p:nvPr>
        </p:nvSpPr>
        <p:spPr>
          <a:xfrm>
            <a:off x="2689396" y="4294981"/>
            <a:ext cx="2212011" cy="1472066"/>
          </a:xfrm>
          <a:prstGeom prst="rect">
            <a:avLst/>
          </a:prstGeom>
        </p:spPr>
        <p:txBody>
          <a:bodyPr lIns="0" tIns="0" rIns="0" bIns="0">
            <a:noAutofit/>
          </a:bodyPr>
          <a:lstStyle/>
          <a:p>
            <a:pPr algn="ctr">
              <a:spcAft>
                <a:spcPts val="0"/>
              </a:spcAft>
            </a:pPr>
            <a:r>
              <a:rPr lang="en-US" sz="2400" b="1" noProof="0" dirty="0">
                <a:solidFill>
                  <a:schemeClr val="accent4"/>
                </a:solidFill>
              </a:rPr>
              <a:t>Construction Modalities</a:t>
            </a:r>
            <a:endParaRPr lang="en-US" sz="2400" noProof="0" dirty="0"/>
          </a:p>
        </p:txBody>
      </p:sp>
      <p:sp>
        <p:nvSpPr>
          <p:cNvPr id="50" name="Content Placeholder 2"/>
          <p:cNvSpPr>
            <a:spLocks noGrp="1"/>
          </p:cNvSpPr>
          <p:nvPr>
            <p:ph sz="quarter" idx="4294967295"/>
          </p:nvPr>
        </p:nvSpPr>
        <p:spPr>
          <a:xfrm>
            <a:off x="9478339" y="4294981"/>
            <a:ext cx="2212011" cy="1472066"/>
          </a:xfrm>
          <a:prstGeom prst="rect">
            <a:avLst/>
          </a:prstGeom>
        </p:spPr>
        <p:txBody>
          <a:bodyPr lIns="0" tIns="0" rIns="0" bIns="0">
            <a:noAutofit/>
          </a:bodyPr>
          <a:lstStyle/>
          <a:p>
            <a:pPr algn="ctr">
              <a:spcAft>
                <a:spcPts val="0"/>
              </a:spcAft>
            </a:pPr>
            <a:r>
              <a:rPr lang="en-US" sz="2400" b="1" noProof="0" dirty="0">
                <a:solidFill>
                  <a:schemeClr val="accent2"/>
                </a:solidFill>
              </a:rPr>
              <a:t>Financial Scenario Analysis</a:t>
            </a:r>
          </a:p>
        </p:txBody>
      </p:sp>
      <p:sp>
        <p:nvSpPr>
          <p:cNvPr id="51" name="Content Placeholder 2"/>
          <p:cNvSpPr>
            <a:spLocks noGrp="1"/>
          </p:cNvSpPr>
          <p:nvPr>
            <p:ph sz="quarter" idx="4294967295"/>
          </p:nvPr>
        </p:nvSpPr>
        <p:spPr>
          <a:xfrm>
            <a:off x="7215358" y="4294981"/>
            <a:ext cx="2212010" cy="1472066"/>
          </a:xfrm>
          <a:prstGeom prst="rect">
            <a:avLst/>
          </a:prstGeom>
        </p:spPr>
        <p:txBody>
          <a:bodyPr lIns="0" tIns="0" rIns="0" bIns="0">
            <a:noAutofit/>
          </a:bodyPr>
          <a:lstStyle/>
          <a:p>
            <a:pPr algn="ctr">
              <a:spcAft>
                <a:spcPts val="0"/>
              </a:spcAft>
            </a:pPr>
            <a:r>
              <a:rPr lang="en-US" sz="2400" b="1" noProof="0" dirty="0">
                <a:solidFill>
                  <a:schemeClr val="accent1"/>
                </a:solidFill>
              </a:rPr>
              <a:t>Evaluation of JV Option</a:t>
            </a:r>
          </a:p>
        </p:txBody>
      </p:sp>
      <p:sp>
        <p:nvSpPr>
          <p:cNvPr id="52" name="Content Placeholder 2"/>
          <p:cNvSpPr>
            <a:spLocks noGrp="1"/>
          </p:cNvSpPr>
          <p:nvPr>
            <p:ph sz="quarter" idx="4294967295"/>
          </p:nvPr>
        </p:nvSpPr>
        <p:spPr>
          <a:xfrm>
            <a:off x="4952377" y="4294981"/>
            <a:ext cx="2212010" cy="1472066"/>
          </a:xfrm>
          <a:prstGeom prst="rect">
            <a:avLst/>
          </a:prstGeom>
        </p:spPr>
        <p:txBody>
          <a:bodyPr lIns="0" tIns="0" rIns="0" bIns="0">
            <a:normAutofit/>
          </a:bodyPr>
          <a:lstStyle/>
          <a:p>
            <a:pPr algn="ctr">
              <a:spcAft>
                <a:spcPts val="0"/>
              </a:spcAft>
            </a:pPr>
            <a:r>
              <a:rPr lang="en-US" sz="2400" b="1" noProof="0" dirty="0">
                <a:solidFill>
                  <a:srgbClr val="43B02A"/>
                </a:solidFill>
              </a:rPr>
              <a:t>O&amp;M Modalities</a:t>
            </a:r>
          </a:p>
        </p:txBody>
      </p:sp>
      <p:grpSp>
        <p:nvGrpSpPr>
          <p:cNvPr id="37" name="Group 36"/>
          <p:cNvGrpSpPr/>
          <p:nvPr/>
        </p:nvGrpSpPr>
        <p:grpSpPr>
          <a:xfrm>
            <a:off x="2951277" y="1721643"/>
            <a:ext cx="1662112" cy="2338060"/>
            <a:chOff x="1852613" y="1876425"/>
            <a:chExt cx="1662112" cy="2338060"/>
          </a:xfrm>
        </p:grpSpPr>
        <p:sp>
          <p:nvSpPr>
            <p:cNvPr id="4" name="Oval 3"/>
            <p:cNvSpPr/>
            <p:nvPr/>
          </p:nvSpPr>
          <p:spPr bwMode="gray">
            <a:xfrm>
              <a:off x="1852613" y="1876425"/>
              <a:ext cx="1662112" cy="1662112"/>
            </a:xfrm>
            <a:prstGeom prst="ellips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6" name="Oval 5"/>
            <p:cNvSpPr/>
            <p:nvPr/>
          </p:nvSpPr>
          <p:spPr bwMode="gray">
            <a:xfrm>
              <a:off x="2064544" y="2088356"/>
              <a:ext cx="1238250" cy="123825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solidFill>
                    <a:schemeClr val="accent4"/>
                  </a:solidFill>
                </a:rPr>
                <a:t>2</a:t>
              </a:r>
            </a:p>
          </p:txBody>
        </p:sp>
        <p:sp>
          <p:nvSpPr>
            <p:cNvPr id="5" name="Isosceles Triangle 4"/>
            <p:cNvSpPr/>
            <p:nvPr/>
          </p:nvSpPr>
          <p:spPr bwMode="gray">
            <a:xfrm rot="10800000">
              <a:off x="2440782" y="3795713"/>
              <a:ext cx="485775" cy="418772"/>
            </a:xfrm>
            <a:prstGeom prst="triangl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grpSp>
      <p:grpSp>
        <p:nvGrpSpPr>
          <p:cNvPr id="38" name="Group 37"/>
          <p:cNvGrpSpPr/>
          <p:nvPr/>
        </p:nvGrpSpPr>
        <p:grpSpPr>
          <a:xfrm>
            <a:off x="5214258" y="1721643"/>
            <a:ext cx="1662112" cy="2338060"/>
            <a:chOff x="4119563" y="1876425"/>
            <a:chExt cx="1662112" cy="2338060"/>
          </a:xfrm>
        </p:grpSpPr>
        <p:sp>
          <p:nvSpPr>
            <p:cNvPr id="10" name="Oval 9"/>
            <p:cNvSpPr/>
            <p:nvPr/>
          </p:nvSpPr>
          <p:spPr bwMode="gray">
            <a:xfrm>
              <a:off x="4119563" y="1876425"/>
              <a:ext cx="1662112" cy="1662112"/>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11" name="Oval 10"/>
            <p:cNvSpPr/>
            <p:nvPr/>
          </p:nvSpPr>
          <p:spPr bwMode="gray">
            <a:xfrm>
              <a:off x="4331494" y="2088356"/>
              <a:ext cx="1238250" cy="123825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solidFill>
                    <a:schemeClr val="accent3"/>
                  </a:solidFill>
                </a:rPr>
                <a:t>3</a:t>
              </a:r>
            </a:p>
          </p:txBody>
        </p:sp>
        <p:sp>
          <p:nvSpPr>
            <p:cNvPr id="12" name="Isosceles Triangle 11"/>
            <p:cNvSpPr/>
            <p:nvPr/>
          </p:nvSpPr>
          <p:spPr bwMode="gray">
            <a:xfrm rot="10800000">
              <a:off x="4707732" y="3795713"/>
              <a:ext cx="485775" cy="418772"/>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grpSp>
      <p:grpSp>
        <p:nvGrpSpPr>
          <p:cNvPr id="39" name="Group 38"/>
          <p:cNvGrpSpPr/>
          <p:nvPr/>
        </p:nvGrpSpPr>
        <p:grpSpPr>
          <a:xfrm>
            <a:off x="7477239" y="1721643"/>
            <a:ext cx="1662112" cy="2338060"/>
            <a:chOff x="6415088" y="1876425"/>
            <a:chExt cx="1662112" cy="2338060"/>
          </a:xfrm>
        </p:grpSpPr>
        <p:sp>
          <p:nvSpPr>
            <p:cNvPr id="14" name="Oval 13"/>
            <p:cNvSpPr/>
            <p:nvPr/>
          </p:nvSpPr>
          <p:spPr bwMode="gray">
            <a:xfrm>
              <a:off x="6415088" y="1876425"/>
              <a:ext cx="1662112" cy="166211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15" name="Oval 14"/>
            <p:cNvSpPr/>
            <p:nvPr/>
          </p:nvSpPr>
          <p:spPr bwMode="gray">
            <a:xfrm>
              <a:off x="6627019" y="2088356"/>
              <a:ext cx="1238250" cy="123825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solidFill>
                    <a:schemeClr val="accent1"/>
                  </a:solidFill>
                </a:rPr>
                <a:t>4</a:t>
              </a:r>
            </a:p>
          </p:txBody>
        </p:sp>
        <p:sp>
          <p:nvSpPr>
            <p:cNvPr id="16" name="Isosceles Triangle 15"/>
            <p:cNvSpPr/>
            <p:nvPr/>
          </p:nvSpPr>
          <p:spPr bwMode="gray">
            <a:xfrm rot="10800000">
              <a:off x="7003257" y="3795713"/>
              <a:ext cx="485775" cy="418772"/>
            </a:xfrm>
            <a:prstGeom prst="triangl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grpSp>
      <p:grpSp>
        <p:nvGrpSpPr>
          <p:cNvPr id="40" name="Group 39"/>
          <p:cNvGrpSpPr/>
          <p:nvPr/>
        </p:nvGrpSpPr>
        <p:grpSpPr>
          <a:xfrm>
            <a:off x="9740220" y="1721643"/>
            <a:ext cx="1662112" cy="2338060"/>
            <a:chOff x="8667751" y="1876425"/>
            <a:chExt cx="1662112" cy="2338060"/>
          </a:xfrm>
        </p:grpSpPr>
        <p:sp>
          <p:nvSpPr>
            <p:cNvPr id="29" name="Oval 28"/>
            <p:cNvSpPr/>
            <p:nvPr/>
          </p:nvSpPr>
          <p:spPr bwMode="gray">
            <a:xfrm>
              <a:off x="8667751" y="1876425"/>
              <a:ext cx="1662112" cy="1662112"/>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30" name="Oval 29"/>
            <p:cNvSpPr/>
            <p:nvPr/>
          </p:nvSpPr>
          <p:spPr bwMode="gray">
            <a:xfrm>
              <a:off x="8879682" y="2088356"/>
              <a:ext cx="1238250" cy="123825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solidFill>
                    <a:schemeClr val="accent2"/>
                  </a:solidFill>
                </a:rPr>
                <a:t>5</a:t>
              </a:r>
            </a:p>
          </p:txBody>
        </p:sp>
        <p:sp>
          <p:nvSpPr>
            <p:cNvPr id="31" name="Isosceles Triangle 30"/>
            <p:cNvSpPr/>
            <p:nvPr/>
          </p:nvSpPr>
          <p:spPr bwMode="gray">
            <a:xfrm rot="10800000">
              <a:off x="9255920" y="3795713"/>
              <a:ext cx="485775" cy="418772"/>
            </a:xfrm>
            <a:prstGeom prst="triangl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grpSp>
      <p:sp>
        <p:nvSpPr>
          <p:cNvPr id="33" name="Rectangle 32"/>
          <p:cNvSpPr/>
          <p:nvPr/>
        </p:nvSpPr>
        <p:spPr bwMode="gray">
          <a:xfrm>
            <a:off x="2650843" y="3228802"/>
            <a:ext cx="2262981" cy="176851"/>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34" name="Rectangle 33"/>
          <p:cNvSpPr/>
          <p:nvPr/>
        </p:nvSpPr>
        <p:spPr bwMode="gray">
          <a:xfrm>
            <a:off x="4913824" y="3239688"/>
            <a:ext cx="2262981" cy="16668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35" name="Rectangle 34"/>
          <p:cNvSpPr/>
          <p:nvPr/>
        </p:nvSpPr>
        <p:spPr bwMode="gray">
          <a:xfrm>
            <a:off x="7176805" y="3239688"/>
            <a:ext cx="2262981" cy="166688"/>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36" name="Rectangle 35"/>
          <p:cNvSpPr/>
          <p:nvPr/>
        </p:nvSpPr>
        <p:spPr bwMode="gray">
          <a:xfrm>
            <a:off x="9439785" y="3239688"/>
            <a:ext cx="2212011" cy="165965"/>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26" name="Title 3">
            <a:extLst>
              <a:ext uri="{FF2B5EF4-FFF2-40B4-BE49-F238E27FC236}">
                <a16:creationId xmlns:a16="http://schemas.microsoft.com/office/drawing/2014/main" id="{E19A68CA-38E3-44C6-98E8-488A2A940AFF}"/>
              </a:ext>
            </a:extLst>
          </p:cNvPr>
          <p:cNvSpPr txBox="1">
            <a:spLocks/>
          </p:cNvSpPr>
          <p:nvPr/>
        </p:nvSpPr>
        <p:spPr>
          <a:xfrm>
            <a:off x="501650" y="263070"/>
            <a:ext cx="11188700" cy="334099"/>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pPr>
              <a:spcBef>
                <a:spcPts val="0"/>
              </a:spcBef>
            </a:pPr>
            <a:r>
              <a:rPr lang="en-US" sz="2400" b="1" dirty="0">
                <a:latin typeface="Calibri" panose="020F0502020204030204" pitchFamily="34" charset="0"/>
                <a:ea typeface="Calibri" panose="020F0502020204030204" pitchFamily="34" charset="0"/>
              </a:rPr>
              <a:t>Key Aspects Covered</a:t>
            </a:r>
            <a:endParaRPr lang="en-US" sz="2400" dirty="0">
              <a:latin typeface="Calibri" panose="020F0502020204030204" pitchFamily="34" charset="0"/>
              <a:ea typeface="Calibri" panose="020F0502020204030204" pitchFamily="34" charset="0"/>
            </a:endParaRPr>
          </a:p>
        </p:txBody>
      </p:sp>
      <p:sp>
        <p:nvSpPr>
          <p:cNvPr id="27" name="Content Placeholder 2">
            <a:extLst>
              <a:ext uri="{FF2B5EF4-FFF2-40B4-BE49-F238E27FC236}">
                <a16:creationId xmlns:a16="http://schemas.microsoft.com/office/drawing/2014/main" id="{E6531F26-1E3B-4405-B6FD-4787EB89575F}"/>
              </a:ext>
            </a:extLst>
          </p:cNvPr>
          <p:cNvSpPr txBox="1">
            <a:spLocks/>
          </p:cNvSpPr>
          <p:nvPr/>
        </p:nvSpPr>
        <p:spPr>
          <a:xfrm>
            <a:off x="439483" y="4294981"/>
            <a:ext cx="2212011" cy="1472066"/>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Aft>
                <a:spcPts val="0"/>
              </a:spcAft>
            </a:pPr>
            <a:r>
              <a:rPr lang="en-US" sz="2400" b="1" dirty="0">
                <a:solidFill>
                  <a:srgbClr val="03502A"/>
                </a:solidFill>
              </a:rPr>
              <a:t>Power Sale Options</a:t>
            </a:r>
            <a:endParaRPr lang="en-US" sz="2400" dirty="0">
              <a:solidFill>
                <a:srgbClr val="03502A"/>
              </a:solidFill>
            </a:endParaRPr>
          </a:p>
        </p:txBody>
      </p:sp>
      <p:grpSp>
        <p:nvGrpSpPr>
          <p:cNvPr id="28" name="Group 27">
            <a:extLst>
              <a:ext uri="{FF2B5EF4-FFF2-40B4-BE49-F238E27FC236}">
                <a16:creationId xmlns:a16="http://schemas.microsoft.com/office/drawing/2014/main" id="{66C5AC2D-5BF7-4DB5-ACC6-9B38C498F1F6}"/>
              </a:ext>
            </a:extLst>
          </p:cNvPr>
          <p:cNvGrpSpPr/>
          <p:nvPr/>
        </p:nvGrpSpPr>
        <p:grpSpPr>
          <a:xfrm>
            <a:off x="701364" y="1721643"/>
            <a:ext cx="1662112" cy="2338060"/>
            <a:chOff x="1852613" y="1876425"/>
            <a:chExt cx="1662112" cy="2338060"/>
          </a:xfrm>
        </p:grpSpPr>
        <p:sp>
          <p:nvSpPr>
            <p:cNvPr id="32" name="Oval 31">
              <a:extLst>
                <a:ext uri="{FF2B5EF4-FFF2-40B4-BE49-F238E27FC236}">
                  <a16:creationId xmlns:a16="http://schemas.microsoft.com/office/drawing/2014/main" id="{1CA196B0-6C8A-4D3E-AE7A-0210B65AA663}"/>
                </a:ext>
              </a:extLst>
            </p:cNvPr>
            <p:cNvSpPr/>
            <p:nvPr/>
          </p:nvSpPr>
          <p:spPr bwMode="gray">
            <a:xfrm>
              <a:off x="1852613" y="1876425"/>
              <a:ext cx="1662112" cy="1662112"/>
            </a:xfrm>
            <a:prstGeom prst="ellipse">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
          <p:nvSpPr>
            <p:cNvPr id="41" name="Oval 40">
              <a:extLst>
                <a:ext uri="{FF2B5EF4-FFF2-40B4-BE49-F238E27FC236}">
                  <a16:creationId xmlns:a16="http://schemas.microsoft.com/office/drawing/2014/main" id="{20A91D31-5BC6-4849-9C33-306A547A922D}"/>
                </a:ext>
              </a:extLst>
            </p:cNvPr>
            <p:cNvSpPr/>
            <p:nvPr/>
          </p:nvSpPr>
          <p:spPr bwMode="gray">
            <a:xfrm>
              <a:off x="2064544" y="2088356"/>
              <a:ext cx="1238250" cy="123825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solidFill>
                    <a:srgbClr val="2C5234"/>
                  </a:solidFill>
                </a:rPr>
                <a:t>1</a:t>
              </a:r>
            </a:p>
          </p:txBody>
        </p:sp>
        <p:sp>
          <p:nvSpPr>
            <p:cNvPr id="42" name="Isosceles Triangle 41">
              <a:extLst>
                <a:ext uri="{FF2B5EF4-FFF2-40B4-BE49-F238E27FC236}">
                  <a16:creationId xmlns:a16="http://schemas.microsoft.com/office/drawing/2014/main" id="{C8AA1FA2-F5D9-4649-A2B1-FCCCF4B039F3}"/>
                </a:ext>
              </a:extLst>
            </p:cNvPr>
            <p:cNvSpPr/>
            <p:nvPr/>
          </p:nvSpPr>
          <p:spPr bwMode="gray">
            <a:xfrm rot="10800000">
              <a:off x="2440782" y="3795713"/>
              <a:ext cx="485775" cy="418772"/>
            </a:xfrm>
            <a:prstGeom prst="triangle">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grpSp>
      <p:sp>
        <p:nvSpPr>
          <p:cNvPr id="43" name="Rectangle 42">
            <a:extLst>
              <a:ext uri="{FF2B5EF4-FFF2-40B4-BE49-F238E27FC236}">
                <a16:creationId xmlns:a16="http://schemas.microsoft.com/office/drawing/2014/main" id="{D16AB4C3-C9FC-4429-8634-FDF2D1FC39A6}"/>
              </a:ext>
            </a:extLst>
          </p:cNvPr>
          <p:cNvSpPr/>
          <p:nvPr/>
        </p:nvSpPr>
        <p:spPr bwMode="gray">
          <a:xfrm>
            <a:off x="400930" y="3228802"/>
            <a:ext cx="2262981" cy="176851"/>
          </a:xfrm>
          <a:prstGeom prst="rect">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3200" b="1" dirty="0">
              <a:solidFill>
                <a:schemeClr val="bg1"/>
              </a:solidFill>
            </a:endParaRPr>
          </a:p>
        </p:txBody>
      </p:sp>
    </p:spTree>
    <p:custDataLst>
      <p:tags r:id="rId1"/>
    </p:custDataLst>
    <p:extLst>
      <p:ext uri="{BB962C8B-B14F-4D97-AF65-F5344CB8AC3E}">
        <p14:creationId xmlns:p14="http://schemas.microsoft.com/office/powerpoint/2010/main" val="226697974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Power Sale Modalities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910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rrow: Right 26">
            <a:extLst>
              <a:ext uri="{FF2B5EF4-FFF2-40B4-BE49-F238E27FC236}">
                <a16:creationId xmlns:a16="http://schemas.microsoft.com/office/drawing/2014/main" id="{8F6EF682-C063-4BCB-93F5-C15E451B8DA3}"/>
              </a:ext>
            </a:extLst>
          </p:cNvPr>
          <p:cNvSpPr/>
          <p:nvPr/>
        </p:nvSpPr>
        <p:spPr bwMode="gray">
          <a:xfrm rot="5400000">
            <a:off x="2466159" y="200756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7" name="Rectangle: Rounded Corners 16">
            <a:extLst>
              <a:ext uri="{FF2B5EF4-FFF2-40B4-BE49-F238E27FC236}">
                <a16:creationId xmlns:a16="http://schemas.microsoft.com/office/drawing/2014/main" id="{BE5E3491-BCF2-44F9-8202-AD7E52421663}"/>
              </a:ext>
            </a:extLst>
          </p:cNvPr>
          <p:cNvSpPr/>
          <p:nvPr/>
        </p:nvSpPr>
        <p:spPr bwMode="gray">
          <a:xfrm>
            <a:off x="3879579" y="870282"/>
            <a:ext cx="4593771" cy="511365"/>
          </a:xfrm>
          <a:prstGeom prst="roundRect">
            <a:avLst/>
          </a:prstGeom>
          <a:solidFill>
            <a:srgbClr val="046A38"/>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Options for sale of solar power by CIL</a:t>
            </a:r>
            <a:endParaRPr lang="en-US" sz="1600" b="1" dirty="0">
              <a:solidFill>
                <a:schemeClr val="bg1"/>
              </a:solidFill>
            </a:endParaRPr>
          </a:p>
        </p:txBody>
      </p:sp>
      <p:sp>
        <p:nvSpPr>
          <p:cNvPr id="18" name="Rectangle: Rounded Corners 17">
            <a:extLst>
              <a:ext uri="{FF2B5EF4-FFF2-40B4-BE49-F238E27FC236}">
                <a16:creationId xmlns:a16="http://schemas.microsoft.com/office/drawing/2014/main" id="{30B7B587-F5CB-48CB-980C-229F7665A15B}"/>
              </a:ext>
            </a:extLst>
          </p:cNvPr>
          <p:cNvSpPr/>
          <p:nvPr/>
        </p:nvSpPr>
        <p:spPr bwMode="gray">
          <a:xfrm>
            <a:off x="805748" y="3429000"/>
            <a:ext cx="1800998" cy="892150"/>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1. Sale to RVUNL</a:t>
            </a:r>
          </a:p>
        </p:txBody>
      </p:sp>
      <p:sp>
        <p:nvSpPr>
          <p:cNvPr id="23" name="Rectangle: Rounded Corners 22">
            <a:extLst>
              <a:ext uri="{FF2B5EF4-FFF2-40B4-BE49-F238E27FC236}">
                <a16:creationId xmlns:a16="http://schemas.microsoft.com/office/drawing/2014/main" id="{CD41B276-7F8E-4E25-8440-F60185AE8A10}"/>
              </a:ext>
            </a:extLst>
          </p:cNvPr>
          <p:cNvSpPr/>
          <p:nvPr/>
        </p:nvSpPr>
        <p:spPr bwMode="gray">
          <a:xfrm>
            <a:off x="2796572" y="3418852"/>
            <a:ext cx="1800999" cy="892150"/>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 Sale to Rajasthan DISCOMs u/s 62</a:t>
            </a:r>
          </a:p>
        </p:txBody>
      </p:sp>
      <p:sp>
        <p:nvSpPr>
          <p:cNvPr id="26" name="Arrow: Right 25">
            <a:extLst>
              <a:ext uri="{FF2B5EF4-FFF2-40B4-BE49-F238E27FC236}">
                <a16:creationId xmlns:a16="http://schemas.microsoft.com/office/drawing/2014/main" id="{0E88B922-418F-4372-A7C5-E39B0AC6F098}"/>
              </a:ext>
            </a:extLst>
          </p:cNvPr>
          <p:cNvSpPr/>
          <p:nvPr/>
        </p:nvSpPr>
        <p:spPr bwMode="gray">
          <a:xfrm rot="5400000">
            <a:off x="3485978" y="3064187"/>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28">
            <a:extLst>
              <a:ext uri="{FF2B5EF4-FFF2-40B4-BE49-F238E27FC236}">
                <a16:creationId xmlns:a16="http://schemas.microsoft.com/office/drawing/2014/main" id="{1658CBBF-9781-4BF0-9987-1A85ED159933}"/>
              </a:ext>
            </a:extLst>
          </p:cNvPr>
          <p:cNvSpPr/>
          <p:nvPr/>
        </p:nvSpPr>
        <p:spPr bwMode="gray">
          <a:xfrm rot="5400000">
            <a:off x="6363330" y="-1956401"/>
            <a:ext cx="156198" cy="7669365"/>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1" name="Arrow: Right 30">
            <a:extLst>
              <a:ext uri="{FF2B5EF4-FFF2-40B4-BE49-F238E27FC236}">
                <a16:creationId xmlns:a16="http://schemas.microsoft.com/office/drawing/2014/main" id="{1CC40100-5FED-4580-8A3B-758CA513FB77}"/>
              </a:ext>
            </a:extLst>
          </p:cNvPr>
          <p:cNvSpPr/>
          <p:nvPr/>
        </p:nvSpPr>
        <p:spPr bwMode="gray">
          <a:xfrm rot="5400000">
            <a:off x="5965614" y="1466484"/>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Options for sale of Solar Power by CIL (1/4)</a:t>
            </a:r>
            <a:endParaRPr lang="en-US" sz="2400" dirty="0">
              <a:effectLst/>
              <a:latin typeface="Calibri" panose="020F0502020204030204" pitchFamily="34" charset="0"/>
              <a:ea typeface="Calibri" panose="020F0502020204030204" pitchFamily="34" charset="0"/>
            </a:endParaRPr>
          </a:p>
        </p:txBody>
      </p:sp>
      <p:sp>
        <p:nvSpPr>
          <p:cNvPr id="2" name="Rectangle 1">
            <a:extLst>
              <a:ext uri="{FF2B5EF4-FFF2-40B4-BE49-F238E27FC236}">
                <a16:creationId xmlns:a16="http://schemas.microsoft.com/office/drawing/2014/main" id="{CBF09D58-14D5-4130-A201-9301F1D31EA1}"/>
              </a:ext>
            </a:extLst>
          </p:cNvPr>
          <p:cNvSpPr/>
          <p:nvPr/>
        </p:nvSpPr>
        <p:spPr bwMode="gray">
          <a:xfrm>
            <a:off x="1282766" y="2379014"/>
            <a:ext cx="6761780" cy="582436"/>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A. Sale to Commercial Consumers</a:t>
            </a:r>
          </a:p>
        </p:txBody>
      </p:sp>
      <p:sp>
        <p:nvSpPr>
          <p:cNvPr id="19" name="Arrow: Right 18">
            <a:extLst>
              <a:ext uri="{FF2B5EF4-FFF2-40B4-BE49-F238E27FC236}">
                <a16:creationId xmlns:a16="http://schemas.microsoft.com/office/drawing/2014/main" id="{17F8D869-4876-492A-84BD-010EDB9630F0}"/>
              </a:ext>
            </a:extLst>
          </p:cNvPr>
          <p:cNvSpPr/>
          <p:nvPr/>
        </p:nvSpPr>
        <p:spPr bwMode="gray">
          <a:xfrm rot="5400000">
            <a:off x="1495398" y="3056665"/>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461F2F4F-986D-4373-B1C6-31213FF6E169}"/>
              </a:ext>
            </a:extLst>
          </p:cNvPr>
          <p:cNvSpPr/>
          <p:nvPr/>
        </p:nvSpPr>
        <p:spPr bwMode="gray">
          <a:xfrm>
            <a:off x="8907264" y="2379014"/>
            <a:ext cx="2590806" cy="582436"/>
          </a:xfrm>
          <a:prstGeom prst="rect">
            <a:avLst/>
          </a:prstGeom>
          <a:solidFill>
            <a:srgbClr val="004F59"/>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B. Captive Consumption</a:t>
            </a:r>
          </a:p>
        </p:txBody>
      </p:sp>
      <p:sp>
        <p:nvSpPr>
          <p:cNvPr id="36" name="Arrow: Right 35">
            <a:extLst>
              <a:ext uri="{FF2B5EF4-FFF2-40B4-BE49-F238E27FC236}">
                <a16:creationId xmlns:a16="http://schemas.microsoft.com/office/drawing/2014/main" id="{F3E2FFE4-CCEA-4EEF-AE82-9B8BA50CD02C}"/>
              </a:ext>
            </a:extLst>
          </p:cNvPr>
          <p:cNvSpPr/>
          <p:nvPr/>
        </p:nvSpPr>
        <p:spPr bwMode="gray">
          <a:xfrm rot="5400000">
            <a:off x="9991818" y="2029409"/>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5" name="Rectangle: Rounded Corners 34">
            <a:extLst>
              <a:ext uri="{FF2B5EF4-FFF2-40B4-BE49-F238E27FC236}">
                <a16:creationId xmlns:a16="http://schemas.microsoft.com/office/drawing/2014/main" id="{8381F8BF-164F-4E14-8942-045F478AA659}"/>
              </a:ext>
            </a:extLst>
          </p:cNvPr>
          <p:cNvSpPr/>
          <p:nvPr/>
        </p:nvSpPr>
        <p:spPr bwMode="gray">
          <a:xfrm>
            <a:off x="4768552" y="3418852"/>
            <a:ext cx="1800999" cy="892150"/>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3. Sale u/s 63</a:t>
            </a:r>
          </a:p>
        </p:txBody>
      </p:sp>
      <p:sp>
        <p:nvSpPr>
          <p:cNvPr id="37" name="Arrow: Right 36">
            <a:extLst>
              <a:ext uri="{FF2B5EF4-FFF2-40B4-BE49-F238E27FC236}">
                <a16:creationId xmlns:a16="http://schemas.microsoft.com/office/drawing/2014/main" id="{4E1A46F7-13F5-4D43-8C0A-84F1FB9ABAB9}"/>
              </a:ext>
            </a:extLst>
          </p:cNvPr>
          <p:cNvSpPr/>
          <p:nvPr/>
        </p:nvSpPr>
        <p:spPr bwMode="gray">
          <a:xfrm rot="5400000">
            <a:off x="5458203" y="3067508"/>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8" name="Rectangle: Rounded Corners 37">
            <a:extLst>
              <a:ext uri="{FF2B5EF4-FFF2-40B4-BE49-F238E27FC236}">
                <a16:creationId xmlns:a16="http://schemas.microsoft.com/office/drawing/2014/main" id="{2817B650-623B-4A75-A308-CB7DA750002C}"/>
              </a:ext>
            </a:extLst>
          </p:cNvPr>
          <p:cNvSpPr/>
          <p:nvPr/>
        </p:nvSpPr>
        <p:spPr bwMode="gray">
          <a:xfrm>
            <a:off x="6740532" y="3418852"/>
            <a:ext cx="1800999" cy="892150"/>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 Other Sale options</a:t>
            </a:r>
          </a:p>
        </p:txBody>
      </p:sp>
      <p:sp>
        <p:nvSpPr>
          <p:cNvPr id="39" name="Arrow: Right 38">
            <a:extLst>
              <a:ext uri="{FF2B5EF4-FFF2-40B4-BE49-F238E27FC236}">
                <a16:creationId xmlns:a16="http://schemas.microsoft.com/office/drawing/2014/main" id="{6E832665-59DB-454E-BC33-07612B6ECD90}"/>
              </a:ext>
            </a:extLst>
          </p:cNvPr>
          <p:cNvSpPr/>
          <p:nvPr/>
        </p:nvSpPr>
        <p:spPr bwMode="gray">
          <a:xfrm rot="5400000">
            <a:off x="7430183" y="3067508"/>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 name="Rectangle 2">
            <a:extLst>
              <a:ext uri="{FF2B5EF4-FFF2-40B4-BE49-F238E27FC236}">
                <a16:creationId xmlns:a16="http://schemas.microsoft.com/office/drawing/2014/main" id="{95BD5B6C-0E74-457A-BED4-CA6DCCC378E4}"/>
              </a:ext>
            </a:extLst>
          </p:cNvPr>
          <p:cNvSpPr/>
          <p:nvPr/>
        </p:nvSpPr>
        <p:spPr bwMode="gray">
          <a:xfrm>
            <a:off x="6798407" y="4421596"/>
            <a:ext cx="1978095" cy="1563797"/>
          </a:xfrm>
          <a:prstGeom prst="rect">
            <a:avLst/>
          </a:prstGeom>
          <a:noFill/>
          <a:ln w="19050" algn="ctr">
            <a:noFill/>
            <a:miter lim="800000"/>
            <a:headEnd/>
            <a:tailEnd/>
          </a:ln>
        </p:spPr>
        <p:txBody>
          <a:bodyPr wrap="square" lIns="88900" tIns="88900" rIns="88900" bIns="88900" rtlCol="0" anchor="ctr"/>
          <a:lstStyle/>
          <a:p>
            <a:pPr marL="115888" indent="-115888">
              <a:lnSpc>
                <a:spcPct val="106000"/>
              </a:lnSpc>
              <a:buFont typeface="Arial" panose="020B0604020202020204" pitchFamily="34" charset="0"/>
              <a:buChar char="•"/>
            </a:pPr>
            <a:r>
              <a:rPr lang="en-US" sz="1400" i="1" dirty="0"/>
              <a:t>4.A. Sale to Open Access (C&amp;I*) Consumers</a:t>
            </a:r>
          </a:p>
          <a:p>
            <a:pPr marL="115888" indent="-115888">
              <a:lnSpc>
                <a:spcPct val="106000"/>
              </a:lnSpc>
              <a:buFont typeface="Arial" panose="020B0604020202020204" pitchFamily="34" charset="0"/>
              <a:buChar char="•"/>
            </a:pPr>
            <a:r>
              <a:rPr lang="en-US" sz="1400" i="1" dirty="0"/>
              <a:t>4.B. Sale through Trading Licensees</a:t>
            </a:r>
          </a:p>
          <a:p>
            <a:pPr marL="115888" indent="-115888">
              <a:lnSpc>
                <a:spcPct val="106000"/>
              </a:lnSpc>
              <a:buFont typeface="Arial" panose="020B0604020202020204" pitchFamily="34" charset="0"/>
              <a:buChar char="•"/>
            </a:pPr>
            <a:r>
              <a:rPr lang="en-US" sz="1400" i="1" dirty="0"/>
              <a:t>4.C. Sale through Power Exchange</a:t>
            </a:r>
          </a:p>
        </p:txBody>
      </p:sp>
      <p:sp>
        <p:nvSpPr>
          <p:cNvPr id="22" name="Rectangle 21">
            <a:extLst>
              <a:ext uri="{FF2B5EF4-FFF2-40B4-BE49-F238E27FC236}">
                <a16:creationId xmlns:a16="http://schemas.microsoft.com/office/drawing/2014/main" id="{501C530D-8CF5-45EA-8367-FF33EDBC503D}"/>
              </a:ext>
            </a:extLst>
          </p:cNvPr>
          <p:cNvSpPr/>
          <p:nvPr/>
        </p:nvSpPr>
        <p:spPr bwMode="gray">
          <a:xfrm>
            <a:off x="4762437" y="4423921"/>
            <a:ext cx="1978095" cy="1749894"/>
          </a:xfrm>
          <a:prstGeom prst="rect">
            <a:avLst/>
          </a:prstGeom>
          <a:noFill/>
          <a:ln w="19050" algn="ctr">
            <a:noFill/>
            <a:miter lim="800000"/>
            <a:headEnd/>
            <a:tailEnd/>
          </a:ln>
        </p:spPr>
        <p:txBody>
          <a:bodyPr wrap="square" lIns="88900" tIns="88900" rIns="88900" bIns="88900" rtlCol="0" anchor="ctr"/>
          <a:lstStyle/>
          <a:p>
            <a:pPr marL="115888" indent="-115888">
              <a:lnSpc>
                <a:spcPct val="106000"/>
              </a:lnSpc>
              <a:buFont typeface="Arial" panose="020B0604020202020204" pitchFamily="34" charset="0"/>
              <a:buChar char="•"/>
            </a:pPr>
            <a:r>
              <a:rPr lang="en-US" sz="1400" i="1" dirty="0"/>
              <a:t>3.A. Sale within Rajasthan through TBCB route</a:t>
            </a:r>
          </a:p>
          <a:p>
            <a:pPr marL="115888" indent="-115888">
              <a:lnSpc>
                <a:spcPct val="106000"/>
              </a:lnSpc>
              <a:buFont typeface="Arial" panose="020B0604020202020204" pitchFamily="34" charset="0"/>
              <a:buChar char="•"/>
            </a:pPr>
            <a:r>
              <a:rPr lang="en-US" sz="1400" i="1" dirty="0"/>
              <a:t>3.B. Sale outside Rajasthan through TBCB route</a:t>
            </a:r>
          </a:p>
          <a:p>
            <a:pPr marL="115888" indent="-115888">
              <a:lnSpc>
                <a:spcPct val="106000"/>
              </a:lnSpc>
              <a:buFont typeface="Arial" panose="020B0604020202020204" pitchFamily="34" charset="0"/>
              <a:buChar char="•"/>
            </a:pPr>
            <a:r>
              <a:rPr lang="en-US" sz="1400" i="1" dirty="0"/>
              <a:t>3.C. Sale under CPSU scheme</a:t>
            </a:r>
          </a:p>
        </p:txBody>
      </p:sp>
      <p:sp>
        <p:nvSpPr>
          <p:cNvPr id="24" name="Rectangle 23">
            <a:extLst>
              <a:ext uri="{FF2B5EF4-FFF2-40B4-BE49-F238E27FC236}">
                <a16:creationId xmlns:a16="http://schemas.microsoft.com/office/drawing/2014/main" id="{3B57D745-8C53-410E-8111-2CE697120F81}"/>
              </a:ext>
            </a:extLst>
          </p:cNvPr>
          <p:cNvSpPr/>
          <p:nvPr/>
        </p:nvSpPr>
        <p:spPr bwMode="gray">
          <a:xfrm>
            <a:off x="696704" y="4732701"/>
            <a:ext cx="2306718" cy="1441114"/>
          </a:xfrm>
          <a:prstGeom prst="rect">
            <a:avLst/>
          </a:prstGeom>
          <a:noFill/>
          <a:ln w="19050" algn="ctr">
            <a:noFill/>
            <a:miter lim="800000"/>
            <a:headEnd/>
            <a:tailEnd/>
          </a:ln>
        </p:spPr>
        <p:txBody>
          <a:bodyPr wrap="square" lIns="88900" tIns="88900" rIns="88900" bIns="88900" rtlCol="0" anchor="ctr"/>
          <a:lstStyle/>
          <a:p>
            <a:pPr marL="115888" indent="-115888">
              <a:lnSpc>
                <a:spcPct val="106000"/>
              </a:lnSpc>
              <a:buFont typeface="Arial" panose="020B0604020202020204" pitchFamily="34" charset="0"/>
              <a:buChar char="•"/>
            </a:pPr>
            <a:r>
              <a:rPr lang="en-US" sz="1400" i="1" dirty="0"/>
              <a:t>1.A Bundling mechanism w.r.t RVUNL’s existing TPPs</a:t>
            </a:r>
          </a:p>
          <a:p>
            <a:pPr marL="115888" indent="-115888">
              <a:lnSpc>
                <a:spcPct val="106000"/>
              </a:lnSpc>
              <a:buFont typeface="Arial" panose="020B0604020202020204" pitchFamily="34" charset="0"/>
              <a:buChar char="•"/>
            </a:pPr>
            <a:r>
              <a:rPr lang="en-US" sz="1400" i="1" dirty="0"/>
              <a:t>1.A1 Bundling mechanism w.r.t RVUNL’s upcoming TPPs</a:t>
            </a:r>
          </a:p>
          <a:p>
            <a:pPr marL="115888" indent="-115888">
              <a:lnSpc>
                <a:spcPct val="106000"/>
              </a:lnSpc>
              <a:buFont typeface="Arial" panose="020B0604020202020204" pitchFamily="34" charset="0"/>
              <a:buChar char="•"/>
            </a:pPr>
            <a:r>
              <a:rPr lang="en-US" sz="1400" i="1" dirty="0"/>
              <a:t>1.B Meeting Aux Power Consumption (APC) requirement of the TPPs under RVUNL</a:t>
            </a:r>
          </a:p>
        </p:txBody>
      </p:sp>
      <p:sp>
        <p:nvSpPr>
          <p:cNvPr id="4" name="TextBox 3">
            <a:extLst>
              <a:ext uri="{FF2B5EF4-FFF2-40B4-BE49-F238E27FC236}">
                <a16:creationId xmlns:a16="http://schemas.microsoft.com/office/drawing/2014/main" id="{9CF20EBC-D4C3-4CC2-900C-657FAF290F8C}"/>
              </a:ext>
            </a:extLst>
          </p:cNvPr>
          <p:cNvSpPr txBox="1"/>
          <p:nvPr/>
        </p:nvSpPr>
        <p:spPr>
          <a:xfrm>
            <a:off x="9697071" y="6510291"/>
            <a:ext cx="1800999"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 Commercial and Industrial</a:t>
            </a:r>
          </a:p>
        </p:txBody>
      </p:sp>
    </p:spTree>
    <p:extLst>
      <p:ext uri="{BB962C8B-B14F-4D97-AF65-F5344CB8AC3E}">
        <p14:creationId xmlns:p14="http://schemas.microsoft.com/office/powerpoint/2010/main" val="71804596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8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1. Sale to RVUNL</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745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1.A. </a:t>
            </a:r>
            <a:r>
              <a:rPr lang="en-US" sz="2400" b="1" dirty="0">
                <a:effectLst/>
                <a:latin typeface="Calibri" panose="020F0502020204030204" pitchFamily="34" charset="0"/>
                <a:ea typeface="Calibri" panose="020F0502020204030204" pitchFamily="34" charset="0"/>
              </a:rPr>
              <a:t>Sale to RVUNL </a:t>
            </a:r>
            <a:r>
              <a:rPr lang="en-US" sz="2400" b="1" dirty="0"/>
              <a:t>under </a:t>
            </a:r>
            <a:r>
              <a:rPr lang="en-US" sz="2400" b="1" dirty="0" err="1"/>
              <a:t>MoP’s</a:t>
            </a:r>
            <a:r>
              <a:rPr lang="en-US" sz="2400" b="1" dirty="0"/>
              <a:t> bundling mechanism with the existing TPPs of RVUNL</a:t>
            </a:r>
            <a:endParaRPr lang="en-GB" sz="2400" b="1" dirty="0"/>
          </a:p>
        </p:txBody>
      </p:sp>
      <p:sp>
        <p:nvSpPr>
          <p:cNvPr id="71" name="Rectangle 70">
            <a:extLst>
              <a:ext uri="{FF2B5EF4-FFF2-40B4-BE49-F238E27FC236}">
                <a16:creationId xmlns:a16="http://schemas.microsoft.com/office/drawing/2014/main" id="{717F032C-517D-4377-A2D9-0595ED0C60B3}"/>
              </a:ext>
            </a:extLst>
          </p:cNvPr>
          <p:cNvSpPr/>
          <p:nvPr/>
        </p:nvSpPr>
        <p:spPr bwMode="gray">
          <a:xfrm>
            <a:off x="4011859" y="867825"/>
            <a:ext cx="7555317" cy="1338504"/>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marR="0" indent="-147638" fontAlgn="auto">
              <a:lnSpc>
                <a:spcPct val="114000"/>
              </a:lnSpc>
              <a:buClrTx/>
              <a:buSzTx/>
              <a:buFont typeface="Arial" panose="020B0604020202020204" pitchFamily="34" charset="0"/>
              <a:buChar char="•"/>
              <a:tabLst/>
              <a:defRPr/>
            </a:pPr>
            <a:r>
              <a:rPr lang="en-US" sz="1400" dirty="0">
                <a:ln w="0"/>
              </a:rPr>
              <a:t>Procurement of RE power by existing Thermal Genco(s) through </a:t>
            </a:r>
          </a:p>
          <a:p>
            <a:pPr marL="769937" lvl="1" indent="-285750">
              <a:lnSpc>
                <a:spcPct val="114000"/>
              </a:lnSpc>
              <a:buFont typeface="Courier New" panose="02070309020205020404" pitchFamily="49" charset="0"/>
              <a:buChar char="o"/>
              <a:defRPr/>
            </a:pPr>
            <a:r>
              <a:rPr lang="en-US" sz="1400" dirty="0">
                <a:ln w="0"/>
              </a:rPr>
              <a:t>co-located power plants (direct purchase u/s 62) ; or </a:t>
            </a:r>
          </a:p>
          <a:p>
            <a:pPr marL="769937" lvl="1" indent="-285750">
              <a:lnSpc>
                <a:spcPct val="114000"/>
              </a:lnSpc>
              <a:buFont typeface="Courier New" panose="02070309020205020404" pitchFamily="49" charset="0"/>
              <a:buChar char="o"/>
              <a:defRPr/>
            </a:pPr>
            <a:r>
              <a:rPr lang="en-US" sz="1400" dirty="0">
                <a:ln w="0"/>
              </a:rPr>
              <a:t>separately located plants (through competitive bidding)</a:t>
            </a:r>
          </a:p>
          <a:p>
            <a:pPr marL="174625" marR="0" indent="-147638" fontAlgn="auto">
              <a:lnSpc>
                <a:spcPct val="114000"/>
              </a:lnSpc>
              <a:buClrTx/>
              <a:buSzTx/>
              <a:buFont typeface="Arial" panose="020B0604020202020204" pitchFamily="34" charset="0"/>
              <a:buChar char="•"/>
              <a:tabLst/>
              <a:defRPr/>
            </a:pPr>
            <a:r>
              <a:rPr lang="en-US" sz="1400" dirty="0">
                <a:ln w="0"/>
              </a:rPr>
              <a:t>Procured RE power is bundled with Thermal generation keeping overall PPA commitment constant</a:t>
            </a:r>
          </a:p>
        </p:txBody>
      </p:sp>
      <p:sp>
        <p:nvSpPr>
          <p:cNvPr id="72" name="Rectangle 71">
            <a:extLst>
              <a:ext uri="{FF2B5EF4-FFF2-40B4-BE49-F238E27FC236}">
                <a16:creationId xmlns:a16="http://schemas.microsoft.com/office/drawing/2014/main" id="{A1A0E149-C1C5-4908-8595-059AC3E9D733}"/>
              </a:ext>
            </a:extLst>
          </p:cNvPr>
          <p:cNvSpPr/>
          <p:nvPr/>
        </p:nvSpPr>
        <p:spPr bwMode="gray">
          <a:xfrm rot="5400000">
            <a:off x="3129848" y="1515088"/>
            <a:ext cx="1335575" cy="41057"/>
          </a:xfrm>
          <a:prstGeom prst="rect">
            <a:avLst/>
          </a:prstGeom>
          <a:solidFill>
            <a:srgbClr val="007CB0"/>
          </a:solidFill>
          <a:ln w="19050" algn="ctr">
            <a:solidFill>
              <a:srgbClr val="007CB0"/>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3" name="TextBox 12">
            <a:extLst>
              <a:ext uri="{FF2B5EF4-FFF2-40B4-BE49-F238E27FC236}">
                <a16:creationId xmlns:a16="http://schemas.microsoft.com/office/drawing/2014/main" id="{6885A1E2-6C73-4E63-9F3E-14E067EBE492}"/>
              </a:ext>
            </a:extLst>
          </p:cNvPr>
          <p:cNvSpPr txBox="1"/>
          <p:nvPr/>
        </p:nvSpPr>
        <p:spPr>
          <a:xfrm>
            <a:off x="1692069" y="1311034"/>
            <a:ext cx="2319790" cy="276999"/>
          </a:xfrm>
          <a:prstGeom prst="rect">
            <a:avLst/>
          </a:prstGeom>
          <a:noFill/>
        </p:spPr>
        <p:txBody>
          <a:bodyPr wrap="square" lIns="0" tIns="0" rIns="0" bIns="0" rtlCol="0">
            <a:spAutoFit/>
          </a:bodyPr>
          <a:lstStyle/>
          <a:p>
            <a:pPr>
              <a:spcBef>
                <a:spcPts val="600"/>
              </a:spcBef>
              <a:buSzPct val="100000"/>
            </a:pPr>
            <a:r>
              <a:rPr lang="en-US" b="1" dirty="0">
                <a:solidFill>
                  <a:srgbClr val="007CB0"/>
                </a:solidFill>
              </a:rPr>
              <a:t>What is Bundling?</a:t>
            </a:r>
          </a:p>
        </p:txBody>
      </p:sp>
      <p:sp>
        <p:nvSpPr>
          <p:cNvPr id="20" name="Rectangle 19">
            <a:extLst>
              <a:ext uri="{FF2B5EF4-FFF2-40B4-BE49-F238E27FC236}">
                <a16:creationId xmlns:a16="http://schemas.microsoft.com/office/drawing/2014/main" id="{7DA82F7D-828E-4F2E-AFCA-E227EEEE0885}"/>
              </a:ext>
            </a:extLst>
          </p:cNvPr>
          <p:cNvSpPr/>
          <p:nvPr/>
        </p:nvSpPr>
        <p:spPr bwMode="gray">
          <a:xfrm>
            <a:off x="4011859" y="2334543"/>
            <a:ext cx="7555317" cy="893807"/>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marR="0" indent="-147638" fontAlgn="auto">
              <a:lnSpc>
                <a:spcPct val="114000"/>
              </a:lnSpc>
              <a:spcAft>
                <a:spcPts val="600"/>
              </a:spcAft>
              <a:buClrTx/>
              <a:buSzTx/>
              <a:buFont typeface="Arial" panose="020B0604020202020204" pitchFamily="34" charset="0"/>
              <a:buChar char="•"/>
              <a:tabLst/>
              <a:defRPr/>
            </a:pPr>
            <a:r>
              <a:rPr lang="en-US" sz="1400" dirty="0">
                <a:solidFill>
                  <a:prstClr val="black"/>
                </a:solidFill>
              </a:rPr>
              <a:t>Reduces the power purchase cost by bundling the costly thermal/hydro power with cheaper RE power</a:t>
            </a:r>
          </a:p>
          <a:p>
            <a:pPr marL="174625" marR="0" indent="-147638" fontAlgn="auto">
              <a:lnSpc>
                <a:spcPct val="114000"/>
              </a:lnSpc>
              <a:spcAft>
                <a:spcPts val="600"/>
              </a:spcAft>
              <a:buClrTx/>
              <a:buSzTx/>
              <a:buFont typeface="Arial" panose="020B0604020202020204" pitchFamily="34" charset="0"/>
              <a:buChar char="•"/>
              <a:tabLst/>
              <a:defRPr/>
            </a:pPr>
            <a:r>
              <a:rPr lang="en-US" sz="1400" dirty="0">
                <a:solidFill>
                  <a:prstClr val="black"/>
                </a:solidFill>
              </a:rPr>
              <a:t>Procured RE power to be counted towards RPO compliance of the DISCOM</a:t>
            </a:r>
          </a:p>
        </p:txBody>
      </p:sp>
      <p:sp>
        <p:nvSpPr>
          <p:cNvPr id="21" name="Rectangle 20">
            <a:extLst>
              <a:ext uri="{FF2B5EF4-FFF2-40B4-BE49-F238E27FC236}">
                <a16:creationId xmlns:a16="http://schemas.microsoft.com/office/drawing/2014/main" id="{E7A0A34D-47AD-4AF2-A0DC-936B4697785F}"/>
              </a:ext>
            </a:extLst>
          </p:cNvPr>
          <p:cNvSpPr/>
          <p:nvPr/>
        </p:nvSpPr>
        <p:spPr bwMode="gray">
          <a:xfrm rot="5400000">
            <a:off x="3351712" y="2751789"/>
            <a:ext cx="891850" cy="41057"/>
          </a:xfrm>
          <a:prstGeom prst="rect">
            <a:avLst/>
          </a:prstGeom>
          <a:solidFill>
            <a:srgbClr val="86BC25"/>
          </a:solidFill>
          <a:ln w="19050" algn="ctr">
            <a:solidFill>
              <a:srgbClr val="86BC25"/>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2" name="TextBox 21">
            <a:extLst>
              <a:ext uri="{FF2B5EF4-FFF2-40B4-BE49-F238E27FC236}">
                <a16:creationId xmlns:a16="http://schemas.microsoft.com/office/drawing/2014/main" id="{CEE57F00-4B71-4F23-84BE-3F18ED7BEC03}"/>
              </a:ext>
            </a:extLst>
          </p:cNvPr>
          <p:cNvSpPr txBox="1"/>
          <p:nvPr/>
        </p:nvSpPr>
        <p:spPr>
          <a:xfrm>
            <a:off x="1692069" y="2649750"/>
            <a:ext cx="2319790" cy="276999"/>
          </a:xfrm>
          <a:prstGeom prst="rect">
            <a:avLst/>
          </a:prstGeom>
          <a:noFill/>
        </p:spPr>
        <p:txBody>
          <a:bodyPr wrap="square" lIns="0" tIns="0" rIns="0" bIns="0" rtlCol="0">
            <a:spAutoFit/>
          </a:bodyPr>
          <a:lstStyle/>
          <a:p>
            <a:pPr>
              <a:spcBef>
                <a:spcPts val="600"/>
              </a:spcBef>
              <a:buSzPct val="100000"/>
            </a:pPr>
            <a:r>
              <a:rPr lang="en-US" b="1" dirty="0">
                <a:solidFill>
                  <a:srgbClr val="86BC25"/>
                </a:solidFill>
              </a:rPr>
              <a:t>Benefits</a:t>
            </a:r>
          </a:p>
        </p:txBody>
      </p:sp>
      <p:sp>
        <p:nvSpPr>
          <p:cNvPr id="27" name="Rectangle 26">
            <a:extLst>
              <a:ext uri="{FF2B5EF4-FFF2-40B4-BE49-F238E27FC236}">
                <a16:creationId xmlns:a16="http://schemas.microsoft.com/office/drawing/2014/main" id="{9DCE1236-1DA3-4B00-A660-CFB043570232}"/>
              </a:ext>
            </a:extLst>
          </p:cNvPr>
          <p:cNvSpPr/>
          <p:nvPr/>
        </p:nvSpPr>
        <p:spPr bwMode="gray">
          <a:xfrm>
            <a:off x="4011859" y="3407229"/>
            <a:ext cx="7555317" cy="1522455"/>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gn="just">
              <a:lnSpc>
                <a:spcPct val="114000"/>
              </a:lnSpc>
              <a:spcAft>
                <a:spcPts val="600"/>
              </a:spcAft>
              <a:buFont typeface="Arial" panose="020B0604020202020204" pitchFamily="34" charset="0"/>
              <a:buChar char="•"/>
            </a:pPr>
            <a:r>
              <a:rPr lang="en-US" sz="1400" dirty="0">
                <a:solidFill>
                  <a:prstClr val="black"/>
                </a:solidFill>
              </a:rPr>
              <a:t>In case RE power plant is co-located with the TPP, then the RE project is to be developed through EPC tendering and the power tariff shall be determined by respective SERC; in case the RE project is not co-located, the RE procurement should be on competitive basis</a:t>
            </a:r>
          </a:p>
          <a:p>
            <a:pPr marL="174625" indent="-147638" algn="just">
              <a:lnSpc>
                <a:spcPct val="114000"/>
              </a:lnSpc>
              <a:spcAft>
                <a:spcPts val="600"/>
              </a:spcAft>
              <a:buFont typeface="Arial" panose="020B0604020202020204" pitchFamily="34" charset="0"/>
              <a:buChar char="•"/>
            </a:pPr>
            <a:r>
              <a:rPr lang="en-US" sz="1400" dirty="0">
                <a:solidFill>
                  <a:prstClr val="black"/>
                </a:solidFill>
              </a:rPr>
              <a:t>Considering RVUNL’s plan to set up for 810 MW solar plant on its own and low PLF of the existing TPPs of  RVUNL,  potential opportunity for offtake of any additional solar power by RVUNL for bundling seems limited</a:t>
            </a:r>
          </a:p>
        </p:txBody>
      </p:sp>
      <p:sp>
        <p:nvSpPr>
          <p:cNvPr id="28" name="Rectangle 27">
            <a:extLst>
              <a:ext uri="{FF2B5EF4-FFF2-40B4-BE49-F238E27FC236}">
                <a16:creationId xmlns:a16="http://schemas.microsoft.com/office/drawing/2014/main" id="{CBA401FA-DD5D-4257-A26E-201F1CB8C4A2}"/>
              </a:ext>
            </a:extLst>
          </p:cNvPr>
          <p:cNvSpPr/>
          <p:nvPr/>
        </p:nvSpPr>
        <p:spPr bwMode="gray">
          <a:xfrm rot="5400000">
            <a:off x="3038737" y="4145599"/>
            <a:ext cx="1522458" cy="45719"/>
          </a:xfrm>
          <a:prstGeom prst="rect">
            <a:avLst/>
          </a:prstGeom>
          <a:solidFill>
            <a:srgbClr val="00ABAB"/>
          </a:solidFill>
          <a:ln w="19050" algn="ctr">
            <a:solidFill>
              <a:srgbClr val="00ABAB"/>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9" name="TextBox 28">
            <a:extLst>
              <a:ext uri="{FF2B5EF4-FFF2-40B4-BE49-F238E27FC236}">
                <a16:creationId xmlns:a16="http://schemas.microsoft.com/office/drawing/2014/main" id="{A36FBD77-6277-4410-B298-F6BE92EB97F5}"/>
              </a:ext>
            </a:extLst>
          </p:cNvPr>
          <p:cNvSpPr txBox="1"/>
          <p:nvPr/>
        </p:nvSpPr>
        <p:spPr>
          <a:xfrm>
            <a:off x="1682657" y="4094237"/>
            <a:ext cx="2319790" cy="276999"/>
          </a:xfrm>
          <a:prstGeom prst="rect">
            <a:avLst/>
          </a:prstGeom>
          <a:noFill/>
        </p:spPr>
        <p:txBody>
          <a:bodyPr wrap="square" lIns="0" tIns="0" rIns="0" bIns="0" rtlCol="0">
            <a:spAutoFit/>
          </a:bodyPr>
          <a:lstStyle/>
          <a:p>
            <a:pPr>
              <a:spcBef>
                <a:spcPts val="600"/>
              </a:spcBef>
              <a:buSzPct val="100000"/>
            </a:pPr>
            <a:r>
              <a:rPr lang="en-US" b="1" dirty="0">
                <a:solidFill>
                  <a:srgbClr val="00ABAB"/>
                </a:solidFill>
              </a:rPr>
              <a:t>Challenges</a:t>
            </a:r>
          </a:p>
        </p:txBody>
      </p:sp>
      <p:sp>
        <p:nvSpPr>
          <p:cNvPr id="36" name="Rectangle 35">
            <a:extLst>
              <a:ext uri="{FF2B5EF4-FFF2-40B4-BE49-F238E27FC236}">
                <a16:creationId xmlns:a16="http://schemas.microsoft.com/office/drawing/2014/main" id="{2851C518-FADF-401E-B510-15A488896A60}"/>
              </a:ext>
            </a:extLst>
          </p:cNvPr>
          <p:cNvSpPr/>
          <p:nvPr/>
        </p:nvSpPr>
        <p:spPr bwMode="gray">
          <a:xfrm>
            <a:off x="4011859" y="5119574"/>
            <a:ext cx="7555317" cy="1034237"/>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nSpc>
                <a:spcPct val="114000"/>
              </a:lnSpc>
              <a:spcAft>
                <a:spcPts val="600"/>
              </a:spcAft>
              <a:buFont typeface="Arial" panose="020B0604020202020204" pitchFamily="34" charset="0"/>
              <a:buChar char="•"/>
            </a:pPr>
            <a:r>
              <a:rPr lang="en-US" sz="1400" b="1" dirty="0">
                <a:solidFill>
                  <a:prstClr val="black"/>
                </a:solidFill>
              </a:rPr>
              <a:t>Since CIL’s proposed RE project in Rajasthan will “not” be co-located with RVUNL’s TPPs, therefore an exemption from the above provision will be necessary.</a:t>
            </a:r>
          </a:p>
          <a:p>
            <a:pPr marL="174625" indent="-147638">
              <a:lnSpc>
                <a:spcPct val="114000"/>
              </a:lnSpc>
              <a:spcAft>
                <a:spcPts val="600"/>
              </a:spcAft>
              <a:buFont typeface="Arial" panose="020B0604020202020204" pitchFamily="34" charset="0"/>
              <a:buChar char="•"/>
            </a:pPr>
            <a:r>
              <a:rPr lang="en-US" sz="1400" dirty="0">
                <a:solidFill>
                  <a:prstClr val="black"/>
                </a:solidFill>
              </a:rPr>
              <a:t>This bundling scheme would be beneficial for RVUNL if CIL’s solar tariff &lt; Energy Charge Rate (ECR) of RVUNL TPPs</a:t>
            </a:r>
          </a:p>
        </p:txBody>
      </p:sp>
      <p:sp>
        <p:nvSpPr>
          <p:cNvPr id="37" name="Rectangle 36">
            <a:extLst>
              <a:ext uri="{FF2B5EF4-FFF2-40B4-BE49-F238E27FC236}">
                <a16:creationId xmlns:a16="http://schemas.microsoft.com/office/drawing/2014/main" id="{D6C22D60-EFF5-4F45-92D6-FEA6AB4FBCC3}"/>
              </a:ext>
            </a:extLst>
          </p:cNvPr>
          <p:cNvSpPr/>
          <p:nvPr/>
        </p:nvSpPr>
        <p:spPr bwMode="gray">
          <a:xfrm rot="5400000">
            <a:off x="3282847" y="5613834"/>
            <a:ext cx="1034237" cy="45720"/>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8" name="TextBox 37">
            <a:extLst>
              <a:ext uri="{FF2B5EF4-FFF2-40B4-BE49-F238E27FC236}">
                <a16:creationId xmlns:a16="http://schemas.microsoft.com/office/drawing/2014/main" id="{B563972A-7C0A-4432-8796-03B6AE9984B0}"/>
              </a:ext>
            </a:extLst>
          </p:cNvPr>
          <p:cNvSpPr txBox="1"/>
          <p:nvPr/>
        </p:nvSpPr>
        <p:spPr>
          <a:xfrm>
            <a:off x="1682657" y="5359695"/>
            <a:ext cx="1846796" cy="553998"/>
          </a:xfrm>
          <a:prstGeom prst="rect">
            <a:avLst/>
          </a:prstGeom>
          <a:noFill/>
        </p:spPr>
        <p:txBody>
          <a:bodyPr wrap="square" lIns="0" tIns="0" rIns="0" bIns="0" rtlCol="0">
            <a:spAutoFit/>
          </a:bodyPr>
          <a:lstStyle/>
          <a:p>
            <a:pPr>
              <a:spcBef>
                <a:spcPts val="600"/>
              </a:spcBef>
              <a:buSzPct val="100000"/>
            </a:pPr>
            <a:r>
              <a:rPr lang="en-US" b="1" dirty="0">
                <a:solidFill>
                  <a:srgbClr val="66905C"/>
                </a:solidFill>
              </a:rPr>
              <a:t>Key Considerations for CIL</a:t>
            </a:r>
          </a:p>
        </p:txBody>
      </p:sp>
      <p:sp>
        <p:nvSpPr>
          <p:cNvPr id="43" name="TextBox 42">
            <a:extLst>
              <a:ext uri="{FF2B5EF4-FFF2-40B4-BE49-F238E27FC236}">
                <a16:creationId xmlns:a16="http://schemas.microsoft.com/office/drawing/2014/main" id="{3039AE3E-E42E-4D38-8FAB-5503CEE8C8E4}"/>
              </a:ext>
            </a:extLst>
          </p:cNvPr>
          <p:cNvSpPr txBox="1"/>
          <p:nvPr/>
        </p:nvSpPr>
        <p:spPr>
          <a:xfrm>
            <a:off x="6299002" y="6321929"/>
            <a:ext cx="5268174" cy="369332"/>
          </a:xfrm>
          <a:prstGeom prst="rect">
            <a:avLst/>
          </a:prstGeom>
          <a:noFill/>
        </p:spPr>
        <p:txBody>
          <a:bodyPr wrap="square" lIns="0" tIns="0" rIns="0" bIns="0" rtlCol="0">
            <a:spAutoFit/>
          </a:bodyPr>
          <a:lstStyle/>
          <a:p>
            <a:pPr>
              <a:buSzPct val="100000"/>
            </a:pPr>
            <a:r>
              <a:rPr lang="en-US" sz="1200" b="1" i="1" dirty="0">
                <a:solidFill>
                  <a:srgbClr val="313131"/>
                </a:solidFill>
                <a:hlinkClick r:id="rId2" action="ppaction://hlinksldjump"/>
              </a:rPr>
              <a:t>Annexure 2:</a:t>
            </a:r>
            <a:r>
              <a:rPr lang="en-US" sz="1200" i="1" dirty="0">
                <a:solidFill>
                  <a:srgbClr val="313131"/>
                </a:solidFill>
                <a:hlinkClick r:id="rId2" action="ppaction://hlinksldjump"/>
              </a:rPr>
              <a:t> Clause for location criteria under </a:t>
            </a:r>
            <a:r>
              <a:rPr lang="en-US" sz="1200" i="1" dirty="0" err="1">
                <a:solidFill>
                  <a:srgbClr val="313131"/>
                </a:solidFill>
                <a:hlinkClick r:id="rId2" action="ppaction://hlinksldjump"/>
              </a:rPr>
              <a:t>MoP</a:t>
            </a:r>
            <a:r>
              <a:rPr lang="en-US" sz="1200" i="1" dirty="0">
                <a:solidFill>
                  <a:srgbClr val="313131"/>
                </a:solidFill>
                <a:hlinkClick r:id="rId2" action="ppaction://hlinksldjump"/>
              </a:rPr>
              <a:t> RE Bundling Scheme</a:t>
            </a:r>
            <a:endParaRPr lang="en-US" sz="1200" b="1" i="1" dirty="0">
              <a:solidFill>
                <a:srgbClr val="313131"/>
              </a:solidFill>
            </a:endParaRPr>
          </a:p>
          <a:p>
            <a:pPr>
              <a:buSzPct val="100000"/>
            </a:pPr>
            <a:r>
              <a:rPr lang="en-US" sz="1200" b="1" i="1" dirty="0">
                <a:solidFill>
                  <a:srgbClr val="313131"/>
                </a:solidFill>
                <a:hlinkClick r:id="rId3" action="ppaction://hlinksldjump"/>
              </a:rPr>
              <a:t>Annexure 3:</a:t>
            </a:r>
            <a:r>
              <a:rPr lang="en-US" sz="1200" i="1" dirty="0">
                <a:solidFill>
                  <a:srgbClr val="313131"/>
                </a:solidFill>
                <a:hlinkClick r:id="rId3" action="ppaction://hlinksldjump"/>
              </a:rPr>
              <a:t>  Average ECR of RVUNL TPPs of past 6 months</a:t>
            </a:r>
            <a:endParaRPr lang="en-US" sz="1200" i="1" dirty="0">
              <a:solidFill>
                <a:srgbClr val="313131"/>
              </a:solidFill>
            </a:endParaRPr>
          </a:p>
        </p:txBody>
      </p:sp>
      <p:grpSp>
        <p:nvGrpSpPr>
          <p:cNvPr id="4" name="Group 3">
            <a:extLst>
              <a:ext uri="{FF2B5EF4-FFF2-40B4-BE49-F238E27FC236}">
                <a16:creationId xmlns:a16="http://schemas.microsoft.com/office/drawing/2014/main" id="{C7B23DC4-26B6-45D1-B9F7-A38E3F0A110F}"/>
              </a:ext>
            </a:extLst>
          </p:cNvPr>
          <p:cNvGrpSpPr/>
          <p:nvPr/>
        </p:nvGrpSpPr>
        <p:grpSpPr>
          <a:xfrm>
            <a:off x="474072" y="973707"/>
            <a:ext cx="987314" cy="1034236"/>
            <a:chOff x="624824" y="1071167"/>
            <a:chExt cx="795503" cy="796056"/>
          </a:xfrm>
        </p:grpSpPr>
        <p:sp>
          <p:nvSpPr>
            <p:cNvPr id="44" name="Oval 103">
              <a:extLst>
                <a:ext uri="{FF2B5EF4-FFF2-40B4-BE49-F238E27FC236}">
                  <a16:creationId xmlns:a16="http://schemas.microsoft.com/office/drawing/2014/main" id="{127B030A-95F3-4658-851E-7B16BE06669C}"/>
                </a:ext>
              </a:extLst>
            </p:cNvPr>
            <p:cNvSpPr>
              <a:spLocks noChangeArrowheads="1"/>
            </p:cNvSpPr>
            <p:nvPr/>
          </p:nvSpPr>
          <p:spPr bwMode="auto">
            <a:xfrm>
              <a:off x="624824" y="1071167"/>
              <a:ext cx="795503" cy="796056"/>
            </a:xfrm>
            <a:prstGeom prst="ellipse">
              <a:avLst/>
            </a:prstGeom>
            <a:solidFill>
              <a:srgbClr val="007CB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grpSp>
          <p:nvGrpSpPr>
            <p:cNvPr id="45" name="Group 44">
              <a:extLst>
                <a:ext uri="{FF2B5EF4-FFF2-40B4-BE49-F238E27FC236}">
                  <a16:creationId xmlns:a16="http://schemas.microsoft.com/office/drawing/2014/main" id="{B4D17467-2F3A-41E0-807D-E68910238AEC}"/>
                </a:ext>
              </a:extLst>
            </p:cNvPr>
            <p:cNvGrpSpPr/>
            <p:nvPr/>
          </p:nvGrpSpPr>
          <p:grpSpPr>
            <a:xfrm>
              <a:off x="854939" y="1193794"/>
              <a:ext cx="335271" cy="550803"/>
              <a:chOff x="24847550" y="2022475"/>
              <a:chExt cx="555625" cy="912813"/>
            </a:xfrm>
            <a:solidFill>
              <a:sysClr val="window" lastClr="FFFFFF"/>
            </a:solidFill>
          </p:grpSpPr>
          <p:sp>
            <p:nvSpPr>
              <p:cNvPr id="46" name="Freeform 261">
                <a:extLst>
                  <a:ext uri="{FF2B5EF4-FFF2-40B4-BE49-F238E27FC236}">
                    <a16:creationId xmlns:a16="http://schemas.microsoft.com/office/drawing/2014/main" id="{A4141FD0-E29A-4209-95B0-DFA59031D197}"/>
                  </a:ext>
                </a:extLst>
              </p:cNvPr>
              <p:cNvSpPr>
                <a:spLocks/>
              </p:cNvSpPr>
              <p:nvPr/>
            </p:nvSpPr>
            <p:spPr bwMode="auto">
              <a:xfrm>
                <a:off x="25069800" y="2903538"/>
                <a:ext cx="106362" cy="31750"/>
              </a:xfrm>
              <a:custGeom>
                <a:avLst/>
                <a:gdLst>
                  <a:gd name="T0" fmla="*/ 0 w 26"/>
                  <a:gd name="T1" fmla="*/ 0 h 8"/>
                  <a:gd name="T2" fmla="*/ 26 w 26"/>
                  <a:gd name="T3" fmla="*/ 0 h 8"/>
                  <a:gd name="T4" fmla="*/ 13 w 26"/>
                  <a:gd name="T5" fmla="*/ 8 h 8"/>
                  <a:gd name="T6" fmla="*/ 0 w 26"/>
                  <a:gd name="T7" fmla="*/ 0 h 8"/>
                </a:gdLst>
                <a:ahLst/>
                <a:cxnLst>
                  <a:cxn ang="0">
                    <a:pos x="T0" y="T1"/>
                  </a:cxn>
                  <a:cxn ang="0">
                    <a:pos x="T2" y="T3"/>
                  </a:cxn>
                  <a:cxn ang="0">
                    <a:pos x="T4" y="T5"/>
                  </a:cxn>
                  <a:cxn ang="0">
                    <a:pos x="T6" y="T7"/>
                  </a:cxn>
                </a:cxnLst>
                <a:rect l="0" t="0" r="r" b="b"/>
                <a:pathLst>
                  <a:path w="26" h="8">
                    <a:moveTo>
                      <a:pt x="0" y="0"/>
                    </a:moveTo>
                    <a:cubicBezTo>
                      <a:pt x="26" y="0"/>
                      <a:pt x="26" y="0"/>
                      <a:pt x="26" y="0"/>
                    </a:cubicBezTo>
                    <a:cubicBezTo>
                      <a:pt x="24" y="5"/>
                      <a:pt x="19" y="8"/>
                      <a:pt x="13" y="8"/>
                    </a:cubicBezTo>
                    <a:cubicBezTo>
                      <a:pt x="8" y="8"/>
                      <a:pt x="2" y="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7" name="Freeform 262">
                <a:extLst>
                  <a:ext uri="{FF2B5EF4-FFF2-40B4-BE49-F238E27FC236}">
                    <a16:creationId xmlns:a16="http://schemas.microsoft.com/office/drawing/2014/main" id="{DD284BF5-56D9-4EC8-B184-0E816EBB7CDB}"/>
                  </a:ext>
                </a:extLst>
              </p:cNvPr>
              <p:cNvSpPr>
                <a:spLocks noEditPoints="1"/>
              </p:cNvSpPr>
              <p:nvPr/>
            </p:nvSpPr>
            <p:spPr bwMode="auto">
              <a:xfrm>
                <a:off x="24847550" y="2022475"/>
                <a:ext cx="555625" cy="708025"/>
              </a:xfrm>
              <a:custGeom>
                <a:avLst/>
                <a:gdLst>
                  <a:gd name="T0" fmla="*/ 67 w 135"/>
                  <a:gd name="T1" fmla="*/ 172 h 172"/>
                  <a:gd name="T2" fmla="*/ 88 w 135"/>
                  <a:gd name="T3" fmla="*/ 172 h 172"/>
                  <a:gd name="T4" fmla="*/ 98 w 135"/>
                  <a:gd name="T5" fmla="*/ 157 h 172"/>
                  <a:gd name="T6" fmla="*/ 110 w 135"/>
                  <a:gd name="T7" fmla="*/ 127 h 172"/>
                  <a:gd name="T8" fmla="*/ 130 w 135"/>
                  <a:gd name="T9" fmla="*/ 61 h 172"/>
                  <a:gd name="T10" fmla="*/ 125 w 135"/>
                  <a:gd name="T11" fmla="*/ 45 h 172"/>
                  <a:gd name="T12" fmla="*/ 9 w 135"/>
                  <a:gd name="T13" fmla="*/ 45 h 172"/>
                  <a:gd name="T14" fmla="*/ 4 w 135"/>
                  <a:gd name="T15" fmla="*/ 61 h 172"/>
                  <a:gd name="T16" fmla="*/ 24 w 135"/>
                  <a:gd name="T17" fmla="*/ 127 h 172"/>
                  <a:gd name="T18" fmla="*/ 37 w 135"/>
                  <a:gd name="T19" fmla="*/ 157 h 172"/>
                  <a:gd name="T20" fmla="*/ 46 w 135"/>
                  <a:gd name="T21" fmla="*/ 172 h 172"/>
                  <a:gd name="T22" fmla="*/ 67 w 135"/>
                  <a:gd name="T23" fmla="*/ 172 h 172"/>
                  <a:gd name="T24" fmla="*/ 20 w 135"/>
                  <a:gd name="T25" fmla="*/ 76 h 172"/>
                  <a:gd name="T26" fmla="*/ 32 w 135"/>
                  <a:gd name="T27" fmla="*/ 40 h 172"/>
                  <a:gd name="T28" fmla="*/ 36 w 135"/>
                  <a:gd name="T29" fmla="*/ 46 h 172"/>
                  <a:gd name="T30" fmla="*/ 21 w 135"/>
                  <a:gd name="T31" fmla="*/ 77 h 172"/>
                  <a:gd name="T32" fmla="*/ 20 w 135"/>
                  <a:gd name="T33" fmla="*/ 7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5" h="172">
                    <a:moveTo>
                      <a:pt x="67" y="172"/>
                    </a:moveTo>
                    <a:cubicBezTo>
                      <a:pt x="88" y="172"/>
                      <a:pt x="88" y="172"/>
                      <a:pt x="88" y="172"/>
                    </a:cubicBezTo>
                    <a:cubicBezTo>
                      <a:pt x="96" y="171"/>
                      <a:pt x="96" y="164"/>
                      <a:pt x="98" y="157"/>
                    </a:cubicBezTo>
                    <a:cubicBezTo>
                      <a:pt x="100" y="146"/>
                      <a:pt x="104" y="136"/>
                      <a:pt x="110" y="127"/>
                    </a:cubicBezTo>
                    <a:cubicBezTo>
                      <a:pt x="122" y="107"/>
                      <a:pt x="135" y="85"/>
                      <a:pt x="130" y="61"/>
                    </a:cubicBezTo>
                    <a:cubicBezTo>
                      <a:pt x="129" y="56"/>
                      <a:pt x="127" y="50"/>
                      <a:pt x="125" y="45"/>
                    </a:cubicBezTo>
                    <a:cubicBezTo>
                      <a:pt x="103" y="0"/>
                      <a:pt x="31" y="0"/>
                      <a:pt x="9" y="45"/>
                    </a:cubicBezTo>
                    <a:cubicBezTo>
                      <a:pt x="7" y="50"/>
                      <a:pt x="5" y="56"/>
                      <a:pt x="4" y="61"/>
                    </a:cubicBezTo>
                    <a:cubicBezTo>
                      <a:pt x="0" y="85"/>
                      <a:pt x="13" y="107"/>
                      <a:pt x="24" y="127"/>
                    </a:cubicBezTo>
                    <a:cubicBezTo>
                      <a:pt x="30" y="136"/>
                      <a:pt x="35" y="146"/>
                      <a:pt x="37" y="157"/>
                    </a:cubicBezTo>
                    <a:cubicBezTo>
                      <a:pt x="38" y="164"/>
                      <a:pt x="38" y="171"/>
                      <a:pt x="46" y="172"/>
                    </a:cubicBezTo>
                    <a:cubicBezTo>
                      <a:pt x="67" y="172"/>
                      <a:pt x="67" y="172"/>
                      <a:pt x="67" y="172"/>
                    </a:cubicBezTo>
                    <a:close/>
                    <a:moveTo>
                      <a:pt x="20" y="76"/>
                    </a:moveTo>
                    <a:cubicBezTo>
                      <a:pt x="20" y="76"/>
                      <a:pt x="15" y="55"/>
                      <a:pt x="32" y="40"/>
                    </a:cubicBezTo>
                    <a:cubicBezTo>
                      <a:pt x="37" y="35"/>
                      <a:pt x="43" y="41"/>
                      <a:pt x="36" y="46"/>
                    </a:cubicBezTo>
                    <a:cubicBezTo>
                      <a:pt x="21" y="57"/>
                      <a:pt x="22" y="72"/>
                      <a:pt x="21" y="77"/>
                    </a:cubicBezTo>
                    <a:cubicBezTo>
                      <a:pt x="21" y="78"/>
                      <a:pt x="20" y="76"/>
                      <a:pt x="20"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8" name="Freeform 263">
                <a:extLst>
                  <a:ext uri="{FF2B5EF4-FFF2-40B4-BE49-F238E27FC236}">
                    <a16:creationId xmlns:a16="http://schemas.microsoft.com/office/drawing/2014/main" id="{323B1177-6590-464F-9F8D-9E43B91C3BD2}"/>
                  </a:ext>
                </a:extLst>
              </p:cNvPr>
              <p:cNvSpPr>
                <a:spLocks/>
              </p:cNvSpPr>
              <p:nvPr/>
            </p:nvSpPr>
            <p:spPr bwMode="auto">
              <a:xfrm>
                <a:off x="25007888" y="2746375"/>
                <a:ext cx="230187" cy="144462"/>
              </a:xfrm>
              <a:custGeom>
                <a:avLst/>
                <a:gdLst>
                  <a:gd name="T0" fmla="*/ 56 w 56"/>
                  <a:gd name="T1" fmla="*/ 15 h 35"/>
                  <a:gd name="T2" fmla="*/ 54 w 56"/>
                  <a:gd name="T3" fmla="*/ 13 h 35"/>
                  <a:gd name="T4" fmla="*/ 54 w 56"/>
                  <a:gd name="T5" fmla="*/ 9 h 35"/>
                  <a:gd name="T6" fmla="*/ 56 w 56"/>
                  <a:gd name="T7" fmla="*/ 7 h 35"/>
                  <a:gd name="T8" fmla="*/ 54 w 56"/>
                  <a:gd name="T9" fmla="*/ 5 h 35"/>
                  <a:gd name="T10" fmla="*/ 54 w 56"/>
                  <a:gd name="T11" fmla="*/ 0 h 35"/>
                  <a:gd name="T12" fmla="*/ 28 w 56"/>
                  <a:gd name="T13" fmla="*/ 0 h 35"/>
                  <a:gd name="T14" fmla="*/ 3 w 56"/>
                  <a:gd name="T15" fmla="*/ 0 h 35"/>
                  <a:gd name="T16" fmla="*/ 3 w 56"/>
                  <a:gd name="T17" fmla="*/ 5 h 35"/>
                  <a:gd name="T18" fmla="*/ 0 w 56"/>
                  <a:gd name="T19" fmla="*/ 7 h 35"/>
                  <a:gd name="T20" fmla="*/ 3 w 56"/>
                  <a:gd name="T21" fmla="*/ 10 h 35"/>
                  <a:gd name="T22" fmla="*/ 3 w 56"/>
                  <a:gd name="T23" fmla="*/ 13 h 35"/>
                  <a:gd name="T24" fmla="*/ 0 w 56"/>
                  <a:gd name="T25" fmla="*/ 15 h 35"/>
                  <a:gd name="T26" fmla="*/ 3 w 56"/>
                  <a:gd name="T27" fmla="*/ 18 h 35"/>
                  <a:gd name="T28" fmla="*/ 3 w 56"/>
                  <a:gd name="T29" fmla="*/ 22 h 35"/>
                  <a:gd name="T30" fmla="*/ 0 w 56"/>
                  <a:gd name="T31" fmla="*/ 24 h 35"/>
                  <a:gd name="T32" fmla="*/ 3 w 56"/>
                  <a:gd name="T33" fmla="*/ 27 h 35"/>
                  <a:gd name="T34" fmla="*/ 3 w 56"/>
                  <a:gd name="T35" fmla="*/ 28 h 35"/>
                  <a:gd name="T36" fmla="*/ 9 w 56"/>
                  <a:gd name="T37" fmla="*/ 35 h 35"/>
                  <a:gd name="T38" fmla="*/ 28 w 56"/>
                  <a:gd name="T39" fmla="*/ 35 h 35"/>
                  <a:gd name="T40" fmla="*/ 47 w 56"/>
                  <a:gd name="T41" fmla="*/ 35 h 35"/>
                  <a:gd name="T42" fmla="*/ 54 w 56"/>
                  <a:gd name="T43" fmla="*/ 28 h 35"/>
                  <a:gd name="T44" fmla="*/ 54 w 56"/>
                  <a:gd name="T45" fmla="*/ 26 h 35"/>
                  <a:gd name="T46" fmla="*/ 56 w 56"/>
                  <a:gd name="T47" fmla="*/ 24 h 35"/>
                  <a:gd name="T48" fmla="*/ 54 w 56"/>
                  <a:gd name="T49" fmla="*/ 22 h 35"/>
                  <a:gd name="T50" fmla="*/ 54 w 56"/>
                  <a:gd name="T51" fmla="*/ 18 h 35"/>
                  <a:gd name="T52" fmla="*/ 56 w 56"/>
                  <a:gd name="T53"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 h="35">
                    <a:moveTo>
                      <a:pt x="56" y="15"/>
                    </a:moveTo>
                    <a:cubicBezTo>
                      <a:pt x="56" y="15"/>
                      <a:pt x="55" y="14"/>
                      <a:pt x="54" y="13"/>
                    </a:cubicBezTo>
                    <a:cubicBezTo>
                      <a:pt x="54" y="9"/>
                      <a:pt x="54" y="9"/>
                      <a:pt x="54" y="9"/>
                    </a:cubicBezTo>
                    <a:cubicBezTo>
                      <a:pt x="55" y="9"/>
                      <a:pt x="56" y="8"/>
                      <a:pt x="56" y="7"/>
                    </a:cubicBezTo>
                    <a:cubicBezTo>
                      <a:pt x="56" y="6"/>
                      <a:pt x="55" y="6"/>
                      <a:pt x="54" y="5"/>
                    </a:cubicBezTo>
                    <a:cubicBezTo>
                      <a:pt x="54" y="0"/>
                      <a:pt x="54" y="0"/>
                      <a:pt x="54" y="0"/>
                    </a:cubicBezTo>
                    <a:cubicBezTo>
                      <a:pt x="28" y="0"/>
                      <a:pt x="28" y="0"/>
                      <a:pt x="28" y="0"/>
                    </a:cubicBezTo>
                    <a:cubicBezTo>
                      <a:pt x="3" y="0"/>
                      <a:pt x="3" y="0"/>
                      <a:pt x="3" y="0"/>
                    </a:cubicBezTo>
                    <a:cubicBezTo>
                      <a:pt x="3" y="5"/>
                      <a:pt x="3" y="5"/>
                      <a:pt x="3" y="5"/>
                    </a:cubicBezTo>
                    <a:cubicBezTo>
                      <a:pt x="1" y="6"/>
                      <a:pt x="0" y="6"/>
                      <a:pt x="0" y="7"/>
                    </a:cubicBezTo>
                    <a:cubicBezTo>
                      <a:pt x="0" y="8"/>
                      <a:pt x="1" y="9"/>
                      <a:pt x="3" y="10"/>
                    </a:cubicBezTo>
                    <a:cubicBezTo>
                      <a:pt x="3" y="13"/>
                      <a:pt x="3" y="13"/>
                      <a:pt x="3" y="13"/>
                    </a:cubicBezTo>
                    <a:cubicBezTo>
                      <a:pt x="1" y="14"/>
                      <a:pt x="0" y="15"/>
                      <a:pt x="0" y="15"/>
                    </a:cubicBezTo>
                    <a:cubicBezTo>
                      <a:pt x="0" y="16"/>
                      <a:pt x="1" y="17"/>
                      <a:pt x="3" y="18"/>
                    </a:cubicBezTo>
                    <a:cubicBezTo>
                      <a:pt x="3" y="22"/>
                      <a:pt x="3" y="22"/>
                      <a:pt x="3" y="22"/>
                    </a:cubicBezTo>
                    <a:cubicBezTo>
                      <a:pt x="1" y="23"/>
                      <a:pt x="0" y="23"/>
                      <a:pt x="0" y="24"/>
                    </a:cubicBezTo>
                    <a:cubicBezTo>
                      <a:pt x="0" y="25"/>
                      <a:pt x="1" y="26"/>
                      <a:pt x="3" y="27"/>
                    </a:cubicBezTo>
                    <a:cubicBezTo>
                      <a:pt x="3" y="28"/>
                      <a:pt x="3" y="28"/>
                      <a:pt x="3" y="28"/>
                    </a:cubicBezTo>
                    <a:cubicBezTo>
                      <a:pt x="3" y="32"/>
                      <a:pt x="6" y="35"/>
                      <a:pt x="9" y="35"/>
                    </a:cubicBezTo>
                    <a:cubicBezTo>
                      <a:pt x="28" y="35"/>
                      <a:pt x="28" y="35"/>
                      <a:pt x="28" y="35"/>
                    </a:cubicBezTo>
                    <a:cubicBezTo>
                      <a:pt x="47" y="35"/>
                      <a:pt x="47" y="35"/>
                      <a:pt x="47" y="35"/>
                    </a:cubicBezTo>
                    <a:cubicBezTo>
                      <a:pt x="51" y="35"/>
                      <a:pt x="53" y="32"/>
                      <a:pt x="54" y="28"/>
                    </a:cubicBezTo>
                    <a:cubicBezTo>
                      <a:pt x="54" y="26"/>
                      <a:pt x="54" y="26"/>
                      <a:pt x="54" y="26"/>
                    </a:cubicBezTo>
                    <a:cubicBezTo>
                      <a:pt x="55" y="26"/>
                      <a:pt x="56" y="25"/>
                      <a:pt x="56" y="24"/>
                    </a:cubicBezTo>
                    <a:cubicBezTo>
                      <a:pt x="56" y="24"/>
                      <a:pt x="55" y="23"/>
                      <a:pt x="54" y="22"/>
                    </a:cubicBezTo>
                    <a:cubicBezTo>
                      <a:pt x="54" y="18"/>
                      <a:pt x="54" y="18"/>
                      <a:pt x="54" y="18"/>
                    </a:cubicBezTo>
                    <a:cubicBezTo>
                      <a:pt x="55" y="17"/>
                      <a:pt x="56" y="16"/>
                      <a:pt x="5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5" name="Group 4">
            <a:extLst>
              <a:ext uri="{FF2B5EF4-FFF2-40B4-BE49-F238E27FC236}">
                <a16:creationId xmlns:a16="http://schemas.microsoft.com/office/drawing/2014/main" id="{EF89EB72-F959-49AF-9710-07D43DD4CD54}"/>
              </a:ext>
            </a:extLst>
          </p:cNvPr>
          <p:cNvGrpSpPr/>
          <p:nvPr/>
        </p:nvGrpSpPr>
        <p:grpSpPr>
          <a:xfrm>
            <a:off x="468232" y="2264328"/>
            <a:ext cx="987313" cy="1034236"/>
            <a:chOff x="624824" y="2599268"/>
            <a:chExt cx="795503" cy="796056"/>
          </a:xfrm>
        </p:grpSpPr>
        <p:sp>
          <p:nvSpPr>
            <p:cNvPr id="49" name="Oval 103">
              <a:extLst>
                <a:ext uri="{FF2B5EF4-FFF2-40B4-BE49-F238E27FC236}">
                  <a16:creationId xmlns:a16="http://schemas.microsoft.com/office/drawing/2014/main" id="{7C2EAE9E-F85D-4512-8775-3ABDC331D885}"/>
                </a:ext>
              </a:extLst>
            </p:cNvPr>
            <p:cNvSpPr>
              <a:spLocks noChangeArrowheads="1"/>
            </p:cNvSpPr>
            <p:nvPr/>
          </p:nvSpPr>
          <p:spPr bwMode="auto">
            <a:xfrm>
              <a:off x="624824" y="2599268"/>
              <a:ext cx="795503" cy="796056"/>
            </a:xfrm>
            <a:prstGeom prst="ellipse">
              <a:avLst/>
            </a:prstGeom>
            <a:solidFill>
              <a:srgbClr val="86BC25"/>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50" name="Freeform 37">
              <a:extLst>
                <a:ext uri="{FF2B5EF4-FFF2-40B4-BE49-F238E27FC236}">
                  <a16:creationId xmlns:a16="http://schemas.microsoft.com/office/drawing/2014/main" id="{4F0856AC-1FFC-40BB-8A97-6FC694335E99}"/>
                </a:ext>
              </a:extLst>
            </p:cNvPr>
            <p:cNvSpPr>
              <a:spLocks/>
            </p:cNvSpPr>
            <p:nvPr/>
          </p:nvSpPr>
          <p:spPr bwMode="auto">
            <a:xfrm>
              <a:off x="846023" y="2819109"/>
              <a:ext cx="354051" cy="366217"/>
            </a:xfrm>
            <a:custGeom>
              <a:avLst/>
              <a:gdLst>
                <a:gd name="T0" fmla="*/ 42 w 112"/>
                <a:gd name="T1" fmla="*/ 116 h 116"/>
                <a:gd name="T2" fmla="*/ 33 w 112"/>
                <a:gd name="T3" fmla="*/ 111 h 116"/>
                <a:gd name="T4" fmla="*/ 4 w 112"/>
                <a:gd name="T5" fmla="*/ 73 h 116"/>
                <a:gd name="T6" fmla="*/ 6 w 112"/>
                <a:gd name="T7" fmla="*/ 57 h 116"/>
                <a:gd name="T8" fmla="*/ 22 w 112"/>
                <a:gd name="T9" fmla="*/ 59 h 116"/>
                <a:gd name="T10" fmla="*/ 42 w 112"/>
                <a:gd name="T11" fmla="*/ 84 h 116"/>
                <a:gd name="T12" fmla="*/ 90 w 112"/>
                <a:gd name="T13" fmla="*/ 7 h 116"/>
                <a:gd name="T14" fmla="*/ 105 w 112"/>
                <a:gd name="T15" fmla="*/ 3 h 116"/>
                <a:gd name="T16" fmla="*/ 109 w 112"/>
                <a:gd name="T17" fmla="*/ 19 h 116"/>
                <a:gd name="T18" fmla="*/ 52 w 112"/>
                <a:gd name="T19" fmla="*/ 110 h 116"/>
                <a:gd name="T20" fmla="*/ 43 w 112"/>
                <a:gd name="T21" fmla="*/ 116 h 116"/>
                <a:gd name="T22" fmla="*/ 42 w 112"/>
                <a:gd name="T2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 h="116">
                  <a:moveTo>
                    <a:pt x="42" y="116"/>
                  </a:moveTo>
                  <a:cubicBezTo>
                    <a:pt x="39" y="116"/>
                    <a:pt x="36" y="114"/>
                    <a:pt x="33" y="111"/>
                  </a:cubicBezTo>
                  <a:cubicBezTo>
                    <a:pt x="4" y="73"/>
                    <a:pt x="4" y="73"/>
                    <a:pt x="4" y="73"/>
                  </a:cubicBezTo>
                  <a:cubicBezTo>
                    <a:pt x="0" y="68"/>
                    <a:pt x="1" y="61"/>
                    <a:pt x="6" y="57"/>
                  </a:cubicBezTo>
                  <a:cubicBezTo>
                    <a:pt x="11" y="53"/>
                    <a:pt x="19" y="54"/>
                    <a:pt x="22" y="59"/>
                  </a:cubicBezTo>
                  <a:cubicBezTo>
                    <a:pt x="42" y="84"/>
                    <a:pt x="42" y="84"/>
                    <a:pt x="42" y="84"/>
                  </a:cubicBezTo>
                  <a:cubicBezTo>
                    <a:pt x="90" y="7"/>
                    <a:pt x="90" y="7"/>
                    <a:pt x="90" y="7"/>
                  </a:cubicBezTo>
                  <a:cubicBezTo>
                    <a:pt x="93" y="2"/>
                    <a:pt x="100" y="0"/>
                    <a:pt x="105" y="3"/>
                  </a:cubicBezTo>
                  <a:cubicBezTo>
                    <a:pt x="111" y="7"/>
                    <a:pt x="112" y="14"/>
                    <a:pt x="109" y="19"/>
                  </a:cubicBezTo>
                  <a:cubicBezTo>
                    <a:pt x="52" y="110"/>
                    <a:pt x="52" y="110"/>
                    <a:pt x="52" y="110"/>
                  </a:cubicBezTo>
                  <a:cubicBezTo>
                    <a:pt x="50" y="114"/>
                    <a:pt x="47" y="116"/>
                    <a:pt x="43" y="116"/>
                  </a:cubicBezTo>
                  <a:cubicBezTo>
                    <a:pt x="43" y="116"/>
                    <a:pt x="43" y="116"/>
                    <a:pt x="42" y="116"/>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53" name="Group 52">
            <a:extLst>
              <a:ext uri="{FF2B5EF4-FFF2-40B4-BE49-F238E27FC236}">
                <a16:creationId xmlns:a16="http://schemas.microsoft.com/office/drawing/2014/main" id="{E93231C3-579C-4D52-8AE1-F78E84DF0986}"/>
              </a:ext>
            </a:extLst>
          </p:cNvPr>
          <p:cNvGrpSpPr/>
          <p:nvPr/>
        </p:nvGrpSpPr>
        <p:grpSpPr>
          <a:xfrm>
            <a:off x="474072" y="3757924"/>
            <a:ext cx="987313" cy="1034236"/>
            <a:chOff x="4462296" y="3196855"/>
            <a:chExt cx="795503" cy="796056"/>
          </a:xfrm>
        </p:grpSpPr>
        <p:sp>
          <p:nvSpPr>
            <p:cNvPr id="54" name="Oval 103">
              <a:extLst>
                <a:ext uri="{FF2B5EF4-FFF2-40B4-BE49-F238E27FC236}">
                  <a16:creationId xmlns:a16="http://schemas.microsoft.com/office/drawing/2014/main" id="{1DC62C10-1D5C-4867-A368-18BECAF65B51}"/>
                </a:ext>
              </a:extLst>
            </p:cNvPr>
            <p:cNvSpPr>
              <a:spLocks noChangeArrowheads="1"/>
            </p:cNvSpPr>
            <p:nvPr/>
          </p:nvSpPr>
          <p:spPr bwMode="auto">
            <a:xfrm>
              <a:off x="4462296" y="3196855"/>
              <a:ext cx="795503" cy="796056"/>
            </a:xfrm>
            <a:prstGeom prst="ellipse">
              <a:avLst/>
            </a:prstGeom>
            <a:solidFill>
              <a:srgbClr val="00ABAB"/>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55" name="Freeform 195">
              <a:extLst>
                <a:ext uri="{FF2B5EF4-FFF2-40B4-BE49-F238E27FC236}">
                  <a16:creationId xmlns:a16="http://schemas.microsoft.com/office/drawing/2014/main" id="{3D4E97E8-E928-4610-A215-3745BAD79665}"/>
                </a:ext>
              </a:extLst>
            </p:cNvPr>
            <p:cNvSpPr>
              <a:spLocks noEditPoints="1"/>
            </p:cNvSpPr>
            <p:nvPr/>
          </p:nvSpPr>
          <p:spPr bwMode="auto">
            <a:xfrm>
              <a:off x="4637577" y="3347304"/>
              <a:ext cx="444940" cy="386298"/>
            </a:xfrm>
            <a:custGeom>
              <a:avLst/>
              <a:gdLst>
                <a:gd name="T0" fmla="*/ 224 w 234"/>
                <a:gd name="T1" fmla="*/ 171 h 203"/>
                <a:gd name="T2" fmla="*/ 136 w 234"/>
                <a:gd name="T3" fmla="*/ 18 h 203"/>
                <a:gd name="T4" fmla="*/ 99 w 234"/>
                <a:gd name="T5" fmla="*/ 18 h 203"/>
                <a:gd name="T6" fmla="*/ 10 w 234"/>
                <a:gd name="T7" fmla="*/ 171 h 203"/>
                <a:gd name="T8" fmla="*/ 29 w 234"/>
                <a:gd name="T9" fmla="*/ 203 h 203"/>
                <a:gd name="T10" fmla="*/ 206 w 234"/>
                <a:gd name="T11" fmla="*/ 203 h 203"/>
                <a:gd name="T12" fmla="*/ 224 w 234"/>
                <a:gd name="T13" fmla="*/ 171 h 203"/>
                <a:gd name="T14" fmla="*/ 128 w 234"/>
                <a:gd name="T15" fmla="*/ 174 h 203"/>
                <a:gd name="T16" fmla="*/ 106 w 234"/>
                <a:gd name="T17" fmla="*/ 174 h 203"/>
                <a:gd name="T18" fmla="*/ 106 w 234"/>
                <a:gd name="T19" fmla="*/ 153 h 203"/>
                <a:gd name="T20" fmla="*/ 128 w 234"/>
                <a:gd name="T21" fmla="*/ 153 h 203"/>
                <a:gd name="T22" fmla="*/ 128 w 234"/>
                <a:gd name="T23" fmla="*/ 174 h 203"/>
                <a:gd name="T24" fmla="*/ 126 w 234"/>
                <a:gd name="T25" fmla="*/ 141 h 203"/>
                <a:gd name="T26" fmla="*/ 108 w 234"/>
                <a:gd name="T27" fmla="*/ 141 h 203"/>
                <a:gd name="T28" fmla="*/ 104 w 234"/>
                <a:gd name="T29" fmla="*/ 61 h 203"/>
                <a:gd name="T30" fmla="*/ 130 w 234"/>
                <a:gd name="T31" fmla="*/ 61 h 203"/>
                <a:gd name="T32" fmla="*/ 126 w 234"/>
                <a:gd name="T33" fmla="*/ 14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4" h="203">
                  <a:moveTo>
                    <a:pt x="224" y="171"/>
                  </a:moveTo>
                  <a:cubicBezTo>
                    <a:pt x="136" y="18"/>
                    <a:pt x="136" y="18"/>
                    <a:pt x="136" y="18"/>
                  </a:cubicBezTo>
                  <a:cubicBezTo>
                    <a:pt x="126" y="0"/>
                    <a:pt x="109" y="0"/>
                    <a:pt x="99" y="18"/>
                  </a:cubicBezTo>
                  <a:cubicBezTo>
                    <a:pt x="10" y="171"/>
                    <a:pt x="10" y="171"/>
                    <a:pt x="10" y="171"/>
                  </a:cubicBezTo>
                  <a:cubicBezTo>
                    <a:pt x="0" y="189"/>
                    <a:pt x="8" y="203"/>
                    <a:pt x="29" y="203"/>
                  </a:cubicBezTo>
                  <a:cubicBezTo>
                    <a:pt x="206" y="203"/>
                    <a:pt x="206" y="203"/>
                    <a:pt x="206" y="203"/>
                  </a:cubicBezTo>
                  <a:cubicBezTo>
                    <a:pt x="226" y="203"/>
                    <a:pt x="234" y="189"/>
                    <a:pt x="224" y="171"/>
                  </a:cubicBezTo>
                  <a:close/>
                  <a:moveTo>
                    <a:pt x="128" y="174"/>
                  </a:moveTo>
                  <a:cubicBezTo>
                    <a:pt x="106" y="174"/>
                    <a:pt x="106" y="174"/>
                    <a:pt x="106" y="174"/>
                  </a:cubicBezTo>
                  <a:cubicBezTo>
                    <a:pt x="106" y="153"/>
                    <a:pt x="106" y="153"/>
                    <a:pt x="106" y="153"/>
                  </a:cubicBezTo>
                  <a:cubicBezTo>
                    <a:pt x="128" y="153"/>
                    <a:pt x="128" y="153"/>
                    <a:pt x="128" y="153"/>
                  </a:cubicBezTo>
                  <a:lnTo>
                    <a:pt x="128" y="174"/>
                  </a:lnTo>
                  <a:close/>
                  <a:moveTo>
                    <a:pt x="126" y="141"/>
                  </a:moveTo>
                  <a:cubicBezTo>
                    <a:pt x="108" y="141"/>
                    <a:pt x="108" y="141"/>
                    <a:pt x="108" y="141"/>
                  </a:cubicBezTo>
                  <a:cubicBezTo>
                    <a:pt x="104" y="61"/>
                    <a:pt x="104" y="61"/>
                    <a:pt x="104" y="61"/>
                  </a:cubicBezTo>
                  <a:cubicBezTo>
                    <a:pt x="130" y="61"/>
                    <a:pt x="130" y="61"/>
                    <a:pt x="130" y="61"/>
                  </a:cubicBezTo>
                  <a:lnTo>
                    <a:pt x="126" y="141"/>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56" name="Group 55">
            <a:extLst>
              <a:ext uri="{FF2B5EF4-FFF2-40B4-BE49-F238E27FC236}">
                <a16:creationId xmlns:a16="http://schemas.microsoft.com/office/drawing/2014/main" id="{F08142F1-3EFA-48AE-88F1-9FFF20AA6332}"/>
              </a:ext>
            </a:extLst>
          </p:cNvPr>
          <p:cNvGrpSpPr/>
          <p:nvPr/>
        </p:nvGrpSpPr>
        <p:grpSpPr>
          <a:xfrm>
            <a:off x="474072" y="5157472"/>
            <a:ext cx="987313" cy="1034236"/>
            <a:chOff x="4462296" y="4296312"/>
            <a:chExt cx="795503" cy="796056"/>
          </a:xfrm>
        </p:grpSpPr>
        <p:sp>
          <p:nvSpPr>
            <p:cNvPr id="57" name="Oval 103">
              <a:extLst>
                <a:ext uri="{FF2B5EF4-FFF2-40B4-BE49-F238E27FC236}">
                  <a16:creationId xmlns:a16="http://schemas.microsoft.com/office/drawing/2014/main" id="{9D03A134-0799-4AD5-AAEE-4469B5FAE99D}"/>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grpSp>
          <p:nvGrpSpPr>
            <p:cNvPr id="58" name="Group 57">
              <a:extLst>
                <a:ext uri="{FF2B5EF4-FFF2-40B4-BE49-F238E27FC236}">
                  <a16:creationId xmlns:a16="http://schemas.microsoft.com/office/drawing/2014/main" id="{11069813-67BB-4DDD-AD5C-E6247705381E}"/>
                </a:ext>
              </a:extLst>
            </p:cNvPr>
            <p:cNvGrpSpPr/>
            <p:nvPr/>
          </p:nvGrpSpPr>
          <p:grpSpPr>
            <a:xfrm>
              <a:off x="4604235" y="4401828"/>
              <a:ext cx="531859" cy="541479"/>
              <a:chOff x="7616206" y="2022308"/>
              <a:chExt cx="1843088" cy="1876425"/>
            </a:xfrm>
            <a:solidFill>
              <a:sysClr val="window" lastClr="FFFFFF"/>
            </a:solidFill>
          </p:grpSpPr>
          <p:sp>
            <p:nvSpPr>
              <p:cNvPr id="59" name="Freeform 38">
                <a:extLst>
                  <a:ext uri="{FF2B5EF4-FFF2-40B4-BE49-F238E27FC236}">
                    <a16:creationId xmlns:a16="http://schemas.microsoft.com/office/drawing/2014/main" id="{A3217BD3-833F-4459-A934-D992C4D6F6D1}"/>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0" name="Freeform 39">
                <a:extLst>
                  <a:ext uri="{FF2B5EF4-FFF2-40B4-BE49-F238E27FC236}">
                    <a16:creationId xmlns:a16="http://schemas.microsoft.com/office/drawing/2014/main" id="{F2B64225-A926-4FA8-B054-3BAFC7AA1FCC}"/>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1" name="Freeform 40">
                <a:extLst>
                  <a:ext uri="{FF2B5EF4-FFF2-40B4-BE49-F238E27FC236}">
                    <a16:creationId xmlns:a16="http://schemas.microsoft.com/office/drawing/2014/main" id="{8AC8C8D6-C460-43DE-ADCA-43C475454867}"/>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2" name="Freeform 41">
                <a:extLst>
                  <a:ext uri="{FF2B5EF4-FFF2-40B4-BE49-F238E27FC236}">
                    <a16:creationId xmlns:a16="http://schemas.microsoft.com/office/drawing/2014/main" id="{4A53CA2B-04AD-4DF2-ACB5-D57BB954A895}"/>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3" name="Freeform 42">
                <a:extLst>
                  <a:ext uri="{FF2B5EF4-FFF2-40B4-BE49-F238E27FC236}">
                    <a16:creationId xmlns:a16="http://schemas.microsoft.com/office/drawing/2014/main" id="{A3C50592-12BC-4344-BBFE-3398683945D3}"/>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4" name="Freeform 43">
                <a:extLst>
                  <a:ext uri="{FF2B5EF4-FFF2-40B4-BE49-F238E27FC236}">
                    <a16:creationId xmlns:a16="http://schemas.microsoft.com/office/drawing/2014/main" id="{8ACA362B-1B10-46BA-9B28-91027B79B5C8}"/>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5" name="Freeform 44">
                <a:extLst>
                  <a:ext uri="{FF2B5EF4-FFF2-40B4-BE49-F238E27FC236}">
                    <a16:creationId xmlns:a16="http://schemas.microsoft.com/office/drawing/2014/main" id="{AC66EF81-5105-41FE-8C00-7D1D077C9331}"/>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66" name="Freeform 45">
                <a:extLst>
                  <a:ext uri="{FF2B5EF4-FFF2-40B4-BE49-F238E27FC236}">
                    <a16:creationId xmlns:a16="http://schemas.microsoft.com/office/drawing/2014/main" id="{397EA16B-1E0C-480B-95F5-5D220D695176}"/>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grpSp>
      </p:grpSp>
    </p:spTree>
    <p:extLst>
      <p:ext uri="{BB962C8B-B14F-4D97-AF65-F5344CB8AC3E}">
        <p14:creationId xmlns:p14="http://schemas.microsoft.com/office/powerpoint/2010/main" val="85428420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692B754-3171-430A-BDED-FE7C97628D2A}"/>
              </a:ext>
            </a:extLst>
          </p:cNvPr>
          <p:cNvCxnSpPr/>
          <p:nvPr/>
        </p:nvCxnSpPr>
        <p:spPr>
          <a:xfrm>
            <a:off x="315688" y="936170"/>
            <a:ext cx="21009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a:xfrm>
            <a:off x="501650" y="134620"/>
            <a:ext cx="11396436" cy="358607"/>
          </a:xfrm>
          <a:noFill/>
        </p:spPr>
        <p:txBody>
          <a:bodyPr/>
          <a:lstStyle/>
          <a:p>
            <a:r>
              <a:rPr lang="en-US" sz="2400" b="1" dirty="0">
                <a:latin typeface="Calibri" panose="020F0502020204030204" pitchFamily="34" charset="0"/>
              </a:rPr>
              <a:t>1.A1. </a:t>
            </a:r>
            <a:r>
              <a:rPr lang="en-US" sz="2400" b="1" dirty="0">
                <a:effectLst/>
                <a:latin typeface="Calibri" panose="020F0502020204030204" pitchFamily="34" charset="0"/>
                <a:ea typeface="Calibri" panose="020F0502020204030204" pitchFamily="34" charset="0"/>
              </a:rPr>
              <a:t>Sale to RVUNL </a:t>
            </a:r>
            <a:r>
              <a:rPr lang="en-US" sz="2400" b="1" dirty="0"/>
              <a:t>under </a:t>
            </a:r>
            <a:r>
              <a:rPr lang="en-US" sz="2400" b="1" dirty="0" err="1"/>
              <a:t>MoP’s</a:t>
            </a:r>
            <a:r>
              <a:rPr lang="en-US" sz="2400" b="1" dirty="0"/>
              <a:t> bundling mechanism with the upcoming TPPs of RVUNL</a:t>
            </a:r>
            <a:endParaRPr lang="en-GB" sz="2400" b="1" dirty="0"/>
          </a:p>
        </p:txBody>
      </p:sp>
      <p:sp>
        <p:nvSpPr>
          <p:cNvPr id="71" name="Rectangle 70">
            <a:extLst>
              <a:ext uri="{FF2B5EF4-FFF2-40B4-BE49-F238E27FC236}">
                <a16:creationId xmlns:a16="http://schemas.microsoft.com/office/drawing/2014/main" id="{717F032C-517D-4377-A2D9-0595ED0C60B3}"/>
              </a:ext>
            </a:extLst>
          </p:cNvPr>
          <p:cNvSpPr/>
          <p:nvPr/>
        </p:nvSpPr>
        <p:spPr bwMode="gray">
          <a:xfrm>
            <a:off x="337457" y="1088569"/>
            <a:ext cx="6127752" cy="4576425"/>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ü"/>
            </a:pPr>
            <a:r>
              <a:rPr lang="en-US" sz="1600" dirty="0">
                <a:ln w="0"/>
              </a:rPr>
              <a:t>RVUNL has informed that it has </a:t>
            </a:r>
            <a:r>
              <a:rPr lang="en-US" sz="1600" b="1" dirty="0">
                <a:ln w="0"/>
              </a:rPr>
              <a:t>around ~2,310 MW of untied/ unexecuted thermal PPA.</a:t>
            </a:r>
          </a:p>
          <a:p>
            <a:pPr marL="285750" indent="-285750" algn="just">
              <a:lnSpc>
                <a:spcPct val="106000"/>
              </a:lnSpc>
              <a:spcAft>
                <a:spcPts val="1200"/>
              </a:spcAft>
              <a:buFont typeface="Wingdings" panose="05000000000000000000" pitchFamily="2" charset="2"/>
              <a:buChar char="ü"/>
            </a:pPr>
            <a:r>
              <a:rPr lang="en-US" sz="1600" dirty="0">
                <a:ln w="0"/>
              </a:rPr>
              <a:t>As per discussion, the plants with respect to the above capacity are </a:t>
            </a:r>
            <a:r>
              <a:rPr lang="en-US" sz="1600" b="1" dirty="0">
                <a:ln w="0"/>
              </a:rPr>
              <a:t>currently in planning stage.</a:t>
            </a:r>
          </a:p>
          <a:p>
            <a:pPr marL="285750" indent="-285750" algn="just">
              <a:lnSpc>
                <a:spcPct val="106000"/>
              </a:lnSpc>
              <a:spcAft>
                <a:spcPts val="1200"/>
              </a:spcAft>
              <a:buFont typeface="Wingdings" panose="05000000000000000000" pitchFamily="2" charset="2"/>
              <a:buChar char="ü"/>
            </a:pPr>
            <a:r>
              <a:rPr lang="en-US" sz="1600" dirty="0">
                <a:ln w="0"/>
              </a:rPr>
              <a:t>Further, </a:t>
            </a:r>
            <a:r>
              <a:rPr lang="en-US" sz="1600" b="1" dirty="0">
                <a:ln w="0"/>
              </a:rPr>
              <a:t>as per </a:t>
            </a:r>
            <a:r>
              <a:rPr lang="en-US" sz="1600" b="1" dirty="0" err="1">
                <a:ln w="0"/>
              </a:rPr>
              <a:t>MoP</a:t>
            </a:r>
            <a:r>
              <a:rPr lang="en-US" sz="1600" b="1" dirty="0">
                <a:ln w="0"/>
              </a:rPr>
              <a:t> Circular </a:t>
            </a:r>
            <a:r>
              <a:rPr lang="en-US" sz="1600" dirty="0">
                <a:ln w="0"/>
              </a:rPr>
              <a:t>(F. No. 09/11/2021-RCM) dated 26</a:t>
            </a:r>
            <a:r>
              <a:rPr lang="en-US" sz="1600" baseline="30000" dirty="0">
                <a:ln w="0"/>
              </a:rPr>
              <a:t>th </a:t>
            </a:r>
            <a:r>
              <a:rPr lang="en-US" sz="1600" dirty="0">
                <a:ln w="0"/>
              </a:rPr>
              <a:t>May 2022, the Ministry had provided the trajectory for replacement of Thermal Energy with Renewable Energy under Bundling Scheme; wherein </a:t>
            </a:r>
            <a:r>
              <a:rPr lang="en-US" sz="1600" b="1" dirty="0">
                <a:ln w="0"/>
              </a:rPr>
              <a:t>all CPSUs, State and Private Generation Utilities have been asked to take appropriate action in order to meet the trajectory targets viz. 20% in 2023-24, 35% in 2024-25 and 45% in 2025-26 of the total target</a:t>
            </a:r>
            <a:r>
              <a:rPr lang="en-US" sz="1600" dirty="0">
                <a:ln w="0"/>
              </a:rPr>
              <a:t>, </a:t>
            </a:r>
            <a:r>
              <a:rPr lang="en-US" sz="1600" dirty="0" err="1">
                <a:ln w="0"/>
              </a:rPr>
              <a:t>ie</a:t>
            </a:r>
            <a:r>
              <a:rPr lang="en-US" sz="1600" dirty="0">
                <a:ln w="0"/>
              </a:rPr>
              <a:t> 58,000 </a:t>
            </a:r>
            <a:r>
              <a:rPr lang="en-US" sz="1600" dirty="0" err="1">
                <a:ln w="0"/>
              </a:rPr>
              <a:t>MUs.</a:t>
            </a:r>
            <a:endParaRPr lang="en-US" sz="1600" dirty="0">
              <a:ln w="0"/>
            </a:endParaRPr>
          </a:p>
          <a:p>
            <a:pPr marL="285750" indent="-285750" algn="just">
              <a:lnSpc>
                <a:spcPct val="106000"/>
              </a:lnSpc>
              <a:spcAft>
                <a:spcPts val="1200"/>
              </a:spcAft>
              <a:buFont typeface="Wingdings" panose="05000000000000000000" pitchFamily="2" charset="2"/>
              <a:buChar char="ü"/>
            </a:pPr>
            <a:r>
              <a:rPr lang="en-US" sz="1600" b="1" dirty="0">
                <a:ln w="0"/>
              </a:rPr>
              <a:t>Discussions in this regard have been carried out with RVUNL </a:t>
            </a:r>
            <a:r>
              <a:rPr lang="en-US" sz="1600" dirty="0">
                <a:ln w="0"/>
              </a:rPr>
              <a:t>for </a:t>
            </a:r>
            <a:r>
              <a:rPr lang="en-US" sz="1600" b="1" dirty="0">
                <a:ln w="0"/>
              </a:rPr>
              <a:t>possible bundling of RE power from solar projects set up by CIL </a:t>
            </a:r>
            <a:r>
              <a:rPr lang="en-US" sz="1600" dirty="0">
                <a:ln w="0"/>
              </a:rPr>
              <a:t>with these upcoming thermal plants of RVUNL.</a:t>
            </a:r>
          </a:p>
        </p:txBody>
      </p:sp>
      <p:sp>
        <p:nvSpPr>
          <p:cNvPr id="2" name="Rectangle 1">
            <a:extLst>
              <a:ext uri="{FF2B5EF4-FFF2-40B4-BE49-F238E27FC236}">
                <a16:creationId xmlns:a16="http://schemas.microsoft.com/office/drawing/2014/main" id="{55890A01-A1A5-472D-8C80-070100B950B3}"/>
              </a:ext>
            </a:extLst>
          </p:cNvPr>
          <p:cNvSpPr/>
          <p:nvPr/>
        </p:nvSpPr>
        <p:spPr bwMode="gray">
          <a:xfrm>
            <a:off x="610509" y="827314"/>
            <a:ext cx="1426029" cy="25037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Background</a:t>
            </a:r>
          </a:p>
        </p:txBody>
      </p:sp>
      <p:sp>
        <p:nvSpPr>
          <p:cNvPr id="51" name="Rectangle 50">
            <a:extLst>
              <a:ext uri="{FF2B5EF4-FFF2-40B4-BE49-F238E27FC236}">
                <a16:creationId xmlns:a16="http://schemas.microsoft.com/office/drawing/2014/main" id="{A21D9F43-86AE-4FFF-A581-6880D4F725DB}"/>
              </a:ext>
            </a:extLst>
          </p:cNvPr>
          <p:cNvSpPr/>
          <p:nvPr/>
        </p:nvSpPr>
        <p:spPr bwMode="gray">
          <a:xfrm>
            <a:off x="6716482" y="1089189"/>
            <a:ext cx="5128079" cy="366892"/>
          </a:xfrm>
          <a:prstGeom prst="rect">
            <a:avLst/>
          </a:prstGeom>
          <a:solidFill>
            <a:srgbClr val="004F59"/>
          </a:solidFill>
          <a:ln w="19050" algn="ctr">
            <a:noFill/>
            <a:miter lim="800000"/>
            <a:headEnd/>
            <a:tailEnd/>
          </a:ln>
        </p:spPr>
        <p:txBody>
          <a:bodyPr wrap="square" lIns="88900" tIns="88900" rIns="88900" bIns="88900" rtlCol="0" anchor="ctr"/>
          <a:lstStyle/>
          <a:p>
            <a:pPr algn="just">
              <a:lnSpc>
                <a:spcPct val="114000"/>
              </a:lnSpc>
              <a:buSzPct val="100000"/>
            </a:pPr>
            <a:r>
              <a:rPr lang="en-US" sz="1600" b="1" dirty="0">
                <a:solidFill>
                  <a:schemeClr val="bg1"/>
                </a:solidFill>
              </a:rPr>
              <a:t>Key Considerations for CIL:</a:t>
            </a:r>
            <a:endParaRPr lang="en-US" sz="1600" dirty="0">
              <a:solidFill>
                <a:schemeClr val="bg1"/>
              </a:solidFill>
            </a:endParaRPr>
          </a:p>
        </p:txBody>
      </p:sp>
      <p:sp>
        <p:nvSpPr>
          <p:cNvPr id="52" name="Rectangle 51">
            <a:extLst>
              <a:ext uri="{FF2B5EF4-FFF2-40B4-BE49-F238E27FC236}">
                <a16:creationId xmlns:a16="http://schemas.microsoft.com/office/drawing/2014/main" id="{F0D23361-44E6-4203-880A-01D7B302930D}"/>
              </a:ext>
            </a:extLst>
          </p:cNvPr>
          <p:cNvSpPr/>
          <p:nvPr/>
        </p:nvSpPr>
        <p:spPr bwMode="gray">
          <a:xfrm>
            <a:off x="6716484" y="1455311"/>
            <a:ext cx="5128079" cy="4179053"/>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Arial" panose="020B0604020202020204" pitchFamily="34" charset="0"/>
              <a:buChar char="•"/>
            </a:pPr>
            <a:r>
              <a:rPr lang="en-US" sz="1600" dirty="0">
                <a:ln w="0"/>
                <a:solidFill>
                  <a:schemeClr val="tx1"/>
                </a:solidFill>
              </a:rPr>
              <a:t>With respect to this scheme, </a:t>
            </a:r>
            <a:r>
              <a:rPr lang="en-US" sz="1600" b="1" dirty="0">
                <a:ln w="0"/>
                <a:solidFill>
                  <a:schemeClr val="tx1"/>
                </a:solidFill>
              </a:rPr>
              <a:t>since the thermal and RE plants would not be co-located, necessary exemption would have to be sought</a:t>
            </a:r>
            <a:r>
              <a:rPr lang="en-US" sz="1600" dirty="0">
                <a:ln w="0"/>
                <a:solidFill>
                  <a:schemeClr val="tx1"/>
                </a:solidFill>
              </a:rPr>
              <a:t> from the appropriate authorities for carrying out solar project wherein tariff would have to be determined u/s 62</a:t>
            </a:r>
          </a:p>
          <a:p>
            <a:pPr marL="285750" indent="-285750" algn="just">
              <a:lnSpc>
                <a:spcPct val="106000"/>
              </a:lnSpc>
              <a:spcAft>
                <a:spcPts val="1200"/>
              </a:spcAft>
              <a:buFont typeface="Arial" panose="020B0604020202020204" pitchFamily="34" charset="0"/>
              <a:buChar char="•"/>
            </a:pPr>
            <a:r>
              <a:rPr lang="en-US" sz="1600" dirty="0">
                <a:ln w="0"/>
                <a:solidFill>
                  <a:schemeClr val="tx1"/>
                </a:solidFill>
              </a:rPr>
              <a:t>Further, it should be noted that the </a:t>
            </a:r>
            <a:r>
              <a:rPr lang="en-US" sz="1600" b="1" dirty="0">
                <a:ln w="0"/>
                <a:solidFill>
                  <a:schemeClr val="tx1"/>
                </a:solidFill>
              </a:rPr>
              <a:t>thermal plants are still in planning stage </a:t>
            </a:r>
            <a:r>
              <a:rPr lang="en-US" sz="1600" dirty="0">
                <a:ln w="0"/>
                <a:solidFill>
                  <a:schemeClr val="tx1"/>
                </a:solidFill>
              </a:rPr>
              <a:t>and thus a </a:t>
            </a:r>
            <a:r>
              <a:rPr lang="en-US" sz="1600" b="1" dirty="0">
                <a:ln w="0"/>
                <a:solidFill>
                  <a:schemeClr val="tx1"/>
                </a:solidFill>
              </a:rPr>
              <a:t>gestation period of 4-5 years</a:t>
            </a:r>
            <a:r>
              <a:rPr lang="en-US" sz="1600" dirty="0">
                <a:ln w="0"/>
                <a:solidFill>
                  <a:schemeClr val="tx1"/>
                </a:solidFill>
              </a:rPr>
              <a:t> can be expected at the least, during which no solar generation can be dispatched</a:t>
            </a:r>
          </a:p>
          <a:p>
            <a:pPr marL="285750" indent="-285750" algn="just">
              <a:lnSpc>
                <a:spcPct val="106000"/>
              </a:lnSpc>
              <a:spcAft>
                <a:spcPts val="1200"/>
              </a:spcAft>
              <a:buFont typeface="Arial" panose="020B0604020202020204" pitchFamily="34" charset="0"/>
              <a:buChar char="•"/>
            </a:pPr>
            <a:r>
              <a:rPr lang="en-US" sz="1600" dirty="0">
                <a:ln w="0"/>
                <a:solidFill>
                  <a:schemeClr val="tx1"/>
                </a:solidFill>
              </a:rPr>
              <a:t>Additionally, it should also be noted that this scheme </a:t>
            </a:r>
            <a:r>
              <a:rPr lang="en-US" sz="1600" b="1" dirty="0">
                <a:ln w="0"/>
                <a:solidFill>
                  <a:schemeClr val="tx1"/>
                </a:solidFill>
              </a:rPr>
              <a:t>will be financially viable only if the solar tariff is less than the Energy Charge Rate of the thermal plants</a:t>
            </a:r>
          </a:p>
        </p:txBody>
      </p:sp>
      <p:sp>
        <p:nvSpPr>
          <p:cNvPr id="67" name="Rectangle 66">
            <a:extLst>
              <a:ext uri="{FF2B5EF4-FFF2-40B4-BE49-F238E27FC236}">
                <a16:creationId xmlns:a16="http://schemas.microsoft.com/office/drawing/2014/main" id="{118B36EF-3416-4133-9069-3B4982FC8DAA}"/>
              </a:ext>
            </a:extLst>
          </p:cNvPr>
          <p:cNvSpPr/>
          <p:nvPr/>
        </p:nvSpPr>
        <p:spPr bwMode="gray">
          <a:xfrm>
            <a:off x="337457" y="5806518"/>
            <a:ext cx="11517086" cy="574874"/>
          </a:xfrm>
          <a:prstGeom prst="rect">
            <a:avLst/>
          </a:prstGeom>
          <a:solidFill>
            <a:schemeClr val="bg1">
              <a:lumMod val="95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spcAft>
                <a:spcPts val="1200"/>
              </a:spcAft>
            </a:pPr>
            <a:r>
              <a:rPr lang="en-US" sz="1400" b="1" i="1" dirty="0">
                <a:ln w="0"/>
              </a:rPr>
              <a:t>Note:</a:t>
            </a:r>
            <a:r>
              <a:rPr lang="en-US" sz="1400" i="1" dirty="0">
                <a:ln w="0"/>
              </a:rPr>
              <a:t> Further, discussion with RVUNL had taken place for possible replacement of ~990 MW of unexecuted gas PPAs of RVUNL with solar generation. Same was subsequently proposed by RVUNL to Rajasthan </a:t>
            </a:r>
            <a:r>
              <a:rPr lang="en-US" sz="1400" i="1" dirty="0" err="1">
                <a:ln w="0"/>
              </a:rPr>
              <a:t>Urja</a:t>
            </a:r>
            <a:r>
              <a:rPr lang="en-US" sz="1400" i="1" dirty="0">
                <a:ln w="0"/>
              </a:rPr>
              <a:t> Vikas Nigam Ltd.; however, the proposal was rejected</a:t>
            </a:r>
          </a:p>
        </p:txBody>
      </p:sp>
    </p:spTree>
    <p:extLst>
      <p:ext uri="{BB962C8B-B14F-4D97-AF65-F5344CB8AC3E}">
        <p14:creationId xmlns:p14="http://schemas.microsoft.com/office/powerpoint/2010/main" val="31812201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1.B. </a:t>
            </a:r>
            <a:r>
              <a:rPr lang="en-US" sz="2400" b="1" dirty="0">
                <a:effectLst/>
                <a:latin typeface="Calibri" panose="020F0502020204030204" pitchFamily="34" charset="0"/>
                <a:ea typeface="Calibri" panose="020F0502020204030204" pitchFamily="34" charset="0"/>
              </a:rPr>
              <a:t>Sale of Solar Power to meet Auxiliary Power requirement of RVUNL TPPs</a:t>
            </a:r>
            <a:endParaRPr lang="en-GB" sz="2400" b="1" dirty="0"/>
          </a:p>
        </p:txBody>
      </p:sp>
      <p:grpSp>
        <p:nvGrpSpPr>
          <p:cNvPr id="10" name="Group 9">
            <a:extLst>
              <a:ext uri="{FF2B5EF4-FFF2-40B4-BE49-F238E27FC236}">
                <a16:creationId xmlns:a16="http://schemas.microsoft.com/office/drawing/2014/main" id="{0E5779F9-7B86-4208-93F5-7776853E9627}"/>
              </a:ext>
            </a:extLst>
          </p:cNvPr>
          <p:cNvGrpSpPr/>
          <p:nvPr/>
        </p:nvGrpSpPr>
        <p:grpSpPr>
          <a:xfrm>
            <a:off x="3947434" y="861004"/>
            <a:ext cx="4655172" cy="5107420"/>
            <a:chOff x="5848647" y="925286"/>
            <a:chExt cx="5739192" cy="5496031"/>
          </a:xfrm>
        </p:grpSpPr>
        <p:sp>
          <p:nvSpPr>
            <p:cNvPr id="18" name="TextBox 17">
              <a:extLst>
                <a:ext uri="{FF2B5EF4-FFF2-40B4-BE49-F238E27FC236}">
                  <a16:creationId xmlns:a16="http://schemas.microsoft.com/office/drawing/2014/main" id="{FEED8FCB-C504-454D-A497-91F040C106F5}"/>
                </a:ext>
              </a:extLst>
            </p:cNvPr>
            <p:cNvSpPr txBox="1"/>
            <p:nvPr/>
          </p:nvSpPr>
          <p:spPr>
            <a:xfrm>
              <a:off x="6460607" y="4076559"/>
              <a:ext cx="642110" cy="600017"/>
            </a:xfrm>
            <a:prstGeom prst="ellipse">
              <a:avLst/>
            </a:prstGeom>
            <a:noFill/>
            <a:ln>
              <a:solidFill>
                <a:schemeClr val="tx1"/>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TPP</a:t>
              </a:r>
            </a:p>
          </p:txBody>
        </p:sp>
        <p:cxnSp>
          <p:nvCxnSpPr>
            <p:cNvPr id="19" name="Straight Arrow Connector 18">
              <a:extLst>
                <a:ext uri="{FF2B5EF4-FFF2-40B4-BE49-F238E27FC236}">
                  <a16:creationId xmlns:a16="http://schemas.microsoft.com/office/drawing/2014/main" id="{849CFF68-71AD-4311-9A4D-40051770641A}"/>
                </a:ext>
              </a:extLst>
            </p:cNvPr>
            <p:cNvCxnSpPr/>
            <p:nvPr/>
          </p:nvCxnSpPr>
          <p:spPr>
            <a:xfrm flipV="1">
              <a:off x="6787691" y="2016500"/>
              <a:ext cx="0" cy="2060059"/>
            </a:xfrm>
            <a:prstGeom prst="straightConnector1">
              <a:avLst/>
            </a:prstGeom>
            <a:ln w="19050">
              <a:solidFill>
                <a:schemeClr val="tx2"/>
              </a:solidFill>
              <a:tailEnd type="arrow" w="med"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C00C4EF-E011-49E1-89F0-7A23E505AC56}"/>
                </a:ext>
              </a:extLst>
            </p:cNvPr>
            <p:cNvCxnSpPr>
              <a:cxnSpLocks/>
              <a:stCxn id="30" idx="4"/>
            </p:cNvCxnSpPr>
            <p:nvPr/>
          </p:nvCxnSpPr>
          <p:spPr>
            <a:xfrm>
              <a:off x="10121807" y="2315322"/>
              <a:ext cx="0" cy="2831267"/>
            </a:xfrm>
            <a:prstGeom prst="straightConnector1">
              <a:avLst/>
            </a:prstGeom>
            <a:ln w="19050">
              <a:solidFill>
                <a:schemeClr val="tx2"/>
              </a:solidFill>
              <a:tailEnd type="arrow" w="med"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97909B9-EA01-49A6-8116-2AE0564A4629}"/>
                </a:ext>
              </a:extLst>
            </p:cNvPr>
            <p:cNvSpPr txBox="1"/>
            <p:nvPr/>
          </p:nvSpPr>
          <p:spPr>
            <a:xfrm>
              <a:off x="5848647" y="3476541"/>
              <a:ext cx="865189" cy="70602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Gross Gen = 100 MU</a:t>
              </a:r>
            </a:p>
          </p:txBody>
        </p:sp>
        <p:sp>
          <p:nvSpPr>
            <p:cNvPr id="23" name="TextBox 22">
              <a:extLst>
                <a:ext uri="{FF2B5EF4-FFF2-40B4-BE49-F238E27FC236}">
                  <a16:creationId xmlns:a16="http://schemas.microsoft.com/office/drawing/2014/main" id="{CE30C184-114B-4E2B-9B6C-A8DB05ED3C10}"/>
                </a:ext>
              </a:extLst>
            </p:cNvPr>
            <p:cNvSpPr txBox="1"/>
            <p:nvPr/>
          </p:nvSpPr>
          <p:spPr>
            <a:xfrm>
              <a:off x="9583732" y="5146590"/>
              <a:ext cx="1076209" cy="460013"/>
            </a:xfrm>
            <a:prstGeom prst="rect">
              <a:avLst/>
            </a:prstGeom>
            <a:noFill/>
            <a:ln>
              <a:solidFill>
                <a:schemeClr val="tx1"/>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Auxiliary Load</a:t>
              </a:r>
            </a:p>
          </p:txBody>
        </p:sp>
        <p:sp>
          <p:nvSpPr>
            <p:cNvPr id="24" name="TextBox 23">
              <a:extLst>
                <a:ext uri="{FF2B5EF4-FFF2-40B4-BE49-F238E27FC236}">
                  <a16:creationId xmlns:a16="http://schemas.microsoft.com/office/drawing/2014/main" id="{964F5B80-71ED-41D9-BAF1-5ADEDAC1D0E1}"/>
                </a:ext>
              </a:extLst>
            </p:cNvPr>
            <p:cNvSpPr txBox="1"/>
            <p:nvPr/>
          </p:nvSpPr>
          <p:spPr>
            <a:xfrm>
              <a:off x="10195103" y="4356569"/>
              <a:ext cx="1266723" cy="70602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Auxiliary Consumption = 10 MU</a:t>
              </a:r>
            </a:p>
          </p:txBody>
        </p:sp>
        <p:sp>
          <p:nvSpPr>
            <p:cNvPr id="25" name="TextBox 24">
              <a:extLst>
                <a:ext uri="{FF2B5EF4-FFF2-40B4-BE49-F238E27FC236}">
                  <a16:creationId xmlns:a16="http://schemas.microsoft.com/office/drawing/2014/main" id="{0155BFF8-1188-4F4E-98A3-0166E4FAA3CC}"/>
                </a:ext>
              </a:extLst>
            </p:cNvPr>
            <p:cNvSpPr txBox="1"/>
            <p:nvPr/>
          </p:nvSpPr>
          <p:spPr>
            <a:xfrm>
              <a:off x="5923379" y="2345322"/>
              <a:ext cx="786535" cy="70602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Net Gen = 100 MU</a:t>
              </a:r>
            </a:p>
          </p:txBody>
        </p:sp>
        <p:sp>
          <p:nvSpPr>
            <p:cNvPr id="26" name="TextBox 25">
              <a:extLst>
                <a:ext uri="{FF2B5EF4-FFF2-40B4-BE49-F238E27FC236}">
                  <a16:creationId xmlns:a16="http://schemas.microsoft.com/office/drawing/2014/main" id="{C69C5E12-2C7B-42A6-8980-A96E44294231}"/>
                </a:ext>
              </a:extLst>
            </p:cNvPr>
            <p:cNvSpPr txBox="1"/>
            <p:nvPr/>
          </p:nvSpPr>
          <p:spPr>
            <a:xfrm>
              <a:off x="6305042" y="1715305"/>
              <a:ext cx="951707" cy="23534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To Discom</a:t>
              </a:r>
            </a:p>
          </p:txBody>
        </p:sp>
        <p:cxnSp>
          <p:nvCxnSpPr>
            <p:cNvPr id="27" name="Straight Arrow Connector 26">
              <a:extLst>
                <a:ext uri="{FF2B5EF4-FFF2-40B4-BE49-F238E27FC236}">
                  <a16:creationId xmlns:a16="http://schemas.microsoft.com/office/drawing/2014/main" id="{E83AD6AB-6748-4EC7-85A4-546E175F750E}"/>
                </a:ext>
              </a:extLst>
            </p:cNvPr>
            <p:cNvCxnSpPr>
              <a:cxnSpLocks/>
            </p:cNvCxnSpPr>
            <p:nvPr/>
          </p:nvCxnSpPr>
          <p:spPr>
            <a:xfrm>
              <a:off x="6914305" y="2026500"/>
              <a:ext cx="0" cy="2060059"/>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4FB9F93-D310-47FB-A54D-7DF578699739}"/>
                </a:ext>
              </a:extLst>
            </p:cNvPr>
            <p:cNvSpPr txBox="1"/>
            <p:nvPr/>
          </p:nvSpPr>
          <p:spPr>
            <a:xfrm>
              <a:off x="6977610" y="2154974"/>
              <a:ext cx="1643655" cy="117670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Energy Charge payment by Discom to TPP</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 ECR (Rs/kWh) x 100 MU</a:t>
              </a:r>
            </a:p>
          </p:txBody>
        </p:sp>
        <p:sp>
          <p:nvSpPr>
            <p:cNvPr id="30" name="TextBox 29">
              <a:extLst>
                <a:ext uri="{FF2B5EF4-FFF2-40B4-BE49-F238E27FC236}">
                  <a16:creationId xmlns:a16="http://schemas.microsoft.com/office/drawing/2014/main" id="{E7C5AE2C-E520-42D4-A9C6-357364A2F92B}"/>
                </a:ext>
              </a:extLst>
            </p:cNvPr>
            <p:cNvSpPr txBox="1"/>
            <p:nvPr/>
          </p:nvSpPr>
          <p:spPr>
            <a:xfrm>
              <a:off x="9800752" y="1715305"/>
              <a:ext cx="642110" cy="600017"/>
            </a:xfrm>
            <a:prstGeom prst="ellipse">
              <a:avLst/>
            </a:prstGeom>
            <a:noFill/>
            <a:ln>
              <a:solidFill>
                <a:schemeClr val="tx1"/>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Solar PP</a:t>
              </a:r>
            </a:p>
          </p:txBody>
        </p:sp>
        <p:cxnSp>
          <p:nvCxnSpPr>
            <p:cNvPr id="33" name="Straight Connector 32">
              <a:extLst>
                <a:ext uri="{FF2B5EF4-FFF2-40B4-BE49-F238E27FC236}">
                  <a16:creationId xmlns:a16="http://schemas.microsoft.com/office/drawing/2014/main" id="{4A35229E-C4C5-47FF-9D01-153270C63B35}"/>
                </a:ext>
              </a:extLst>
            </p:cNvPr>
            <p:cNvCxnSpPr>
              <a:stCxn id="18" idx="6"/>
            </p:cNvCxnSpPr>
            <p:nvPr/>
          </p:nvCxnSpPr>
          <p:spPr>
            <a:xfrm>
              <a:off x="7102717" y="4376568"/>
              <a:ext cx="2818055" cy="10000"/>
            </a:xfrm>
            <a:prstGeom prst="line">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3138A47-538E-4CBC-AAFF-B3EA553282EE}"/>
                </a:ext>
              </a:extLst>
            </p:cNvPr>
            <p:cNvCxnSpPr>
              <a:cxnSpLocks/>
            </p:cNvCxnSpPr>
            <p:nvPr/>
          </p:nvCxnSpPr>
          <p:spPr>
            <a:xfrm flipV="1">
              <a:off x="9920772" y="2224979"/>
              <a:ext cx="0" cy="2149668"/>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D4AA1D3-5D94-48A1-B7C8-C7AFB4A617FE}"/>
                </a:ext>
              </a:extLst>
            </p:cNvPr>
            <p:cNvSpPr txBox="1"/>
            <p:nvPr/>
          </p:nvSpPr>
          <p:spPr>
            <a:xfrm>
              <a:off x="7211691" y="4374647"/>
              <a:ext cx="2399072" cy="92734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Payment for Solar Power by TPP to Solar Developer</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 Solar Tariff (Rs/kWh) x (10 MU + line loss)</a:t>
              </a:r>
            </a:p>
          </p:txBody>
        </p:sp>
        <p:sp>
          <p:nvSpPr>
            <p:cNvPr id="38" name="TextBox 37">
              <a:extLst>
                <a:ext uri="{FF2B5EF4-FFF2-40B4-BE49-F238E27FC236}">
                  <a16:creationId xmlns:a16="http://schemas.microsoft.com/office/drawing/2014/main" id="{7623E510-FE61-4D5B-A545-EE7E7D9836A1}"/>
                </a:ext>
              </a:extLst>
            </p:cNvPr>
            <p:cNvSpPr txBox="1"/>
            <p:nvPr/>
          </p:nvSpPr>
          <p:spPr>
            <a:xfrm>
              <a:off x="10204144" y="2385328"/>
              <a:ext cx="1383695" cy="94136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Solar Generation = (10 MU + STU loss)</a:t>
              </a:r>
            </a:p>
          </p:txBody>
        </p:sp>
        <p:cxnSp>
          <p:nvCxnSpPr>
            <p:cNvPr id="46" name="Straight Arrow Connector 45">
              <a:extLst>
                <a:ext uri="{FF2B5EF4-FFF2-40B4-BE49-F238E27FC236}">
                  <a16:creationId xmlns:a16="http://schemas.microsoft.com/office/drawing/2014/main" id="{7BCA653A-7498-48BA-A261-9E93FC39598B}"/>
                </a:ext>
              </a:extLst>
            </p:cNvPr>
            <p:cNvCxnSpPr/>
            <p:nvPr/>
          </p:nvCxnSpPr>
          <p:spPr>
            <a:xfrm flipV="1">
              <a:off x="10195102" y="3466541"/>
              <a:ext cx="247760" cy="12374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F6229B5-69D8-48DA-B36E-B0B337C34DD0}"/>
                </a:ext>
              </a:extLst>
            </p:cNvPr>
            <p:cNvCxnSpPr/>
            <p:nvPr/>
          </p:nvCxnSpPr>
          <p:spPr>
            <a:xfrm flipV="1">
              <a:off x="10179405" y="3592823"/>
              <a:ext cx="247760" cy="12374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469BC81-21F2-4EAB-A948-E7811E4420F9}"/>
                </a:ext>
              </a:extLst>
            </p:cNvPr>
            <p:cNvSpPr txBox="1"/>
            <p:nvPr/>
          </p:nvSpPr>
          <p:spPr>
            <a:xfrm>
              <a:off x="10509311" y="3435361"/>
              <a:ext cx="710053" cy="4706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STU loss</a:t>
              </a:r>
            </a:p>
          </p:txBody>
        </p:sp>
        <p:cxnSp>
          <p:nvCxnSpPr>
            <p:cNvPr id="49" name="Straight Arrow Connector 48">
              <a:extLst>
                <a:ext uri="{FF2B5EF4-FFF2-40B4-BE49-F238E27FC236}">
                  <a16:creationId xmlns:a16="http://schemas.microsoft.com/office/drawing/2014/main" id="{DA4BFAC3-B80E-434C-AAAE-622C787CBDE8}"/>
                </a:ext>
              </a:extLst>
            </p:cNvPr>
            <p:cNvCxnSpPr>
              <a:cxnSpLocks/>
            </p:cNvCxnSpPr>
            <p:nvPr/>
          </p:nvCxnSpPr>
          <p:spPr>
            <a:xfrm>
              <a:off x="6787691" y="4676576"/>
              <a:ext cx="0" cy="1182018"/>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D02562F-1CAD-43E9-8A96-EC36AFDC7C32}"/>
                </a:ext>
              </a:extLst>
            </p:cNvPr>
            <p:cNvCxnSpPr>
              <a:cxnSpLocks/>
            </p:cNvCxnSpPr>
            <p:nvPr/>
          </p:nvCxnSpPr>
          <p:spPr>
            <a:xfrm>
              <a:off x="6816165" y="5858593"/>
              <a:ext cx="440584"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8BFF31D-59F1-4837-9868-BFE9B222A0C7}"/>
                </a:ext>
              </a:extLst>
            </p:cNvPr>
            <p:cNvSpPr txBox="1"/>
            <p:nvPr/>
          </p:nvSpPr>
          <p:spPr>
            <a:xfrm>
              <a:off x="7263849" y="5493973"/>
              <a:ext cx="1835969" cy="9273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Payment of STU &amp; SLDC Charges for procurement of RE power from </a:t>
              </a:r>
              <a:r>
                <a:rPr kumimoji="0" lang="en-US" sz="1400" b="1" i="1" u="none" strike="noStrike" kern="1200" cap="none" spc="0" normalizeH="0" baseline="0" noProof="0" dirty="0" err="1">
                  <a:ln>
                    <a:noFill/>
                  </a:ln>
                  <a:solidFill>
                    <a:srgbClr val="00B0F0"/>
                  </a:solidFill>
                  <a:effectLst/>
                  <a:uLnTx/>
                  <a:uFillTx/>
                  <a:latin typeface="Calibri"/>
                  <a:ea typeface="+mn-ea"/>
                  <a:cs typeface="+mn-cs"/>
                </a:rPr>
                <a:t>PoD</a:t>
              </a:r>
              <a:endParaRPr kumimoji="0" lang="en-US" sz="1400" b="1" i="1" u="none" strike="noStrike" kern="1200" cap="none" spc="0" normalizeH="0" baseline="0" noProof="0" dirty="0">
                <a:ln>
                  <a:noFill/>
                </a:ln>
                <a:solidFill>
                  <a:srgbClr val="00B0F0"/>
                </a:solidFill>
                <a:effectLst/>
                <a:uLnTx/>
                <a:uFillTx/>
                <a:latin typeface="Calibri"/>
                <a:ea typeface="+mn-ea"/>
                <a:cs typeface="+mn-cs"/>
              </a:endParaRPr>
            </a:p>
          </p:txBody>
        </p:sp>
        <p:sp>
          <p:nvSpPr>
            <p:cNvPr id="55" name="TextBox 54">
              <a:extLst>
                <a:ext uri="{FF2B5EF4-FFF2-40B4-BE49-F238E27FC236}">
                  <a16:creationId xmlns:a16="http://schemas.microsoft.com/office/drawing/2014/main" id="{9B4FC531-E77F-4B03-869F-03382374E536}"/>
                </a:ext>
              </a:extLst>
            </p:cNvPr>
            <p:cNvSpPr txBox="1"/>
            <p:nvPr/>
          </p:nvSpPr>
          <p:spPr>
            <a:xfrm>
              <a:off x="6521312" y="925286"/>
              <a:ext cx="3975523" cy="47068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sng" strike="noStrike" kern="1200" cap="none" spc="0" normalizeH="0" baseline="0" noProof="0" dirty="0">
                  <a:ln>
                    <a:noFill/>
                  </a:ln>
                  <a:solidFill>
                    <a:srgbClr val="313131"/>
                  </a:solidFill>
                  <a:effectLst/>
                  <a:uLnTx/>
                  <a:uFillTx/>
                  <a:latin typeface="Calibri"/>
                  <a:ea typeface="+mn-ea"/>
                  <a:cs typeface="+mn-cs"/>
                </a:rPr>
                <a:t>SCENARIO-2: MEETING AUX POWER THROUGH SOLAR (ILLUSTRATIVE)</a:t>
              </a:r>
            </a:p>
          </p:txBody>
        </p:sp>
      </p:grpSp>
      <p:grpSp>
        <p:nvGrpSpPr>
          <p:cNvPr id="7" name="Group 6">
            <a:extLst>
              <a:ext uri="{FF2B5EF4-FFF2-40B4-BE49-F238E27FC236}">
                <a16:creationId xmlns:a16="http://schemas.microsoft.com/office/drawing/2014/main" id="{70A8E078-3C8E-48C2-BEA6-6D06E907B337}"/>
              </a:ext>
            </a:extLst>
          </p:cNvPr>
          <p:cNvGrpSpPr/>
          <p:nvPr/>
        </p:nvGrpSpPr>
        <p:grpSpPr>
          <a:xfrm>
            <a:off x="189385" y="838870"/>
            <a:ext cx="3433462" cy="4850468"/>
            <a:chOff x="604160" y="925459"/>
            <a:chExt cx="3661225" cy="5214083"/>
          </a:xfrm>
        </p:grpSpPr>
        <p:sp>
          <p:nvSpPr>
            <p:cNvPr id="3" name="TextBox 2">
              <a:extLst>
                <a:ext uri="{FF2B5EF4-FFF2-40B4-BE49-F238E27FC236}">
                  <a16:creationId xmlns:a16="http://schemas.microsoft.com/office/drawing/2014/main" id="{4D5C9686-969A-4461-B049-FF49BEBFF8E6}"/>
                </a:ext>
              </a:extLst>
            </p:cNvPr>
            <p:cNvSpPr txBox="1"/>
            <p:nvPr/>
          </p:nvSpPr>
          <p:spPr>
            <a:xfrm>
              <a:off x="1216120" y="3966556"/>
              <a:ext cx="642110" cy="600017"/>
            </a:xfrm>
            <a:prstGeom prst="ellipse">
              <a:avLst/>
            </a:prstGeom>
            <a:noFill/>
            <a:ln>
              <a:solidFill>
                <a:schemeClr val="tx1"/>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TPP</a:t>
              </a:r>
            </a:p>
          </p:txBody>
        </p:sp>
        <p:cxnSp>
          <p:nvCxnSpPr>
            <p:cNvPr id="5" name="Straight Arrow Connector 4">
              <a:extLst>
                <a:ext uri="{FF2B5EF4-FFF2-40B4-BE49-F238E27FC236}">
                  <a16:creationId xmlns:a16="http://schemas.microsoft.com/office/drawing/2014/main" id="{514C3C5F-71E6-43DC-8E70-EF5B0FF70055}"/>
                </a:ext>
              </a:extLst>
            </p:cNvPr>
            <p:cNvCxnSpPr/>
            <p:nvPr/>
          </p:nvCxnSpPr>
          <p:spPr>
            <a:xfrm flipV="1">
              <a:off x="1543205" y="1906497"/>
              <a:ext cx="0" cy="2060059"/>
            </a:xfrm>
            <a:prstGeom prst="straightConnector1">
              <a:avLst/>
            </a:prstGeom>
            <a:ln w="19050">
              <a:solidFill>
                <a:schemeClr val="tx2"/>
              </a:solidFill>
              <a:tailEnd type="arrow" w="med" len="lg"/>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0691027-9613-401E-ABD7-40370057B3A4}"/>
                </a:ext>
              </a:extLst>
            </p:cNvPr>
            <p:cNvCxnSpPr>
              <a:cxnSpLocks/>
            </p:cNvCxnSpPr>
            <p:nvPr/>
          </p:nvCxnSpPr>
          <p:spPr>
            <a:xfrm>
              <a:off x="1543205" y="2986527"/>
              <a:ext cx="2184076"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F6CF632-A19B-45C4-A411-D75B45381564}"/>
                </a:ext>
              </a:extLst>
            </p:cNvPr>
            <p:cNvCxnSpPr>
              <a:cxnSpLocks/>
            </p:cNvCxnSpPr>
            <p:nvPr/>
          </p:nvCxnSpPr>
          <p:spPr>
            <a:xfrm>
              <a:off x="3727280" y="2976527"/>
              <a:ext cx="0" cy="2060059"/>
            </a:xfrm>
            <a:prstGeom prst="straightConnector1">
              <a:avLst/>
            </a:prstGeom>
            <a:ln w="19050">
              <a:solidFill>
                <a:schemeClr val="tx2"/>
              </a:solidFill>
              <a:tailEnd type="arrow" w="med"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A057A2-724E-469B-B2C4-E628B1A86001}"/>
                </a:ext>
              </a:extLst>
            </p:cNvPr>
            <p:cNvSpPr txBox="1"/>
            <p:nvPr/>
          </p:nvSpPr>
          <p:spPr>
            <a:xfrm>
              <a:off x="604160" y="3366537"/>
              <a:ext cx="865188" cy="4631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Gross Gen = 100 MU</a:t>
              </a:r>
            </a:p>
          </p:txBody>
        </p:sp>
        <p:sp>
          <p:nvSpPr>
            <p:cNvPr id="12" name="TextBox 11">
              <a:extLst>
                <a:ext uri="{FF2B5EF4-FFF2-40B4-BE49-F238E27FC236}">
                  <a16:creationId xmlns:a16="http://schemas.microsoft.com/office/drawing/2014/main" id="{DBF618B3-E6C4-4519-92AC-92AAA1FE4D78}"/>
                </a:ext>
              </a:extLst>
            </p:cNvPr>
            <p:cNvSpPr txBox="1"/>
            <p:nvPr/>
          </p:nvSpPr>
          <p:spPr>
            <a:xfrm>
              <a:off x="3189176" y="5036586"/>
              <a:ext cx="1076209" cy="460013"/>
            </a:xfrm>
            <a:prstGeom prst="rect">
              <a:avLst/>
            </a:prstGeom>
            <a:noFill/>
            <a:ln>
              <a:solidFill>
                <a:schemeClr val="tx1"/>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Auxiliary Load</a:t>
              </a:r>
            </a:p>
          </p:txBody>
        </p:sp>
        <p:sp>
          <p:nvSpPr>
            <p:cNvPr id="13" name="TextBox 12">
              <a:extLst>
                <a:ext uri="{FF2B5EF4-FFF2-40B4-BE49-F238E27FC236}">
                  <a16:creationId xmlns:a16="http://schemas.microsoft.com/office/drawing/2014/main" id="{A1E8EF3D-821B-45A1-BB1D-979C76C0A1B1}"/>
                </a:ext>
              </a:extLst>
            </p:cNvPr>
            <p:cNvSpPr txBox="1"/>
            <p:nvPr/>
          </p:nvSpPr>
          <p:spPr>
            <a:xfrm>
              <a:off x="2386700" y="2996528"/>
              <a:ext cx="1266723" cy="6947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Auxiliary Consumption = 10 MU</a:t>
              </a:r>
            </a:p>
          </p:txBody>
        </p:sp>
        <p:sp>
          <p:nvSpPr>
            <p:cNvPr id="14" name="TextBox 13">
              <a:extLst>
                <a:ext uri="{FF2B5EF4-FFF2-40B4-BE49-F238E27FC236}">
                  <a16:creationId xmlns:a16="http://schemas.microsoft.com/office/drawing/2014/main" id="{CD3E82FD-7BCB-4D1F-B27F-052560699CE9}"/>
                </a:ext>
              </a:extLst>
            </p:cNvPr>
            <p:cNvSpPr txBox="1"/>
            <p:nvPr/>
          </p:nvSpPr>
          <p:spPr>
            <a:xfrm>
              <a:off x="678894" y="2235319"/>
              <a:ext cx="786535" cy="4631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Net Gen = 90 MU</a:t>
              </a:r>
            </a:p>
          </p:txBody>
        </p:sp>
        <p:sp>
          <p:nvSpPr>
            <p:cNvPr id="15" name="TextBox 14">
              <a:extLst>
                <a:ext uri="{FF2B5EF4-FFF2-40B4-BE49-F238E27FC236}">
                  <a16:creationId xmlns:a16="http://schemas.microsoft.com/office/drawing/2014/main" id="{961B23DD-5B19-4939-A507-4F4FE8F729C2}"/>
                </a:ext>
              </a:extLst>
            </p:cNvPr>
            <p:cNvSpPr txBox="1"/>
            <p:nvPr/>
          </p:nvSpPr>
          <p:spPr>
            <a:xfrm>
              <a:off x="1060557" y="1605301"/>
              <a:ext cx="951707" cy="23159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dirty="0">
                  <a:ln>
                    <a:noFill/>
                  </a:ln>
                  <a:solidFill>
                    <a:srgbClr val="313131"/>
                  </a:solidFill>
                  <a:effectLst/>
                  <a:uLnTx/>
                  <a:uFillTx/>
                  <a:latin typeface="Calibri"/>
                  <a:ea typeface="+mn-ea"/>
                  <a:cs typeface="+mn-cs"/>
                </a:rPr>
                <a:t>To Discom</a:t>
              </a:r>
            </a:p>
          </p:txBody>
        </p:sp>
        <p:cxnSp>
          <p:nvCxnSpPr>
            <p:cNvPr id="16" name="Straight Arrow Connector 15">
              <a:extLst>
                <a:ext uri="{FF2B5EF4-FFF2-40B4-BE49-F238E27FC236}">
                  <a16:creationId xmlns:a16="http://schemas.microsoft.com/office/drawing/2014/main" id="{87CC35B4-D87E-4442-8E4D-A74C926616DF}"/>
                </a:ext>
              </a:extLst>
            </p:cNvPr>
            <p:cNvCxnSpPr>
              <a:cxnSpLocks/>
            </p:cNvCxnSpPr>
            <p:nvPr/>
          </p:nvCxnSpPr>
          <p:spPr>
            <a:xfrm>
              <a:off x="1669818" y="1916497"/>
              <a:ext cx="0" cy="2060059"/>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43200F-BD11-4108-ACBE-8727E2103B32}"/>
                </a:ext>
              </a:extLst>
            </p:cNvPr>
            <p:cNvSpPr txBox="1"/>
            <p:nvPr/>
          </p:nvSpPr>
          <p:spPr>
            <a:xfrm>
              <a:off x="1733124" y="2044972"/>
              <a:ext cx="1939402" cy="6947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Energy Charge payment by Discom to TPP</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1" u="none" strike="noStrike" kern="1200" cap="none" spc="0" normalizeH="0" baseline="0" noProof="0" dirty="0">
                  <a:ln>
                    <a:noFill/>
                  </a:ln>
                  <a:solidFill>
                    <a:srgbClr val="00B0F0"/>
                  </a:solidFill>
                  <a:effectLst/>
                  <a:uLnTx/>
                  <a:uFillTx/>
                  <a:latin typeface="Calibri"/>
                  <a:ea typeface="+mn-ea"/>
                  <a:cs typeface="+mn-cs"/>
                </a:rPr>
                <a:t>= ECR (Rs/kWh) x 90 MU</a:t>
              </a:r>
            </a:p>
          </p:txBody>
        </p:sp>
        <p:sp>
          <p:nvSpPr>
            <p:cNvPr id="54" name="TextBox 53">
              <a:extLst>
                <a:ext uri="{FF2B5EF4-FFF2-40B4-BE49-F238E27FC236}">
                  <a16:creationId xmlns:a16="http://schemas.microsoft.com/office/drawing/2014/main" id="{8656223E-EE30-4B3A-9C57-AAD4F7825440}"/>
                </a:ext>
              </a:extLst>
            </p:cNvPr>
            <p:cNvSpPr txBox="1"/>
            <p:nvPr/>
          </p:nvSpPr>
          <p:spPr>
            <a:xfrm>
              <a:off x="1178755" y="925459"/>
              <a:ext cx="2379707" cy="4631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sng" strike="noStrike" kern="1200" cap="none" spc="0" normalizeH="0" baseline="0" noProof="0" dirty="0">
                  <a:ln>
                    <a:noFill/>
                  </a:ln>
                  <a:solidFill>
                    <a:srgbClr val="313131"/>
                  </a:solidFill>
                  <a:effectLst/>
                  <a:uLnTx/>
                  <a:uFillTx/>
                  <a:latin typeface="Calibri"/>
                  <a:ea typeface="+mn-ea"/>
                  <a:cs typeface="+mn-cs"/>
                </a:rPr>
                <a:t>SCENARIO-1: ORIGINAL CASE (ILLUSTRATIVE)</a:t>
              </a:r>
            </a:p>
          </p:txBody>
        </p:sp>
        <p:cxnSp>
          <p:nvCxnSpPr>
            <p:cNvPr id="56" name="Straight Arrow Connector 55">
              <a:extLst>
                <a:ext uri="{FF2B5EF4-FFF2-40B4-BE49-F238E27FC236}">
                  <a16:creationId xmlns:a16="http://schemas.microsoft.com/office/drawing/2014/main" id="{0E54C0A7-4FD6-4034-9281-72581C134B8B}"/>
                </a:ext>
              </a:extLst>
            </p:cNvPr>
            <p:cNvCxnSpPr>
              <a:cxnSpLocks/>
            </p:cNvCxnSpPr>
            <p:nvPr/>
          </p:nvCxnSpPr>
          <p:spPr>
            <a:xfrm>
              <a:off x="683857" y="5774385"/>
              <a:ext cx="521456" cy="0"/>
            </a:xfrm>
            <a:prstGeom prst="straightConnector1">
              <a:avLst/>
            </a:prstGeom>
            <a:ln w="19050">
              <a:solidFill>
                <a:schemeClr val="tx2"/>
              </a:solidFill>
              <a:tailEnd type="arrow" w="med"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A28927F-4BA5-491E-A142-761B5CF42CD6}"/>
                </a:ext>
              </a:extLst>
            </p:cNvPr>
            <p:cNvCxnSpPr>
              <a:cxnSpLocks/>
            </p:cNvCxnSpPr>
            <p:nvPr/>
          </p:nvCxnSpPr>
          <p:spPr>
            <a:xfrm>
              <a:off x="678894" y="5997621"/>
              <a:ext cx="499861"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69E87B59-C785-483A-A05B-C7B5F9242789}"/>
                </a:ext>
              </a:extLst>
            </p:cNvPr>
            <p:cNvSpPr txBox="1"/>
            <p:nvPr/>
          </p:nvSpPr>
          <p:spPr>
            <a:xfrm>
              <a:off x="1299818" y="5655259"/>
              <a:ext cx="1393395" cy="2315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Calibri"/>
                  <a:ea typeface="+mn-ea"/>
                  <a:cs typeface="+mn-cs"/>
                </a:rPr>
                <a:t>Electricity flow</a:t>
              </a:r>
            </a:p>
          </p:txBody>
        </p:sp>
        <p:sp>
          <p:nvSpPr>
            <p:cNvPr id="61" name="TextBox 60">
              <a:extLst>
                <a:ext uri="{FF2B5EF4-FFF2-40B4-BE49-F238E27FC236}">
                  <a16:creationId xmlns:a16="http://schemas.microsoft.com/office/drawing/2014/main" id="{C4AB69CE-8D2B-40A5-8A23-EECA5CC7CADF}"/>
                </a:ext>
              </a:extLst>
            </p:cNvPr>
            <p:cNvSpPr txBox="1"/>
            <p:nvPr/>
          </p:nvSpPr>
          <p:spPr>
            <a:xfrm>
              <a:off x="1307025" y="5907947"/>
              <a:ext cx="1393395" cy="2315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00B0F0"/>
                  </a:solidFill>
                  <a:effectLst/>
                  <a:uLnTx/>
                  <a:uFillTx/>
                  <a:latin typeface="Calibri"/>
                  <a:ea typeface="+mn-ea"/>
                  <a:cs typeface="+mn-cs"/>
                </a:rPr>
                <a:t>Payment</a:t>
              </a:r>
            </a:p>
          </p:txBody>
        </p:sp>
      </p:grpSp>
      <p:sp>
        <p:nvSpPr>
          <p:cNvPr id="4" name="TextBox 3">
            <a:extLst>
              <a:ext uri="{FF2B5EF4-FFF2-40B4-BE49-F238E27FC236}">
                <a16:creationId xmlns:a16="http://schemas.microsoft.com/office/drawing/2014/main" id="{5193AC3D-1DE6-4F09-BD5C-D43C8C0BD7D0}"/>
              </a:ext>
            </a:extLst>
          </p:cNvPr>
          <p:cNvSpPr txBox="1"/>
          <p:nvPr/>
        </p:nvSpPr>
        <p:spPr>
          <a:xfrm>
            <a:off x="198484" y="6192718"/>
            <a:ext cx="8257107" cy="338554"/>
          </a:xfrm>
          <a:prstGeom prst="rect">
            <a:avLst/>
          </a:prstGeom>
          <a:solidFill>
            <a:srgbClr val="046A38"/>
          </a:solidFill>
          <a:ln>
            <a:solidFill>
              <a:srgbClr val="66905C"/>
            </a:solidFill>
          </a:ln>
        </p:spPr>
        <p:txBody>
          <a:bodyPr wrap="square" lIns="91440" tIns="45720" rIns="91440" bIns="45720" rtlCol="0">
            <a:spAutoFit/>
          </a:bodyPr>
          <a:lstStyle/>
          <a:p>
            <a:pPr algn="ctr">
              <a:spcBef>
                <a:spcPts val="600"/>
              </a:spcBef>
              <a:buSzPct val="100000"/>
            </a:pPr>
            <a:r>
              <a:rPr lang="en-US" sz="1600" b="1" i="1" dirty="0">
                <a:solidFill>
                  <a:srgbClr val="E3E48D"/>
                </a:solidFill>
              </a:rPr>
              <a:t>Figures above are illustrative and for explanation purpose</a:t>
            </a:r>
          </a:p>
        </p:txBody>
      </p:sp>
      <p:cxnSp>
        <p:nvCxnSpPr>
          <p:cNvPr id="29" name="Straight Connector 28">
            <a:extLst>
              <a:ext uri="{FF2B5EF4-FFF2-40B4-BE49-F238E27FC236}">
                <a16:creationId xmlns:a16="http://schemas.microsoft.com/office/drawing/2014/main" id="{6CAAFBBD-8861-419E-BAE2-953FCBC37D3D}"/>
              </a:ext>
            </a:extLst>
          </p:cNvPr>
          <p:cNvCxnSpPr>
            <a:cxnSpLocks/>
          </p:cNvCxnSpPr>
          <p:nvPr/>
        </p:nvCxnSpPr>
        <p:spPr>
          <a:xfrm>
            <a:off x="3812414" y="952128"/>
            <a:ext cx="0" cy="5110250"/>
          </a:xfrm>
          <a:prstGeom prst="line">
            <a:avLst/>
          </a:prstGeom>
          <a:ln w="19050">
            <a:prstDash val="lgDash"/>
          </a:ln>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905ACD3B-E3DD-40F2-97D0-3A2B6E130A27}"/>
              </a:ext>
            </a:extLst>
          </p:cNvPr>
          <p:cNvCxnSpPr>
            <a:cxnSpLocks/>
          </p:cNvCxnSpPr>
          <p:nvPr/>
        </p:nvCxnSpPr>
        <p:spPr>
          <a:xfrm>
            <a:off x="8658363" y="907524"/>
            <a:ext cx="0" cy="5154854"/>
          </a:xfrm>
          <a:prstGeom prst="line">
            <a:avLst/>
          </a:prstGeom>
          <a:ln w="19050">
            <a:prstDash val="lgDash"/>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5EE2D93D-C770-4460-8E3A-C40DBAAE871E}"/>
              </a:ext>
            </a:extLst>
          </p:cNvPr>
          <p:cNvSpPr/>
          <p:nvPr/>
        </p:nvSpPr>
        <p:spPr bwMode="gray">
          <a:xfrm>
            <a:off x="8853295" y="907524"/>
            <a:ext cx="3041572" cy="1079197"/>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nSpc>
                <a:spcPct val="106000"/>
              </a:lnSpc>
              <a:buFont typeface="Wingdings 2" pitchFamily="18" charset="2"/>
              <a:buNone/>
            </a:pPr>
            <a:r>
              <a:rPr lang="en-US" sz="1600" dirty="0">
                <a:ln w="0"/>
                <a:solidFill>
                  <a:schemeClr val="tx1"/>
                </a:solidFill>
              </a:rPr>
              <a:t>Overall auxiliary consumption for RVUNL Coal TPPs</a:t>
            </a:r>
            <a:r>
              <a:rPr lang="en-US" sz="1600" b="1" dirty="0">
                <a:ln w="0"/>
                <a:solidFill>
                  <a:schemeClr val="tx1"/>
                </a:solidFill>
              </a:rPr>
              <a:t>: </a:t>
            </a:r>
            <a:r>
              <a:rPr lang="en-US" sz="1600" b="1" dirty="0">
                <a:ln w="0"/>
                <a:solidFill>
                  <a:schemeClr val="tx1"/>
                </a:solidFill>
                <a:sym typeface="Symbol" panose="05050102010706020507" pitchFamily="18" charset="2"/>
              </a:rPr>
              <a:t></a:t>
            </a:r>
            <a:r>
              <a:rPr lang="en-US" sz="1600" b="1" dirty="0">
                <a:ln w="0"/>
                <a:solidFill>
                  <a:schemeClr val="tx1"/>
                </a:solidFill>
              </a:rPr>
              <a:t>670 MW</a:t>
            </a:r>
          </a:p>
        </p:txBody>
      </p:sp>
      <p:sp>
        <p:nvSpPr>
          <p:cNvPr id="53" name="Rectangle 52">
            <a:extLst>
              <a:ext uri="{FF2B5EF4-FFF2-40B4-BE49-F238E27FC236}">
                <a16:creationId xmlns:a16="http://schemas.microsoft.com/office/drawing/2014/main" id="{8751A1E9-0A9C-4AD9-8CD5-8859D5A99EA2}"/>
              </a:ext>
            </a:extLst>
          </p:cNvPr>
          <p:cNvSpPr/>
          <p:nvPr/>
        </p:nvSpPr>
        <p:spPr bwMode="gray">
          <a:xfrm>
            <a:off x="8869143" y="3667889"/>
            <a:ext cx="3077017" cy="2372271"/>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nSpc>
                <a:spcPct val="106000"/>
              </a:lnSpc>
              <a:buFont typeface="Arial" panose="020B0604020202020204" pitchFamily="34" charset="0"/>
              <a:buChar char="•"/>
            </a:pPr>
            <a:r>
              <a:rPr lang="en-US" sz="1600" dirty="0">
                <a:ln w="0"/>
                <a:solidFill>
                  <a:schemeClr val="tx1"/>
                </a:solidFill>
              </a:rPr>
              <a:t>There is no regulatory provision for such arrangement</a:t>
            </a:r>
          </a:p>
          <a:p>
            <a:pPr marL="285750" indent="-285750">
              <a:lnSpc>
                <a:spcPct val="106000"/>
              </a:lnSpc>
              <a:buFont typeface="Arial" panose="020B0604020202020204" pitchFamily="34" charset="0"/>
              <a:buChar char="•"/>
            </a:pPr>
            <a:endParaRPr lang="en-US" sz="1600" dirty="0">
              <a:ln w="0"/>
              <a:solidFill>
                <a:schemeClr val="tx1"/>
              </a:solidFill>
            </a:endParaRPr>
          </a:p>
          <a:p>
            <a:pPr marL="285750" indent="-285750">
              <a:lnSpc>
                <a:spcPct val="106000"/>
              </a:lnSpc>
              <a:buFont typeface="Arial" panose="020B0604020202020204" pitchFamily="34" charset="0"/>
              <a:buChar char="•"/>
            </a:pPr>
            <a:r>
              <a:rPr lang="en-US" sz="1600" dirty="0">
                <a:ln w="0"/>
                <a:solidFill>
                  <a:schemeClr val="tx1"/>
                </a:solidFill>
              </a:rPr>
              <a:t>Suitable Policy Advocacy needs to be carried out </a:t>
            </a:r>
            <a:r>
              <a:rPr lang="en-US" sz="1600" dirty="0">
                <a:cs typeface="Times New Roman" panose="02020603050405020304" pitchFamily="18" charset="0"/>
              </a:rPr>
              <a:t>at Rajasthan Energy Ministry and Regulator levels </a:t>
            </a:r>
            <a:r>
              <a:rPr lang="en-US" sz="1600" dirty="0">
                <a:ln w="0"/>
                <a:solidFill>
                  <a:schemeClr val="tx1"/>
                </a:solidFill>
              </a:rPr>
              <a:t>to address the above matter</a:t>
            </a:r>
          </a:p>
        </p:txBody>
      </p:sp>
      <p:sp>
        <p:nvSpPr>
          <p:cNvPr id="41" name="Rectangle 40">
            <a:extLst>
              <a:ext uri="{FF2B5EF4-FFF2-40B4-BE49-F238E27FC236}">
                <a16:creationId xmlns:a16="http://schemas.microsoft.com/office/drawing/2014/main" id="{C90E8CB5-9CC1-4016-8B04-D1B5EA86A5DA}"/>
              </a:ext>
            </a:extLst>
          </p:cNvPr>
          <p:cNvSpPr/>
          <p:nvPr/>
        </p:nvSpPr>
        <p:spPr bwMode="gray">
          <a:xfrm>
            <a:off x="8865934" y="3101062"/>
            <a:ext cx="3077017" cy="568712"/>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Key Considerations for CIL</a:t>
            </a:r>
          </a:p>
        </p:txBody>
      </p:sp>
      <p:sp>
        <p:nvSpPr>
          <p:cNvPr id="42" name="TextBox 41">
            <a:extLst>
              <a:ext uri="{FF2B5EF4-FFF2-40B4-BE49-F238E27FC236}">
                <a16:creationId xmlns:a16="http://schemas.microsoft.com/office/drawing/2014/main" id="{4293FF18-1EA1-4122-B293-3D2B5E72FC3F}"/>
              </a:ext>
            </a:extLst>
          </p:cNvPr>
          <p:cNvSpPr txBox="1"/>
          <p:nvPr/>
        </p:nvSpPr>
        <p:spPr>
          <a:xfrm>
            <a:off x="8908060" y="2217809"/>
            <a:ext cx="2986805" cy="430887"/>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Plant-wise Auxiliary consumption details are provided in </a:t>
            </a:r>
            <a:r>
              <a:rPr lang="en-US" sz="1400" i="1" dirty="0">
                <a:solidFill>
                  <a:srgbClr val="313131"/>
                </a:solidFill>
                <a:hlinkClick r:id="rId2" action="ppaction://hlinksldjump"/>
              </a:rPr>
              <a:t>Annexure 4</a:t>
            </a:r>
            <a:endParaRPr lang="en-US" sz="1400" i="1" dirty="0">
              <a:solidFill>
                <a:srgbClr val="313131"/>
              </a:solidFill>
            </a:endParaRPr>
          </a:p>
        </p:txBody>
      </p:sp>
    </p:spTree>
    <p:extLst>
      <p:ext uri="{BB962C8B-B14F-4D97-AF65-F5344CB8AC3E}">
        <p14:creationId xmlns:p14="http://schemas.microsoft.com/office/powerpoint/2010/main" val="26649640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2. Sale to Rajasthan DISCOMs u/s 62</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099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2. Sale of Solar Power to Rajasthan DISCOMs under Section 62 of EA 2003</a:t>
            </a:r>
            <a:endParaRPr lang="en-US" sz="2400" dirty="0">
              <a:effectLst/>
              <a:latin typeface="Calibri" panose="020F0502020204030204" pitchFamily="34" charset="0"/>
              <a:ea typeface="Calibri" panose="020F0502020204030204" pitchFamily="34" charset="0"/>
            </a:endParaRPr>
          </a:p>
        </p:txBody>
      </p:sp>
      <p:sp>
        <p:nvSpPr>
          <p:cNvPr id="10" name="TextBox 9">
            <a:extLst>
              <a:ext uri="{FF2B5EF4-FFF2-40B4-BE49-F238E27FC236}">
                <a16:creationId xmlns:a16="http://schemas.microsoft.com/office/drawing/2014/main" id="{F025D5B7-273E-4757-8279-45F5B51B2776}"/>
              </a:ext>
            </a:extLst>
          </p:cNvPr>
          <p:cNvSpPr txBox="1"/>
          <p:nvPr/>
        </p:nvSpPr>
        <p:spPr>
          <a:xfrm>
            <a:off x="316588" y="894479"/>
            <a:ext cx="11548836" cy="730072"/>
          </a:xfrm>
          <a:prstGeom prst="rect">
            <a:avLst/>
          </a:prstGeom>
          <a:solidFill>
            <a:srgbClr val="EBFCCC"/>
          </a:solidFill>
          <a:ln>
            <a:solidFill>
              <a:schemeClr val="bg1"/>
            </a:solidFill>
          </a:ln>
        </p:spPr>
        <p:txBody>
          <a:bodyPr wrap="square" lIns="91440" tIns="91440" rIns="91440" bIns="91440" rtlCol="0">
            <a:spAutoFit/>
          </a:bodyPr>
          <a:lstStyle/>
          <a:p>
            <a:pPr algn="just">
              <a:lnSpc>
                <a:spcPct val="114000"/>
              </a:lnSpc>
              <a:spcAft>
                <a:spcPts val="1200"/>
              </a:spcAft>
              <a:buSzPct val="100000"/>
            </a:pPr>
            <a:r>
              <a:rPr lang="en-US" sz="1600" dirty="0"/>
              <a:t>Section 62 of Electricity Act 2003, provides for sale of power directly to DISCOMs without going into competitive bidding. The concerned Electricity Regulatory Commission (RERC in this case) will determine the tariff for such sale of power by Genco to DISCOM</a:t>
            </a:r>
            <a:endParaRPr lang="en-US" sz="1600" u="sng" dirty="0"/>
          </a:p>
        </p:txBody>
      </p:sp>
      <p:sp>
        <p:nvSpPr>
          <p:cNvPr id="5" name="TextBox 4">
            <a:extLst>
              <a:ext uri="{FF2B5EF4-FFF2-40B4-BE49-F238E27FC236}">
                <a16:creationId xmlns:a16="http://schemas.microsoft.com/office/drawing/2014/main" id="{5C164D98-BC13-486C-9193-11F72456299E}"/>
              </a:ext>
            </a:extLst>
          </p:cNvPr>
          <p:cNvSpPr txBox="1"/>
          <p:nvPr/>
        </p:nvSpPr>
        <p:spPr>
          <a:xfrm>
            <a:off x="316588" y="1684492"/>
            <a:ext cx="11548836" cy="3002873"/>
          </a:xfrm>
          <a:prstGeom prst="rect">
            <a:avLst/>
          </a:prstGeom>
          <a:noFill/>
          <a:ln>
            <a:solidFill>
              <a:srgbClr val="002060"/>
            </a:solidFill>
          </a:ln>
        </p:spPr>
        <p:txBody>
          <a:bodyPr wrap="square" lIns="91440" tIns="91440" rIns="91440" bIns="91440" rtlCol="0">
            <a:spAutoFit/>
          </a:bodyPr>
          <a:lstStyle/>
          <a:p>
            <a:pPr algn="just">
              <a:lnSpc>
                <a:spcPct val="114000"/>
              </a:lnSpc>
              <a:spcAft>
                <a:spcPts val="400"/>
              </a:spcAft>
              <a:buSzPct val="100000"/>
            </a:pPr>
            <a:r>
              <a:rPr lang="en-US" sz="1600" b="1" dirty="0"/>
              <a:t>Regulatory requirements for determination of solar tariff under Section 62 as per the ‘Rajasthan Electricity Regulatory Commission (Terms and Conditions for Tariff determination from Renewable Energy Sources) Regulations, 2020’:</a:t>
            </a:r>
          </a:p>
          <a:p>
            <a:pPr marL="660400" lvl="1" indent="-203200" algn="just">
              <a:lnSpc>
                <a:spcPct val="114000"/>
              </a:lnSpc>
              <a:spcAft>
                <a:spcPts val="400"/>
              </a:spcAft>
              <a:buSzPct val="100000"/>
              <a:buFont typeface="Arial"/>
              <a:buChar char="•"/>
            </a:pPr>
            <a:r>
              <a:rPr lang="en-US" sz="1600" b="1" dirty="0"/>
              <a:t>RERC can determine project-specific tariff </a:t>
            </a:r>
            <a:r>
              <a:rPr lang="en-US" sz="1600" dirty="0"/>
              <a:t>on case-to-case basis for new Solar PV Projects.</a:t>
            </a:r>
          </a:p>
          <a:p>
            <a:pPr marL="660400" lvl="1" indent="-203200" algn="just">
              <a:lnSpc>
                <a:spcPct val="114000"/>
              </a:lnSpc>
              <a:spcAft>
                <a:spcPts val="400"/>
              </a:spcAft>
              <a:buSzPct val="100000"/>
              <a:buFont typeface="Arial"/>
              <a:buChar char="•"/>
            </a:pPr>
            <a:r>
              <a:rPr lang="en-US" sz="1600" b="1" dirty="0"/>
              <a:t>The Developer needs to submit a petition </a:t>
            </a:r>
            <a:r>
              <a:rPr lang="en-US" sz="1600" dirty="0"/>
              <a:t>including:</a:t>
            </a:r>
          </a:p>
          <a:p>
            <a:pPr marL="1200150" lvl="2" indent="-285750" algn="just">
              <a:lnSpc>
                <a:spcPct val="114000"/>
              </a:lnSpc>
              <a:spcAft>
                <a:spcPts val="400"/>
              </a:spcAft>
              <a:buSzPct val="100000"/>
              <a:buFont typeface="Courier New" panose="02070309020205020404" pitchFamily="49" charset="0"/>
              <a:buChar char="o"/>
            </a:pPr>
            <a:r>
              <a:rPr lang="en-US" sz="1600" dirty="0"/>
              <a:t>Filled-in formats as per Regulations,</a:t>
            </a:r>
          </a:p>
          <a:p>
            <a:pPr marL="1200150" lvl="2" indent="-285750" algn="just">
              <a:lnSpc>
                <a:spcPct val="114000"/>
              </a:lnSpc>
              <a:spcAft>
                <a:spcPts val="400"/>
              </a:spcAft>
              <a:buSzPct val="100000"/>
              <a:buFont typeface="Courier New" panose="02070309020205020404" pitchFamily="49" charset="0"/>
              <a:buChar char="o"/>
            </a:pPr>
            <a:r>
              <a:rPr lang="en-US" sz="1600" dirty="0"/>
              <a:t>Project DPR, </a:t>
            </a:r>
          </a:p>
          <a:p>
            <a:pPr marL="1200150" lvl="2" indent="-285750" algn="just">
              <a:lnSpc>
                <a:spcPct val="114000"/>
              </a:lnSpc>
              <a:spcAft>
                <a:spcPts val="400"/>
              </a:spcAft>
              <a:buSzPct val="100000"/>
              <a:buFont typeface="Courier New" panose="02070309020205020404" pitchFamily="49" charset="0"/>
              <a:buChar char="o"/>
            </a:pPr>
            <a:r>
              <a:rPr lang="en-US" sz="1600" dirty="0"/>
              <a:t>Consent from Distribution Licensee in form of </a:t>
            </a:r>
            <a:r>
              <a:rPr lang="en-US" sz="1600" dirty="0" err="1"/>
              <a:t>initialled</a:t>
            </a:r>
            <a:r>
              <a:rPr lang="en-US" sz="1600" dirty="0"/>
              <a:t> PPA</a:t>
            </a:r>
          </a:p>
          <a:p>
            <a:pPr marL="1200150" lvl="2" indent="-285750" algn="just">
              <a:lnSpc>
                <a:spcPct val="114000"/>
              </a:lnSpc>
              <a:spcAft>
                <a:spcPts val="400"/>
              </a:spcAft>
              <a:buSzPct val="100000"/>
              <a:buFont typeface="Courier New" panose="02070309020205020404" pitchFamily="49" charset="0"/>
              <a:buChar char="o"/>
            </a:pPr>
            <a:r>
              <a:rPr lang="en-US" sz="1600" dirty="0"/>
              <a:t>Rationale for opting project specific tariff instead of competitive bidding and Competitiveness of the proposed tariff vis-à-vis tariff discovered through Competitive Bidding/tariff prevalent in the market.</a:t>
            </a:r>
          </a:p>
        </p:txBody>
      </p:sp>
      <p:sp>
        <p:nvSpPr>
          <p:cNvPr id="6" name="TextBox 5">
            <a:extLst>
              <a:ext uri="{FF2B5EF4-FFF2-40B4-BE49-F238E27FC236}">
                <a16:creationId xmlns:a16="http://schemas.microsoft.com/office/drawing/2014/main" id="{D577D8F9-A6C8-490A-B47E-1C3EEBBD899F}"/>
              </a:ext>
            </a:extLst>
          </p:cNvPr>
          <p:cNvSpPr txBox="1"/>
          <p:nvPr/>
        </p:nvSpPr>
        <p:spPr>
          <a:xfrm>
            <a:off x="316588" y="4992517"/>
            <a:ext cx="11548836" cy="1291507"/>
          </a:xfrm>
          <a:prstGeom prst="rect">
            <a:avLst/>
          </a:prstGeom>
          <a:solidFill>
            <a:srgbClr val="004F59"/>
          </a:solidFill>
          <a:ln>
            <a:solidFill>
              <a:srgbClr val="002060"/>
            </a:solidFill>
          </a:ln>
        </p:spPr>
        <p:txBody>
          <a:bodyPr wrap="square" lIns="91440" tIns="91440" rIns="91440" bIns="91440" rtlCol="0">
            <a:spAutoFit/>
          </a:bodyPr>
          <a:lstStyle/>
          <a:p>
            <a:pPr algn="just">
              <a:lnSpc>
                <a:spcPct val="114000"/>
              </a:lnSpc>
              <a:buSzPct val="100000"/>
            </a:pPr>
            <a:r>
              <a:rPr lang="en-US" sz="1600" b="1" dirty="0">
                <a:solidFill>
                  <a:schemeClr val="bg1"/>
                </a:solidFill>
              </a:rPr>
              <a:t>Key Consideration for CIL:</a:t>
            </a:r>
            <a:r>
              <a:rPr lang="en-US" sz="1600" dirty="0">
                <a:solidFill>
                  <a:schemeClr val="bg1"/>
                </a:solidFill>
              </a:rPr>
              <a:t> </a:t>
            </a:r>
          </a:p>
          <a:p>
            <a:pPr marL="285750" indent="-285750" algn="just">
              <a:lnSpc>
                <a:spcPct val="114000"/>
              </a:lnSpc>
              <a:buSzPct val="100000"/>
              <a:buFont typeface="Arial" panose="020B0604020202020204" pitchFamily="34" charset="0"/>
              <a:buChar char="•"/>
            </a:pPr>
            <a:r>
              <a:rPr lang="en-US" sz="1600" i="1" dirty="0">
                <a:solidFill>
                  <a:schemeClr val="bg1"/>
                </a:solidFill>
              </a:rPr>
              <a:t>For sale of power to DISCOM u/s 62, tariff needs to be comparable with prevalent tariffs discovered through competitive bidding</a:t>
            </a:r>
          </a:p>
          <a:p>
            <a:pPr marL="285750" indent="-285750" algn="just">
              <a:lnSpc>
                <a:spcPct val="114000"/>
              </a:lnSpc>
              <a:buSzPct val="100000"/>
              <a:buFont typeface="Arial" panose="020B0604020202020204" pitchFamily="34" charset="0"/>
              <a:buChar char="•"/>
            </a:pPr>
            <a:r>
              <a:rPr lang="en-US" sz="1600" i="1" dirty="0">
                <a:solidFill>
                  <a:schemeClr val="bg1"/>
                </a:solidFill>
              </a:rPr>
              <a:t>As per current trend, Rajasthan Discoms will potentially remain solar RPO surplus in near future, which may pose challenge for further sale of solar power to Rajasthan DISCOM u/s 62</a:t>
            </a:r>
          </a:p>
        </p:txBody>
      </p:sp>
      <p:sp>
        <p:nvSpPr>
          <p:cNvPr id="7" name="TextBox 6">
            <a:extLst>
              <a:ext uri="{FF2B5EF4-FFF2-40B4-BE49-F238E27FC236}">
                <a16:creationId xmlns:a16="http://schemas.microsoft.com/office/drawing/2014/main" id="{BF9554D4-F3F3-4189-AA1F-3827ACB90BF6}"/>
              </a:ext>
            </a:extLst>
          </p:cNvPr>
          <p:cNvSpPr txBox="1"/>
          <p:nvPr/>
        </p:nvSpPr>
        <p:spPr>
          <a:xfrm>
            <a:off x="3986502" y="6310787"/>
            <a:ext cx="11548836" cy="569515"/>
          </a:xfrm>
          <a:prstGeom prst="rect">
            <a:avLst/>
          </a:prstGeom>
          <a:noFill/>
        </p:spPr>
        <p:txBody>
          <a:bodyPr wrap="square">
            <a:spAutoFit/>
          </a:bodyPr>
          <a:lstStyle/>
          <a:p>
            <a:pPr marL="55563" lvl="1" algn="just">
              <a:lnSpc>
                <a:spcPct val="114000"/>
              </a:lnSpc>
              <a:buSzPct val="100000"/>
            </a:pPr>
            <a:r>
              <a:rPr lang="en-US" sz="1400" i="1" dirty="0"/>
              <a:t>Details of solar tariffs discovered in recently concluded IPP tenders are provided in </a:t>
            </a:r>
            <a:r>
              <a:rPr lang="en-US" sz="1400" i="1" dirty="0">
                <a:hlinkClick r:id="rId2" action="ppaction://hlinksldjump"/>
              </a:rPr>
              <a:t>Annexure </a:t>
            </a:r>
            <a:r>
              <a:rPr lang="en-US" sz="1400" i="1" dirty="0">
                <a:hlinkClick r:id="rId3" action="ppaction://hlinksldjump"/>
              </a:rPr>
              <a:t>6</a:t>
            </a:r>
            <a:endParaRPr lang="en-US" sz="1400" i="1" dirty="0"/>
          </a:p>
          <a:p>
            <a:pPr marL="55563" lvl="1" algn="just">
              <a:lnSpc>
                <a:spcPct val="114000"/>
              </a:lnSpc>
              <a:buSzPct val="100000"/>
            </a:pPr>
            <a:r>
              <a:rPr lang="en-US" sz="1400" i="1" dirty="0"/>
              <a:t>RPO projection for Rajasthan DISCOMs is provided in </a:t>
            </a:r>
            <a:r>
              <a:rPr lang="en-US" sz="1400" i="1" dirty="0">
                <a:hlinkClick r:id="rId4" action="ppaction://hlinksldjump"/>
              </a:rPr>
              <a:t>Annexure 7</a:t>
            </a:r>
            <a:endParaRPr lang="en-US" sz="1400" i="1" dirty="0"/>
          </a:p>
        </p:txBody>
      </p:sp>
      <p:sp>
        <p:nvSpPr>
          <p:cNvPr id="9" name="TextBox 8">
            <a:extLst>
              <a:ext uri="{FF2B5EF4-FFF2-40B4-BE49-F238E27FC236}">
                <a16:creationId xmlns:a16="http://schemas.microsoft.com/office/drawing/2014/main" id="{13EC009C-6344-4337-8530-5F573F12AE22}"/>
              </a:ext>
            </a:extLst>
          </p:cNvPr>
          <p:cNvSpPr txBox="1"/>
          <p:nvPr/>
        </p:nvSpPr>
        <p:spPr>
          <a:xfrm>
            <a:off x="316588" y="4674546"/>
            <a:ext cx="11538848" cy="323935"/>
          </a:xfrm>
          <a:prstGeom prst="rect">
            <a:avLst/>
          </a:prstGeom>
          <a:noFill/>
        </p:spPr>
        <p:txBody>
          <a:bodyPr wrap="square">
            <a:spAutoFit/>
          </a:bodyPr>
          <a:lstStyle/>
          <a:p>
            <a:pPr marL="55563" lvl="1" algn="just">
              <a:lnSpc>
                <a:spcPct val="114000"/>
              </a:lnSpc>
              <a:spcAft>
                <a:spcPts val="1200"/>
              </a:spcAft>
              <a:buSzPct val="100000"/>
            </a:pPr>
            <a:r>
              <a:rPr lang="en-US" sz="1400" i="1" dirty="0"/>
              <a:t>Relevant clause from RERC (Terms and Conditions for Tariff determination from Renewable Energy Sources) Regulations, 2020 is reproduced in </a:t>
            </a:r>
            <a:r>
              <a:rPr lang="en-US" sz="1400" i="1" dirty="0">
                <a:hlinkClick r:id="rId3" action="ppaction://hlinksldjump"/>
              </a:rPr>
              <a:t>Annexure 5</a:t>
            </a:r>
            <a:endParaRPr lang="en-US" sz="1600" i="1" dirty="0"/>
          </a:p>
        </p:txBody>
      </p:sp>
    </p:spTree>
    <p:extLst>
      <p:ext uri="{BB962C8B-B14F-4D97-AF65-F5344CB8AC3E}">
        <p14:creationId xmlns:p14="http://schemas.microsoft.com/office/powerpoint/2010/main" val="39086463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3.A. Sale within Rajasthan u/s 63</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411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3.A. </a:t>
            </a:r>
            <a:r>
              <a:rPr lang="en-US" sz="2400" b="1" dirty="0"/>
              <a:t>Sale within Rajasthan through TBCB route u/s 63 (1/3)</a:t>
            </a:r>
            <a:endParaRPr lang="en-GB" sz="2400" b="1" dirty="0"/>
          </a:p>
        </p:txBody>
      </p:sp>
      <p:sp>
        <p:nvSpPr>
          <p:cNvPr id="39" name="Rectangle 38">
            <a:extLst>
              <a:ext uri="{FF2B5EF4-FFF2-40B4-BE49-F238E27FC236}">
                <a16:creationId xmlns:a16="http://schemas.microsoft.com/office/drawing/2014/main" id="{4CEBD729-3E4E-49AB-AB9A-D185008B1A59}"/>
              </a:ext>
            </a:extLst>
          </p:cNvPr>
          <p:cNvSpPr/>
          <p:nvPr/>
        </p:nvSpPr>
        <p:spPr bwMode="gray">
          <a:xfrm>
            <a:off x="501650" y="885959"/>
            <a:ext cx="11188700" cy="1073470"/>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Sale of Power will be to Rajasthan DISCOMs where tariff is discovered u/s 63.</a:t>
            </a:r>
          </a:p>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Historically, SECI has floated four tenders in this regard of cumulative ~4.3 GW capacity; results of which are provided below for reference </a:t>
            </a:r>
          </a:p>
        </p:txBody>
      </p:sp>
      <p:sp>
        <p:nvSpPr>
          <p:cNvPr id="40" name="TextBox 39">
            <a:extLst>
              <a:ext uri="{FF2B5EF4-FFF2-40B4-BE49-F238E27FC236}">
                <a16:creationId xmlns:a16="http://schemas.microsoft.com/office/drawing/2014/main" id="{0DCB7E4D-CEA7-43D0-BC92-2C36B833D549}"/>
              </a:ext>
            </a:extLst>
          </p:cNvPr>
          <p:cNvSpPr txBox="1"/>
          <p:nvPr/>
        </p:nvSpPr>
        <p:spPr>
          <a:xfrm>
            <a:off x="501649" y="2404470"/>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RAJASTHAN 750 MW TRANCHE I</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2823591924"/>
              </p:ext>
            </p:extLst>
          </p:nvPr>
        </p:nvGraphicFramePr>
        <p:xfrm>
          <a:off x="501649" y="2832596"/>
          <a:ext cx="11188701" cy="24384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0">
                <a:tc gridSpan="3">
                  <a:txBody>
                    <a:bodyPr/>
                    <a:lstStyle/>
                    <a:p>
                      <a:r>
                        <a:rPr lang="en-US" sz="1400" dirty="0">
                          <a:latin typeface="+mj-lt"/>
                        </a:rPr>
                        <a:t> e-RA date: 01</a:t>
                      </a:r>
                      <a:r>
                        <a:rPr lang="en-US" sz="1400" baseline="30000" dirty="0">
                          <a:latin typeface="+mj-lt"/>
                        </a:rPr>
                        <a:t>st</a:t>
                      </a:r>
                      <a:r>
                        <a:rPr lang="en-US" sz="1400" dirty="0">
                          <a:latin typeface="+mj-lt"/>
                        </a:rPr>
                        <a:t> Mar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0">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0">
                <a:tc>
                  <a:txBody>
                    <a:bodyPr/>
                    <a:lstStyle/>
                    <a:p>
                      <a:r>
                        <a:rPr lang="en-US" sz="1400" dirty="0">
                          <a:latin typeface="+mj-lt"/>
                        </a:rPr>
                        <a:t>Fortum Solar Plus Private Limited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0">
                <a:tc>
                  <a:txBody>
                    <a:bodyPr/>
                    <a:lstStyle/>
                    <a:p>
                      <a:r>
                        <a:rPr lang="en-US" sz="1400" dirty="0" err="1">
                          <a:latin typeface="+mj-lt"/>
                        </a:rPr>
                        <a:t>Palimarwar</a:t>
                      </a:r>
                      <a:r>
                        <a:rPr lang="en-US" sz="1400" dirty="0">
                          <a:latin typeface="+mj-lt"/>
                        </a:rPr>
                        <a:t> Solar House Private Limited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a:ln>
                            <a:noFill/>
                          </a:ln>
                          <a:solidFill>
                            <a:prstClr val="black"/>
                          </a:solidFill>
                          <a:effectLst/>
                          <a:uLnTx/>
                          <a:uFillTx/>
                          <a:latin typeface="+mj-lt"/>
                          <a:ea typeface="+mn-ea"/>
                          <a:cs typeface="+mn-cs"/>
                        </a:rPr>
                        <a:t>2.48</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0">
                <a:tc>
                  <a:txBody>
                    <a:bodyPr/>
                    <a:lstStyle/>
                    <a:p>
                      <a:r>
                        <a:rPr lang="en-US" sz="1400" dirty="0">
                          <a:latin typeface="+mj-lt"/>
                        </a:rPr>
                        <a:t>ACME Solar Holdings Limited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dirty="0">
                          <a:ln>
                            <a:noFill/>
                          </a:ln>
                          <a:solidFill>
                            <a:prstClr val="black"/>
                          </a:solidFill>
                          <a:effectLst/>
                          <a:uLnTx/>
                          <a:uFillTx/>
                          <a:latin typeface="+mj-lt"/>
                          <a:ea typeface="+mn-ea"/>
                          <a:cs typeface="+mn-cs"/>
                        </a:rPr>
                        <a:t>2.48</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369104"/>
                  </a:ext>
                </a:extLst>
              </a:tr>
              <a:tr h="0">
                <a:tc>
                  <a:txBody>
                    <a:bodyPr/>
                    <a:lstStyle/>
                    <a:p>
                      <a:r>
                        <a:rPr lang="en-US" sz="1400" dirty="0">
                          <a:latin typeface="+mj-lt"/>
                        </a:rPr>
                        <a:t>Sitara Solar Energy Private Limited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dirty="0">
                          <a:ln>
                            <a:noFill/>
                          </a:ln>
                          <a:solidFill>
                            <a:prstClr val="black"/>
                          </a:solidFill>
                          <a:effectLst/>
                          <a:uLnTx/>
                          <a:uFillTx/>
                          <a:latin typeface="+mj-lt"/>
                          <a:ea typeface="+mn-ea"/>
                          <a:cs typeface="+mn-cs"/>
                        </a:rPr>
                        <a:t>2.48</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579354"/>
                  </a:ext>
                </a:extLst>
              </a:tr>
              <a:tr h="0">
                <a:tc>
                  <a:txBody>
                    <a:bodyPr/>
                    <a:lstStyle/>
                    <a:p>
                      <a:r>
                        <a:rPr lang="en-US" sz="1400" dirty="0">
                          <a:latin typeface="+mj-lt"/>
                        </a:rPr>
                        <a:t>Renew Solar Power Private Limited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5962334"/>
                  </a:ext>
                </a:extLst>
              </a:tr>
              <a:tr h="0">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401526855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3.A. </a:t>
            </a:r>
            <a:r>
              <a:rPr lang="en-US" sz="2400" b="1" dirty="0"/>
              <a:t>Sale within Rajasthan through TBCB route u/s 63 (2/3)</a:t>
            </a:r>
            <a:endParaRPr lang="en-GB" sz="2400" b="1" dirty="0"/>
          </a:p>
        </p:txBody>
      </p:sp>
      <p:sp>
        <p:nvSpPr>
          <p:cNvPr id="40" name="TextBox 39">
            <a:extLst>
              <a:ext uri="{FF2B5EF4-FFF2-40B4-BE49-F238E27FC236}">
                <a16:creationId xmlns:a16="http://schemas.microsoft.com/office/drawing/2014/main" id="{0DCB7E4D-CEA7-43D0-BC92-2C36B833D549}"/>
              </a:ext>
            </a:extLst>
          </p:cNvPr>
          <p:cNvSpPr txBox="1"/>
          <p:nvPr/>
        </p:nvSpPr>
        <p:spPr>
          <a:xfrm>
            <a:off x="501650" y="924013"/>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RAJASTHAN 750 MW TRANCHE II</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677329892"/>
              </p:ext>
            </p:extLst>
          </p:nvPr>
        </p:nvGraphicFramePr>
        <p:xfrm>
          <a:off x="501650" y="1352139"/>
          <a:ext cx="11188701" cy="21336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36519">
                <a:tc gridSpan="3">
                  <a:txBody>
                    <a:bodyPr/>
                    <a:lstStyle/>
                    <a:p>
                      <a:r>
                        <a:rPr lang="en-US" sz="1400" dirty="0">
                          <a:latin typeface="+mj-lt"/>
                        </a:rPr>
                        <a:t> e-RA date: 19</a:t>
                      </a:r>
                      <a:r>
                        <a:rPr lang="en-US" sz="1400" baseline="30000" dirty="0">
                          <a:latin typeface="+mj-lt"/>
                        </a:rPr>
                        <a:t>th</a:t>
                      </a:r>
                      <a:r>
                        <a:rPr lang="en-US" sz="1400" dirty="0">
                          <a:latin typeface="+mj-lt"/>
                        </a:rPr>
                        <a:t> Jun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36519">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36519">
                <a:tc>
                  <a:txBody>
                    <a:bodyPr/>
                    <a:lstStyle/>
                    <a:p>
                      <a:r>
                        <a:rPr lang="en-US" sz="1400" dirty="0">
                          <a:latin typeface="+mj-lt"/>
                        </a:rPr>
                        <a:t>NTPC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36519">
                <a:tc>
                  <a:txBody>
                    <a:bodyPr/>
                    <a:lstStyle/>
                    <a:p>
                      <a:r>
                        <a:rPr lang="en-US" sz="1400" dirty="0">
                          <a:latin typeface="+mj-lt"/>
                        </a:rPr>
                        <a:t>Mahindra </a:t>
                      </a:r>
                      <a:r>
                        <a:rPr lang="en-US" sz="1400" dirty="0" err="1">
                          <a:latin typeface="+mj-lt"/>
                        </a:rPr>
                        <a:t>Susten</a:t>
                      </a:r>
                      <a:r>
                        <a:rPr lang="en-US" sz="1400" dirty="0">
                          <a:latin typeface="+mj-lt"/>
                        </a:rPr>
                        <a:t> Pvt.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a:ln>
                            <a:noFill/>
                          </a:ln>
                          <a:solidFill>
                            <a:prstClr val="black"/>
                          </a:solidFill>
                          <a:effectLst/>
                          <a:uLnTx/>
                          <a:uFillTx/>
                          <a:latin typeface="Calibri"/>
                          <a:ea typeface="+mn-ea"/>
                          <a:cs typeface="+mn-cs"/>
                        </a:rPr>
                        <a:t>2.50</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36519">
                <a:tc>
                  <a:txBody>
                    <a:bodyPr/>
                    <a:lstStyle/>
                    <a:p>
                      <a:r>
                        <a:rPr lang="en-US" sz="1400" dirty="0">
                          <a:latin typeface="+mj-lt"/>
                        </a:rPr>
                        <a:t>Hero Solar Energy Pvt.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a:ln>
                            <a:noFill/>
                          </a:ln>
                          <a:solidFill>
                            <a:prstClr val="black"/>
                          </a:solidFill>
                          <a:effectLst/>
                          <a:uLnTx/>
                          <a:uFillTx/>
                          <a:latin typeface="Calibri"/>
                          <a:ea typeface="+mn-ea"/>
                          <a:cs typeface="+mn-cs"/>
                        </a:rPr>
                        <a:t>2.50</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369104"/>
                  </a:ext>
                </a:extLst>
              </a:tr>
              <a:tr h="236519">
                <a:tc>
                  <a:txBody>
                    <a:bodyPr/>
                    <a:lstStyle/>
                    <a:p>
                      <a:r>
                        <a:rPr lang="en-US" sz="1400" dirty="0">
                          <a:latin typeface="+mj-lt"/>
                        </a:rPr>
                        <a:t>Azure 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1400" b="0" i="0" u="none" strike="noStrike" kern="1200" cap="none" spc="0" normalizeH="0" baseline="0" noProof="0" dirty="0">
                          <a:ln>
                            <a:noFill/>
                          </a:ln>
                          <a:solidFill>
                            <a:prstClr val="black"/>
                          </a:solidFill>
                          <a:effectLst/>
                          <a:uLnTx/>
                          <a:uFillTx/>
                          <a:latin typeface="Calibri"/>
                          <a:ea typeface="+mn-ea"/>
                          <a:cs typeface="+mn-cs"/>
                        </a:rPr>
                        <a:t>2.50</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579354"/>
                  </a:ext>
                </a:extLst>
              </a:tr>
              <a:tr h="236519">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680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8EA0D782-7BEC-4D67-AA67-C5867056FF40}"/>
              </a:ext>
            </a:extLst>
          </p:cNvPr>
          <p:cNvSpPr txBox="1"/>
          <p:nvPr/>
        </p:nvSpPr>
        <p:spPr>
          <a:xfrm>
            <a:off x="501650" y="3850226"/>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RAJASTHAN 1070 MW TRANCHE III</a:t>
            </a:r>
            <a:endParaRPr lang="en-US" b="1" dirty="0">
              <a:solidFill>
                <a:srgbClr val="313131"/>
              </a:solidFill>
            </a:endParaRPr>
          </a:p>
        </p:txBody>
      </p:sp>
      <p:graphicFrame>
        <p:nvGraphicFramePr>
          <p:cNvPr id="8" name="Table 2">
            <a:extLst>
              <a:ext uri="{FF2B5EF4-FFF2-40B4-BE49-F238E27FC236}">
                <a16:creationId xmlns:a16="http://schemas.microsoft.com/office/drawing/2014/main" id="{3CC0196F-5B9A-4839-8600-7FD332B044AD}"/>
              </a:ext>
            </a:extLst>
          </p:cNvPr>
          <p:cNvGraphicFramePr>
            <a:graphicFrameLocks noGrp="1"/>
          </p:cNvGraphicFramePr>
          <p:nvPr>
            <p:extLst>
              <p:ext uri="{D42A27DB-BD31-4B8C-83A1-F6EECF244321}">
                <p14:modId xmlns:p14="http://schemas.microsoft.com/office/powerpoint/2010/main" val="3640817275"/>
              </p:ext>
            </p:extLst>
          </p:nvPr>
        </p:nvGraphicFramePr>
        <p:xfrm>
          <a:off x="501650" y="4278352"/>
          <a:ext cx="11188701" cy="18288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159231">
                <a:tc gridSpan="3">
                  <a:txBody>
                    <a:bodyPr/>
                    <a:lstStyle/>
                    <a:p>
                      <a:r>
                        <a:rPr lang="en-US" sz="1400" dirty="0">
                          <a:latin typeface="+mj-lt"/>
                        </a:rPr>
                        <a:t> e-RA date: 23</a:t>
                      </a:r>
                      <a:r>
                        <a:rPr lang="en-US" sz="1400" baseline="30000" dirty="0">
                          <a:latin typeface="+mj-lt"/>
                        </a:rPr>
                        <a:t>rd</a:t>
                      </a:r>
                      <a:r>
                        <a:rPr lang="en-US" sz="1400" dirty="0">
                          <a:latin typeface="+mj-lt"/>
                        </a:rPr>
                        <a:t> Nov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159231">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159231">
                <a:tc>
                  <a:txBody>
                    <a:bodyPr/>
                    <a:lstStyle/>
                    <a:p>
                      <a:r>
                        <a:rPr lang="en-US" sz="1400" dirty="0" err="1"/>
                        <a:t>Aljomaih</a:t>
                      </a:r>
                      <a:r>
                        <a:rPr lang="en-US" sz="1400" dirty="0"/>
                        <a:t> Energy and Water Co.</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159231">
                <a:tc>
                  <a:txBody>
                    <a:bodyPr/>
                    <a:lstStyle/>
                    <a:p>
                      <a:r>
                        <a:rPr lang="en-US" sz="1400" dirty="0"/>
                        <a:t>Green Infra Wind Energy Limited</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159231">
                <a:tc>
                  <a:txBody>
                    <a:bodyPr/>
                    <a:lstStyle/>
                    <a:p>
                      <a:r>
                        <a:rPr lang="en-US" sz="1400" dirty="0"/>
                        <a:t>NTPC Limited </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670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369104"/>
                  </a:ext>
                </a:extLst>
              </a:tr>
              <a:tr h="159231">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1,070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53270235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3.A. </a:t>
            </a:r>
            <a:r>
              <a:rPr lang="en-US" sz="2400" b="1" dirty="0"/>
              <a:t>Sale within Rajasthan through TBCB route u/s 63 (3/3)</a:t>
            </a:r>
            <a:endParaRPr lang="en-GB" sz="2400" b="1" dirty="0"/>
          </a:p>
        </p:txBody>
      </p:sp>
      <p:sp>
        <p:nvSpPr>
          <p:cNvPr id="7" name="TextBox 6">
            <a:extLst>
              <a:ext uri="{FF2B5EF4-FFF2-40B4-BE49-F238E27FC236}">
                <a16:creationId xmlns:a16="http://schemas.microsoft.com/office/drawing/2014/main" id="{8EA0D782-7BEC-4D67-AA67-C5867056FF40}"/>
              </a:ext>
            </a:extLst>
          </p:cNvPr>
          <p:cNvSpPr txBox="1"/>
          <p:nvPr/>
        </p:nvSpPr>
        <p:spPr>
          <a:xfrm>
            <a:off x="501650" y="911084"/>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RAJASTHAN 1785 MW TRANCHE IV</a:t>
            </a:r>
            <a:endParaRPr lang="en-US" b="1" dirty="0">
              <a:solidFill>
                <a:srgbClr val="313131"/>
              </a:solidFill>
            </a:endParaRPr>
          </a:p>
        </p:txBody>
      </p:sp>
      <p:graphicFrame>
        <p:nvGraphicFramePr>
          <p:cNvPr id="8" name="Table 2">
            <a:extLst>
              <a:ext uri="{FF2B5EF4-FFF2-40B4-BE49-F238E27FC236}">
                <a16:creationId xmlns:a16="http://schemas.microsoft.com/office/drawing/2014/main" id="{3CC0196F-5B9A-4839-8600-7FD332B044AD}"/>
              </a:ext>
            </a:extLst>
          </p:cNvPr>
          <p:cNvGraphicFramePr>
            <a:graphicFrameLocks noGrp="1"/>
          </p:cNvGraphicFramePr>
          <p:nvPr>
            <p:extLst>
              <p:ext uri="{D42A27DB-BD31-4B8C-83A1-F6EECF244321}">
                <p14:modId xmlns:p14="http://schemas.microsoft.com/office/powerpoint/2010/main" val="3354392033"/>
              </p:ext>
            </p:extLst>
          </p:nvPr>
        </p:nvGraphicFramePr>
        <p:xfrm>
          <a:off x="501650" y="1339210"/>
          <a:ext cx="11188701" cy="27432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01421">
                <a:tc gridSpan="3">
                  <a:txBody>
                    <a:bodyPr/>
                    <a:lstStyle/>
                    <a:p>
                      <a:r>
                        <a:rPr lang="en-US" sz="1400" dirty="0">
                          <a:latin typeface="+mj-lt"/>
                        </a:rPr>
                        <a:t> e-RA date: 24</a:t>
                      </a:r>
                      <a:r>
                        <a:rPr lang="en-US" sz="1400" baseline="30000" dirty="0">
                          <a:latin typeface="+mj-lt"/>
                        </a:rPr>
                        <a:t>th</a:t>
                      </a:r>
                      <a:r>
                        <a:rPr lang="en-US" sz="1400" dirty="0">
                          <a:latin typeface="+mj-lt"/>
                        </a:rPr>
                        <a:t> Dec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01421">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01421">
                <a:tc>
                  <a:txBody>
                    <a:bodyPr/>
                    <a:lstStyle/>
                    <a:p>
                      <a:r>
                        <a:rPr lang="es-ES" sz="1400" dirty="0" err="1"/>
                        <a:t>Calpine</a:t>
                      </a:r>
                      <a:r>
                        <a:rPr lang="es-ES" sz="1400" dirty="0"/>
                        <a:t> </a:t>
                      </a:r>
                      <a:r>
                        <a:rPr lang="es-ES" sz="1400" dirty="0" err="1"/>
                        <a:t>Subsico</a:t>
                      </a:r>
                      <a:r>
                        <a:rPr lang="es-ES" sz="1400" dirty="0"/>
                        <a:t> Solar Energy </a:t>
                      </a:r>
                      <a:r>
                        <a:rPr lang="es-ES" sz="1400" dirty="0" err="1"/>
                        <a:t>Pvt</a:t>
                      </a:r>
                      <a:r>
                        <a:rPr lang="es-ES" sz="1400" dirty="0"/>
                        <a:t> </a:t>
                      </a:r>
                      <a:r>
                        <a:rPr lang="es-ES" sz="1400" dirty="0" err="1"/>
                        <a:t>Ltd</a:t>
                      </a:r>
                      <a:r>
                        <a:rPr lang="es-ES" sz="1400" dirty="0"/>
                        <a:t> </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01421">
                <a:tc>
                  <a:txBody>
                    <a:bodyPr/>
                    <a:lstStyle/>
                    <a:p>
                      <a:r>
                        <a:rPr lang="en-US" sz="1400" dirty="0"/>
                        <a:t>NTPC Renewable Energy Limited</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kern="1200" dirty="0">
                          <a:solidFill>
                            <a:schemeClr val="dk1"/>
                          </a:solidFill>
                          <a:latin typeface="+mn-lt"/>
                          <a:ea typeface="+mn-ea"/>
                          <a:cs typeface="+mn-cs"/>
                        </a:rPr>
                        <a:t>500</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01421">
                <a:tc>
                  <a:txBody>
                    <a:bodyPr/>
                    <a:lstStyle/>
                    <a:p>
                      <a:r>
                        <a:rPr lang="en-US" sz="1400" dirty="0" err="1"/>
                        <a:t>Sprng</a:t>
                      </a:r>
                      <a:r>
                        <a:rPr lang="en-US" sz="1400" dirty="0"/>
                        <a:t> Natural Power Source Private Limited </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2.17</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369104"/>
                  </a:ext>
                </a:extLst>
              </a:tr>
              <a:tr h="201421">
                <a:tc>
                  <a:txBody>
                    <a:bodyPr/>
                    <a:lstStyle/>
                    <a:p>
                      <a:r>
                        <a:rPr lang="en-US" sz="1400" dirty="0" err="1"/>
                        <a:t>Metka</a:t>
                      </a:r>
                      <a:r>
                        <a:rPr lang="en-US" sz="1400" dirty="0"/>
                        <a:t> </a:t>
                      </a:r>
                      <a:r>
                        <a:rPr lang="en-US" sz="1400" dirty="0" err="1"/>
                        <a:t>Egn</a:t>
                      </a:r>
                      <a:r>
                        <a:rPr lang="en-US" sz="1400" dirty="0"/>
                        <a:t> Singapore Holdings 3 Pte. Ltd. </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348207"/>
                  </a:ext>
                </a:extLst>
              </a:tr>
              <a:tr h="201421">
                <a:tc>
                  <a:txBody>
                    <a:bodyPr/>
                    <a:lstStyle/>
                    <a:p>
                      <a:r>
                        <a:rPr lang="en-US" sz="1400" dirty="0" err="1"/>
                        <a:t>ReNew</a:t>
                      </a:r>
                      <a:r>
                        <a:rPr lang="en-US" sz="1400" dirty="0"/>
                        <a:t> Solar Power Private Limited </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497148"/>
                  </a:ext>
                </a:extLst>
              </a:tr>
              <a:tr h="201421">
                <a:tc>
                  <a:txBody>
                    <a:bodyPr/>
                    <a:lstStyle/>
                    <a:p>
                      <a:r>
                        <a:rPr lang="nb-NO" sz="1400" dirty="0"/>
                        <a:t>ACME Solar Holdings Private Limited</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5869862"/>
                  </a:ext>
                </a:extLst>
              </a:tr>
              <a:tr h="201421">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1,785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3" name="Rectangle 2">
            <a:extLst>
              <a:ext uri="{FF2B5EF4-FFF2-40B4-BE49-F238E27FC236}">
                <a16:creationId xmlns:a16="http://schemas.microsoft.com/office/drawing/2014/main" id="{6281D590-A09A-4365-B94B-198D8B4E562E}"/>
              </a:ext>
            </a:extLst>
          </p:cNvPr>
          <p:cNvSpPr/>
          <p:nvPr/>
        </p:nvSpPr>
        <p:spPr bwMode="gray">
          <a:xfrm>
            <a:off x="501650" y="4484911"/>
            <a:ext cx="11188700" cy="1337155"/>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spcAft>
                <a:spcPts val="600"/>
              </a:spcAft>
              <a:buFont typeface="Wingdings 2" pitchFamily="18" charset="2"/>
              <a:buNone/>
            </a:pPr>
            <a:r>
              <a:rPr lang="en-US" sz="1600" b="1" dirty="0"/>
              <a:t>Way Forward for CIL</a:t>
            </a:r>
          </a:p>
          <a:p>
            <a:pPr marL="285750" indent="-285750">
              <a:lnSpc>
                <a:spcPct val="106000"/>
              </a:lnSpc>
              <a:spcAft>
                <a:spcPts val="600"/>
              </a:spcAft>
              <a:buFont typeface="Arial" panose="020B0604020202020204" pitchFamily="34" charset="0"/>
              <a:buChar char="•"/>
            </a:pPr>
            <a:r>
              <a:rPr lang="en-US" sz="1600" dirty="0"/>
              <a:t>Liaising with SECI to understand timelines for floating future Rajasthan specific solar tenders</a:t>
            </a:r>
          </a:p>
          <a:p>
            <a:pPr marL="285750" indent="-285750">
              <a:lnSpc>
                <a:spcPct val="106000"/>
              </a:lnSpc>
              <a:spcAft>
                <a:spcPts val="600"/>
              </a:spcAft>
              <a:buFont typeface="Arial" panose="020B0604020202020204" pitchFamily="34" charset="0"/>
              <a:buChar char="•"/>
            </a:pPr>
            <a:r>
              <a:rPr lang="en-US" sz="1600" dirty="0"/>
              <a:t>Liaising with RUVNL/ Rajasthan DISCOMs to understand their plans / appetite for solar procurement</a:t>
            </a:r>
          </a:p>
          <a:p>
            <a:pPr marL="285750" indent="-285750">
              <a:lnSpc>
                <a:spcPct val="106000"/>
              </a:lnSpc>
              <a:spcAft>
                <a:spcPts val="600"/>
              </a:spcAft>
              <a:buFont typeface="Arial" panose="020B0604020202020204" pitchFamily="34" charset="0"/>
              <a:buChar char="•"/>
            </a:pPr>
            <a:r>
              <a:rPr lang="en-US" sz="1600" dirty="0"/>
              <a:t>Historically, tariffs discovered have been low, and hence possible avenues for tariff optimization need to be explored</a:t>
            </a:r>
          </a:p>
        </p:txBody>
      </p:sp>
    </p:spTree>
    <p:extLst>
      <p:ext uri="{BB962C8B-B14F-4D97-AF65-F5344CB8AC3E}">
        <p14:creationId xmlns:p14="http://schemas.microsoft.com/office/powerpoint/2010/main" val="250590282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3.B. Sale outside Rajasthan u/s 63</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921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3.B. </a:t>
            </a:r>
            <a:r>
              <a:rPr lang="en-US" sz="2400" b="1" dirty="0"/>
              <a:t>Sale outside Rajasthan through TBCB route u/s 63 (1/4)</a:t>
            </a:r>
            <a:endParaRPr lang="en-GB" sz="2400" b="1" dirty="0"/>
          </a:p>
        </p:txBody>
      </p:sp>
      <p:sp>
        <p:nvSpPr>
          <p:cNvPr id="39" name="Rectangle 38">
            <a:extLst>
              <a:ext uri="{FF2B5EF4-FFF2-40B4-BE49-F238E27FC236}">
                <a16:creationId xmlns:a16="http://schemas.microsoft.com/office/drawing/2014/main" id="{4CEBD729-3E4E-49AB-AB9A-D185008B1A59}"/>
              </a:ext>
            </a:extLst>
          </p:cNvPr>
          <p:cNvSpPr/>
          <p:nvPr/>
        </p:nvSpPr>
        <p:spPr bwMode="gray">
          <a:xfrm>
            <a:off x="501649" y="637400"/>
            <a:ext cx="11188700" cy="1123793"/>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Participation in tender(s) wherein sale of power will be to states outside Rajasthan through tariff discovered through competitive bidding (TBCB) under Section 63</a:t>
            </a:r>
          </a:p>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Results of solar TBCB tenders in 2022 so far provided below for further reference</a:t>
            </a:r>
          </a:p>
        </p:txBody>
      </p:sp>
      <p:sp>
        <p:nvSpPr>
          <p:cNvPr id="40" name="TextBox 39">
            <a:extLst>
              <a:ext uri="{FF2B5EF4-FFF2-40B4-BE49-F238E27FC236}">
                <a16:creationId xmlns:a16="http://schemas.microsoft.com/office/drawing/2014/main" id="{0DCB7E4D-CEA7-43D0-BC92-2C36B833D549}"/>
              </a:ext>
            </a:extLst>
          </p:cNvPr>
          <p:cNvSpPr txBox="1"/>
          <p:nvPr/>
        </p:nvSpPr>
        <p:spPr>
          <a:xfrm>
            <a:off x="501649" y="1912320"/>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KARNATAKA (KOPPAL S/S) ISTS 1200 MW TRANCHE X </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1363014561"/>
              </p:ext>
            </p:extLst>
          </p:nvPr>
        </p:nvGraphicFramePr>
        <p:xfrm>
          <a:off x="501649" y="2340446"/>
          <a:ext cx="11188701" cy="173736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02</a:t>
                      </a:r>
                      <a:r>
                        <a:rPr lang="en-US" sz="1400" baseline="30000" dirty="0">
                          <a:latin typeface="+mj-lt"/>
                        </a:rPr>
                        <a:t>nd</a:t>
                      </a:r>
                      <a:r>
                        <a:rPr lang="en-US" sz="1400" dirty="0">
                          <a:latin typeface="+mj-lt"/>
                        </a:rPr>
                        <a:t> Feb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Project Eight Renewable Power Private Limited (Ayana)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a:latin typeface="+mj-lt"/>
                        </a:rPr>
                        <a:t>Solar One Energy Private Limited (Fortum)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D5943C6B-182A-46FE-9544-75900ED52743}"/>
              </a:ext>
            </a:extLst>
          </p:cNvPr>
          <p:cNvSpPr txBox="1"/>
          <p:nvPr/>
        </p:nvSpPr>
        <p:spPr>
          <a:xfrm>
            <a:off x="501649" y="4411813"/>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KARNATAKA (GADAG S/S) ISTS 1200 MW TRANCHE X </a:t>
            </a:r>
            <a:endParaRPr lang="en-US" b="1" dirty="0">
              <a:solidFill>
                <a:srgbClr val="313131"/>
              </a:solidFill>
            </a:endParaRPr>
          </a:p>
        </p:txBody>
      </p:sp>
      <p:graphicFrame>
        <p:nvGraphicFramePr>
          <p:cNvPr id="8" name="Table 2">
            <a:extLst>
              <a:ext uri="{FF2B5EF4-FFF2-40B4-BE49-F238E27FC236}">
                <a16:creationId xmlns:a16="http://schemas.microsoft.com/office/drawing/2014/main" id="{F4628A3B-BFD3-4965-87EB-FDDB953EDE72}"/>
              </a:ext>
            </a:extLst>
          </p:cNvPr>
          <p:cNvGraphicFramePr>
            <a:graphicFrameLocks noGrp="1"/>
          </p:cNvGraphicFramePr>
          <p:nvPr>
            <p:extLst>
              <p:ext uri="{D42A27DB-BD31-4B8C-83A1-F6EECF244321}">
                <p14:modId xmlns:p14="http://schemas.microsoft.com/office/powerpoint/2010/main" val="98697847"/>
              </p:ext>
            </p:extLst>
          </p:nvPr>
        </p:nvGraphicFramePr>
        <p:xfrm>
          <a:off x="501649" y="4839939"/>
          <a:ext cx="11188701" cy="173736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04</a:t>
                      </a:r>
                      <a:r>
                        <a:rPr lang="en-US" sz="1400" baseline="30000" dirty="0">
                          <a:latin typeface="+mj-lt"/>
                        </a:rPr>
                        <a:t>th</a:t>
                      </a:r>
                      <a:r>
                        <a:rPr lang="en-US" sz="1400" dirty="0">
                          <a:latin typeface="+mj-lt"/>
                        </a:rPr>
                        <a:t> Feb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Project Eight Renewable Power Private Limited (Ayana)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a:latin typeface="+mj-lt"/>
                        </a:rPr>
                        <a:t>Solar One Energy Private Limited (Fortum)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34010222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3.B. </a:t>
            </a:r>
            <a:r>
              <a:rPr lang="en-US" sz="2400" b="1" dirty="0"/>
              <a:t>Sale within Rajasthan through TBCB route u/s 63 (2/4)</a:t>
            </a:r>
            <a:endParaRPr lang="en-GB" sz="2400" b="1" dirty="0"/>
          </a:p>
        </p:txBody>
      </p:sp>
      <p:sp>
        <p:nvSpPr>
          <p:cNvPr id="40" name="TextBox 39">
            <a:extLst>
              <a:ext uri="{FF2B5EF4-FFF2-40B4-BE49-F238E27FC236}">
                <a16:creationId xmlns:a16="http://schemas.microsoft.com/office/drawing/2014/main" id="{0DCB7E4D-CEA7-43D0-BC92-2C36B833D549}"/>
              </a:ext>
            </a:extLst>
          </p:cNvPr>
          <p:cNvSpPr txBox="1"/>
          <p:nvPr/>
        </p:nvSpPr>
        <p:spPr>
          <a:xfrm>
            <a:off x="501649" y="869584"/>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GUVNL 500 MW PHASE XIII</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3774382351"/>
              </p:ext>
            </p:extLst>
          </p:nvPr>
        </p:nvGraphicFramePr>
        <p:xfrm>
          <a:off x="501649" y="1297710"/>
          <a:ext cx="11188701" cy="21336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16</a:t>
                      </a:r>
                      <a:r>
                        <a:rPr lang="en-US" sz="1400" baseline="30000" dirty="0">
                          <a:latin typeface="+mj-lt"/>
                        </a:rPr>
                        <a:t>th</a:t>
                      </a:r>
                      <a:r>
                        <a:rPr lang="en-US" sz="1400" dirty="0">
                          <a:latin typeface="+mj-lt"/>
                        </a:rPr>
                        <a:t> Mar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SJVN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a:latin typeface="+mj-lt"/>
                        </a:rPr>
                        <a:t>Solar XL Alpha Energy Pvt. Ltd (Fortum)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a:txBody>
                    <a:bodyPr/>
                    <a:lstStyle/>
                    <a:p>
                      <a:r>
                        <a:rPr lang="en-US" sz="1400" dirty="0" err="1">
                          <a:latin typeface="+mj-lt"/>
                        </a:rPr>
                        <a:t>Amsa</a:t>
                      </a:r>
                      <a:r>
                        <a:rPr lang="en-US" sz="1400" dirty="0">
                          <a:latin typeface="+mj-lt"/>
                        </a:rPr>
                        <a:t> Solar Energy Pvt. Ltd. (UPC Solar)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249476">
                <a:tc>
                  <a:txBody>
                    <a:bodyPr/>
                    <a:lstStyle/>
                    <a:p>
                      <a:r>
                        <a:rPr lang="en-US" sz="1400" dirty="0">
                          <a:latin typeface="+mj-lt"/>
                        </a:rPr>
                        <a:t>Hinduja Renewables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9" name="TextBox 8">
            <a:extLst>
              <a:ext uri="{FF2B5EF4-FFF2-40B4-BE49-F238E27FC236}">
                <a16:creationId xmlns:a16="http://schemas.microsoft.com/office/drawing/2014/main" id="{D36E6C65-1F26-4D21-AFCF-74A79FA6F657}"/>
              </a:ext>
            </a:extLst>
          </p:cNvPr>
          <p:cNvSpPr txBox="1"/>
          <p:nvPr/>
        </p:nvSpPr>
        <p:spPr>
          <a:xfrm>
            <a:off x="501649" y="3711576"/>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GUVNL 500 MW PHASE XIV</a:t>
            </a:r>
            <a:endParaRPr lang="en-US" b="1" dirty="0">
              <a:solidFill>
                <a:srgbClr val="313131"/>
              </a:solidFill>
            </a:endParaRPr>
          </a:p>
        </p:txBody>
      </p:sp>
      <p:graphicFrame>
        <p:nvGraphicFramePr>
          <p:cNvPr id="10" name="Table 2">
            <a:extLst>
              <a:ext uri="{FF2B5EF4-FFF2-40B4-BE49-F238E27FC236}">
                <a16:creationId xmlns:a16="http://schemas.microsoft.com/office/drawing/2014/main" id="{03E2B23F-1459-4223-BB69-54253191EC19}"/>
              </a:ext>
            </a:extLst>
          </p:cNvPr>
          <p:cNvGraphicFramePr>
            <a:graphicFrameLocks noGrp="1"/>
          </p:cNvGraphicFramePr>
          <p:nvPr>
            <p:extLst>
              <p:ext uri="{D42A27DB-BD31-4B8C-83A1-F6EECF244321}">
                <p14:modId xmlns:p14="http://schemas.microsoft.com/office/powerpoint/2010/main" val="3900379534"/>
              </p:ext>
            </p:extLst>
          </p:nvPr>
        </p:nvGraphicFramePr>
        <p:xfrm>
          <a:off x="501649" y="4139702"/>
          <a:ext cx="11188701" cy="18288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10</a:t>
                      </a:r>
                      <a:r>
                        <a:rPr lang="en-US" sz="1400" baseline="30000" dirty="0">
                          <a:latin typeface="+mj-lt"/>
                        </a:rPr>
                        <a:t>th</a:t>
                      </a:r>
                      <a:r>
                        <a:rPr lang="en-US" sz="1400" dirty="0">
                          <a:latin typeface="+mj-lt"/>
                        </a:rPr>
                        <a:t> Jun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ABREL SPV 2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a:latin typeface="+mj-lt"/>
                        </a:rPr>
                        <a:t>Hinduja Renewables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a:txBody>
                    <a:bodyPr/>
                    <a:lstStyle/>
                    <a:p>
                      <a:r>
                        <a:rPr lang="en-US" sz="1400" dirty="0">
                          <a:latin typeface="+mj-lt"/>
                        </a:rPr>
                        <a:t>SJVN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25379331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3.B. </a:t>
            </a:r>
            <a:r>
              <a:rPr lang="en-US" sz="2400" b="1" dirty="0"/>
              <a:t>Sale within Rajasthan through TBCB route u/s 63 (3/4)</a:t>
            </a:r>
            <a:endParaRPr lang="en-GB" sz="2400" b="1" dirty="0"/>
          </a:p>
        </p:txBody>
      </p:sp>
      <p:sp>
        <p:nvSpPr>
          <p:cNvPr id="40" name="TextBox 39">
            <a:extLst>
              <a:ext uri="{FF2B5EF4-FFF2-40B4-BE49-F238E27FC236}">
                <a16:creationId xmlns:a16="http://schemas.microsoft.com/office/drawing/2014/main" id="{0DCB7E4D-CEA7-43D0-BC92-2C36B833D549}"/>
              </a:ext>
            </a:extLst>
          </p:cNvPr>
          <p:cNvSpPr txBox="1"/>
          <p:nvPr/>
        </p:nvSpPr>
        <p:spPr>
          <a:xfrm>
            <a:off x="501649" y="869584"/>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MSEDCL 500 MW PHASE VII</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2289649971"/>
              </p:ext>
            </p:extLst>
          </p:nvPr>
        </p:nvGraphicFramePr>
        <p:xfrm>
          <a:off x="501649" y="1297710"/>
          <a:ext cx="11188701" cy="24384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4</a:t>
                      </a:r>
                      <a:r>
                        <a:rPr lang="en-US" sz="1400" baseline="30000" dirty="0">
                          <a:latin typeface="+mj-lt"/>
                        </a:rPr>
                        <a:t>th</a:t>
                      </a:r>
                      <a:r>
                        <a:rPr lang="en-US" sz="1400" dirty="0">
                          <a:latin typeface="+mj-lt"/>
                        </a:rPr>
                        <a:t> Aug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SJVN Green Energy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a:latin typeface="+mj-lt"/>
                        </a:rPr>
                        <a:t>Juniper Green Energy Pvt.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a:txBody>
                    <a:bodyPr/>
                    <a:lstStyle/>
                    <a:p>
                      <a:r>
                        <a:rPr lang="en-US" sz="1400" dirty="0">
                          <a:latin typeface="+mj-lt"/>
                        </a:rPr>
                        <a:t>Tata Power Renewable Energy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249476">
                <a:tc>
                  <a:txBody>
                    <a:bodyPr/>
                    <a:lstStyle/>
                    <a:p>
                      <a:r>
                        <a:rPr lang="en-US" sz="1400" dirty="0">
                          <a:latin typeface="+mj-lt"/>
                        </a:rPr>
                        <a:t>SAEL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249476">
                <a:tc>
                  <a:txBody>
                    <a:bodyPr/>
                    <a:lstStyle/>
                    <a:p>
                      <a:r>
                        <a:rPr lang="en-US" sz="1400" dirty="0" err="1">
                          <a:latin typeface="+mj-lt"/>
                        </a:rPr>
                        <a:t>Avaada</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 (out of quoted 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0761756"/>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0BB1E402-C2CB-4B10-8D7D-7F9F7624A7DD}"/>
              </a:ext>
            </a:extLst>
          </p:cNvPr>
          <p:cNvSpPr txBox="1"/>
          <p:nvPr/>
        </p:nvSpPr>
        <p:spPr>
          <a:xfrm>
            <a:off x="501649" y="4014900"/>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MSEDCL 500 MW PHASE VIII</a:t>
            </a:r>
            <a:endParaRPr lang="en-US" b="1" dirty="0">
              <a:solidFill>
                <a:srgbClr val="313131"/>
              </a:solidFill>
            </a:endParaRPr>
          </a:p>
        </p:txBody>
      </p:sp>
      <p:graphicFrame>
        <p:nvGraphicFramePr>
          <p:cNvPr id="8" name="Table 2">
            <a:extLst>
              <a:ext uri="{FF2B5EF4-FFF2-40B4-BE49-F238E27FC236}">
                <a16:creationId xmlns:a16="http://schemas.microsoft.com/office/drawing/2014/main" id="{8F8971D1-EA5B-4C63-8EA8-EA4579FC23EC}"/>
              </a:ext>
            </a:extLst>
          </p:cNvPr>
          <p:cNvGraphicFramePr>
            <a:graphicFrameLocks noGrp="1"/>
          </p:cNvGraphicFramePr>
          <p:nvPr>
            <p:extLst>
              <p:ext uri="{D42A27DB-BD31-4B8C-83A1-F6EECF244321}">
                <p14:modId xmlns:p14="http://schemas.microsoft.com/office/powerpoint/2010/main" val="1314755836"/>
              </p:ext>
            </p:extLst>
          </p:nvPr>
        </p:nvGraphicFramePr>
        <p:xfrm>
          <a:off x="501649" y="4443026"/>
          <a:ext cx="11188701" cy="15240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249476">
                <a:tc gridSpan="3">
                  <a:txBody>
                    <a:bodyPr/>
                    <a:lstStyle/>
                    <a:p>
                      <a:r>
                        <a:rPr lang="en-US" sz="1400" dirty="0">
                          <a:latin typeface="+mj-lt"/>
                        </a:rPr>
                        <a:t> e-RA date: 7</a:t>
                      </a:r>
                      <a:r>
                        <a:rPr lang="en-US" sz="1400" baseline="30000" dirty="0">
                          <a:latin typeface="+mj-lt"/>
                        </a:rPr>
                        <a:t>th</a:t>
                      </a:r>
                      <a:r>
                        <a:rPr lang="en-US" sz="1400" dirty="0">
                          <a:latin typeface="+mj-lt"/>
                        </a:rPr>
                        <a:t> Sep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249476">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49476">
                <a:tc>
                  <a:txBody>
                    <a:bodyPr/>
                    <a:lstStyle/>
                    <a:p>
                      <a:r>
                        <a:rPr lang="en-US" sz="1400" dirty="0">
                          <a:latin typeface="+mj-lt"/>
                        </a:rPr>
                        <a:t>NTPC Renewable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49476">
                <a:tc>
                  <a:txBody>
                    <a:bodyPr/>
                    <a:lstStyle/>
                    <a:p>
                      <a:r>
                        <a:rPr lang="en-US" sz="1400" dirty="0" err="1">
                          <a:latin typeface="+mj-lt"/>
                        </a:rPr>
                        <a:t>Avaada</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 (out of quoted 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49476">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241214169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3.B. </a:t>
            </a:r>
            <a:r>
              <a:rPr lang="en-US" sz="2400" b="1" dirty="0"/>
              <a:t>Sale within Rajasthan through TBCB route u/s 63 (4/4)</a:t>
            </a:r>
            <a:endParaRPr lang="en-GB" sz="2400" b="1" dirty="0"/>
          </a:p>
        </p:txBody>
      </p:sp>
      <p:sp>
        <p:nvSpPr>
          <p:cNvPr id="40" name="TextBox 39">
            <a:extLst>
              <a:ext uri="{FF2B5EF4-FFF2-40B4-BE49-F238E27FC236}">
                <a16:creationId xmlns:a16="http://schemas.microsoft.com/office/drawing/2014/main" id="{0DCB7E4D-CEA7-43D0-BC92-2C36B833D549}"/>
              </a:ext>
            </a:extLst>
          </p:cNvPr>
          <p:cNvSpPr txBox="1"/>
          <p:nvPr/>
        </p:nvSpPr>
        <p:spPr>
          <a:xfrm>
            <a:off x="501649" y="544726"/>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GUVNL 750 MW PHASE VI (WITH GREENSHOE OPTION)</a:t>
            </a:r>
            <a:endParaRPr lang="en-US" b="1" dirty="0">
              <a:solidFill>
                <a:srgbClr val="313131"/>
              </a:solidFill>
            </a:endParaRPr>
          </a:p>
        </p:txBody>
      </p:sp>
      <p:graphicFrame>
        <p:nvGraphicFramePr>
          <p:cNvPr id="2" name="Table 2">
            <a:extLst>
              <a:ext uri="{FF2B5EF4-FFF2-40B4-BE49-F238E27FC236}">
                <a16:creationId xmlns:a16="http://schemas.microsoft.com/office/drawing/2014/main" id="{391B4952-616B-4A05-94FE-DC9B73ECF632}"/>
              </a:ext>
            </a:extLst>
          </p:cNvPr>
          <p:cNvGraphicFramePr>
            <a:graphicFrameLocks noGrp="1"/>
          </p:cNvGraphicFramePr>
          <p:nvPr>
            <p:extLst>
              <p:ext uri="{D42A27DB-BD31-4B8C-83A1-F6EECF244321}">
                <p14:modId xmlns:p14="http://schemas.microsoft.com/office/powerpoint/2010/main" val="1363581613"/>
              </p:ext>
            </p:extLst>
          </p:nvPr>
        </p:nvGraphicFramePr>
        <p:xfrm>
          <a:off x="501649" y="840500"/>
          <a:ext cx="11188701" cy="21336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127434">
                <a:tc gridSpan="3">
                  <a:txBody>
                    <a:bodyPr/>
                    <a:lstStyle/>
                    <a:p>
                      <a:r>
                        <a:rPr lang="en-US" sz="1400" dirty="0">
                          <a:latin typeface="+mj-lt"/>
                        </a:rPr>
                        <a:t> e-RA date: 19</a:t>
                      </a:r>
                      <a:r>
                        <a:rPr lang="en-US" sz="1400" baseline="30000" dirty="0">
                          <a:latin typeface="+mj-lt"/>
                        </a:rPr>
                        <a:t>th</a:t>
                      </a:r>
                      <a:r>
                        <a:rPr lang="en-US" sz="1400" dirty="0">
                          <a:latin typeface="+mj-lt"/>
                        </a:rPr>
                        <a:t> Sep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12743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127434">
                <a:tc>
                  <a:txBody>
                    <a:bodyPr/>
                    <a:lstStyle/>
                    <a:p>
                      <a:r>
                        <a:rPr lang="en-US" sz="1400" dirty="0" err="1">
                          <a:latin typeface="+mj-lt"/>
                        </a:rPr>
                        <a:t>Solarcraft</a:t>
                      </a:r>
                      <a:r>
                        <a:rPr lang="en-US" sz="1400" dirty="0">
                          <a:latin typeface="+mj-lt"/>
                        </a:rPr>
                        <a:t> Power India 2 (</a:t>
                      </a:r>
                      <a:r>
                        <a:rPr lang="en-US" sz="1400" dirty="0" err="1">
                          <a:latin typeface="+mj-lt"/>
                        </a:rPr>
                        <a:t>Blupine</a:t>
                      </a:r>
                      <a:r>
                        <a:rPr lang="en-US" sz="1400" dirty="0">
                          <a:latin typeface="+mj-lt"/>
                        </a:rPr>
                        <a:t>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127434">
                <a:tc>
                  <a:txBody>
                    <a:bodyPr/>
                    <a:lstStyle/>
                    <a:p>
                      <a:r>
                        <a:rPr lang="en-US" sz="1400" dirty="0" err="1">
                          <a:latin typeface="+mj-lt"/>
                        </a:rPr>
                        <a:t>Solairedirect</a:t>
                      </a:r>
                      <a:r>
                        <a:rPr lang="en-US" sz="1400" dirty="0">
                          <a:latin typeface="+mj-lt"/>
                        </a:rPr>
                        <a:t> Energy (Engie)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127434">
                <a:tc>
                  <a:txBody>
                    <a:bodyPr/>
                    <a:lstStyle/>
                    <a:p>
                      <a:r>
                        <a:rPr lang="en-US" sz="1400" dirty="0">
                          <a:latin typeface="+mj-lt"/>
                        </a:rPr>
                        <a:t>Tata Power Renewable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127434">
                <a:tc>
                  <a:txBody>
                    <a:bodyPr/>
                    <a:lstStyle/>
                    <a:p>
                      <a:r>
                        <a:rPr lang="en-US" sz="1400" dirty="0">
                          <a:latin typeface="+mj-lt"/>
                        </a:rPr>
                        <a:t>UPC Renewables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127434">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0BB1E402-C2CB-4B10-8D7D-7F9F7624A7DD}"/>
              </a:ext>
            </a:extLst>
          </p:cNvPr>
          <p:cNvSpPr txBox="1"/>
          <p:nvPr/>
        </p:nvSpPr>
        <p:spPr>
          <a:xfrm>
            <a:off x="501649" y="2981892"/>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MSEDCL 500 MW PHASE IX (INSTRA STATE)</a:t>
            </a:r>
            <a:endParaRPr lang="en-US" b="1" dirty="0">
              <a:solidFill>
                <a:srgbClr val="313131"/>
              </a:solidFill>
            </a:endParaRPr>
          </a:p>
        </p:txBody>
      </p:sp>
      <p:graphicFrame>
        <p:nvGraphicFramePr>
          <p:cNvPr id="8" name="Table 2">
            <a:extLst>
              <a:ext uri="{FF2B5EF4-FFF2-40B4-BE49-F238E27FC236}">
                <a16:creationId xmlns:a16="http://schemas.microsoft.com/office/drawing/2014/main" id="{8F8971D1-EA5B-4C63-8EA8-EA4579FC23EC}"/>
              </a:ext>
            </a:extLst>
          </p:cNvPr>
          <p:cNvGraphicFramePr>
            <a:graphicFrameLocks noGrp="1"/>
          </p:cNvGraphicFramePr>
          <p:nvPr>
            <p:extLst>
              <p:ext uri="{D42A27DB-BD31-4B8C-83A1-F6EECF244321}">
                <p14:modId xmlns:p14="http://schemas.microsoft.com/office/powerpoint/2010/main" val="2705709278"/>
              </p:ext>
            </p:extLst>
          </p:nvPr>
        </p:nvGraphicFramePr>
        <p:xfrm>
          <a:off x="501649" y="3289698"/>
          <a:ext cx="11188701" cy="1828800"/>
        </p:xfrm>
        <a:graphic>
          <a:graphicData uri="http://schemas.openxmlformats.org/drawingml/2006/table">
            <a:tbl>
              <a:tblPr firstRow="1" bandRow="1">
                <a:tableStyleId>{5C22544A-7EE6-4342-B048-85BDC9FD1C3A}</a:tableStyleId>
              </a:tblPr>
              <a:tblGrid>
                <a:gridCol w="3729567">
                  <a:extLst>
                    <a:ext uri="{9D8B030D-6E8A-4147-A177-3AD203B41FA5}">
                      <a16:colId xmlns:a16="http://schemas.microsoft.com/office/drawing/2014/main" val="4160867982"/>
                    </a:ext>
                  </a:extLst>
                </a:gridCol>
                <a:gridCol w="3729567">
                  <a:extLst>
                    <a:ext uri="{9D8B030D-6E8A-4147-A177-3AD203B41FA5}">
                      <a16:colId xmlns:a16="http://schemas.microsoft.com/office/drawing/2014/main" val="1814405210"/>
                    </a:ext>
                  </a:extLst>
                </a:gridCol>
                <a:gridCol w="3729567">
                  <a:extLst>
                    <a:ext uri="{9D8B030D-6E8A-4147-A177-3AD203B41FA5}">
                      <a16:colId xmlns:a16="http://schemas.microsoft.com/office/drawing/2014/main" val="478897792"/>
                    </a:ext>
                  </a:extLst>
                </a:gridCol>
              </a:tblGrid>
              <a:tr h="0">
                <a:tc gridSpan="3">
                  <a:txBody>
                    <a:bodyPr/>
                    <a:lstStyle/>
                    <a:p>
                      <a:r>
                        <a:rPr lang="en-US" sz="1400" dirty="0">
                          <a:latin typeface="+mj-lt"/>
                        </a:rPr>
                        <a:t> e-RA date: 2</a:t>
                      </a:r>
                      <a:r>
                        <a:rPr lang="en-US" sz="1400" baseline="30000" dirty="0">
                          <a:latin typeface="+mj-lt"/>
                        </a:rPr>
                        <a:t>nd</a:t>
                      </a:r>
                      <a:r>
                        <a:rPr lang="en-US" sz="1400" dirty="0">
                          <a:latin typeface="+mj-lt"/>
                        </a:rPr>
                        <a:t>  Dec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89259109"/>
                  </a:ext>
                </a:extLst>
              </a:tr>
              <a:tr h="0">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Tariff (INR/kWh)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0">
                <a:tc>
                  <a:txBody>
                    <a:bodyPr/>
                    <a:lstStyle/>
                    <a:p>
                      <a:r>
                        <a:rPr lang="en-US" sz="1400" dirty="0" err="1">
                          <a:latin typeface="+mj-lt"/>
                        </a:rPr>
                        <a:t>SolarArise</a:t>
                      </a: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0">
                <a:tc>
                  <a:txBody>
                    <a:bodyPr/>
                    <a:lstStyle/>
                    <a:p>
                      <a:r>
                        <a:rPr lang="en-US" sz="1400" dirty="0">
                          <a:latin typeface="+mj-lt"/>
                        </a:rPr>
                        <a:t>SJVN Green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0">
                <a:tc>
                  <a:txBody>
                    <a:bodyPr/>
                    <a:lstStyle/>
                    <a:p>
                      <a:r>
                        <a:rPr lang="en-US" sz="1400" dirty="0">
                          <a:latin typeface="+mj-lt"/>
                        </a:rPr>
                        <a:t>Tata Power Renewable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latin typeface="+mj-lt"/>
                        </a:rPr>
                        <a:t>200 (out of quoted 300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211231"/>
                  </a:ext>
                </a:extLst>
              </a:tr>
              <a:tr h="0">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9" name="Rectangle 8">
            <a:extLst>
              <a:ext uri="{FF2B5EF4-FFF2-40B4-BE49-F238E27FC236}">
                <a16:creationId xmlns:a16="http://schemas.microsoft.com/office/drawing/2014/main" id="{068B950D-688B-4341-AD54-C3F0D359B73A}"/>
              </a:ext>
            </a:extLst>
          </p:cNvPr>
          <p:cNvSpPr/>
          <p:nvPr/>
        </p:nvSpPr>
        <p:spPr bwMode="gray">
          <a:xfrm>
            <a:off x="501649" y="5209466"/>
            <a:ext cx="11188700" cy="1407905"/>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Way Forward for CIL</a:t>
            </a:r>
          </a:p>
          <a:p>
            <a:pPr marL="285750" indent="-285750">
              <a:lnSpc>
                <a:spcPct val="106000"/>
              </a:lnSpc>
              <a:buFont typeface="Arial" panose="020B0604020202020204" pitchFamily="34" charset="0"/>
              <a:buChar char="•"/>
            </a:pPr>
            <a:r>
              <a:rPr lang="en-US" sz="1600" dirty="0"/>
              <a:t>Regular tender tracking, with proper tender screening and assessment for further </a:t>
            </a:r>
            <a:r>
              <a:rPr lang="en-US" sz="1600" dirty="0" err="1"/>
              <a:t>deepdown</a:t>
            </a:r>
            <a:r>
              <a:rPr lang="en-US" sz="1600" dirty="0"/>
              <a:t> evaluation</a:t>
            </a:r>
          </a:p>
          <a:p>
            <a:pPr marL="285750" indent="-285750">
              <a:lnSpc>
                <a:spcPct val="106000"/>
              </a:lnSpc>
              <a:buFont typeface="Arial" panose="020B0604020202020204" pitchFamily="34" charset="0"/>
              <a:buChar char="•"/>
            </a:pPr>
            <a:r>
              <a:rPr lang="en-US" sz="1600" dirty="0"/>
              <a:t>Liaising with SECI/NTPC/RUMSL/GUVNL/KREDL and </a:t>
            </a:r>
            <a:r>
              <a:rPr lang="en-US" sz="1600" dirty="0" err="1"/>
              <a:t>favourable</a:t>
            </a:r>
            <a:r>
              <a:rPr lang="en-US" sz="1600" dirty="0"/>
              <a:t> State DISCOMs to understand timelines for floating future RE tenders</a:t>
            </a:r>
          </a:p>
          <a:p>
            <a:pPr marL="285750" indent="-285750">
              <a:lnSpc>
                <a:spcPct val="106000"/>
              </a:lnSpc>
              <a:buFont typeface="Arial" panose="020B0604020202020204" pitchFamily="34" charset="0"/>
              <a:buChar char="•"/>
            </a:pPr>
            <a:r>
              <a:rPr lang="en-US" sz="1600" dirty="0"/>
              <a:t>Historically, tariffs discovered have been low, and hence possible avenues for tariff optimization need to be explored</a:t>
            </a:r>
          </a:p>
        </p:txBody>
      </p:sp>
    </p:spTree>
    <p:extLst>
      <p:ext uri="{BB962C8B-B14F-4D97-AF65-F5344CB8AC3E}">
        <p14:creationId xmlns:p14="http://schemas.microsoft.com/office/powerpoint/2010/main" val="191164716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3.C. Sale of power under CPSU scheme</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975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3.C. </a:t>
            </a:r>
            <a:r>
              <a:rPr lang="en-US" sz="2400" b="1" dirty="0"/>
              <a:t>Sale of power through participation in tenders under CPSU scheme (1/2)</a:t>
            </a:r>
            <a:endParaRPr lang="en-GB" sz="2400" b="1" dirty="0"/>
          </a:p>
        </p:txBody>
      </p:sp>
      <p:sp>
        <p:nvSpPr>
          <p:cNvPr id="39" name="Rectangle 38">
            <a:extLst>
              <a:ext uri="{FF2B5EF4-FFF2-40B4-BE49-F238E27FC236}">
                <a16:creationId xmlns:a16="http://schemas.microsoft.com/office/drawing/2014/main" id="{4CEBD729-3E4E-49AB-AB9A-D185008B1A59}"/>
              </a:ext>
            </a:extLst>
          </p:cNvPr>
          <p:cNvSpPr/>
          <p:nvPr/>
        </p:nvSpPr>
        <p:spPr bwMode="gray">
          <a:xfrm>
            <a:off x="501649" y="637399"/>
            <a:ext cx="11188700" cy="1973453"/>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Under CPSU scheme, Government/ Government entities can participate in tenders wherein tariff would be capped, and basis of bid participation would be quantum of Viability Gap Funding (VGF) quoted; IREDA is nodal agency</a:t>
            </a:r>
          </a:p>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Responsibility of finding buyers would be with the Bid winners</a:t>
            </a:r>
          </a:p>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Further details with respect to CPSU scheme are provided in </a:t>
            </a:r>
            <a:r>
              <a:rPr lang="en-US" sz="1600" dirty="0">
                <a:ln w="0"/>
                <a:solidFill>
                  <a:schemeClr val="tx1"/>
                </a:solidFill>
                <a:hlinkClick r:id="rId2" action="ppaction://hlinksldjump"/>
              </a:rPr>
              <a:t>Annexure 13</a:t>
            </a:r>
            <a:endParaRPr lang="en-US" sz="1600" dirty="0">
              <a:ln w="0"/>
              <a:solidFill>
                <a:schemeClr val="tx1"/>
              </a:solidFill>
            </a:endParaRPr>
          </a:p>
          <a:p>
            <a:pPr marL="285750" indent="-285750" algn="just">
              <a:lnSpc>
                <a:spcPct val="106000"/>
              </a:lnSpc>
              <a:spcAft>
                <a:spcPts val="1200"/>
              </a:spcAft>
              <a:buFont typeface="Wingdings" panose="05000000000000000000" pitchFamily="2" charset="2"/>
              <a:buChar char="Ø"/>
            </a:pPr>
            <a:r>
              <a:rPr lang="en-US" sz="1600" dirty="0">
                <a:ln w="0"/>
                <a:solidFill>
                  <a:schemeClr val="tx1"/>
                </a:solidFill>
              </a:rPr>
              <a:t>Results of tenders under CPSU scheme provided below for further reference</a:t>
            </a:r>
          </a:p>
        </p:txBody>
      </p:sp>
      <p:sp>
        <p:nvSpPr>
          <p:cNvPr id="9" name="TextBox 8">
            <a:extLst>
              <a:ext uri="{FF2B5EF4-FFF2-40B4-BE49-F238E27FC236}">
                <a16:creationId xmlns:a16="http://schemas.microsoft.com/office/drawing/2014/main" id="{8ECF2850-5022-408F-83E5-B4C35CBC0743}"/>
              </a:ext>
            </a:extLst>
          </p:cNvPr>
          <p:cNvSpPr txBox="1"/>
          <p:nvPr/>
        </p:nvSpPr>
        <p:spPr>
          <a:xfrm>
            <a:off x="501649" y="2779532"/>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922.4 MW (out of 2 GW) TRANCHE I</a:t>
            </a:r>
            <a:endParaRPr lang="en-US" b="1" dirty="0">
              <a:solidFill>
                <a:srgbClr val="313131"/>
              </a:solidFill>
            </a:endParaRPr>
          </a:p>
        </p:txBody>
      </p:sp>
      <p:graphicFrame>
        <p:nvGraphicFramePr>
          <p:cNvPr id="10" name="Table 2">
            <a:extLst>
              <a:ext uri="{FF2B5EF4-FFF2-40B4-BE49-F238E27FC236}">
                <a16:creationId xmlns:a16="http://schemas.microsoft.com/office/drawing/2014/main" id="{6156FF21-0C1E-4D3C-BD09-9F84540A540D}"/>
              </a:ext>
            </a:extLst>
          </p:cNvPr>
          <p:cNvGraphicFramePr>
            <a:graphicFrameLocks noGrp="1"/>
          </p:cNvGraphicFramePr>
          <p:nvPr>
            <p:extLst>
              <p:ext uri="{D42A27DB-BD31-4B8C-83A1-F6EECF244321}">
                <p14:modId xmlns:p14="http://schemas.microsoft.com/office/powerpoint/2010/main" val="1335096917"/>
              </p:ext>
            </p:extLst>
          </p:nvPr>
        </p:nvGraphicFramePr>
        <p:xfrm>
          <a:off x="501649" y="3075306"/>
          <a:ext cx="11188700" cy="3383280"/>
        </p:xfrm>
        <a:graphic>
          <a:graphicData uri="http://schemas.openxmlformats.org/drawingml/2006/table">
            <a:tbl>
              <a:tblPr firstRow="1" bandRow="1">
                <a:tableStyleId>{5C22544A-7EE6-4342-B048-85BDC9FD1C3A}</a:tableStyleId>
              </a:tblPr>
              <a:tblGrid>
                <a:gridCol w="2797175">
                  <a:extLst>
                    <a:ext uri="{9D8B030D-6E8A-4147-A177-3AD203B41FA5}">
                      <a16:colId xmlns:a16="http://schemas.microsoft.com/office/drawing/2014/main" val="4160867982"/>
                    </a:ext>
                  </a:extLst>
                </a:gridCol>
                <a:gridCol w="2797175">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127434">
                <a:tc gridSpan="3">
                  <a:txBody>
                    <a:bodyPr/>
                    <a:lstStyle/>
                    <a:p>
                      <a:r>
                        <a:rPr lang="en-US" sz="1400" dirty="0">
                          <a:latin typeface="+mj-lt"/>
                        </a:rPr>
                        <a:t> e-RA date: 20</a:t>
                      </a:r>
                      <a:r>
                        <a:rPr lang="en-US" sz="1400" baseline="30000" dirty="0">
                          <a:latin typeface="+mj-lt"/>
                        </a:rPr>
                        <a:t>th</a:t>
                      </a:r>
                      <a:r>
                        <a:rPr lang="en-US" sz="1400" dirty="0">
                          <a:latin typeface="+mj-lt"/>
                        </a:rPr>
                        <a:t> Aug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12743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127434">
                <a:tc>
                  <a:txBody>
                    <a:bodyPr/>
                    <a:lstStyle/>
                    <a:p>
                      <a:pPr algn="l" fontAlgn="ctr"/>
                      <a:r>
                        <a:rPr lang="en-US" sz="1400" u="none" strike="noStrike" dirty="0">
                          <a:effectLst/>
                        </a:rPr>
                        <a:t>NHDC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55,00,000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25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127434">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127434">
                <a:tc>
                  <a:txBody>
                    <a:bodyPr/>
                    <a:lstStyle/>
                    <a:p>
                      <a:pPr algn="l" fontAlgn="ctr"/>
                      <a:r>
                        <a:rPr lang="en-US" sz="1400" u="none" strike="noStrike" dirty="0">
                          <a:effectLst/>
                        </a:rPr>
                        <a:t>ASSAM POWER DISTRIBUTION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127434">
                <a:tc>
                  <a:txBody>
                    <a:bodyPr/>
                    <a:lstStyle/>
                    <a:p>
                      <a:pPr algn="l" fontAlgn="ctr"/>
                      <a:r>
                        <a:rPr lang="it-IT" sz="1400" u="none" strike="noStrike" dirty="0">
                          <a:effectLst/>
                        </a:rPr>
                        <a:t>DELHI METRO RAIL CORPORATION LIMITED</a:t>
                      </a:r>
                      <a:endParaRPr lang="it-IT"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69,75,000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127434">
                <a:tc>
                  <a:txBody>
                    <a:bodyPr/>
                    <a:lstStyle/>
                    <a:p>
                      <a:pPr algn="l" fontAlgn="ctr"/>
                      <a:r>
                        <a:rPr lang="en-US" sz="1400" u="none" strike="noStrike" dirty="0">
                          <a:effectLst/>
                        </a:rPr>
                        <a:t>NALANDA UNIVERSITY</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69,95,555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1177975"/>
                  </a:ext>
                </a:extLst>
              </a:tr>
              <a:tr h="127434">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769</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231662"/>
                  </a:ext>
                </a:extLst>
              </a:tr>
              <a:tr h="127434">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32787500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3.C. </a:t>
            </a:r>
            <a:r>
              <a:rPr lang="en-US" sz="2400" b="1" dirty="0"/>
              <a:t>Sale of power through participation in tenders under CPSU scheme (2/2)</a:t>
            </a:r>
            <a:endParaRPr lang="en-GB" sz="2400" b="1" dirty="0"/>
          </a:p>
        </p:txBody>
      </p:sp>
      <p:sp>
        <p:nvSpPr>
          <p:cNvPr id="7" name="TextBox 6">
            <a:extLst>
              <a:ext uri="{FF2B5EF4-FFF2-40B4-BE49-F238E27FC236}">
                <a16:creationId xmlns:a16="http://schemas.microsoft.com/office/drawing/2014/main" id="{8F80A252-598D-453D-A179-832FA05D7FF8}"/>
              </a:ext>
            </a:extLst>
          </p:cNvPr>
          <p:cNvSpPr txBox="1"/>
          <p:nvPr/>
        </p:nvSpPr>
        <p:spPr>
          <a:xfrm>
            <a:off x="518428" y="495177"/>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1104.8 MW (out of 1.5 GW) TRANCHE II</a:t>
            </a:r>
            <a:endParaRPr lang="en-US" b="1" dirty="0">
              <a:solidFill>
                <a:srgbClr val="313131"/>
              </a:solidFill>
            </a:endParaRPr>
          </a:p>
        </p:txBody>
      </p:sp>
      <p:graphicFrame>
        <p:nvGraphicFramePr>
          <p:cNvPr id="8" name="Table 2">
            <a:extLst>
              <a:ext uri="{FF2B5EF4-FFF2-40B4-BE49-F238E27FC236}">
                <a16:creationId xmlns:a16="http://schemas.microsoft.com/office/drawing/2014/main" id="{043220A2-A82C-46FB-8DC5-4DA354CC0581}"/>
              </a:ext>
            </a:extLst>
          </p:cNvPr>
          <p:cNvGraphicFramePr>
            <a:graphicFrameLocks noGrp="1"/>
          </p:cNvGraphicFramePr>
          <p:nvPr>
            <p:extLst>
              <p:ext uri="{D42A27DB-BD31-4B8C-83A1-F6EECF244321}">
                <p14:modId xmlns:p14="http://schemas.microsoft.com/office/powerpoint/2010/main" val="2258298332"/>
              </p:ext>
            </p:extLst>
          </p:nvPr>
        </p:nvGraphicFramePr>
        <p:xfrm>
          <a:off x="518428" y="745487"/>
          <a:ext cx="11188700" cy="2042160"/>
        </p:xfrm>
        <a:graphic>
          <a:graphicData uri="http://schemas.openxmlformats.org/drawingml/2006/table">
            <a:tbl>
              <a:tblPr firstRow="1" bandRow="1">
                <a:tableStyleId>{5C22544A-7EE6-4342-B048-85BDC9FD1C3A}</a:tableStyleId>
              </a:tblPr>
              <a:tblGrid>
                <a:gridCol w="2797175">
                  <a:extLst>
                    <a:ext uri="{9D8B030D-6E8A-4147-A177-3AD203B41FA5}">
                      <a16:colId xmlns:a16="http://schemas.microsoft.com/office/drawing/2014/main" val="4160867982"/>
                    </a:ext>
                  </a:extLst>
                </a:gridCol>
                <a:gridCol w="2797175">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0">
                <a:tc gridSpan="3">
                  <a:txBody>
                    <a:bodyPr/>
                    <a:lstStyle/>
                    <a:p>
                      <a:r>
                        <a:rPr lang="en-US" sz="1400" dirty="0">
                          <a:latin typeface="+mj-lt"/>
                        </a:rPr>
                        <a:t> e-RA date: 8</a:t>
                      </a:r>
                      <a:r>
                        <a:rPr lang="en-US" sz="1400" baseline="30000" dirty="0">
                          <a:latin typeface="+mj-lt"/>
                        </a:rPr>
                        <a:t>th</a:t>
                      </a:r>
                      <a:r>
                        <a:rPr lang="en-US" sz="1400" dirty="0">
                          <a:latin typeface="+mj-lt"/>
                        </a:rPr>
                        <a:t> Nov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15326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153264">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81</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60549">
                <a:tc>
                  <a:txBody>
                    <a:bodyPr/>
                    <a:lstStyle/>
                    <a:p>
                      <a:pPr algn="l" fontAlgn="ctr"/>
                      <a:r>
                        <a:rPr lang="en-US" sz="1400" u="none" strike="noStrike" dirty="0">
                          <a:effectLst/>
                        </a:rPr>
                        <a:t>Indore Municipal Corporation</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68,80,000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60549">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923 (out of quoted 1104 MW)</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153264">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1,104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11" name="TextBox 10">
            <a:extLst>
              <a:ext uri="{FF2B5EF4-FFF2-40B4-BE49-F238E27FC236}">
                <a16:creationId xmlns:a16="http://schemas.microsoft.com/office/drawing/2014/main" id="{96EE7312-9714-4D2C-9CAA-5375DEB4ECA1}"/>
              </a:ext>
            </a:extLst>
          </p:cNvPr>
          <p:cNvSpPr txBox="1"/>
          <p:nvPr/>
        </p:nvSpPr>
        <p:spPr>
          <a:xfrm>
            <a:off x="496447" y="2808429"/>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IREDA 5 GW TRANCHE III</a:t>
            </a:r>
            <a:endParaRPr lang="en-US" b="1" dirty="0">
              <a:solidFill>
                <a:srgbClr val="313131"/>
              </a:solidFill>
            </a:endParaRPr>
          </a:p>
        </p:txBody>
      </p:sp>
      <p:graphicFrame>
        <p:nvGraphicFramePr>
          <p:cNvPr id="12" name="Table 2">
            <a:extLst>
              <a:ext uri="{FF2B5EF4-FFF2-40B4-BE49-F238E27FC236}">
                <a16:creationId xmlns:a16="http://schemas.microsoft.com/office/drawing/2014/main" id="{5052E146-358F-49C1-8A71-49811A19502A}"/>
              </a:ext>
            </a:extLst>
          </p:cNvPr>
          <p:cNvGraphicFramePr>
            <a:graphicFrameLocks noGrp="1"/>
          </p:cNvGraphicFramePr>
          <p:nvPr>
            <p:extLst>
              <p:ext uri="{D42A27DB-BD31-4B8C-83A1-F6EECF244321}">
                <p14:modId xmlns:p14="http://schemas.microsoft.com/office/powerpoint/2010/main" val="1707121055"/>
              </p:ext>
            </p:extLst>
          </p:nvPr>
        </p:nvGraphicFramePr>
        <p:xfrm>
          <a:off x="496447" y="3058739"/>
          <a:ext cx="11188700" cy="2438400"/>
        </p:xfrm>
        <a:graphic>
          <a:graphicData uri="http://schemas.openxmlformats.org/drawingml/2006/table">
            <a:tbl>
              <a:tblPr firstRow="1" bandRow="1">
                <a:tableStyleId>{5C22544A-7EE6-4342-B048-85BDC9FD1C3A}</a:tableStyleId>
              </a:tblPr>
              <a:tblGrid>
                <a:gridCol w="2797175">
                  <a:extLst>
                    <a:ext uri="{9D8B030D-6E8A-4147-A177-3AD203B41FA5}">
                      <a16:colId xmlns:a16="http://schemas.microsoft.com/office/drawing/2014/main" val="4160867982"/>
                    </a:ext>
                  </a:extLst>
                </a:gridCol>
                <a:gridCol w="2797175">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0">
                <a:tc gridSpan="3">
                  <a:txBody>
                    <a:bodyPr/>
                    <a:lstStyle/>
                    <a:p>
                      <a:r>
                        <a:rPr lang="en-US" sz="1400" dirty="0">
                          <a:latin typeface="+mj-lt"/>
                        </a:rPr>
                        <a:t> e-RA date: 23</a:t>
                      </a:r>
                      <a:r>
                        <a:rPr lang="en-US" sz="1400" baseline="30000" dirty="0">
                          <a:latin typeface="+mj-lt"/>
                        </a:rPr>
                        <a:t>rd</a:t>
                      </a:r>
                      <a:r>
                        <a:rPr lang="en-US" sz="1400" dirty="0">
                          <a:latin typeface="+mj-lt"/>
                        </a:rPr>
                        <a:t> Sep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15326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153264">
                <a:tc>
                  <a:txBody>
                    <a:bodyPr/>
                    <a:lstStyle/>
                    <a:p>
                      <a:pPr algn="l" fontAlgn="ctr"/>
                      <a:r>
                        <a:rPr lang="en-US" sz="1400" u="none" strike="noStrike" dirty="0">
                          <a:effectLst/>
                        </a:rPr>
                        <a:t>SJVN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44,72,000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r>
                        <a:rPr lang="en-US" sz="1400" dirty="0">
                          <a:latin typeface="+mj-lt"/>
                        </a:rPr>
                        <a:t>Rs. 2.45/kWh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60549">
                <a:tc>
                  <a:txBody>
                    <a:bodyPr/>
                    <a:lstStyle/>
                    <a:p>
                      <a:pPr algn="l" fontAlgn="ctr"/>
                      <a:r>
                        <a:rPr lang="en-US" sz="1400" u="none" strike="noStrike" dirty="0">
                          <a:effectLst/>
                        </a:rPr>
                        <a:t>NLC India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44,74,990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510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60549">
                <a:tc>
                  <a:txBody>
                    <a:bodyPr/>
                    <a:lstStyle/>
                    <a:p>
                      <a:pPr algn="l" fontAlgn="ctr"/>
                      <a:r>
                        <a:rPr lang="en-US" sz="1400" u="none" strike="noStrike" dirty="0">
                          <a:effectLst/>
                        </a:rPr>
                        <a:t>NHPC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260549">
                <a:tc>
                  <a:txBody>
                    <a:bodyPr/>
                    <a:lstStyle/>
                    <a:p>
                      <a:pPr algn="l" fontAlgn="ctr"/>
                      <a:r>
                        <a:rPr lang="en-US" sz="1400" u="none" strike="noStrike" dirty="0">
                          <a:effectLst/>
                        </a:rPr>
                        <a:t>IRCON International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44,94,000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799357"/>
                  </a:ext>
                </a:extLst>
              </a:tr>
              <a:tr h="260549">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898130"/>
                  </a:ext>
                </a:extLst>
              </a:tr>
              <a:tr h="153264">
                <a:tc gridSpan="2">
                  <a:txBody>
                    <a:bodyPr/>
                    <a:lstStyle/>
                    <a:p>
                      <a:pPr algn="ctr"/>
                      <a:r>
                        <a:rPr lang="en-US" sz="1400" b="1" dirty="0">
                          <a:latin typeface="+mj-lt"/>
                        </a:rPr>
                        <a:t>TOTAL CAPACITY AWARDED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13" name="Rectangle 12">
            <a:extLst>
              <a:ext uri="{FF2B5EF4-FFF2-40B4-BE49-F238E27FC236}">
                <a16:creationId xmlns:a16="http://schemas.microsoft.com/office/drawing/2014/main" id="{6CC9035B-4736-45A9-A5C0-8CD941902311}"/>
              </a:ext>
            </a:extLst>
          </p:cNvPr>
          <p:cNvSpPr/>
          <p:nvPr/>
        </p:nvSpPr>
        <p:spPr bwMode="gray">
          <a:xfrm>
            <a:off x="484872" y="5560294"/>
            <a:ext cx="11188700" cy="1077781"/>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Way Forward for CIL</a:t>
            </a:r>
          </a:p>
          <a:p>
            <a:pPr marL="285750" indent="-285750">
              <a:lnSpc>
                <a:spcPct val="106000"/>
              </a:lnSpc>
              <a:buFont typeface="Arial" panose="020B0604020202020204" pitchFamily="34" charset="0"/>
              <a:buChar char="•"/>
            </a:pPr>
            <a:r>
              <a:rPr lang="en-US" sz="1600" dirty="0"/>
              <a:t>Liaising with IREDA to understand future tender timelines; and same with State DISCOMs to find probable buyers</a:t>
            </a:r>
          </a:p>
          <a:p>
            <a:pPr marL="285750" indent="-285750">
              <a:lnSpc>
                <a:spcPct val="106000"/>
              </a:lnSpc>
              <a:buFont typeface="Arial" panose="020B0604020202020204" pitchFamily="34" charset="0"/>
              <a:buChar char="•"/>
            </a:pPr>
            <a:r>
              <a:rPr lang="en-US" sz="1600" dirty="0"/>
              <a:t>Exploring potential for use of power through captive consumption; subject to confirmation of future tenders</a:t>
            </a:r>
          </a:p>
          <a:p>
            <a:pPr marL="285750" indent="-285750">
              <a:lnSpc>
                <a:spcPct val="106000"/>
              </a:lnSpc>
              <a:buFont typeface="Arial" panose="020B0604020202020204" pitchFamily="34" charset="0"/>
              <a:buChar char="•"/>
            </a:pPr>
            <a:r>
              <a:rPr lang="en-US" sz="1600" dirty="0"/>
              <a:t>Optimizing capex requirement needed to quote lowest VGF feasible in line with historical quotations</a:t>
            </a:r>
          </a:p>
        </p:txBody>
      </p:sp>
    </p:spTree>
    <p:extLst>
      <p:ext uri="{BB962C8B-B14F-4D97-AF65-F5344CB8AC3E}">
        <p14:creationId xmlns:p14="http://schemas.microsoft.com/office/powerpoint/2010/main" val="181423175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7" y="2736849"/>
            <a:ext cx="11575075" cy="692151"/>
          </a:xfrm>
        </p:spPr>
        <p:txBody>
          <a:bodyPr/>
          <a:lstStyle/>
          <a:p>
            <a:pPr marL="990600" indent="-990600"/>
            <a:r>
              <a:rPr lang="en-US" sz="2800" i="0" dirty="0">
                <a:solidFill>
                  <a:schemeClr val="tx1"/>
                </a:solidFill>
              </a:rPr>
              <a:t>4.A. Sale to Open Access Consumers (C&amp;I)</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897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4.A. Sale to Open Access Consumers (Commercial and Industrial)</a:t>
            </a:r>
          </a:p>
        </p:txBody>
      </p:sp>
      <p:sp>
        <p:nvSpPr>
          <p:cNvPr id="7" name="TextBox 6">
            <a:extLst>
              <a:ext uri="{FF2B5EF4-FFF2-40B4-BE49-F238E27FC236}">
                <a16:creationId xmlns:a16="http://schemas.microsoft.com/office/drawing/2014/main" id="{6497482F-B62A-4C71-8433-3BD71427B731}"/>
              </a:ext>
            </a:extLst>
          </p:cNvPr>
          <p:cNvSpPr txBox="1"/>
          <p:nvPr/>
        </p:nvSpPr>
        <p:spPr>
          <a:xfrm>
            <a:off x="2448913" y="1393681"/>
            <a:ext cx="9241438" cy="99913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will need to explore opportunity w.r.t large industrial consumers in Rajasthan, or geographically familiar states with CIL presence</a:t>
            </a:r>
          </a:p>
          <a:p>
            <a:pPr marL="285750" indent="-285750" algn="just">
              <a:lnSpc>
                <a:spcPct val="114000"/>
              </a:lnSpc>
              <a:spcAft>
                <a:spcPts val="600"/>
              </a:spcAft>
              <a:buSzPct val="100000"/>
              <a:buFont typeface="Arial" panose="020B0604020202020204" pitchFamily="34" charset="0"/>
              <a:buChar char="•"/>
            </a:pPr>
            <a:r>
              <a:rPr lang="en-US" sz="1600" dirty="0"/>
              <a:t>Further, CIL may also explore industry rich states to secure potential OA consumers</a:t>
            </a:r>
          </a:p>
        </p:txBody>
      </p:sp>
      <p:sp>
        <p:nvSpPr>
          <p:cNvPr id="8" name="TextBox 7">
            <a:extLst>
              <a:ext uri="{FF2B5EF4-FFF2-40B4-BE49-F238E27FC236}">
                <a16:creationId xmlns:a16="http://schemas.microsoft.com/office/drawing/2014/main" id="{0D18CD0F-CDBB-43BF-AC2C-25B67B22143C}"/>
              </a:ext>
            </a:extLst>
          </p:cNvPr>
          <p:cNvSpPr txBox="1"/>
          <p:nvPr/>
        </p:nvSpPr>
        <p:spPr>
          <a:xfrm>
            <a:off x="2425652" y="2662867"/>
            <a:ext cx="9241438" cy="1841252"/>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Such arrangement will be attractive for open access consumers when landed price of solar power (incl. all applicable open access charges) is less than discom energy charge</a:t>
            </a:r>
          </a:p>
          <a:p>
            <a:pPr marL="285750" indent="-285750" algn="just">
              <a:lnSpc>
                <a:spcPct val="114000"/>
              </a:lnSpc>
              <a:spcAft>
                <a:spcPts val="600"/>
              </a:spcAft>
              <a:buSzPct val="100000"/>
              <a:buFont typeface="Arial" panose="020B0604020202020204" pitchFamily="34" charset="0"/>
              <a:buChar char="•"/>
            </a:pPr>
            <a:r>
              <a:rPr lang="en-US" sz="1600" dirty="0"/>
              <a:t>For sale of power outside Rajasthan, there is provision for waiver on ISTS charges for RE projects commissioned within 30</a:t>
            </a:r>
            <a:r>
              <a:rPr lang="en-US" sz="1600" baseline="30000" dirty="0"/>
              <a:t>th</a:t>
            </a:r>
            <a:r>
              <a:rPr lang="en-US" sz="1600" dirty="0"/>
              <a:t> Jun 2025 as per MOP circular No. 23/12/2016-R&amp;R dated 23</a:t>
            </a:r>
            <a:r>
              <a:rPr lang="en-US" sz="1600" baseline="30000" dirty="0"/>
              <a:t>rd</a:t>
            </a:r>
            <a:r>
              <a:rPr lang="en-US" sz="1600" dirty="0"/>
              <a:t> Nov 2021; however, the same document does not feature in the </a:t>
            </a:r>
            <a:r>
              <a:rPr lang="en-US" sz="1600" dirty="0" err="1"/>
              <a:t>MoP</a:t>
            </a:r>
            <a:r>
              <a:rPr lang="en-US" sz="1600" dirty="0"/>
              <a:t> website and thus, it is needed to be confirmed with </a:t>
            </a:r>
            <a:r>
              <a:rPr lang="en-US" sz="1600" dirty="0" err="1"/>
              <a:t>MoP</a:t>
            </a:r>
            <a:r>
              <a:rPr lang="en-US" sz="1600" dirty="0"/>
              <a:t> whether the document and its provisions are valid</a:t>
            </a:r>
          </a:p>
        </p:txBody>
      </p:sp>
      <p:sp>
        <p:nvSpPr>
          <p:cNvPr id="11" name="TextBox 10">
            <a:extLst>
              <a:ext uri="{FF2B5EF4-FFF2-40B4-BE49-F238E27FC236}">
                <a16:creationId xmlns:a16="http://schemas.microsoft.com/office/drawing/2014/main" id="{9B8ECF70-705A-4ED8-A924-F7CF009DF91E}"/>
              </a:ext>
            </a:extLst>
          </p:cNvPr>
          <p:cNvSpPr txBox="1"/>
          <p:nvPr/>
        </p:nvSpPr>
        <p:spPr>
          <a:xfrm>
            <a:off x="2425652" y="4806184"/>
            <a:ext cx="9241437" cy="999139"/>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Since demand of individual consumers will not be substantial, several consumers will have to be contracted to sell sizable quantity of solar power</a:t>
            </a:r>
          </a:p>
          <a:p>
            <a:pPr marL="285750" indent="-285750" algn="just">
              <a:lnSpc>
                <a:spcPct val="114000"/>
              </a:lnSpc>
              <a:spcAft>
                <a:spcPts val="600"/>
              </a:spcAft>
              <a:buSzPct val="100000"/>
              <a:buFont typeface="Arial" panose="020B0604020202020204" pitchFamily="34" charset="0"/>
              <a:buChar char="•"/>
            </a:pPr>
            <a:r>
              <a:rPr lang="en-US" sz="1600" dirty="0"/>
              <a:t>Managing several contracts can be challenging and cumbersome for CIL</a:t>
            </a:r>
          </a:p>
        </p:txBody>
      </p:sp>
      <p:sp>
        <p:nvSpPr>
          <p:cNvPr id="12" name="TextBox 11">
            <a:extLst>
              <a:ext uri="{FF2B5EF4-FFF2-40B4-BE49-F238E27FC236}">
                <a16:creationId xmlns:a16="http://schemas.microsoft.com/office/drawing/2014/main" id="{A542D1CD-EC52-4B80-BD1A-87076F55ED7C}"/>
              </a:ext>
            </a:extLst>
          </p:cNvPr>
          <p:cNvSpPr txBox="1"/>
          <p:nvPr/>
        </p:nvSpPr>
        <p:spPr>
          <a:xfrm>
            <a:off x="524910" y="1393680"/>
            <a:ext cx="1724307" cy="99913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Potential Target Segment</a:t>
            </a:r>
          </a:p>
        </p:txBody>
      </p:sp>
      <p:sp>
        <p:nvSpPr>
          <p:cNvPr id="13" name="TextBox 12">
            <a:extLst>
              <a:ext uri="{FF2B5EF4-FFF2-40B4-BE49-F238E27FC236}">
                <a16:creationId xmlns:a16="http://schemas.microsoft.com/office/drawing/2014/main" id="{35E14D97-34C2-46FB-8C30-90A76F2BD7CC}"/>
              </a:ext>
            </a:extLst>
          </p:cNvPr>
          <p:cNvSpPr txBox="1"/>
          <p:nvPr/>
        </p:nvSpPr>
        <p:spPr>
          <a:xfrm>
            <a:off x="501650" y="2662867"/>
            <a:ext cx="1724307" cy="1841251"/>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Commercial implication</a:t>
            </a:r>
          </a:p>
        </p:txBody>
      </p:sp>
      <p:sp>
        <p:nvSpPr>
          <p:cNvPr id="14" name="TextBox 13">
            <a:extLst>
              <a:ext uri="{FF2B5EF4-FFF2-40B4-BE49-F238E27FC236}">
                <a16:creationId xmlns:a16="http://schemas.microsoft.com/office/drawing/2014/main" id="{86862F53-038B-498C-9E6D-FDAC11A01117}"/>
              </a:ext>
            </a:extLst>
          </p:cNvPr>
          <p:cNvSpPr txBox="1"/>
          <p:nvPr/>
        </p:nvSpPr>
        <p:spPr>
          <a:xfrm>
            <a:off x="501650" y="4806183"/>
            <a:ext cx="1724307" cy="99913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Demerit</a:t>
            </a:r>
          </a:p>
        </p:txBody>
      </p:sp>
    </p:spTree>
    <p:extLst>
      <p:ext uri="{BB962C8B-B14F-4D97-AF65-F5344CB8AC3E}">
        <p14:creationId xmlns:p14="http://schemas.microsoft.com/office/powerpoint/2010/main" val="178920952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2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7" y="2736849"/>
            <a:ext cx="11575075" cy="692151"/>
          </a:xfrm>
        </p:spPr>
        <p:txBody>
          <a:bodyPr/>
          <a:lstStyle/>
          <a:p>
            <a:pPr marL="990600" indent="-990600"/>
            <a:r>
              <a:rPr lang="en-US" sz="2800" i="0" dirty="0">
                <a:solidFill>
                  <a:schemeClr val="tx1"/>
                </a:solidFill>
              </a:rPr>
              <a:t>4.B. Energy Sale to Trading Licensees in India</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669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Concept of Power Trading</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3221344" y="2233375"/>
            <a:ext cx="8463387" cy="701943"/>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Discoms, Power Exchanges, Open Access Consumers</a:t>
            </a:r>
            <a:endParaRPr lang="en-US" sz="1400" i="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3212553" y="1115070"/>
            <a:ext cx="8463387" cy="1043270"/>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period of the contract is up to 1 year</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period of the contract is more than 1 year</a:t>
            </a:r>
          </a:p>
          <a:p>
            <a:pPr marL="268288" lvl="1"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9" name="TextBox 8">
            <a:extLst>
              <a:ext uri="{FF2B5EF4-FFF2-40B4-BE49-F238E27FC236}">
                <a16:creationId xmlns:a16="http://schemas.microsoft.com/office/drawing/2014/main" id="{5D8F355B-19FA-407B-9857-3B74B35DEC47}"/>
              </a:ext>
            </a:extLst>
          </p:cNvPr>
          <p:cNvSpPr txBox="1"/>
          <p:nvPr/>
        </p:nvSpPr>
        <p:spPr>
          <a:xfrm>
            <a:off x="3212553" y="3010703"/>
            <a:ext cx="8463386" cy="1156487"/>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0 paise/kWh to 7 paise/kWh</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mutually decided between the Trading Licensee and the seller</a:t>
            </a:r>
          </a:p>
          <a:p>
            <a:pPr marL="268288"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10" name="TextBox 9">
            <a:extLst>
              <a:ext uri="{FF2B5EF4-FFF2-40B4-BE49-F238E27FC236}">
                <a16:creationId xmlns:a16="http://schemas.microsoft.com/office/drawing/2014/main" id="{71A7B91D-AB2D-4A78-BC2B-FCE1B115E006}"/>
              </a:ext>
            </a:extLst>
          </p:cNvPr>
          <p:cNvSpPr txBox="1"/>
          <p:nvPr/>
        </p:nvSpPr>
        <p:spPr>
          <a:xfrm>
            <a:off x="1066801" y="710948"/>
            <a:ext cx="1900874" cy="334787"/>
          </a:xfrm>
          <a:prstGeom prst="rect">
            <a:avLst/>
          </a:prstGeom>
          <a:solidFill>
            <a:srgbClr val="046A38"/>
          </a:solidFill>
        </p:spPr>
        <p:txBody>
          <a:bodyPr wrap="square" lIns="0" tIns="0" rIns="0" bIns="0" rtlCol="0" anchor="ctr" anchorCtr="0">
            <a:noAutofit/>
          </a:bodyPr>
          <a:lstStyle/>
          <a:p>
            <a:pPr algn="ctr">
              <a:buSzPct val="100000"/>
            </a:pPr>
            <a:r>
              <a:rPr lang="en-US" sz="1600" b="1" dirty="0">
                <a:solidFill>
                  <a:schemeClr val="bg1"/>
                </a:solidFill>
              </a:rPr>
              <a:t>Definition</a:t>
            </a:r>
          </a:p>
        </p:txBody>
      </p:sp>
      <p:sp>
        <p:nvSpPr>
          <p:cNvPr id="11" name="TextBox 10">
            <a:extLst>
              <a:ext uri="{FF2B5EF4-FFF2-40B4-BE49-F238E27FC236}">
                <a16:creationId xmlns:a16="http://schemas.microsoft.com/office/drawing/2014/main" id="{07034924-4F2A-4E9B-90C4-35452FE20C78}"/>
              </a:ext>
            </a:extLst>
          </p:cNvPr>
          <p:cNvSpPr txBox="1"/>
          <p:nvPr/>
        </p:nvSpPr>
        <p:spPr>
          <a:xfrm>
            <a:off x="1066801" y="1115071"/>
            <a:ext cx="1900874" cy="1043269"/>
          </a:xfrm>
          <a:prstGeom prst="rect">
            <a:avLst/>
          </a:prstGeom>
          <a:solidFill>
            <a:srgbClr val="0D8390"/>
          </a:solidFill>
        </p:spPr>
        <p:txBody>
          <a:bodyPr wrap="square" lIns="0" tIns="0" rIns="0" bIns="0" rtlCol="0" anchor="ctr" anchorCtr="0">
            <a:noAutofit/>
          </a:bodyPr>
          <a:lstStyle/>
          <a:p>
            <a:pPr algn="ctr">
              <a:buSzPct val="100000"/>
            </a:pPr>
            <a:r>
              <a:rPr lang="en-US" sz="1600" b="1" dirty="0">
                <a:solidFill>
                  <a:schemeClr val="bg1"/>
                </a:solidFill>
              </a:rPr>
              <a:t>Types of Contract</a:t>
            </a:r>
          </a:p>
        </p:txBody>
      </p:sp>
      <p:sp>
        <p:nvSpPr>
          <p:cNvPr id="12" name="TextBox 11">
            <a:extLst>
              <a:ext uri="{FF2B5EF4-FFF2-40B4-BE49-F238E27FC236}">
                <a16:creationId xmlns:a16="http://schemas.microsoft.com/office/drawing/2014/main" id="{43457097-F038-44CC-B0DF-692D09F99818}"/>
              </a:ext>
            </a:extLst>
          </p:cNvPr>
          <p:cNvSpPr txBox="1"/>
          <p:nvPr/>
        </p:nvSpPr>
        <p:spPr>
          <a:xfrm>
            <a:off x="1062405" y="3010016"/>
            <a:ext cx="1900874" cy="1156486"/>
          </a:xfrm>
          <a:prstGeom prst="rect">
            <a:avLst/>
          </a:prstGeom>
          <a:solidFill>
            <a:srgbClr val="43B02A"/>
          </a:solidFill>
        </p:spPr>
        <p:txBody>
          <a:bodyPr wrap="square" lIns="0" tIns="0" rIns="0" bIns="0" rtlCol="0" anchor="ctr" anchorCtr="0">
            <a:noAutofit/>
          </a:bodyPr>
          <a:lstStyle/>
          <a:p>
            <a:pPr algn="ctr">
              <a:buSzPct val="100000"/>
            </a:pPr>
            <a:r>
              <a:rPr lang="en-US" sz="1600" b="1" dirty="0">
                <a:solidFill>
                  <a:schemeClr val="bg1"/>
                </a:solidFill>
              </a:rPr>
              <a:t>Trading Margin</a:t>
            </a:r>
          </a:p>
        </p:txBody>
      </p:sp>
      <p:sp>
        <p:nvSpPr>
          <p:cNvPr id="13" name="Freeform 899">
            <a:extLst>
              <a:ext uri="{FF2B5EF4-FFF2-40B4-BE49-F238E27FC236}">
                <a16:creationId xmlns:a16="http://schemas.microsoft.com/office/drawing/2014/main" id="{C5D514B4-B0C3-4EBA-A1CA-0DB43CC401AE}"/>
              </a:ext>
            </a:extLst>
          </p:cNvPr>
          <p:cNvSpPr>
            <a:spLocks noChangeAspect="1" noEditPoints="1"/>
          </p:cNvSpPr>
          <p:nvPr/>
        </p:nvSpPr>
        <p:spPr bwMode="auto">
          <a:xfrm>
            <a:off x="509005" y="70043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6" name="Freeform 899">
            <a:extLst>
              <a:ext uri="{FF2B5EF4-FFF2-40B4-BE49-F238E27FC236}">
                <a16:creationId xmlns:a16="http://schemas.microsoft.com/office/drawing/2014/main" id="{809C485E-237E-44F1-9987-A956335CD8E1}"/>
              </a:ext>
            </a:extLst>
          </p:cNvPr>
          <p:cNvSpPr>
            <a:spLocks noChangeAspect="1" noEditPoints="1"/>
          </p:cNvSpPr>
          <p:nvPr/>
        </p:nvSpPr>
        <p:spPr bwMode="auto">
          <a:xfrm>
            <a:off x="509005" y="145670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D839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7" name="TextBox 66">
            <a:extLst>
              <a:ext uri="{FF2B5EF4-FFF2-40B4-BE49-F238E27FC236}">
                <a16:creationId xmlns:a16="http://schemas.microsoft.com/office/drawing/2014/main" id="{E548A1C6-7394-4C1F-887D-1ECFE14350EA}"/>
              </a:ext>
            </a:extLst>
          </p:cNvPr>
          <p:cNvSpPr txBox="1"/>
          <p:nvPr/>
        </p:nvSpPr>
        <p:spPr>
          <a:xfrm>
            <a:off x="1062406" y="2233375"/>
            <a:ext cx="1900874" cy="701943"/>
          </a:xfrm>
          <a:prstGeom prst="rect">
            <a:avLst/>
          </a:prstGeom>
          <a:solidFill>
            <a:srgbClr val="007CB0"/>
          </a:solidFill>
        </p:spPr>
        <p:txBody>
          <a:bodyPr wrap="square" lIns="0" tIns="0" rIns="0" bIns="0" rtlCol="0" anchor="ctr" anchorCtr="0">
            <a:noAutofit/>
          </a:bodyPr>
          <a:lstStyle/>
          <a:p>
            <a:pPr algn="ctr">
              <a:buSzPct val="100000"/>
            </a:pPr>
            <a:r>
              <a:rPr lang="en-US" sz="1600" b="1" dirty="0">
                <a:solidFill>
                  <a:schemeClr val="bg1"/>
                </a:solidFill>
              </a:rPr>
              <a:t>Potential buyers from trading licensees</a:t>
            </a:r>
          </a:p>
        </p:txBody>
      </p:sp>
      <p:sp>
        <p:nvSpPr>
          <p:cNvPr id="68" name="TextBox 67">
            <a:extLst>
              <a:ext uri="{FF2B5EF4-FFF2-40B4-BE49-F238E27FC236}">
                <a16:creationId xmlns:a16="http://schemas.microsoft.com/office/drawing/2014/main" id="{96074781-43EF-470C-9A40-BD7941CC1061}"/>
              </a:ext>
            </a:extLst>
          </p:cNvPr>
          <p:cNvSpPr txBox="1"/>
          <p:nvPr/>
        </p:nvSpPr>
        <p:spPr>
          <a:xfrm>
            <a:off x="3221345" y="710948"/>
            <a:ext cx="8463387" cy="334099"/>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Trading means purchase of electricity for resale thereof </a:t>
            </a:r>
            <a:r>
              <a:rPr lang="en-US" sz="1400" i="1" dirty="0"/>
              <a:t>(as per Electricity Act 2003)</a:t>
            </a:r>
          </a:p>
        </p:txBody>
      </p:sp>
      <p:sp>
        <p:nvSpPr>
          <p:cNvPr id="69" name="Freeform 899">
            <a:extLst>
              <a:ext uri="{FF2B5EF4-FFF2-40B4-BE49-F238E27FC236}">
                <a16:creationId xmlns:a16="http://schemas.microsoft.com/office/drawing/2014/main" id="{2FE93920-CF00-45B9-95A3-1849B1C20CCA}"/>
              </a:ext>
            </a:extLst>
          </p:cNvPr>
          <p:cNvSpPr>
            <a:spLocks noChangeAspect="1" noEditPoints="1"/>
          </p:cNvSpPr>
          <p:nvPr/>
        </p:nvSpPr>
        <p:spPr bwMode="auto">
          <a:xfrm>
            <a:off x="509005" y="2404346"/>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07CB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0" name="Freeform 899">
            <a:extLst>
              <a:ext uri="{FF2B5EF4-FFF2-40B4-BE49-F238E27FC236}">
                <a16:creationId xmlns:a16="http://schemas.microsoft.com/office/drawing/2014/main" id="{BD9D4158-6F9E-4295-8C07-B7967D41A53E}"/>
              </a:ext>
            </a:extLst>
          </p:cNvPr>
          <p:cNvSpPr>
            <a:spLocks noChangeAspect="1" noEditPoints="1"/>
          </p:cNvSpPr>
          <p:nvPr/>
        </p:nvSpPr>
        <p:spPr bwMode="auto">
          <a:xfrm>
            <a:off x="501650" y="3408397"/>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graphicFrame>
        <p:nvGraphicFramePr>
          <p:cNvPr id="71" name="Table 2">
            <a:extLst>
              <a:ext uri="{FF2B5EF4-FFF2-40B4-BE49-F238E27FC236}">
                <a16:creationId xmlns:a16="http://schemas.microsoft.com/office/drawing/2014/main" id="{EBBEB6EB-696F-4E32-A017-95B62528BD9B}"/>
              </a:ext>
            </a:extLst>
          </p:cNvPr>
          <p:cNvGraphicFramePr>
            <a:graphicFrameLocks noGrp="1"/>
          </p:cNvGraphicFramePr>
          <p:nvPr/>
        </p:nvGraphicFramePr>
        <p:xfrm>
          <a:off x="487242" y="4815631"/>
          <a:ext cx="11195997" cy="1745520"/>
        </p:xfrm>
        <a:graphic>
          <a:graphicData uri="http://schemas.openxmlformats.org/drawingml/2006/table">
            <a:tbl>
              <a:tblPr>
                <a:tableStyleId>{5C22544A-7EE6-4342-B048-85BDC9FD1C3A}</a:tableStyleId>
              </a:tblPr>
              <a:tblGrid>
                <a:gridCol w="3039729">
                  <a:extLst>
                    <a:ext uri="{9D8B030D-6E8A-4147-A177-3AD203B41FA5}">
                      <a16:colId xmlns:a16="http://schemas.microsoft.com/office/drawing/2014/main" val="1919582224"/>
                    </a:ext>
                  </a:extLst>
                </a:gridCol>
                <a:gridCol w="679689">
                  <a:extLst>
                    <a:ext uri="{9D8B030D-6E8A-4147-A177-3AD203B41FA5}">
                      <a16:colId xmlns:a16="http://schemas.microsoft.com/office/drawing/2014/main" val="608341654"/>
                    </a:ext>
                  </a:extLst>
                </a:gridCol>
                <a:gridCol w="679689">
                  <a:extLst>
                    <a:ext uri="{9D8B030D-6E8A-4147-A177-3AD203B41FA5}">
                      <a16:colId xmlns:a16="http://schemas.microsoft.com/office/drawing/2014/main" val="1152557752"/>
                    </a:ext>
                  </a:extLst>
                </a:gridCol>
                <a:gridCol w="679689">
                  <a:extLst>
                    <a:ext uri="{9D8B030D-6E8A-4147-A177-3AD203B41FA5}">
                      <a16:colId xmlns:a16="http://schemas.microsoft.com/office/drawing/2014/main" val="1126867401"/>
                    </a:ext>
                  </a:extLst>
                </a:gridCol>
                <a:gridCol w="679689">
                  <a:extLst>
                    <a:ext uri="{9D8B030D-6E8A-4147-A177-3AD203B41FA5}">
                      <a16:colId xmlns:a16="http://schemas.microsoft.com/office/drawing/2014/main" val="3532611404"/>
                    </a:ext>
                  </a:extLst>
                </a:gridCol>
                <a:gridCol w="679689">
                  <a:extLst>
                    <a:ext uri="{9D8B030D-6E8A-4147-A177-3AD203B41FA5}">
                      <a16:colId xmlns:a16="http://schemas.microsoft.com/office/drawing/2014/main" val="2587709950"/>
                    </a:ext>
                  </a:extLst>
                </a:gridCol>
                <a:gridCol w="679689">
                  <a:extLst>
                    <a:ext uri="{9D8B030D-6E8A-4147-A177-3AD203B41FA5}">
                      <a16:colId xmlns:a16="http://schemas.microsoft.com/office/drawing/2014/main" val="355188831"/>
                    </a:ext>
                  </a:extLst>
                </a:gridCol>
                <a:gridCol w="679689">
                  <a:extLst>
                    <a:ext uri="{9D8B030D-6E8A-4147-A177-3AD203B41FA5}">
                      <a16:colId xmlns:a16="http://schemas.microsoft.com/office/drawing/2014/main" val="2892167916"/>
                    </a:ext>
                  </a:extLst>
                </a:gridCol>
                <a:gridCol w="679689">
                  <a:extLst>
                    <a:ext uri="{9D8B030D-6E8A-4147-A177-3AD203B41FA5}">
                      <a16:colId xmlns:a16="http://schemas.microsoft.com/office/drawing/2014/main" val="3953254342"/>
                    </a:ext>
                  </a:extLst>
                </a:gridCol>
                <a:gridCol w="679689">
                  <a:extLst>
                    <a:ext uri="{9D8B030D-6E8A-4147-A177-3AD203B41FA5}">
                      <a16:colId xmlns:a16="http://schemas.microsoft.com/office/drawing/2014/main" val="2348754210"/>
                    </a:ext>
                  </a:extLst>
                </a:gridCol>
                <a:gridCol w="679689">
                  <a:extLst>
                    <a:ext uri="{9D8B030D-6E8A-4147-A177-3AD203B41FA5}">
                      <a16:colId xmlns:a16="http://schemas.microsoft.com/office/drawing/2014/main" val="221767015"/>
                    </a:ext>
                  </a:extLst>
                </a:gridCol>
                <a:gridCol w="679689">
                  <a:extLst>
                    <a:ext uri="{9D8B030D-6E8A-4147-A177-3AD203B41FA5}">
                      <a16:colId xmlns:a16="http://schemas.microsoft.com/office/drawing/2014/main" val="3149573517"/>
                    </a:ext>
                  </a:extLst>
                </a:gridCol>
                <a:gridCol w="679689">
                  <a:extLst>
                    <a:ext uri="{9D8B030D-6E8A-4147-A177-3AD203B41FA5}">
                      <a16:colId xmlns:a16="http://schemas.microsoft.com/office/drawing/2014/main" val="242020486"/>
                    </a:ext>
                  </a:extLst>
                </a:gridCol>
              </a:tblGrid>
              <a:tr h="136577">
                <a:tc rowSpan="2">
                  <a:txBody>
                    <a:bodyPr/>
                    <a:lstStyle/>
                    <a:p>
                      <a:r>
                        <a:rPr lang="en-US" sz="1400" b="1" dirty="0">
                          <a:solidFill>
                            <a:schemeClr val="bg1"/>
                          </a:solidFill>
                        </a:rPr>
                        <a:t>Names of Trading Licensees</a:t>
                      </a:r>
                    </a:p>
                  </a:txBody>
                  <a:tcPr marL="36000" marR="36000" marT="18000" marB="18000" anchor="ctr">
                    <a:solidFill>
                      <a:schemeClr val="accent5">
                        <a:lumMod val="75000"/>
                      </a:schemeClr>
                    </a:solidFill>
                  </a:tcPr>
                </a:tc>
                <a:tc gridSpan="12">
                  <a:txBody>
                    <a:bodyPr/>
                    <a:lstStyle/>
                    <a:p>
                      <a:pPr algn="ctr"/>
                      <a:r>
                        <a:rPr lang="en-US" sz="1400" b="1" dirty="0">
                          <a:solidFill>
                            <a:schemeClr val="bg1"/>
                          </a:solidFill>
                        </a:rPr>
                        <a:t>% Share in total Volume transacted by Trading Licensees</a:t>
                      </a:r>
                    </a:p>
                  </a:txBody>
                  <a:tcPr marL="36000" marR="36000" marT="18000" marB="18000" anchor="ctr">
                    <a:solidFill>
                      <a:schemeClr val="accent5">
                        <a:lumMod val="75000"/>
                      </a:schemeClr>
                    </a:solidFill>
                  </a:tcP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extLst>
                  <a:ext uri="{0D108BD9-81ED-4DB2-BD59-A6C34878D82A}">
                    <a16:rowId xmlns:a16="http://schemas.microsoft.com/office/drawing/2014/main" val="752086667"/>
                  </a:ext>
                </a:extLst>
              </a:tr>
              <a:tr h="232181">
                <a:tc vMerge="1">
                  <a:txBody>
                    <a:bodyPr/>
                    <a:lstStyle/>
                    <a:p>
                      <a:r>
                        <a:rPr lang="en-US" sz="1400" dirty="0"/>
                        <a:t>Names of Trading Licensees</a:t>
                      </a:r>
                    </a:p>
                  </a:txBody>
                  <a:tcPr anchor="ctr"/>
                </a:tc>
                <a:tc>
                  <a:txBody>
                    <a:bodyPr/>
                    <a:lstStyle/>
                    <a:p>
                      <a:pPr algn="ctr"/>
                      <a:r>
                        <a:rPr lang="en-US" sz="1400" b="1" dirty="0">
                          <a:solidFill>
                            <a:schemeClr val="bg1"/>
                          </a:solidFill>
                        </a:rPr>
                        <a:t>Apr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May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Jun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Jul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Aug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Sep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Oct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Nov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Dec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Jan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Feb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Mar ‘22</a:t>
                      </a:r>
                    </a:p>
                  </a:txBody>
                  <a:tcPr marL="36000" marR="36000" marT="18000" marB="18000" anchor="ctr">
                    <a:solidFill>
                      <a:schemeClr val="accent5">
                        <a:lumMod val="75000"/>
                      </a:schemeClr>
                    </a:solidFill>
                  </a:tcPr>
                </a:tc>
                <a:extLst>
                  <a:ext uri="{0D108BD9-81ED-4DB2-BD59-A6C34878D82A}">
                    <a16:rowId xmlns:a16="http://schemas.microsoft.com/office/drawing/2014/main" val="4235935379"/>
                  </a:ext>
                </a:extLst>
              </a:tr>
              <a:tr h="136577">
                <a:tc>
                  <a:txBody>
                    <a:bodyPr/>
                    <a:lstStyle/>
                    <a:p>
                      <a:r>
                        <a:rPr lang="en-US" sz="1400" dirty="0"/>
                        <a:t>PTC India Ltd. </a:t>
                      </a:r>
                    </a:p>
                  </a:txBody>
                  <a:tcPr marL="36000" marR="36000" marT="18000" marB="18000" anchor="ctr"/>
                </a:tc>
                <a:tc>
                  <a:txBody>
                    <a:bodyPr/>
                    <a:lstStyle/>
                    <a:p>
                      <a:pPr algn="ctr"/>
                      <a:r>
                        <a:rPr lang="en-US" sz="1400" dirty="0"/>
                        <a:t>42%</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45%</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47%</a:t>
                      </a:r>
                    </a:p>
                  </a:txBody>
                  <a:tcPr marL="36000" marR="36000" marT="18000" marB="18000" anchor="ctr"/>
                </a:tc>
                <a:tc>
                  <a:txBody>
                    <a:bodyPr/>
                    <a:lstStyle/>
                    <a:p>
                      <a:pPr algn="ctr"/>
                      <a:r>
                        <a:rPr lang="en-US" sz="1400" dirty="0"/>
                        <a:t>43%</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46%</a:t>
                      </a:r>
                    </a:p>
                  </a:txBody>
                  <a:tcPr marL="36000" marR="36000" marT="18000" marB="18000" anchor="ctr"/>
                </a:tc>
                <a:tc>
                  <a:txBody>
                    <a:bodyPr/>
                    <a:lstStyle/>
                    <a:p>
                      <a:pPr algn="ctr"/>
                      <a:r>
                        <a:rPr lang="en-US" sz="1400" dirty="0"/>
                        <a:t>33%</a:t>
                      </a:r>
                    </a:p>
                  </a:txBody>
                  <a:tcPr marL="36000" marR="36000" marT="18000" marB="18000" anchor="ctr"/>
                </a:tc>
                <a:extLst>
                  <a:ext uri="{0D108BD9-81ED-4DB2-BD59-A6C34878D82A}">
                    <a16:rowId xmlns:a16="http://schemas.microsoft.com/office/drawing/2014/main" val="1401819167"/>
                  </a:ext>
                </a:extLst>
              </a:tr>
              <a:tr h="136577">
                <a:tc>
                  <a:txBody>
                    <a:bodyPr/>
                    <a:lstStyle/>
                    <a:p>
                      <a:r>
                        <a:rPr lang="nn-NO" sz="1400" dirty="0"/>
                        <a:t>NTPC Vidyut Vyapar Nigam Ltd.</a:t>
                      </a:r>
                      <a:endParaRPr lang="en-US" sz="1400" dirty="0"/>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17%</a:t>
                      </a:r>
                    </a:p>
                  </a:txBody>
                  <a:tcPr marL="36000" marR="36000" marT="18000" marB="18000" anchor="ctr"/>
                </a:tc>
                <a:extLst>
                  <a:ext uri="{0D108BD9-81ED-4DB2-BD59-A6C34878D82A}">
                    <a16:rowId xmlns:a16="http://schemas.microsoft.com/office/drawing/2014/main" val="1207443310"/>
                  </a:ext>
                </a:extLst>
              </a:tr>
              <a:tr h="136577">
                <a:tc>
                  <a:txBody>
                    <a:bodyPr/>
                    <a:lstStyle/>
                    <a:p>
                      <a:r>
                        <a:rPr lang="en-US" sz="1400" dirty="0"/>
                        <a:t>Adani Enterprises Ltd</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12%</a:t>
                      </a:r>
                    </a:p>
                  </a:txBody>
                  <a:tcPr marL="36000" marR="36000" marT="18000" marB="18000" anchor="ctr"/>
                </a:tc>
                <a:extLst>
                  <a:ext uri="{0D108BD9-81ED-4DB2-BD59-A6C34878D82A}">
                    <a16:rowId xmlns:a16="http://schemas.microsoft.com/office/drawing/2014/main" val="1129990785"/>
                  </a:ext>
                </a:extLst>
              </a:tr>
              <a:tr h="136577">
                <a:tc>
                  <a:txBody>
                    <a:bodyPr/>
                    <a:lstStyle/>
                    <a:p>
                      <a:r>
                        <a:rPr lang="en-US" sz="1400" dirty="0"/>
                        <a:t>Tata Power Trading Company (P) Ltd.</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11%</a:t>
                      </a:r>
                    </a:p>
                  </a:txBody>
                  <a:tcPr marL="36000" marR="36000" marT="18000" marB="18000" anchor="ctr"/>
                </a:tc>
                <a:extLst>
                  <a:ext uri="{0D108BD9-81ED-4DB2-BD59-A6C34878D82A}">
                    <a16:rowId xmlns:a16="http://schemas.microsoft.com/office/drawing/2014/main" val="2253707919"/>
                  </a:ext>
                </a:extLst>
              </a:tr>
              <a:tr h="136577">
                <a:tc>
                  <a:txBody>
                    <a:bodyPr/>
                    <a:lstStyle/>
                    <a:p>
                      <a:r>
                        <a:rPr lang="en-US" sz="1400" dirty="0" err="1"/>
                        <a:t>Manikaran</a:t>
                      </a:r>
                      <a:r>
                        <a:rPr lang="en-US" sz="1400" dirty="0"/>
                        <a:t> Power Ltd.</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extLst>
                  <a:ext uri="{0D108BD9-81ED-4DB2-BD59-A6C34878D82A}">
                    <a16:rowId xmlns:a16="http://schemas.microsoft.com/office/drawing/2014/main" val="3363803666"/>
                  </a:ext>
                </a:extLst>
              </a:tr>
            </a:tbl>
          </a:graphicData>
        </a:graphic>
      </p:graphicFrame>
      <p:cxnSp>
        <p:nvCxnSpPr>
          <p:cNvPr id="72" name="Straight Connector 71">
            <a:extLst>
              <a:ext uri="{FF2B5EF4-FFF2-40B4-BE49-F238E27FC236}">
                <a16:creationId xmlns:a16="http://schemas.microsoft.com/office/drawing/2014/main" id="{4F95FEAC-B013-4C30-ACE0-AC5E38AC75CA}"/>
              </a:ext>
            </a:extLst>
          </p:cNvPr>
          <p:cNvCxnSpPr/>
          <p:nvPr/>
        </p:nvCxnSpPr>
        <p:spPr>
          <a:xfrm>
            <a:off x="501649" y="4534835"/>
            <a:ext cx="111886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229EE27-BDAA-479E-B686-E8E90CFE675E}"/>
              </a:ext>
            </a:extLst>
          </p:cNvPr>
          <p:cNvSpPr txBox="1"/>
          <p:nvPr/>
        </p:nvSpPr>
        <p:spPr>
          <a:xfrm>
            <a:off x="3723445" y="4419758"/>
            <a:ext cx="4745104" cy="246221"/>
          </a:xfrm>
          <a:prstGeom prst="rect">
            <a:avLst/>
          </a:prstGeom>
          <a:solidFill>
            <a:schemeClr val="accent6">
              <a:lumMod val="50000"/>
            </a:schemeClr>
          </a:solidFill>
        </p:spPr>
        <p:txBody>
          <a:bodyPr wrap="square" lIns="0" tIns="0" rIns="0" bIns="0" rtlCol="0">
            <a:spAutoFit/>
          </a:bodyPr>
          <a:lstStyle/>
          <a:p>
            <a:pPr algn="ctr">
              <a:spcBef>
                <a:spcPts val="600"/>
              </a:spcBef>
              <a:buSzPct val="100000"/>
            </a:pPr>
            <a:r>
              <a:rPr lang="en-US" sz="1600" b="1" dirty="0">
                <a:solidFill>
                  <a:schemeClr val="bg1"/>
                </a:solidFill>
              </a:rPr>
              <a:t>Leading Power Traders in India and their Market Share</a:t>
            </a:r>
          </a:p>
        </p:txBody>
      </p:sp>
      <p:sp>
        <p:nvSpPr>
          <p:cNvPr id="74" name="TextBox 73">
            <a:extLst>
              <a:ext uri="{FF2B5EF4-FFF2-40B4-BE49-F238E27FC236}">
                <a16:creationId xmlns:a16="http://schemas.microsoft.com/office/drawing/2014/main" id="{826D3534-B4C4-4F63-89BD-137CE72F30EB}"/>
              </a:ext>
            </a:extLst>
          </p:cNvPr>
          <p:cNvSpPr txBox="1"/>
          <p:nvPr/>
        </p:nvSpPr>
        <p:spPr>
          <a:xfrm>
            <a:off x="6051312" y="6618514"/>
            <a:ext cx="5281857" cy="184666"/>
          </a:xfrm>
          <a:prstGeom prst="rect">
            <a:avLst/>
          </a:prstGeom>
          <a:noFill/>
        </p:spPr>
        <p:txBody>
          <a:bodyPr wrap="square" lIns="0" tIns="0" rIns="0" bIns="0" rtlCol="0">
            <a:spAutoFit/>
          </a:bodyPr>
          <a:lstStyle/>
          <a:p>
            <a:pPr algn="r">
              <a:spcBef>
                <a:spcPts val="600"/>
              </a:spcBef>
              <a:buSzPct val="100000"/>
            </a:pPr>
            <a:r>
              <a:rPr lang="en-US" sz="1200" i="1" dirty="0">
                <a:solidFill>
                  <a:srgbClr val="313131"/>
                </a:solidFill>
              </a:rPr>
              <a:t>Source: CERC Monthly Reports on Short-term Transactions of Electricity in India</a:t>
            </a:r>
          </a:p>
        </p:txBody>
      </p:sp>
    </p:spTree>
    <p:extLst>
      <p:ext uri="{BB962C8B-B14F-4D97-AF65-F5344CB8AC3E}">
        <p14:creationId xmlns:p14="http://schemas.microsoft.com/office/powerpoint/2010/main" val="107598471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4.B. Sale to Power Traders – Implications for CIL</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2448911" y="2168598"/>
            <a:ext cx="9241438" cy="688557"/>
          </a:xfrm>
          <a:prstGeom prst="roundRect">
            <a:avLst/>
          </a:prstGeom>
          <a:noFill/>
          <a:ln>
            <a:solidFill>
              <a:schemeClr val="accent6"/>
            </a:solidFill>
          </a:ln>
        </p:spPr>
        <p:txBody>
          <a:bodyPr wrap="square" lIns="0" tIns="0" rIns="0" bIns="0" rtlCol="0" anchor="ctr" anchorCtr="0">
            <a:sp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solar energy through power traders.</a:t>
            </a:r>
          </a:p>
          <a:p>
            <a:pPr marL="285750" indent="-285750" algn="just">
              <a:lnSpc>
                <a:spcPct val="114000"/>
              </a:lnSpc>
              <a:spcAft>
                <a:spcPts val="600"/>
              </a:spcAft>
              <a:buSzPct val="100000"/>
              <a:buFont typeface="Arial" panose="020B0604020202020204" pitchFamily="34" charset="0"/>
              <a:buChar char="•"/>
            </a:pPr>
            <a:r>
              <a:rPr lang="en-US" sz="1600" dirty="0"/>
              <a:t>For this, long-term contracts will be more preferable for CIL due to tariff certainty.</a:t>
            </a:r>
          </a:p>
        </p:txBody>
      </p:sp>
      <p:sp>
        <p:nvSpPr>
          <p:cNvPr id="8" name="TextBox 7">
            <a:extLst>
              <a:ext uri="{FF2B5EF4-FFF2-40B4-BE49-F238E27FC236}">
                <a16:creationId xmlns:a16="http://schemas.microsoft.com/office/drawing/2014/main" id="{124B2BB2-F1A7-4F94-8772-DB369A218673}"/>
              </a:ext>
            </a:extLst>
          </p:cNvPr>
          <p:cNvSpPr txBox="1"/>
          <p:nvPr/>
        </p:nvSpPr>
        <p:spPr>
          <a:xfrm>
            <a:off x="2448910" y="3070410"/>
            <a:ext cx="9241438" cy="70012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Sale to power traders will be commercially viable for CIL only when the selling tariff is greater than the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0" y="4021534"/>
            <a:ext cx="9241437" cy="603428"/>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Deliberations may be made with the leading power traders to understand the opportunity for power sale through the traders.</a:t>
            </a:r>
          </a:p>
        </p:txBody>
      </p:sp>
      <p:sp>
        <p:nvSpPr>
          <p:cNvPr id="10" name="TextBox 9">
            <a:extLst>
              <a:ext uri="{FF2B5EF4-FFF2-40B4-BE49-F238E27FC236}">
                <a16:creationId xmlns:a16="http://schemas.microsoft.com/office/drawing/2014/main" id="{71A7B91D-AB2D-4A78-BC2B-FCE1B115E006}"/>
              </a:ext>
            </a:extLst>
          </p:cNvPr>
          <p:cNvSpPr txBox="1"/>
          <p:nvPr/>
        </p:nvSpPr>
        <p:spPr>
          <a:xfrm>
            <a:off x="524908" y="2206337"/>
            <a:ext cx="1724307" cy="613076"/>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524908" y="3070410"/>
            <a:ext cx="1724307" cy="70012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Commercial implication for CIL</a:t>
            </a:r>
          </a:p>
        </p:txBody>
      </p:sp>
      <p:sp>
        <p:nvSpPr>
          <p:cNvPr id="12" name="TextBox 11">
            <a:extLst>
              <a:ext uri="{FF2B5EF4-FFF2-40B4-BE49-F238E27FC236}">
                <a16:creationId xmlns:a16="http://schemas.microsoft.com/office/drawing/2014/main" id="{43457097-F038-44CC-B0DF-692D09F99818}"/>
              </a:ext>
            </a:extLst>
          </p:cNvPr>
          <p:cNvSpPr txBox="1"/>
          <p:nvPr/>
        </p:nvSpPr>
        <p:spPr>
          <a:xfrm>
            <a:off x="524907" y="4021534"/>
            <a:ext cx="1724307" cy="60342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Way Forward</a:t>
            </a:r>
          </a:p>
        </p:txBody>
      </p:sp>
    </p:spTree>
    <p:extLst>
      <p:ext uri="{BB962C8B-B14F-4D97-AF65-F5344CB8AC3E}">
        <p14:creationId xmlns:p14="http://schemas.microsoft.com/office/powerpoint/2010/main" val="161033486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7" y="2736849"/>
            <a:ext cx="11575075" cy="692151"/>
          </a:xfrm>
        </p:spPr>
        <p:txBody>
          <a:bodyPr/>
          <a:lstStyle/>
          <a:p>
            <a:pPr marL="990600" indent="-990600"/>
            <a:r>
              <a:rPr lang="en-US" sz="2800" i="0" dirty="0">
                <a:solidFill>
                  <a:schemeClr val="tx1"/>
                </a:solidFill>
              </a:rPr>
              <a:t>4.C. Sale through Energy exchange</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768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134620"/>
            <a:ext cx="11188700" cy="334099"/>
          </a:xfrm>
          <a:noFill/>
        </p:spPr>
        <p:txBody>
          <a:bodyPr/>
          <a:lstStyle/>
          <a:p>
            <a:r>
              <a:rPr lang="en-US" sz="2800" b="1" dirty="0"/>
              <a:t>Energy Exchange</a:t>
            </a:r>
            <a:endParaRPr lang="en-GB" sz="2800" b="1" dirty="0"/>
          </a:p>
        </p:txBody>
      </p:sp>
      <p:sp>
        <p:nvSpPr>
          <p:cNvPr id="4" name="Rectangle: Rounded Corners 3">
            <a:extLst>
              <a:ext uri="{FF2B5EF4-FFF2-40B4-BE49-F238E27FC236}">
                <a16:creationId xmlns:a16="http://schemas.microsoft.com/office/drawing/2014/main" id="{80BECEF3-6640-44BC-9544-22F0AFEE5E7A}"/>
              </a:ext>
            </a:extLst>
          </p:cNvPr>
          <p:cNvSpPr/>
          <p:nvPr/>
        </p:nvSpPr>
        <p:spPr bwMode="gray">
          <a:xfrm>
            <a:off x="501650" y="1027416"/>
            <a:ext cx="5447457" cy="5383657"/>
          </a:xfrm>
          <a:prstGeom prst="roundRect">
            <a:avLst>
              <a:gd name="adj" fmla="val 3780"/>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2C44AAB5-34E7-41D3-AD25-AFD741F06CA4}"/>
              </a:ext>
            </a:extLst>
          </p:cNvPr>
          <p:cNvSpPr/>
          <p:nvPr/>
        </p:nvSpPr>
        <p:spPr bwMode="gray">
          <a:xfrm>
            <a:off x="1968429" y="829152"/>
            <a:ext cx="2563091"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Concept of Power Exchange</a:t>
            </a:r>
          </a:p>
        </p:txBody>
      </p:sp>
      <p:sp>
        <p:nvSpPr>
          <p:cNvPr id="6" name="Rectangle: Rounded Corners 5">
            <a:extLst>
              <a:ext uri="{FF2B5EF4-FFF2-40B4-BE49-F238E27FC236}">
                <a16:creationId xmlns:a16="http://schemas.microsoft.com/office/drawing/2014/main" id="{499D4A68-B8E2-459F-AF45-FC74249786F9}"/>
              </a:ext>
            </a:extLst>
          </p:cNvPr>
          <p:cNvSpPr/>
          <p:nvPr/>
        </p:nvSpPr>
        <p:spPr bwMode="gray">
          <a:xfrm>
            <a:off x="6242894" y="1027416"/>
            <a:ext cx="5447456" cy="5383657"/>
          </a:xfrm>
          <a:prstGeom prst="roundRect">
            <a:avLst>
              <a:gd name="adj" fmla="val 2402"/>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92362428-B041-4826-85CF-4A58BB42110C}"/>
              </a:ext>
            </a:extLst>
          </p:cNvPr>
          <p:cNvSpPr/>
          <p:nvPr/>
        </p:nvSpPr>
        <p:spPr bwMode="gray">
          <a:xfrm>
            <a:off x="7660480" y="850833"/>
            <a:ext cx="2563091"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Energy Exchange Trend</a:t>
            </a:r>
          </a:p>
        </p:txBody>
      </p:sp>
      <p:sp>
        <p:nvSpPr>
          <p:cNvPr id="15" name="TextBox 14">
            <a:extLst>
              <a:ext uri="{FF2B5EF4-FFF2-40B4-BE49-F238E27FC236}">
                <a16:creationId xmlns:a16="http://schemas.microsoft.com/office/drawing/2014/main" id="{86BB6882-F61F-42A0-BAA4-3FACE25E3B37}"/>
              </a:ext>
            </a:extLst>
          </p:cNvPr>
          <p:cNvSpPr txBox="1"/>
          <p:nvPr/>
        </p:nvSpPr>
        <p:spPr>
          <a:xfrm>
            <a:off x="606176" y="1224183"/>
            <a:ext cx="5243778" cy="1015663"/>
          </a:xfrm>
          <a:prstGeom prst="rect">
            <a:avLst/>
          </a:prstGeom>
          <a:noFill/>
        </p:spPr>
        <p:txBody>
          <a:bodyPr wrap="square">
            <a:spAutoFit/>
          </a:bodyPr>
          <a:lstStyle/>
          <a:p>
            <a:pPr algn="just"/>
            <a:r>
              <a:rPr lang="en-US" sz="1200" i="1" dirty="0"/>
              <a:t>The concept of trading through an exchange allows traders to determine the right market price and the best consumer or seller for trade. Power exchanges or platforms for trading energy were constituted to increase competition and transparency in such markets. Hence, it can be said that power exchanges increase market transparency and reduce counterparty credit risk.</a:t>
            </a:r>
          </a:p>
        </p:txBody>
      </p:sp>
      <p:sp>
        <p:nvSpPr>
          <p:cNvPr id="17" name="TextBox 16">
            <a:extLst>
              <a:ext uri="{FF2B5EF4-FFF2-40B4-BE49-F238E27FC236}">
                <a16:creationId xmlns:a16="http://schemas.microsoft.com/office/drawing/2014/main" id="{D4FA4648-DB35-4A67-AEB2-2F7021B53268}"/>
              </a:ext>
            </a:extLst>
          </p:cNvPr>
          <p:cNvSpPr txBox="1"/>
          <p:nvPr/>
        </p:nvSpPr>
        <p:spPr>
          <a:xfrm>
            <a:off x="962731" y="2509682"/>
            <a:ext cx="1911736" cy="1569660"/>
          </a:xfrm>
          <a:prstGeom prst="rect">
            <a:avLst/>
          </a:prstGeom>
          <a:noFill/>
        </p:spPr>
        <p:txBody>
          <a:bodyPr wrap="square">
            <a:spAutoFit/>
          </a:bodyPr>
          <a:lstStyle/>
          <a:p>
            <a:pPr algn="just"/>
            <a:r>
              <a:rPr lang="en-US" sz="1200" b="1" i="1" dirty="0"/>
              <a:t>Key Purposes of Exchange:</a:t>
            </a:r>
          </a:p>
          <a:p>
            <a:pPr marL="171450" indent="-171450" algn="just">
              <a:buFont typeface="Arial" panose="020B0604020202020204" pitchFamily="34" charset="0"/>
              <a:buChar char="•"/>
            </a:pPr>
            <a:r>
              <a:rPr lang="en-US" sz="1200" i="1" dirty="0"/>
              <a:t>Facilitate the trading of electricity</a:t>
            </a:r>
          </a:p>
          <a:p>
            <a:pPr marL="171450" indent="-171450" algn="just">
              <a:buFont typeface="Arial" panose="020B0604020202020204" pitchFamily="34" charset="0"/>
              <a:buChar char="•"/>
            </a:pPr>
            <a:r>
              <a:rPr lang="en-US" sz="1200" i="1" dirty="0"/>
              <a:t>Developing competitive power market</a:t>
            </a:r>
          </a:p>
          <a:p>
            <a:pPr marL="171450" indent="-171450" algn="just">
              <a:buFont typeface="Arial" panose="020B0604020202020204" pitchFamily="34" charset="0"/>
              <a:buChar char="•"/>
            </a:pPr>
            <a:r>
              <a:rPr lang="en-US" sz="1200" i="1" dirty="0"/>
              <a:t>transparency</a:t>
            </a:r>
          </a:p>
          <a:p>
            <a:pPr marL="171450" indent="-171450" algn="just">
              <a:buFont typeface="Arial" panose="020B0604020202020204" pitchFamily="34" charset="0"/>
              <a:buChar char="•"/>
            </a:pPr>
            <a:r>
              <a:rPr lang="en-US" sz="1200" i="1" dirty="0"/>
              <a:t>liquidity</a:t>
            </a:r>
          </a:p>
          <a:p>
            <a:pPr marL="171450" indent="-171450" algn="just">
              <a:buFont typeface="Arial" panose="020B0604020202020204" pitchFamily="34" charset="0"/>
              <a:buChar char="•"/>
            </a:pPr>
            <a:endParaRPr lang="en-US" sz="1200" i="1" dirty="0"/>
          </a:p>
        </p:txBody>
      </p:sp>
      <p:grpSp>
        <p:nvGrpSpPr>
          <p:cNvPr id="28" name="Group 27">
            <a:extLst>
              <a:ext uri="{FF2B5EF4-FFF2-40B4-BE49-F238E27FC236}">
                <a16:creationId xmlns:a16="http://schemas.microsoft.com/office/drawing/2014/main" id="{D620D659-8874-4726-AC33-2C7575D782AC}"/>
              </a:ext>
            </a:extLst>
          </p:cNvPr>
          <p:cNvGrpSpPr/>
          <p:nvPr/>
        </p:nvGrpSpPr>
        <p:grpSpPr>
          <a:xfrm>
            <a:off x="509705" y="2280182"/>
            <a:ext cx="2961639" cy="1974807"/>
            <a:chOff x="1384300" y="6221413"/>
            <a:chExt cx="546101" cy="447676"/>
          </a:xfrm>
          <a:solidFill>
            <a:srgbClr val="00A1DE"/>
          </a:solidFill>
        </p:grpSpPr>
        <p:sp>
          <p:nvSpPr>
            <p:cNvPr id="29" name="Freeform 151">
              <a:extLst>
                <a:ext uri="{FF2B5EF4-FFF2-40B4-BE49-F238E27FC236}">
                  <a16:creationId xmlns:a16="http://schemas.microsoft.com/office/drawing/2014/main" id="{714183A8-DB6C-4681-A3FE-EBF335C06903}"/>
                </a:ext>
              </a:extLst>
            </p:cNvPr>
            <p:cNvSpPr>
              <a:spLocks noEditPoints="1"/>
            </p:cNvSpPr>
            <p:nvPr/>
          </p:nvSpPr>
          <p:spPr bwMode="auto">
            <a:xfrm>
              <a:off x="1384300" y="6221413"/>
              <a:ext cx="503238" cy="385763"/>
            </a:xfrm>
            <a:custGeom>
              <a:avLst/>
              <a:gdLst>
                <a:gd name="T0" fmla="*/ 50 w 128"/>
                <a:gd name="T1" fmla="*/ 7 h 98"/>
                <a:gd name="T2" fmla="*/ 53 w 128"/>
                <a:gd name="T3" fmla="*/ 5 h 98"/>
                <a:gd name="T4" fmla="*/ 70 w 128"/>
                <a:gd name="T5" fmla="*/ 1 h 98"/>
                <a:gd name="T6" fmla="*/ 80 w 128"/>
                <a:gd name="T7" fmla="*/ 6 h 98"/>
                <a:gd name="T8" fmla="*/ 94 w 128"/>
                <a:gd name="T9" fmla="*/ 14 h 98"/>
                <a:gd name="T10" fmla="*/ 110 w 128"/>
                <a:gd name="T11" fmla="*/ 23 h 98"/>
                <a:gd name="T12" fmla="*/ 114 w 128"/>
                <a:gd name="T13" fmla="*/ 30 h 98"/>
                <a:gd name="T14" fmla="*/ 121 w 128"/>
                <a:gd name="T15" fmla="*/ 38 h 98"/>
                <a:gd name="T16" fmla="*/ 128 w 128"/>
                <a:gd name="T17" fmla="*/ 61 h 98"/>
                <a:gd name="T18" fmla="*/ 122 w 128"/>
                <a:gd name="T19" fmla="*/ 74 h 98"/>
                <a:gd name="T20" fmla="*/ 109 w 128"/>
                <a:gd name="T21" fmla="*/ 79 h 98"/>
                <a:gd name="T22" fmla="*/ 102 w 128"/>
                <a:gd name="T23" fmla="*/ 86 h 98"/>
                <a:gd name="T24" fmla="*/ 82 w 128"/>
                <a:gd name="T25" fmla="*/ 96 h 98"/>
                <a:gd name="T26" fmla="*/ 66 w 128"/>
                <a:gd name="T27" fmla="*/ 97 h 98"/>
                <a:gd name="T28" fmla="*/ 52 w 128"/>
                <a:gd name="T29" fmla="*/ 98 h 98"/>
                <a:gd name="T30" fmla="*/ 38 w 128"/>
                <a:gd name="T31" fmla="*/ 92 h 98"/>
                <a:gd name="T32" fmla="*/ 29 w 128"/>
                <a:gd name="T33" fmla="*/ 94 h 98"/>
                <a:gd name="T34" fmla="*/ 22 w 128"/>
                <a:gd name="T35" fmla="*/ 93 h 98"/>
                <a:gd name="T36" fmla="*/ 15 w 128"/>
                <a:gd name="T37" fmla="*/ 83 h 98"/>
                <a:gd name="T38" fmla="*/ 10 w 128"/>
                <a:gd name="T39" fmla="*/ 81 h 98"/>
                <a:gd name="T40" fmla="*/ 2 w 128"/>
                <a:gd name="T41" fmla="*/ 73 h 98"/>
                <a:gd name="T42" fmla="*/ 1 w 128"/>
                <a:gd name="T43" fmla="*/ 68 h 98"/>
                <a:gd name="T44" fmla="*/ 5 w 128"/>
                <a:gd name="T45" fmla="*/ 46 h 98"/>
                <a:gd name="T46" fmla="*/ 8 w 128"/>
                <a:gd name="T47" fmla="*/ 42 h 98"/>
                <a:gd name="T48" fmla="*/ 16 w 128"/>
                <a:gd name="T49" fmla="*/ 22 h 98"/>
                <a:gd name="T50" fmla="*/ 23 w 128"/>
                <a:gd name="T51" fmla="*/ 20 h 98"/>
                <a:gd name="T52" fmla="*/ 32 w 128"/>
                <a:gd name="T53" fmla="*/ 11 h 98"/>
                <a:gd name="T54" fmla="*/ 45 w 128"/>
                <a:gd name="T55" fmla="*/ 6 h 98"/>
                <a:gd name="T56" fmla="*/ 110 w 128"/>
                <a:gd name="T57" fmla="*/ 77 h 98"/>
                <a:gd name="T58" fmla="*/ 120 w 128"/>
                <a:gd name="T59" fmla="*/ 71 h 98"/>
                <a:gd name="T60" fmla="*/ 124 w 128"/>
                <a:gd name="T61" fmla="*/ 66 h 98"/>
                <a:gd name="T62" fmla="*/ 121 w 128"/>
                <a:gd name="T63" fmla="*/ 43 h 98"/>
                <a:gd name="T64" fmla="*/ 112 w 128"/>
                <a:gd name="T65" fmla="*/ 35 h 98"/>
                <a:gd name="T66" fmla="*/ 108 w 128"/>
                <a:gd name="T67" fmla="*/ 25 h 98"/>
                <a:gd name="T68" fmla="*/ 93 w 128"/>
                <a:gd name="T69" fmla="*/ 18 h 98"/>
                <a:gd name="T70" fmla="*/ 86 w 128"/>
                <a:gd name="T71" fmla="*/ 11 h 98"/>
                <a:gd name="T72" fmla="*/ 77 w 128"/>
                <a:gd name="T73" fmla="*/ 9 h 98"/>
                <a:gd name="T74" fmla="*/ 64 w 128"/>
                <a:gd name="T75" fmla="*/ 3 h 98"/>
                <a:gd name="T76" fmla="*/ 54 w 128"/>
                <a:gd name="T77" fmla="*/ 10 h 98"/>
                <a:gd name="T78" fmla="*/ 49 w 128"/>
                <a:gd name="T79" fmla="*/ 10 h 98"/>
                <a:gd name="T80" fmla="*/ 31 w 128"/>
                <a:gd name="T81" fmla="*/ 14 h 98"/>
                <a:gd name="T82" fmla="*/ 24 w 128"/>
                <a:gd name="T83" fmla="*/ 23 h 98"/>
                <a:gd name="T84" fmla="*/ 14 w 128"/>
                <a:gd name="T85" fmla="*/ 27 h 98"/>
                <a:gd name="T86" fmla="*/ 12 w 128"/>
                <a:gd name="T87" fmla="*/ 40 h 98"/>
                <a:gd name="T88" fmla="*/ 6 w 128"/>
                <a:gd name="T89" fmla="*/ 51 h 98"/>
                <a:gd name="T90" fmla="*/ 5 w 128"/>
                <a:gd name="T91" fmla="*/ 70 h 98"/>
                <a:gd name="T92" fmla="*/ 16 w 128"/>
                <a:gd name="T93" fmla="*/ 80 h 98"/>
                <a:gd name="T94" fmla="*/ 19 w 128"/>
                <a:gd name="T95" fmla="*/ 82 h 98"/>
                <a:gd name="T96" fmla="*/ 34 w 128"/>
                <a:gd name="T97" fmla="*/ 90 h 98"/>
                <a:gd name="T98" fmla="*/ 38 w 128"/>
                <a:gd name="T99" fmla="*/ 88 h 98"/>
                <a:gd name="T100" fmla="*/ 41 w 128"/>
                <a:gd name="T101" fmla="*/ 90 h 98"/>
                <a:gd name="T102" fmla="*/ 64 w 128"/>
                <a:gd name="T103" fmla="*/ 95 h 98"/>
                <a:gd name="T104" fmla="*/ 71 w 128"/>
                <a:gd name="T105" fmla="*/ 92 h 98"/>
                <a:gd name="T106" fmla="*/ 84 w 128"/>
                <a:gd name="T107" fmla="*/ 94 h 98"/>
                <a:gd name="T108" fmla="*/ 102 w 128"/>
                <a:gd name="T109" fmla="*/ 78 h 98"/>
                <a:gd name="T110" fmla="*/ 110 w 128"/>
                <a:gd name="T111" fmla="*/ 7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 h="98">
                  <a:moveTo>
                    <a:pt x="45" y="7"/>
                  </a:moveTo>
                  <a:cubicBezTo>
                    <a:pt x="47" y="7"/>
                    <a:pt x="48" y="7"/>
                    <a:pt x="50" y="7"/>
                  </a:cubicBezTo>
                  <a:cubicBezTo>
                    <a:pt x="51" y="7"/>
                    <a:pt x="52" y="7"/>
                    <a:pt x="53" y="6"/>
                  </a:cubicBezTo>
                  <a:cubicBezTo>
                    <a:pt x="53" y="5"/>
                    <a:pt x="53" y="5"/>
                    <a:pt x="53" y="5"/>
                  </a:cubicBezTo>
                  <a:cubicBezTo>
                    <a:pt x="57" y="3"/>
                    <a:pt x="59" y="1"/>
                    <a:pt x="63" y="0"/>
                  </a:cubicBezTo>
                  <a:cubicBezTo>
                    <a:pt x="66" y="0"/>
                    <a:pt x="68" y="0"/>
                    <a:pt x="70" y="1"/>
                  </a:cubicBezTo>
                  <a:cubicBezTo>
                    <a:pt x="73" y="2"/>
                    <a:pt x="75" y="4"/>
                    <a:pt x="78" y="6"/>
                  </a:cubicBezTo>
                  <a:cubicBezTo>
                    <a:pt x="79" y="6"/>
                    <a:pt x="79" y="6"/>
                    <a:pt x="80" y="6"/>
                  </a:cubicBezTo>
                  <a:cubicBezTo>
                    <a:pt x="85" y="6"/>
                    <a:pt x="88" y="8"/>
                    <a:pt x="91" y="10"/>
                  </a:cubicBezTo>
                  <a:cubicBezTo>
                    <a:pt x="92" y="12"/>
                    <a:pt x="93" y="13"/>
                    <a:pt x="94" y="14"/>
                  </a:cubicBezTo>
                  <a:cubicBezTo>
                    <a:pt x="95" y="15"/>
                    <a:pt x="96" y="15"/>
                    <a:pt x="97" y="15"/>
                  </a:cubicBezTo>
                  <a:cubicBezTo>
                    <a:pt x="102" y="15"/>
                    <a:pt x="106" y="19"/>
                    <a:pt x="110" y="23"/>
                  </a:cubicBezTo>
                  <a:cubicBezTo>
                    <a:pt x="111" y="24"/>
                    <a:pt x="113" y="26"/>
                    <a:pt x="114" y="28"/>
                  </a:cubicBezTo>
                  <a:cubicBezTo>
                    <a:pt x="114" y="29"/>
                    <a:pt x="114" y="29"/>
                    <a:pt x="114" y="30"/>
                  </a:cubicBezTo>
                  <a:cubicBezTo>
                    <a:pt x="114" y="32"/>
                    <a:pt x="115" y="33"/>
                    <a:pt x="117" y="34"/>
                  </a:cubicBezTo>
                  <a:cubicBezTo>
                    <a:pt x="118" y="35"/>
                    <a:pt x="120" y="36"/>
                    <a:pt x="121" y="38"/>
                  </a:cubicBezTo>
                  <a:cubicBezTo>
                    <a:pt x="123" y="41"/>
                    <a:pt x="124" y="44"/>
                    <a:pt x="126" y="46"/>
                  </a:cubicBezTo>
                  <a:cubicBezTo>
                    <a:pt x="128" y="51"/>
                    <a:pt x="128" y="56"/>
                    <a:pt x="128" y="61"/>
                  </a:cubicBezTo>
                  <a:cubicBezTo>
                    <a:pt x="128" y="65"/>
                    <a:pt x="126" y="67"/>
                    <a:pt x="124" y="70"/>
                  </a:cubicBezTo>
                  <a:cubicBezTo>
                    <a:pt x="123" y="71"/>
                    <a:pt x="122" y="73"/>
                    <a:pt x="122" y="74"/>
                  </a:cubicBezTo>
                  <a:cubicBezTo>
                    <a:pt x="121" y="76"/>
                    <a:pt x="120" y="76"/>
                    <a:pt x="119" y="77"/>
                  </a:cubicBezTo>
                  <a:cubicBezTo>
                    <a:pt x="115" y="78"/>
                    <a:pt x="112" y="79"/>
                    <a:pt x="109" y="79"/>
                  </a:cubicBezTo>
                  <a:cubicBezTo>
                    <a:pt x="107" y="78"/>
                    <a:pt x="106" y="79"/>
                    <a:pt x="105" y="81"/>
                  </a:cubicBezTo>
                  <a:cubicBezTo>
                    <a:pt x="104" y="83"/>
                    <a:pt x="103" y="85"/>
                    <a:pt x="102" y="86"/>
                  </a:cubicBezTo>
                  <a:cubicBezTo>
                    <a:pt x="100" y="89"/>
                    <a:pt x="97" y="91"/>
                    <a:pt x="94" y="93"/>
                  </a:cubicBezTo>
                  <a:cubicBezTo>
                    <a:pt x="90" y="95"/>
                    <a:pt x="87" y="96"/>
                    <a:pt x="82" y="96"/>
                  </a:cubicBezTo>
                  <a:cubicBezTo>
                    <a:pt x="80" y="97"/>
                    <a:pt x="77" y="96"/>
                    <a:pt x="74" y="96"/>
                  </a:cubicBezTo>
                  <a:cubicBezTo>
                    <a:pt x="71" y="96"/>
                    <a:pt x="69" y="96"/>
                    <a:pt x="66" y="97"/>
                  </a:cubicBezTo>
                  <a:cubicBezTo>
                    <a:pt x="64" y="98"/>
                    <a:pt x="61" y="98"/>
                    <a:pt x="59" y="98"/>
                  </a:cubicBezTo>
                  <a:cubicBezTo>
                    <a:pt x="57" y="98"/>
                    <a:pt x="54" y="98"/>
                    <a:pt x="52" y="98"/>
                  </a:cubicBezTo>
                  <a:cubicBezTo>
                    <a:pt x="49" y="97"/>
                    <a:pt x="47" y="96"/>
                    <a:pt x="44" y="95"/>
                  </a:cubicBezTo>
                  <a:cubicBezTo>
                    <a:pt x="42" y="95"/>
                    <a:pt x="40" y="93"/>
                    <a:pt x="38" y="92"/>
                  </a:cubicBezTo>
                  <a:cubicBezTo>
                    <a:pt x="37" y="92"/>
                    <a:pt x="36" y="92"/>
                    <a:pt x="36" y="92"/>
                  </a:cubicBezTo>
                  <a:cubicBezTo>
                    <a:pt x="34" y="93"/>
                    <a:pt x="31" y="94"/>
                    <a:pt x="29" y="94"/>
                  </a:cubicBezTo>
                  <a:cubicBezTo>
                    <a:pt x="29" y="94"/>
                    <a:pt x="29" y="94"/>
                    <a:pt x="28" y="94"/>
                  </a:cubicBezTo>
                  <a:cubicBezTo>
                    <a:pt x="26" y="95"/>
                    <a:pt x="24" y="94"/>
                    <a:pt x="22" y="93"/>
                  </a:cubicBezTo>
                  <a:cubicBezTo>
                    <a:pt x="19" y="92"/>
                    <a:pt x="17" y="89"/>
                    <a:pt x="16" y="86"/>
                  </a:cubicBezTo>
                  <a:cubicBezTo>
                    <a:pt x="16" y="85"/>
                    <a:pt x="16" y="84"/>
                    <a:pt x="15" y="83"/>
                  </a:cubicBezTo>
                  <a:cubicBezTo>
                    <a:pt x="15" y="83"/>
                    <a:pt x="14" y="82"/>
                    <a:pt x="14" y="82"/>
                  </a:cubicBezTo>
                  <a:cubicBezTo>
                    <a:pt x="13" y="82"/>
                    <a:pt x="11" y="81"/>
                    <a:pt x="10" y="81"/>
                  </a:cubicBezTo>
                  <a:cubicBezTo>
                    <a:pt x="9" y="80"/>
                    <a:pt x="7" y="79"/>
                    <a:pt x="5" y="78"/>
                  </a:cubicBezTo>
                  <a:cubicBezTo>
                    <a:pt x="4" y="76"/>
                    <a:pt x="3" y="75"/>
                    <a:pt x="2" y="73"/>
                  </a:cubicBezTo>
                  <a:cubicBezTo>
                    <a:pt x="2" y="72"/>
                    <a:pt x="2" y="71"/>
                    <a:pt x="1" y="70"/>
                  </a:cubicBezTo>
                  <a:cubicBezTo>
                    <a:pt x="1" y="69"/>
                    <a:pt x="1" y="69"/>
                    <a:pt x="1" y="68"/>
                  </a:cubicBezTo>
                  <a:cubicBezTo>
                    <a:pt x="0" y="64"/>
                    <a:pt x="1" y="60"/>
                    <a:pt x="1" y="56"/>
                  </a:cubicBezTo>
                  <a:cubicBezTo>
                    <a:pt x="2" y="53"/>
                    <a:pt x="3" y="50"/>
                    <a:pt x="5" y="46"/>
                  </a:cubicBezTo>
                  <a:cubicBezTo>
                    <a:pt x="5" y="45"/>
                    <a:pt x="7" y="44"/>
                    <a:pt x="8" y="43"/>
                  </a:cubicBezTo>
                  <a:cubicBezTo>
                    <a:pt x="8" y="42"/>
                    <a:pt x="8" y="42"/>
                    <a:pt x="8" y="42"/>
                  </a:cubicBezTo>
                  <a:cubicBezTo>
                    <a:pt x="7" y="38"/>
                    <a:pt x="7" y="35"/>
                    <a:pt x="8" y="31"/>
                  </a:cubicBezTo>
                  <a:cubicBezTo>
                    <a:pt x="10" y="27"/>
                    <a:pt x="12" y="24"/>
                    <a:pt x="16" y="22"/>
                  </a:cubicBezTo>
                  <a:cubicBezTo>
                    <a:pt x="18" y="21"/>
                    <a:pt x="20" y="21"/>
                    <a:pt x="22" y="20"/>
                  </a:cubicBezTo>
                  <a:cubicBezTo>
                    <a:pt x="22" y="20"/>
                    <a:pt x="22" y="20"/>
                    <a:pt x="23" y="20"/>
                  </a:cubicBezTo>
                  <a:cubicBezTo>
                    <a:pt x="23" y="18"/>
                    <a:pt x="24" y="17"/>
                    <a:pt x="25" y="16"/>
                  </a:cubicBezTo>
                  <a:cubicBezTo>
                    <a:pt x="26" y="14"/>
                    <a:pt x="29" y="12"/>
                    <a:pt x="32" y="11"/>
                  </a:cubicBezTo>
                  <a:cubicBezTo>
                    <a:pt x="33" y="10"/>
                    <a:pt x="35" y="9"/>
                    <a:pt x="38" y="8"/>
                  </a:cubicBezTo>
                  <a:cubicBezTo>
                    <a:pt x="40" y="8"/>
                    <a:pt x="43" y="7"/>
                    <a:pt x="45" y="6"/>
                  </a:cubicBezTo>
                  <a:cubicBezTo>
                    <a:pt x="45" y="6"/>
                    <a:pt x="45" y="7"/>
                    <a:pt x="45" y="7"/>
                  </a:cubicBezTo>
                  <a:close/>
                  <a:moveTo>
                    <a:pt x="110" y="77"/>
                  </a:moveTo>
                  <a:cubicBezTo>
                    <a:pt x="113" y="76"/>
                    <a:pt x="115" y="75"/>
                    <a:pt x="118" y="75"/>
                  </a:cubicBezTo>
                  <a:cubicBezTo>
                    <a:pt x="119" y="74"/>
                    <a:pt x="120" y="73"/>
                    <a:pt x="120" y="71"/>
                  </a:cubicBezTo>
                  <a:cubicBezTo>
                    <a:pt x="120" y="70"/>
                    <a:pt x="120" y="69"/>
                    <a:pt x="121" y="68"/>
                  </a:cubicBezTo>
                  <a:cubicBezTo>
                    <a:pt x="122" y="68"/>
                    <a:pt x="123" y="67"/>
                    <a:pt x="124" y="66"/>
                  </a:cubicBezTo>
                  <a:cubicBezTo>
                    <a:pt x="126" y="62"/>
                    <a:pt x="126" y="58"/>
                    <a:pt x="125" y="54"/>
                  </a:cubicBezTo>
                  <a:cubicBezTo>
                    <a:pt x="125" y="50"/>
                    <a:pt x="123" y="46"/>
                    <a:pt x="121" y="43"/>
                  </a:cubicBezTo>
                  <a:cubicBezTo>
                    <a:pt x="120" y="41"/>
                    <a:pt x="118" y="39"/>
                    <a:pt x="116" y="38"/>
                  </a:cubicBezTo>
                  <a:cubicBezTo>
                    <a:pt x="115" y="36"/>
                    <a:pt x="113" y="36"/>
                    <a:pt x="112" y="35"/>
                  </a:cubicBezTo>
                  <a:cubicBezTo>
                    <a:pt x="112" y="34"/>
                    <a:pt x="111" y="34"/>
                    <a:pt x="111" y="34"/>
                  </a:cubicBezTo>
                  <a:cubicBezTo>
                    <a:pt x="112" y="30"/>
                    <a:pt x="110" y="28"/>
                    <a:pt x="108" y="25"/>
                  </a:cubicBezTo>
                  <a:cubicBezTo>
                    <a:pt x="107" y="24"/>
                    <a:pt x="105" y="22"/>
                    <a:pt x="103" y="21"/>
                  </a:cubicBezTo>
                  <a:cubicBezTo>
                    <a:pt x="100" y="18"/>
                    <a:pt x="97" y="17"/>
                    <a:pt x="93" y="18"/>
                  </a:cubicBezTo>
                  <a:cubicBezTo>
                    <a:pt x="92" y="18"/>
                    <a:pt x="90" y="18"/>
                    <a:pt x="90" y="16"/>
                  </a:cubicBezTo>
                  <a:cubicBezTo>
                    <a:pt x="90" y="14"/>
                    <a:pt x="88" y="12"/>
                    <a:pt x="86" y="11"/>
                  </a:cubicBezTo>
                  <a:cubicBezTo>
                    <a:pt x="84" y="9"/>
                    <a:pt x="82" y="8"/>
                    <a:pt x="79" y="10"/>
                  </a:cubicBezTo>
                  <a:cubicBezTo>
                    <a:pt x="79" y="10"/>
                    <a:pt x="78" y="10"/>
                    <a:pt x="77" y="9"/>
                  </a:cubicBezTo>
                  <a:cubicBezTo>
                    <a:pt x="75" y="8"/>
                    <a:pt x="74" y="7"/>
                    <a:pt x="72" y="6"/>
                  </a:cubicBezTo>
                  <a:cubicBezTo>
                    <a:pt x="70" y="3"/>
                    <a:pt x="67" y="3"/>
                    <a:pt x="64" y="3"/>
                  </a:cubicBezTo>
                  <a:cubicBezTo>
                    <a:pt x="63" y="3"/>
                    <a:pt x="61" y="3"/>
                    <a:pt x="60" y="4"/>
                  </a:cubicBezTo>
                  <a:cubicBezTo>
                    <a:pt x="57" y="5"/>
                    <a:pt x="55" y="7"/>
                    <a:pt x="54" y="10"/>
                  </a:cubicBezTo>
                  <a:cubicBezTo>
                    <a:pt x="53" y="11"/>
                    <a:pt x="51" y="12"/>
                    <a:pt x="50" y="10"/>
                  </a:cubicBezTo>
                  <a:cubicBezTo>
                    <a:pt x="50" y="10"/>
                    <a:pt x="50" y="10"/>
                    <a:pt x="49" y="10"/>
                  </a:cubicBezTo>
                  <a:cubicBezTo>
                    <a:pt x="47" y="10"/>
                    <a:pt x="44" y="9"/>
                    <a:pt x="42" y="10"/>
                  </a:cubicBezTo>
                  <a:cubicBezTo>
                    <a:pt x="38" y="10"/>
                    <a:pt x="34" y="12"/>
                    <a:pt x="31" y="14"/>
                  </a:cubicBezTo>
                  <a:cubicBezTo>
                    <a:pt x="28" y="16"/>
                    <a:pt x="25" y="18"/>
                    <a:pt x="26" y="22"/>
                  </a:cubicBezTo>
                  <a:cubicBezTo>
                    <a:pt x="26" y="23"/>
                    <a:pt x="25" y="23"/>
                    <a:pt x="24" y="23"/>
                  </a:cubicBezTo>
                  <a:cubicBezTo>
                    <a:pt x="23" y="24"/>
                    <a:pt x="22" y="23"/>
                    <a:pt x="21" y="24"/>
                  </a:cubicBezTo>
                  <a:cubicBezTo>
                    <a:pt x="18" y="24"/>
                    <a:pt x="16" y="25"/>
                    <a:pt x="14" y="27"/>
                  </a:cubicBezTo>
                  <a:cubicBezTo>
                    <a:pt x="12" y="30"/>
                    <a:pt x="11" y="33"/>
                    <a:pt x="11" y="36"/>
                  </a:cubicBezTo>
                  <a:cubicBezTo>
                    <a:pt x="10" y="38"/>
                    <a:pt x="11" y="39"/>
                    <a:pt x="12" y="40"/>
                  </a:cubicBezTo>
                  <a:cubicBezTo>
                    <a:pt x="13" y="41"/>
                    <a:pt x="13" y="42"/>
                    <a:pt x="12" y="43"/>
                  </a:cubicBezTo>
                  <a:cubicBezTo>
                    <a:pt x="9" y="45"/>
                    <a:pt x="7" y="47"/>
                    <a:pt x="6" y="51"/>
                  </a:cubicBezTo>
                  <a:cubicBezTo>
                    <a:pt x="5" y="54"/>
                    <a:pt x="4" y="57"/>
                    <a:pt x="4" y="61"/>
                  </a:cubicBezTo>
                  <a:cubicBezTo>
                    <a:pt x="3" y="64"/>
                    <a:pt x="4" y="67"/>
                    <a:pt x="5" y="70"/>
                  </a:cubicBezTo>
                  <a:cubicBezTo>
                    <a:pt x="6" y="75"/>
                    <a:pt x="10" y="78"/>
                    <a:pt x="14" y="80"/>
                  </a:cubicBezTo>
                  <a:cubicBezTo>
                    <a:pt x="15" y="80"/>
                    <a:pt x="15" y="80"/>
                    <a:pt x="16" y="80"/>
                  </a:cubicBezTo>
                  <a:cubicBezTo>
                    <a:pt x="17" y="80"/>
                    <a:pt x="18" y="79"/>
                    <a:pt x="18" y="79"/>
                  </a:cubicBezTo>
                  <a:cubicBezTo>
                    <a:pt x="18" y="80"/>
                    <a:pt x="19" y="81"/>
                    <a:pt x="19" y="82"/>
                  </a:cubicBezTo>
                  <a:cubicBezTo>
                    <a:pt x="18" y="86"/>
                    <a:pt x="21" y="90"/>
                    <a:pt x="25" y="91"/>
                  </a:cubicBezTo>
                  <a:cubicBezTo>
                    <a:pt x="29" y="92"/>
                    <a:pt x="32" y="91"/>
                    <a:pt x="34" y="90"/>
                  </a:cubicBezTo>
                  <a:cubicBezTo>
                    <a:pt x="35" y="90"/>
                    <a:pt x="36" y="90"/>
                    <a:pt x="36" y="89"/>
                  </a:cubicBezTo>
                  <a:cubicBezTo>
                    <a:pt x="36" y="88"/>
                    <a:pt x="37" y="88"/>
                    <a:pt x="38" y="88"/>
                  </a:cubicBezTo>
                  <a:cubicBezTo>
                    <a:pt x="39" y="88"/>
                    <a:pt x="40" y="88"/>
                    <a:pt x="40" y="89"/>
                  </a:cubicBezTo>
                  <a:cubicBezTo>
                    <a:pt x="40" y="90"/>
                    <a:pt x="41" y="90"/>
                    <a:pt x="41" y="90"/>
                  </a:cubicBezTo>
                  <a:cubicBezTo>
                    <a:pt x="43" y="91"/>
                    <a:pt x="45" y="93"/>
                    <a:pt x="47" y="94"/>
                  </a:cubicBezTo>
                  <a:cubicBezTo>
                    <a:pt x="53" y="96"/>
                    <a:pt x="58" y="96"/>
                    <a:pt x="64" y="95"/>
                  </a:cubicBezTo>
                  <a:cubicBezTo>
                    <a:pt x="66" y="95"/>
                    <a:pt x="67" y="94"/>
                    <a:pt x="68" y="93"/>
                  </a:cubicBezTo>
                  <a:cubicBezTo>
                    <a:pt x="69" y="91"/>
                    <a:pt x="70" y="91"/>
                    <a:pt x="71" y="92"/>
                  </a:cubicBezTo>
                  <a:cubicBezTo>
                    <a:pt x="72" y="92"/>
                    <a:pt x="73" y="93"/>
                    <a:pt x="73" y="93"/>
                  </a:cubicBezTo>
                  <a:cubicBezTo>
                    <a:pt x="77" y="94"/>
                    <a:pt x="81" y="94"/>
                    <a:pt x="84" y="94"/>
                  </a:cubicBezTo>
                  <a:cubicBezTo>
                    <a:pt x="91" y="92"/>
                    <a:pt x="97" y="89"/>
                    <a:pt x="101" y="83"/>
                  </a:cubicBezTo>
                  <a:cubicBezTo>
                    <a:pt x="102" y="81"/>
                    <a:pt x="102" y="80"/>
                    <a:pt x="102" y="78"/>
                  </a:cubicBezTo>
                  <a:cubicBezTo>
                    <a:pt x="103" y="76"/>
                    <a:pt x="104" y="75"/>
                    <a:pt x="105" y="76"/>
                  </a:cubicBezTo>
                  <a:cubicBezTo>
                    <a:pt x="107" y="76"/>
                    <a:pt x="108" y="76"/>
                    <a:pt x="110"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grpSp>
          <p:nvGrpSpPr>
            <p:cNvPr id="30" name="Group 29">
              <a:extLst>
                <a:ext uri="{FF2B5EF4-FFF2-40B4-BE49-F238E27FC236}">
                  <a16:creationId xmlns:a16="http://schemas.microsoft.com/office/drawing/2014/main" id="{B4540473-EA04-4450-9585-E3A27C6B8D83}"/>
                </a:ext>
              </a:extLst>
            </p:cNvPr>
            <p:cNvGrpSpPr/>
            <p:nvPr/>
          </p:nvGrpSpPr>
          <p:grpSpPr>
            <a:xfrm>
              <a:off x="1855788" y="6535738"/>
              <a:ext cx="74613" cy="133351"/>
              <a:chOff x="1855788" y="6535738"/>
              <a:chExt cx="74613" cy="133351"/>
            </a:xfrm>
            <a:grpFill/>
          </p:grpSpPr>
          <p:sp>
            <p:nvSpPr>
              <p:cNvPr id="31" name="Freeform 153">
                <a:extLst>
                  <a:ext uri="{FF2B5EF4-FFF2-40B4-BE49-F238E27FC236}">
                    <a16:creationId xmlns:a16="http://schemas.microsoft.com/office/drawing/2014/main" id="{CBDA7329-46DB-4353-B319-04252CA991F3}"/>
                  </a:ext>
                </a:extLst>
              </p:cNvPr>
              <p:cNvSpPr>
                <a:spLocks noEditPoints="1"/>
              </p:cNvSpPr>
              <p:nvPr/>
            </p:nvSpPr>
            <p:spPr bwMode="auto">
              <a:xfrm>
                <a:off x="1855788" y="6535738"/>
                <a:ext cx="47625" cy="47625"/>
              </a:xfrm>
              <a:custGeom>
                <a:avLst/>
                <a:gdLst>
                  <a:gd name="T0" fmla="*/ 5 w 12"/>
                  <a:gd name="T1" fmla="*/ 12 h 12"/>
                  <a:gd name="T2" fmla="*/ 0 w 12"/>
                  <a:gd name="T3" fmla="*/ 7 h 12"/>
                  <a:gd name="T4" fmla="*/ 5 w 12"/>
                  <a:gd name="T5" fmla="*/ 0 h 12"/>
                  <a:gd name="T6" fmla="*/ 7 w 12"/>
                  <a:gd name="T7" fmla="*/ 0 h 12"/>
                  <a:gd name="T8" fmla="*/ 8 w 12"/>
                  <a:gd name="T9" fmla="*/ 1 h 12"/>
                  <a:gd name="T10" fmla="*/ 10 w 12"/>
                  <a:gd name="T11" fmla="*/ 8 h 12"/>
                  <a:gd name="T12" fmla="*/ 10 w 12"/>
                  <a:gd name="T13" fmla="*/ 9 h 12"/>
                  <a:gd name="T14" fmla="*/ 5 w 12"/>
                  <a:gd name="T15" fmla="*/ 12 h 12"/>
                  <a:gd name="T16" fmla="*/ 5 w 12"/>
                  <a:gd name="T17" fmla="*/ 3 h 12"/>
                  <a:gd name="T18" fmla="*/ 3 w 12"/>
                  <a:gd name="T19" fmla="*/ 8 h 12"/>
                  <a:gd name="T20" fmla="*/ 6 w 12"/>
                  <a:gd name="T21" fmla="*/ 9 h 12"/>
                  <a:gd name="T22" fmla="*/ 8 w 12"/>
                  <a:gd name="T23" fmla="*/ 6 h 12"/>
                  <a:gd name="T24" fmla="*/ 5 w 12"/>
                  <a:gd name="T25"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12">
                    <a:moveTo>
                      <a:pt x="5" y="12"/>
                    </a:moveTo>
                    <a:cubicBezTo>
                      <a:pt x="2" y="12"/>
                      <a:pt x="0" y="10"/>
                      <a:pt x="0" y="7"/>
                    </a:cubicBezTo>
                    <a:cubicBezTo>
                      <a:pt x="0" y="4"/>
                      <a:pt x="2" y="1"/>
                      <a:pt x="5" y="0"/>
                    </a:cubicBezTo>
                    <a:cubicBezTo>
                      <a:pt x="5" y="0"/>
                      <a:pt x="6" y="0"/>
                      <a:pt x="7" y="0"/>
                    </a:cubicBezTo>
                    <a:cubicBezTo>
                      <a:pt x="7" y="0"/>
                      <a:pt x="7" y="1"/>
                      <a:pt x="8" y="1"/>
                    </a:cubicBezTo>
                    <a:cubicBezTo>
                      <a:pt x="11" y="2"/>
                      <a:pt x="12" y="5"/>
                      <a:pt x="10" y="8"/>
                    </a:cubicBezTo>
                    <a:cubicBezTo>
                      <a:pt x="10" y="8"/>
                      <a:pt x="10" y="9"/>
                      <a:pt x="10" y="9"/>
                    </a:cubicBezTo>
                    <a:cubicBezTo>
                      <a:pt x="9" y="11"/>
                      <a:pt x="8" y="12"/>
                      <a:pt x="5" y="12"/>
                    </a:cubicBezTo>
                    <a:close/>
                    <a:moveTo>
                      <a:pt x="5" y="3"/>
                    </a:moveTo>
                    <a:cubicBezTo>
                      <a:pt x="3" y="4"/>
                      <a:pt x="2" y="6"/>
                      <a:pt x="3" y="8"/>
                    </a:cubicBezTo>
                    <a:cubicBezTo>
                      <a:pt x="3" y="8"/>
                      <a:pt x="5" y="9"/>
                      <a:pt x="6" y="9"/>
                    </a:cubicBezTo>
                    <a:cubicBezTo>
                      <a:pt x="7" y="9"/>
                      <a:pt x="8" y="8"/>
                      <a:pt x="8" y="6"/>
                    </a:cubicBezTo>
                    <a:cubicBezTo>
                      <a:pt x="8" y="4"/>
                      <a:pt x="6" y="4"/>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2" name="Freeform 155">
                <a:extLst>
                  <a:ext uri="{FF2B5EF4-FFF2-40B4-BE49-F238E27FC236}">
                    <a16:creationId xmlns:a16="http://schemas.microsoft.com/office/drawing/2014/main" id="{2C934707-F32B-47AA-89B9-B1F04849DB59}"/>
                  </a:ext>
                </a:extLst>
              </p:cNvPr>
              <p:cNvSpPr>
                <a:spLocks noEditPoints="1"/>
              </p:cNvSpPr>
              <p:nvPr/>
            </p:nvSpPr>
            <p:spPr bwMode="auto">
              <a:xfrm>
                <a:off x="1879600" y="6591301"/>
                <a:ext cx="34925" cy="39688"/>
              </a:xfrm>
              <a:custGeom>
                <a:avLst/>
                <a:gdLst>
                  <a:gd name="T0" fmla="*/ 0 w 9"/>
                  <a:gd name="T1" fmla="*/ 4 h 10"/>
                  <a:gd name="T2" fmla="*/ 2 w 9"/>
                  <a:gd name="T3" fmla="*/ 1 h 10"/>
                  <a:gd name="T4" fmla="*/ 7 w 9"/>
                  <a:gd name="T5" fmla="*/ 1 h 10"/>
                  <a:gd name="T6" fmla="*/ 8 w 9"/>
                  <a:gd name="T7" fmla="*/ 2 h 10"/>
                  <a:gd name="T8" fmla="*/ 9 w 9"/>
                  <a:gd name="T9" fmla="*/ 5 h 10"/>
                  <a:gd name="T10" fmla="*/ 7 w 9"/>
                  <a:gd name="T11" fmla="*/ 8 h 10"/>
                  <a:gd name="T12" fmla="*/ 2 w 9"/>
                  <a:gd name="T13" fmla="*/ 8 h 10"/>
                  <a:gd name="T14" fmla="*/ 0 w 9"/>
                  <a:gd name="T15" fmla="*/ 4 h 10"/>
                  <a:gd name="T16" fmla="*/ 5 w 9"/>
                  <a:gd name="T17" fmla="*/ 7 h 10"/>
                  <a:gd name="T18" fmla="*/ 5 w 9"/>
                  <a:gd name="T19" fmla="*/ 4 h 10"/>
                  <a:gd name="T20" fmla="*/ 3 w 9"/>
                  <a:gd name="T21" fmla="*/ 4 h 10"/>
                  <a:gd name="T22" fmla="*/ 5 w 9"/>
                  <a:gd name="T23"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0">
                    <a:moveTo>
                      <a:pt x="0" y="4"/>
                    </a:moveTo>
                    <a:cubicBezTo>
                      <a:pt x="0" y="3"/>
                      <a:pt x="0" y="1"/>
                      <a:pt x="2" y="1"/>
                    </a:cubicBezTo>
                    <a:cubicBezTo>
                      <a:pt x="4" y="0"/>
                      <a:pt x="5" y="0"/>
                      <a:pt x="7" y="1"/>
                    </a:cubicBezTo>
                    <a:cubicBezTo>
                      <a:pt x="7" y="1"/>
                      <a:pt x="7" y="2"/>
                      <a:pt x="8" y="2"/>
                    </a:cubicBezTo>
                    <a:cubicBezTo>
                      <a:pt x="9" y="3"/>
                      <a:pt x="9" y="4"/>
                      <a:pt x="9" y="5"/>
                    </a:cubicBezTo>
                    <a:cubicBezTo>
                      <a:pt x="8" y="6"/>
                      <a:pt x="8" y="7"/>
                      <a:pt x="7" y="8"/>
                    </a:cubicBezTo>
                    <a:cubicBezTo>
                      <a:pt x="6" y="10"/>
                      <a:pt x="3" y="10"/>
                      <a:pt x="2" y="8"/>
                    </a:cubicBezTo>
                    <a:cubicBezTo>
                      <a:pt x="1" y="7"/>
                      <a:pt x="1" y="6"/>
                      <a:pt x="0" y="4"/>
                    </a:cubicBezTo>
                    <a:close/>
                    <a:moveTo>
                      <a:pt x="5" y="7"/>
                    </a:moveTo>
                    <a:cubicBezTo>
                      <a:pt x="5" y="6"/>
                      <a:pt x="7" y="5"/>
                      <a:pt x="5" y="4"/>
                    </a:cubicBezTo>
                    <a:cubicBezTo>
                      <a:pt x="4" y="4"/>
                      <a:pt x="3" y="4"/>
                      <a:pt x="3" y="4"/>
                    </a:cubicBezTo>
                    <a:cubicBezTo>
                      <a:pt x="2" y="6"/>
                      <a:pt x="4" y="6"/>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3" name="Freeform 159">
                <a:extLst>
                  <a:ext uri="{FF2B5EF4-FFF2-40B4-BE49-F238E27FC236}">
                    <a16:creationId xmlns:a16="http://schemas.microsoft.com/office/drawing/2014/main" id="{069D2470-3B95-4CA7-B2B1-AA34AC4A7B52}"/>
                  </a:ext>
                </a:extLst>
              </p:cNvPr>
              <p:cNvSpPr>
                <a:spLocks/>
              </p:cNvSpPr>
              <p:nvPr/>
            </p:nvSpPr>
            <p:spPr bwMode="auto">
              <a:xfrm>
                <a:off x="1900238" y="6638926"/>
                <a:ext cx="30163" cy="30163"/>
              </a:xfrm>
              <a:custGeom>
                <a:avLst/>
                <a:gdLst>
                  <a:gd name="T0" fmla="*/ 4 w 8"/>
                  <a:gd name="T1" fmla="*/ 0 h 8"/>
                  <a:gd name="T2" fmla="*/ 6 w 8"/>
                  <a:gd name="T3" fmla="*/ 0 h 8"/>
                  <a:gd name="T4" fmla="*/ 7 w 8"/>
                  <a:gd name="T5" fmla="*/ 4 h 8"/>
                  <a:gd name="T6" fmla="*/ 3 w 8"/>
                  <a:gd name="T7" fmla="*/ 7 h 8"/>
                  <a:gd name="T8" fmla="*/ 1 w 8"/>
                  <a:gd name="T9" fmla="*/ 7 h 8"/>
                  <a:gd name="T10" fmla="*/ 0 w 8"/>
                  <a:gd name="T11" fmla="*/ 2 h 8"/>
                  <a:gd name="T12" fmla="*/ 4 w 8"/>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0"/>
                    </a:moveTo>
                    <a:cubicBezTo>
                      <a:pt x="4" y="0"/>
                      <a:pt x="5" y="0"/>
                      <a:pt x="6" y="0"/>
                    </a:cubicBezTo>
                    <a:cubicBezTo>
                      <a:pt x="7" y="1"/>
                      <a:pt x="8" y="3"/>
                      <a:pt x="7" y="4"/>
                    </a:cubicBezTo>
                    <a:cubicBezTo>
                      <a:pt x="6" y="5"/>
                      <a:pt x="5" y="7"/>
                      <a:pt x="3" y="7"/>
                    </a:cubicBezTo>
                    <a:cubicBezTo>
                      <a:pt x="3" y="8"/>
                      <a:pt x="2" y="8"/>
                      <a:pt x="1" y="7"/>
                    </a:cubicBezTo>
                    <a:cubicBezTo>
                      <a:pt x="0" y="7"/>
                      <a:pt x="0" y="4"/>
                      <a:pt x="0" y="2"/>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grpSp>
      </p:grpSp>
      <p:grpSp>
        <p:nvGrpSpPr>
          <p:cNvPr id="34" name="Group 33">
            <a:extLst>
              <a:ext uri="{FF2B5EF4-FFF2-40B4-BE49-F238E27FC236}">
                <a16:creationId xmlns:a16="http://schemas.microsoft.com/office/drawing/2014/main" id="{9DB5A488-D4F9-451A-A214-C9401B851440}"/>
              </a:ext>
            </a:extLst>
          </p:cNvPr>
          <p:cNvGrpSpPr>
            <a:grpSpLocks noChangeAspect="1"/>
          </p:cNvGrpSpPr>
          <p:nvPr/>
        </p:nvGrpSpPr>
        <p:grpSpPr>
          <a:xfrm>
            <a:off x="3569868" y="2741371"/>
            <a:ext cx="504825" cy="566738"/>
            <a:chOff x="1804988" y="5734050"/>
            <a:chExt cx="1009650" cy="1133475"/>
          </a:xfrm>
          <a:solidFill>
            <a:srgbClr val="3C8A2E"/>
          </a:solidFill>
        </p:grpSpPr>
        <p:sp>
          <p:nvSpPr>
            <p:cNvPr id="35" name="Freeform 6983">
              <a:extLst>
                <a:ext uri="{FF2B5EF4-FFF2-40B4-BE49-F238E27FC236}">
                  <a16:creationId xmlns:a16="http://schemas.microsoft.com/office/drawing/2014/main" id="{51B6E3CD-651E-47C4-AECC-883154E2F8C6}"/>
                </a:ext>
              </a:extLst>
            </p:cNvPr>
            <p:cNvSpPr>
              <a:spLocks/>
            </p:cNvSpPr>
            <p:nvPr/>
          </p:nvSpPr>
          <p:spPr bwMode="auto">
            <a:xfrm>
              <a:off x="1995488" y="5915025"/>
              <a:ext cx="676275" cy="733425"/>
            </a:xfrm>
            <a:custGeom>
              <a:avLst/>
              <a:gdLst>
                <a:gd name="T0" fmla="*/ 38 w 71"/>
                <a:gd name="T1" fmla="*/ 72 h 77"/>
                <a:gd name="T2" fmla="*/ 25 w 71"/>
                <a:gd name="T3" fmla="*/ 65 h 77"/>
                <a:gd name="T4" fmla="*/ 22 w 71"/>
                <a:gd name="T5" fmla="*/ 61 h 77"/>
                <a:gd name="T6" fmla="*/ 7 w 71"/>
                <a:gd name="T7" fmla="*/ 41 h 77"/>
                <a:gd name="T8" fmla="*/ 40 w 71"/>
                <a:gd name="T9" fmla="*/ 7 h 77"/>
                <a:gd name="T10" fmla="*/ 56 w 71"/>
                <a:gd name="T11" fmla="*/ 51 h 77"/>
                <a:gd name="T12" fmla="*/ 49 w 71"/>
                <a:gd name="T13" fmla="*/ 59 h 77"/>
                <a:gd name="T14" fmla="*/ 37 w 71"/>
                <a:gd name="T15" fmla="*/ 71 h 77"/>
                <a:gd name="T16" fmla="*/ 38 w 71"/>
                <a:gd name="T17" fmla="*/ 75 h 77"/>
                <a:gd name="T18" fmla="*/ 51 w 71"/>
                <a:gd name="T19" fmla="*/ 66 h 77"/>
                <a:gd name="T20" fmla="*/ 57 w 71"/>
                <a:gd name="T21" fmla="*/ 56 h 77"/>
                <a:gd name="T22" fmla="*/ 63 w 71"/>
                <a:gd name="T23" fmla="*/ 45 h 77"/>
                <a:gd name="T24" fmla="*/ 38 w 71"/>
                <a:gd name="T25" fmla="*/ 2 h 77"/>
                <a:gd name="T26" fmla="*/ 2 w 71"/>
                <a:gd name="T27" fmla="*/ 38 h 77"/>
                <a:gd name="T28" fmla="*/ 18 w 71"/>
                <a:gd name="T29" fmla="*/ 63 h 77"/>
                <a:gd name="T30" fmla="*/ 27 w 71"/>
                <a:gd name="T31" fmla="*/ 74 h 77"/>
                <a:gd name="T32" fmla="*/ 38 w 71"/>
                <a:gd name="T33" fmla="*/ 75 h 77"/>
                <a:gd name="T34" fmla="*/ 38 w 71"/>
                <a:gd name="T35" fmla="*/ 7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 h="77">
                  <a:moveTo>
                    <a:pt x="38" y="72"/>
                  </a:moveTo>
                  <a:cubicBezTo>
                    <a:pt x="32" y="72"/>
                    <a:pt x="27" y="71"/>
                    <a:pt x="25" y="65"/>
                  </a:cubicBezTo>
                  <a:cubicBezTo>
                    <a:pt x="24" y="63"/>
                    <a:pt x="23" y="62"/>
                    <a:pt x="22" y="61"/>
                  </a:cubicBezTo>
                  <a:cubicBezTo>
                    <a:pt x="15" y="55"/>
                    <a:pt x="9" y="50"/>
                    <a:pt x="7" y="41"/>
                  </a:cubicBezTo>
                  <a:cubicBezTo>
                    <a:pt x="0" y="19"/>
                    <a:pt x="19" y="4"/>
                    <a:pt x="40" y="7"/>
                  </a:cubicBezTo>
                  <a:cubicBezTo>
                    <a:pt x="61" y="9"/>
                    <a:pt x="66" y="37"/>
                    <a:pt x="56" y="51"/>
                  </a:cubicBezTo>
                  <a:cubicBezTo>
                    <a:pt x="54" y="54"/>
                    <a:pt x="51" y="56"/>
                    <a:pt x="49" y="59"/>
                  </a:cubicBezTo>
                  <a:cubicBezTo>
                    <a:pt x="45" y="67"/>
                    <a:pt x="47" y="70"/>
                    <a:pt x="37" y="71"/>
                  </a:cubicBezTo>
                  <a:cubicBezTo>
                    <a:pt x="35" y="72"/>
                    <a:pt x="35" y="75"/>
                    <a:pt x="38" y="75"/>
                  </a:cubicBezTo>
                  <a:cubicBezTo>
                    <a:pt x="46" y="74"/>
                    <a:pt x="48" y="74"/>
                    <a:pt x="51" y="66"/>
                  </a:cubicBezTo>
                  <a:cubicBezTo>
                    <a:pt x="53" y="62"/>
                    <a:pt x="54" y="60"/>
                    <a:pt x="57" y="56"/>
                  </a:cubicBezTo>
                  <a:cubicBezTo>
                    <a:pt x="60" y="53"/>
                    <a:pt x="62" y="49"/>
                    <a:pt x="63" y="45"/>
                  </a:cubicBezTo>
                  <a:cubicBezTo>
                    <a:pt x="71" y="26"/>
                    <a:pt x="58" y="5"/>
                    <a:pt x="38" y="2"/>
                  </a:cubicBezTo>
                  <a:cubicBezTo>
                    <a:pt x="15" y="0"/>
                    <a:pt x="0" y="17"/>
                    <a:pt x="2" y="38"/>
                  </a:cubicBezTo>
                  <a:cubicBezTo>
                    <a:pt x="3" y="49"/>
                    <a:pt x="10" y="56"/>
                    <a:pt x="18" y="63"/>
                  </a:cubicBezTo>
                  <a:cubicBezTo>
                    <a:pt x="22" y="66"/>
                    <a:pt x="22" y="71"/>
                    <a:pt x="27" y="74"/>
                  </a:cubicBezTo>
                  <a:cubicBezTo>
                    <a:pt x="30" y="77"/>
                    <a:pt x="35" y="76"/>
                    <a:pt x="38" y="75"/>
                  </a:cubicBezTo>
                  <a:cubicBezTo>
                    <a:pt x="39" y="74"/>
                    <a:pt x="39" y="72"/>
                    <a:pt x="38" y="7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6" name="Freeform 6984">
              <a:extLst>
                <a:ext uri="{FF2B5EF4-FFF2-40B4-BE49-F238E27FC236}">
                  <a16:creationId xmlns:a16="http://schemas.microsoft.com/office/drawing/2014/main" id="{1EDC8052-D7D6-471F-83BF-ADC07440BF04}"/>
                </a:ext>
              </a:extLst>
            </p:cNvPr>
            <p:cNvSpPr>
              <a:spLocks/>
            </p:cNvSpPr>
            <p:nvPr/>
          </p:nvSpPr>
          <p:spPr bwMode="auto">
            <a:xfrm>
              <a:off x="2157413" y="6172200"/>
              <a:ext cx="304800" cy="133350"/>
            </a:xfrm>
            <a:custGeom>
              <a:avLst/>
              <a:gdLst>
                <a:gd name="T0" fmla="*/ 1 w 32"/>
                <a:gd name="T1" fmla="*/ 9 h 14"/>
                <a:gd name="T2" fmla="*/ 9 w 32"/>
                <a:gd name="T3" fmla="*/ 14 h 14"/>
                <a:gd name="T4" fmla="*/ 13 w 32"/>
                <a:gd name="T5" fmla="*/ 4 h 14"/>
                <a:gd name="T6" fmla="*/ 10 w 32"/>
                <a:gd name="T7" fmla="*/ 4 h 14"/>
                <a:gd name="T8" fmla="*/ 16 w 32"/>
                <a:gd name="T9" fmla="*/ 11 h 14"/>
                <a:gd name="T10" fmla="*/ 22 w 32"/>
                <a:gd name="T11" fmla="*/ 2 h 14"/>
                <a:gd name="T12" fmla="*/ 19 w 32"/>
                <a:gd name="T13" fmla="*/ 3 h 14"/>
                <a:gd name="T14" fmla="*/ 22 w 32"/>
                <a:gd name="T15" fmla="*/ 11 h 14"/>
                <a:gd name="T16" fmla="*/ 25 w 32"/>
                <a:gd name="T17" fmla="*/ 11 h 14"/>
                <a:gd name="T18" fmla="*/ 31 w 32"/>
                <a:gd name="T19" fmla="*/ 4 h 14"/>
                <a:gd name="T20" fmla="*/ 28 w 32"/>
                <a:gd name="T21" fmla="*/ 3 h 14"/>
                <a:gd name="T22" fmla="*/ 23 w 32"/>
                <a:gd name="T23" fmla="*/ 9 h 14"/>
                <a:gd name="T24" fmla="*/ 26 w 32"/>
                <a:gd name="T25" fmla="*/ 9 h 14"/>
                <a:gd name="T26" fmla="*/ 22 w 32"/>
                <a:gd name="T27" fmla="*/ 1 h 14"/>
                <a:gd name="T28" fmla="*/ 18 w 32"/>
                <a:gd name="T29" fmla="*/ 1 h 14"/>
                <a:gd name="T30" fmla="*/ 16 w 32"/>
                <a:gd name="T31" fmla="*/ 7 h 14"/>
                <a:gd name="T32" fmla="*/ 13 w 32"/>
                <a:gd name="T33" fmla="*/ 2 h 14"/>
                <a:gd name="T34" fmla="*/ 10 w 32"/>
                <a:gd name="T35" fmla="*/ 2 h 14"/>
                <a:gd name="T36" fmla="*/ 9 w 32"/>
                <a:gd name="T37" fmla="*/ 7 h 14"/>
                <a:gd name="T38" fmla="*/ 8 w 32"/>
                <a:gd name="T39" fmla="*/ 11 h 14"/>
                <a:gd name="T40" fmla="*/ 4 w 32"/>
                <a:gd name="T41" fmla="*/ 8 h 14"/>
                <a:gd name="T42" fmla="*/ 1 w 32"/>
                <a:gd name="T43"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 h="14">
                  <a:moveTo>
                    <a:pt x="1" y="9"/>
                  </a:moveTo>
                  <a:cubicBezTo>
                    <a:pt x="2" y="12"/>
                    <a:pt x="6" y="14"/>
                    <a:pt x="9" y="14"/>
                  </a:cubicBezTo>
                  <a:cubicBezTo>
                    <a:pt x="13" y="13"/>
                    <a:pt x="12" y="7"/>
                    <a:pt x="13" y="4"/>
                  </a:cubicBezTo>
                  <a:cubicBezTo>
                    <a:pt x="12" y="4"/>
                    <a:pt x="11" y="4"/>
                    <a:pt x="10" y="4"/>
                  </a:cubicBezTo>
                  <a:cubicBezTo>
                    <a:pt x="12" y="7"/>
                    <a:pt x="12" y="12"/>
                    <a:pt x="16" y="11"/>
                  </a:cubicBezTo>
                  <a:cubicBezTo>
                    <a:pt x="19" y="11"/>
                    <a:pt x="21" y="5"/>
                    <a:pt x="22" y="2"/>
                  </a:cubicBezTo>
                  <a:cubicBezTo>
                    <a:pt x="21" y="3"/>
                    <a:pt x="20" y="3"/>
                    <a:pt x="19" y="3"/>
                  </a:cubicBezTo>
                  <a:cubicBezTo>
                    <a:pt x="21" y="5"/>
                    <a:pt x="21" y="8"/>
                    <a:pt x="22" y="11"/>
                  </a:cubicBezTo>
                  <a:cubicBezTo>
                    <a:pt x="23" y="12"/>
                    <a:pt x="24" y="12"/>
                    <a:pt x="25" y="11"/>
                  </a:cubicBezTo>
                  <a:cubicBezTo>
                    <a:pt x="28" y="9"/>
                    <a:pt x="30" y="8"/>
                    <a:pt x="31" y="4"/>
                  </a:cubicBezTo>
                  <a:cubicBezTo>
                    <a:pt x="32" y="2"/>
                    <a:pt x="29" y="1"/>
                    <a:pt x="28" y="3"/>
                  </a:cubicBezTo>
                  <a:cubicBezTo>
                    <a:pt x="27" y="6"/>
                    <a:pt x="25" y="7"/>
                    <a:pt x="23" y="9"/>
                  </a:cubicBezTo>
                  <a:cubicBezTo>
                    <a:pt x="24" y="9"/>
                    <a:pt x="25" y="9"/>
                    <a:pt x="26" y="9"/>
                  </a:cubicBezTo>
                  <a:cubicBezTo>
                    <a:pt x="24" y="6"/>
                    <a:pt x="24" y="3"/>
                    <a:pt x="22" y="1"/>
                  </a:cubicBezTo>
                  <a:cubicBezTo>
                    <a:pt x="21" y="0"/>
                    <a:pt x="19" y="0"/>
                    <a:pt x="18" y="1"/>
                  </a:cubicBezTo>
                  <a:cubicBezTo>
                    <a:pt x="18" y="3"/>
                    <a:pt x="17" y="5"/>
                    <a:pt x="16" y="7"/>
                  </a:cubicBezTo>
                  <a:cubicBezTo>
                    <a:pt x="16" y="7"/>
                    <a:pt x="13" y="3"/>
                    <a:pt x="13" y="2"/>
                  </a:cubicBezTo>
                  <a:cubicBezTo>
                    <a:pt x="12" y="1"/>
                    <a:pt x="11" y="1"/>
                    <a:pt x="10" y="2"/>
                  </a:cubicBezTo>
                  <a:cubicBezTo>
                    <a:pt x="9" y="4"/>
                    <a:pt x="9" y="5"/>
                    <a:pt x="9" y="7"/>
                  </a:cubicBezTo>
                  <a:cubicBezTo>
                    <a:pt x="8" y="8"/>
                    <a:pt x="8" y="9"/>
                    <a:pt x="8" y="11"/>
                  </a:cubicBezTo>
                  <a:cubicBezTo>
                    <a:pt x="8" y="11"/>
                    <a:pt x="4" y="8"/>
                    <a:pt x="4" y="8"/>
                  </a:cubicBezTo>
                  <a:cubicBezTo>
                    <a:pt x="3" y="6"/>
                    <a:pt x="0" y="7"/>
                    <a:pt x="1" y="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7" name="Freeform 6985">
              <a:extLst>
                <a:ext uri="{FF2B5EF4-FFF2-40B4-BE49-F238E27FC236}">
                  <a16:creationId xmlns:a16="http://schemas.microsoft.com/office/drawing/2014/main" id="{6A6D7195-40DD-444B-B4E3-9707F269F1CD}"/>
                </a:ext>
              </a:extLst>
            </p:cNvPr>
            <p:cNvSpPr>
              <a:spLocks/>
            </p:cNvSpPr>
            <p:nvPr/>
          </p:nvSpPr>
          <p:spPr bwMode="auto">
            <a:xfrm>
              <a:off x="2195513" y="6505575"/>
              <a:ext cx="333375" cy="361950"/>
            </a:xfrm>
            <a:custGeom>
              <a:avLst/>
              <a:gdLst>
                <a:gd name="T0" fmla="*/ 2 w 35"/>
                <a:gd name="T1" fmla="*/ 5 h 38"/>
                <a:gd name="T2" fmla="*/ 2 w 35"/>
                <a:gd name="T3" fmla="*/ 25 h 38"/>
                <a:gd name="T4" fmla="*/ 14 w 35"/>
                <a:gd name="T5" fmla="*/ 37 h 38"/>
                <a:gd name="T6" fmla="*/ 31 w 35"/>
                <a:gd name="T7" fmla="*/ 30 h 38"/>
                <a:gd name="T8" fmla="*/ 31 w 35"/>
                <a:gd name="T9" fmla="*/ 2 h 38"/>
                <a:gd name="T10" fmla="*/ 28 w 35"/>
                <a:gd name="T11" fmla="*/ 2 h 38"/>
                <a:gd name="T12" fmla="*/ 29 w 35"/>
                <a:gd name="T13" fmla="*/ 23 h 38"/>
                <a:gd name="T14" fmla="*/ 14 w 35"/>
                <a:gd name="T15" fmla="*/ 33 h 38"/>
                <a:gd name="T16" fmla="*/ 5 w 35"/>
                <a:gd name="T17" fmla="*/ 20 h 38"/>
                <a:gd name="T18" fmla="*/ 4 w 35"/>
                <a:gd name="T19" fmla="*/ 5 h 38"/>
                <a:gd name="T20" fmla="*/ 2 w 35"/>
                <a:gd name="T2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8">
                  <a:moveTo>
                    <a:pt x="2" y="5"/>
                  </a:moveTo>
                  <a:cubicBezTo>
                    <a:pt x="0" y="11"/>
                    <a:pt x="1" y="19"/>
                    <a:pt x="2" y="25"/>
                  </a:cubicBezTo>
                  <a:cubicBezTo>
                    <a:pt x="4" y="32"/>
                    <a:pt x="7" y="35"/>
                    <a:pt x="14" y="37"/>
                  </a:cubicBezTo>
                  <a:cubicBezTo>
                    <a:pt x="20" y="38"/>
                    <a:pt x="28" y="36"/>
                    <a:pt x="31" y="30"/>
                  </a:cubicBezTo>
                  <a:cubicBezTo>
                    <a:pt x="35" y="22"/>
                    <a:pt x="32" y="10"/>
                    <a:pt x="31" y="2"/>
                  </a:cubicBezTo>
                  <a:cubicBezTo>
                    <a:pt x="30" y="0"/>
                    <a:pt x="28" y="0"/>
                    <a:pt x="28" y="2"/>
                  </a:cubicBezTo>
                  <a:cubicBezTo>
                    <a:pt x="28" y="9"/>
                    <a:pt x="30" y="16"/>
                    <a:pt x="29" y="23"/>
                  </a:cubicBezTo>
                  <a:cubicBezTo>
                    <a:pt x="29" y="31"/>
                    <a:pt x="22" y="34"/>
                    <a:pt x="14" y="33"/>
                  </a:cubicBezTo>
                  <a:cubicBezTo>
                    <a:pt x="7" y="32"/>
                    <a:pt x="6" y="26"/>
                    <a:pt x="5" y="20"/>
                  </a:cubicBezTo>
                  <a:cubicBezTo>
                    <a:pt x="4" y="15"/>
                    <a:pt x="4" y="10"/>
                    <a:pt x="4" y="5"/>
                  </a:cubicBezTo>
                  <a:cubicBezTo>
                    <a:pt x="4" y="4"/>
                    <a:pt x="2" y="4"/>
                    <a:pt x="2" y="5"/>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8" name="Freeform 6986">
              <a:extLst>
                <a:ext uri="{FF2B5EF4-FFF2-40B4-BE49-F238E27FC236}">
                  <a16:creationId xmlns:a16="http://schemas.microsoft.com/office/drawing/2014/main" id="{F8954EB5-997C-4654-A28F-D4518B5BEBB2}"/>
                </a:ext>
              </a:extLst>
            </p:cNvPr>
            <p:cNvSpPr>
              <a:spLocks/>
            </p:cNvSpPr>
            <p:nvPr/>
          </p:nvSpPr>
          <p:spPr bwMode="auto">
            <a:xfrm>
              <a:off x="2214563" y="6696075"/>
              <a:ext cx="285750" cy="104775"/>
            </a:xfrm>
            <a:custGeom>
              <a:avLst/>
              <a:gdLst>
                <a:gd name="T0" fmla="*/ 1 w 30"/>
                <a:gd name="T1" fmla="*/ 7 h 11"/>
                <a:gd name="T2" fmla="*/ 14 w 30"/>
                <a:gd name="T3" fmla="*/ 11 h 11"/>
                <a:gd name="T4" fmla="*/ 29 w 30"/>
                <a:gd name="T5" fmla="*/ 4 h 11"/>
                <a:gd name="T6" fmla="*/ 26 w 30"/>
                <a:gd name="T7" fmla="*/ 1 h 11"/>
                <a:gd name="T8" fmla="*/ 15 w 30"/>
                <a:gd name="T9" fmla="*/ 7 h 11"/>
                <a:gd name="T10" fmla="*/ 2 w 30"/>
                <a:gd name="T11" fmla="*/ 5 h 11"/>
                <a:gd name="T12" fmla="*/ 1 w 30"/>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30" h="11">
                  <a:moveTo>
                    <a:pt x="1" y="7"/>
                  </a:moveTo>
                  <a:cubicBezTo>
                    <a:pt x="4" y="10"/>
                    <a:pt x="10" y="11"/>
                    <a:pt x="14" y="11"/>
                  </a:cubicBezTo>
                  <a:cubicBezTo>
                    <a:pt x="20" y="10"/>
                    <a:pt x="25" y="8"/>
                    <a:pt x="29" y="4"/>
                  </a:cubicBezTo>
                  <a:cubicBezTo>
                    <a:pt x="30" y="2"/>
                    <a:pt x="27" y="0"/>
                    <a:pt x="26" y="1"/>
                  </a:cubicBezTo>
                  <a:cubicBezTo>
                    <a:pt x="23" y="4"/>
                    <a:pt x="19" y="6"/>
                    <a:pt x="15" y="7"/>
                  </a:cubicBezTo>
                  <a:cubicBezTo>
                    <a:pt x="10" y="8"/>
                    <a:pt x="6" y="5"/>
                    <a:pt x="2" y="5"/>
                  </a:cubicBezTo>
                  <a:cubicBezTo>
                    <a:pt x="1" y="5"/>
                    <a:pt x="0" y="6"/>
                    <a:pt x="1" y="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39" name="Freeform 6987">
              <a:extLst>
                <a:ext uri="{FF2B5EF4-FFF2-40B4-BE49-F238E27FC236}">
                  <a16:creationId xmlns:a16="http://schemas.microsoft.com/office/drawing/2014/main" id="{2F471CA8-82B2-4578-B7E2-92B419AA9EAB}"/>
                </a:ext>
              </a:extLst>
            </p:cNvPr>
            <p:cNvSpPr>
              <a:spLocks/>
            </p:cNvSpPr>
            <p:nvPr/>
          </p:nvSpPr>
          <p:spPr bwMode="auto">
            <a:xfrm>
              <a:off x="2214563" y="6619875"/>
              <a:ext cx="285750" cy="104775"/>
            </a:xfrm>
            <a:custGeom>
              <a:avLst/>
              <a:gdLst>
                <a:gd name="T0" fmla="*/ 1 w 30"/>
                <a:gd name="T1" fmla="*/ 7 h 11"/>
                <a:gd name="T2" fmla="*/ 14 w 30"/>
                <a:gd name="T3" fmla="*/ 11 h 11"/>
                <a:gd name="T4" fmla="*/ 29 w 30"/>
                <a:gd name="T5" fmla="*/ 4 h 11"/>
                <a:gd name="T6" fmla="*/ 26 w 30"/>
                <a:gd name="T7" fmla="*/ 1 h 11"/>
                <a:gd name="T8" fmla="*/ 15 w 30"/>
                <a:gd name="T9" fmla="*/ 7 h 11"/>
                <a:gd name="T10" fmla="*/ 2 w 30"/>
                <a:gd name="T11" fmla="*/ 5 h 11"/>
                <a:gd name="T12" fmla="*/ 1 w 30"/>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30" h="11">
                  <a:moveTo>
                    <a:pt x="1" y="7"/>
                  </a:moveTo>
                  <a:cubicBezTo>
                    <a:pt x="4" y="10"/>
                    <a:pt x="10" y="11"/>
                    <a:pt x="14" y="11"/>
                  </a:cubicBezTo>
                  <a:cubicBezTo>
                    <a:pt x="20" y="11"/>
                    <a:pt x="25" y="8"/>
                    <a:pt x="29" y="4"/>
                  </a:cubicBezTo>
                  <a:cubicBezTo>
                    <a:pt x="30" y="2"/>
                    <a:pt x="27" y="0"/>
                    <a:pt x="26" y="1"/>
                  </a:cubicBezTo>
                  <a:cubicBezTo>
                    <a:pt x="23" y="5"/>
                    <a:pt x="19" y="7"/>
                    <a:pt x="15" y="7"/>
                  </a:cubicBezTo>
                  <a:cubicBezTo>
                    <a:pt x="10" y="8"/>
                    <a:pt x="6" y="5"/>
                    <a:pt x="2" y="5"/>
                  </a:cubicBezTo>
                  <a:cubicBezTo>
                    <a:pt x="1" y="5"/>
                    <a:pt x="0" y="6"/>
                    <a:pt x="1" y="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0" name="Freeform 6988">
              <a:extLst>
                <a:ext uri="{FF2B5EF4-FFF2-40B4-BE49-F238E27FC236}">
                  <a16:creationId xmlns:a16="http://schemas.microsoft.com/office/drawing/2014/main" id="{B2623F39-8A69-4568-8A8B-6C560AE72920}"/>
                </a:ext>
              </a:extLst>
            </p:cNvPr>
            <p:cNvSpPr>
              <a:spLocks/>
            </p:cNvSpPr>
            <p:nvPr/>
          </p:nvSpPr>
          <p:spPr bwMode="auto">
            <a:xfrm>
              <a:off x="2157413" y="6229350"/>
              <a:ext cx="161925" cy="333375"/>
            </a:xfrm>
            <a:custGeom>
              <a:avLst/>
              <a:gdLst>
                <a:gd name="T0" fmla="*/ 1 w 17"/>
                <a:gd name="T1" fmla="*/ 3 h 35"/>
                <a:gd name="T2" fmla="*/ 14 w 17"/>
                <a:gd name="T3" fmla="*/ 33 h 35"/>
                <a:gd name="T4" fmla="*/ 17 w 17"/>
                <a:gd name="T5" fmla="*/ 32 h 35"/>
                <a:gd name="T6" fmla="*/ 3 w 17"/>
                <a:gd name="T7" fmla="*/ 1 h 35"/>
                <a:gd name="T8" fmla="*/ 1 w 17"/>
                <a:gd name="T9" fmla="*/ 3 h 35"/>
              </a:gdLst>
              <a:ahLst/>
              <a:cxnLst>
                <a:cxn ang="0">
                  <a:pos x="T0" y="T1"/>
                </a:cxn>
                <a:cxn ang="0">
                  <a:pos x="T2" y="T3"/>
                </a:cxn>
                <a:cxn ang="0">
                  <a:pos x="T4" y="T5"/>
                </a:cxn>
                <a:cxn ang="0">
                  <a:pos x="T6" y="T7"/>
                </a:cxn>
                <a:cxn ang="0">
                  <a:pos x="T8" y="T9"/>
                </a:cxn>
              </a:cxnLst>
              <a:rect l="0" t="0" r="r" b="b"/>
              <a:pathLst>
                <a:path w="17" h="35">
                  <a:moveTo>
                    <a:pt x="1" y="3"/>
                  </a:moveTo>
                  <a:cubicBezTo>
                    <a:pt x="7" y="12"/>
                    <a:pt x="10" y="23"/>
                    <a:pt x="14" y="33"/>
                  </a:cubicBezTo>
                  <a:cubicBezTo>
                    <a:pt x="15" y="35"/>
                    <a:pt x="17" y="34"/>
                    <a:pt x="17" y="32"/>
                  </a:cubicBezTo>
                  <a:cubicBezTo>
                    <a:pt x="13" y="22"/>
                    <a:pt x="10" y="10"/>
                    <a:pt x="3" y="1"/>
                  </a:cubicBezTo>
                  <a:cubicBezTo>
                    <a:pt x="2" y="0"/>
                    <a:pt x="0" y="2"/>
                    <a:pt x="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1" name="Freeform 6989">
              <a:extLst>
                <a:ext uri="{FF2B5EF4-FFF2-40B4-BE49-F238E27FC236}">
                  <a16:creationId xmlns:a16="http://schemas.microsoft.com/office/drawing/2014/main" id="{1078A3AC-D336-497E-839B-A75535850CBA}"/>
                </a:ext>
              </a:extLst>
            </p:cNvPr>
            <p:cNvSpPr>
              <a:spLocks/>
            </p:cNvSpPr>
            <p:nvPr/>
          </p:nvSpPr>
          <p:spPr bwMode="auto">
            <a:xfrm>
              <a:off x="2357438" y="6191250"/>
              <a:ext cx="104775" cy="361950"/>
            </a:xfrm>
            <a:custGeom>
              <a:avLst/>
              <a:gdLst>
                <a:gd name="T0" fmla="*/ 8 w 11"/>
                <a:gd name="T1" fmla="*/ 1 h 38"/>
                <a:gd name="T2" fmla="*/ 0 w 11"/>
                <a:gd name="T3" fmla="*/ 36 h 38"/>
                <a:gd name="T4" fmla="*/ 3 w 11"/>
                <a:gd name="T5" fmla="*/ 37 h 38"/>
                <a:gd name="T6" fmla="*/ 11 w 11"/>
                <a:gd name="T7" fmla="*/ 2 h 38"/>
                <a:gd name="T8" fmla="*/ 8 w 11"/>
                <a:gd name="T9" fmla="*/ 1 h 38"/>
              </a:gdLst>
              <a:ahLst/>
              <a:cxnLst>
                <a:cxn ang="0">
                  <a:pos x="T0" y="T1"/>
                </a:cxn>
                <a:cxn ang="0">
                  <a:pos x="T2" y="T3"/>
                </a:cxn>
                <a:cxn ang="0">
                  <a:pos x="T4" y="T5"/>
                </a:cxn>
                <a:cxn ang="0">
                  <a:pos x="T6" y="T7"/>
                </a:cxn>
                <a:cxn ang="0">
                  <a:pos x="T8" y="T9"/>
                </a:cxn>
              </a:cxnLst>
              <a:rect l="0" t="0" r="r" b="b"/>
              <a:pathLst>
                <a:path w="11" h="38">
                  <a:moveTo>
                    <a:pt x="8" y="1"/>
                  </a:moveTo>
                  <a:cubicBezTo>
                    <a:pt x="5" y="12"/>
                    <a:pt x="1" y="24"/>
                    <a:pt x="0" y="36"/>
                  </a:cubicBezTo>
                  <a:cubicBezTo>
                    <a:pt x="0" y="38"/>
                    <a:pt x="2" y="38"/>
                    <a:pt x="3" y="37"/>
                  </a:cubicBezTo>
                  <a:cubicBezTo>
                    <a:pt x="6" y="25"/>
                    <a:pt x="9" y="13"/>
                    <a:pt x="11" y="2"/>
                  </a:cubicBezTo>
                  <a:cubicBezTo>
                    <a:pt x="11" y="0"/>
                    <a:pt x="9" y="0"/>
                    <a:pt x="8" y="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2" name="Freeform 6990">
              <a:extLst>
                <a:ext uri="{FF2B5EF4-FFF2-40B4-BE49-F238E27FC236}">
                  <a16:creationId xmlns:a16="http://schemas.microsoft.com/office/drawing/2014/main" id="{620FBC41-8EEC-4C09-B177-3BD20F0F4E97}"/>
                </a:ext>
              </a:extLst>
            </p:cNvPr>
            <p:cNvSpPr>
              <a:spLocks/>
            </p:cNvSpPr>
            <p:nvPr/>
          </p:nvSpPr>
          <p:spPr bwMode="auto">
            <a:xfrm>
              <a:off x="2233613" y="5734050"/>
              <a:ext cx="57150" cy="133350"/>
            </a:xfrm>
            <a:custGeom>
              <a:avLst/>
              <a:gdLst>
                <a:gd name="T0" fmla="*/ 6 w 6"/>
                <a:gd name="T1" fmla="*/ 12 h 14"/>
                <a:gd name="T2" fmla="*/ 4 w 6"/>
                <a:gd name="T3" fmla="*/ 2 h 14"/>
                <a:gd name="T4" fmla="*/ 1 w 6"/>
                <a:gd name="T5" fmla="*/ 3 h 14"/>
                <a:gd name="T6" fmla="*/ 2 w 6"/>
                <a:gd name="T7" fmla="*/ 13 h 14"/>
                <a:gd name="T8" fmla="*/ 6 w 6"/>
                <a:gd name="T9" fmla="*/ 12 h 14"/>
              </a:gdLst>
              <a:ahLst/>
              <a:cxnLst>
                <a:cxn ang="0">
                  <a:pos x="T0" y="T1"/>
                </a:cxn>
                <a:cxn ang="0">
                  <a:pos x="T2" y="T3"/>
                </a:cxn>
                <a:cxn ang="0">
                  <a:pos x="T4" y="T5"/>
                </a:cxn>
                <a:cxn ang="0">
                  <a:pos x="T6" y="T7"/>
                </a:cxn>
                <a:cxn ang="0">
                  <a:pos x="T8" y="T9"/>
                </a:cxn>
              </a:cxnLst>
              <a:rect l="0" t="0" r="r" b="b"/>
              <a:pathLst>
                <a:path w="6" h="14">
                  <a:moveTo>
                    <a:pt x="6" y="12"/>
                  </a:moveTo>
                  <a:cubicBezTo>
                    <a:pt x="6" y="9"/>
                    <a:pt x="5" y="5"/>
                    <a:pt x="4" y="2"/>
                  </a:cubicBezTo>
                  <a:cubicBezTo>
                    <a:pt x="4" y="0"/>
                    <a:pt x="0" y="1"/>
                    <a:pt x="1" y="3"/>
                  </a:cubicBezTo>
                  <a:cubicBezTo>
                    <a:pt x="1" y="6"/>
                    <a:pt x="2" y="9"/>
                    <a:pt x="2" y="13"/>
                  </a:cubicBezTo>
                  <a:cubicBezTo>
                    <a:pt x="3" y="14"/>
                    <a:pt x="5" y="14"/>
                    <a:pt x="6" y="1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3" name="Freeform 6991">
              <a:extLst>
                <a:ext uri="{FF2B5EF4-FFF2-40B4-BE49-F238E27FC236}">
                  <a16:creationId xmlns:a16="http://schemas.microsoft.com/office/drawing/2014/main" id="{1C5763C9-F0F6-4394-B625-B79CAE774EA6}"/>
                </a:ext>
              </a:extLst>
            </p:cNvPr>
            <p:cNvSpPr>
              <a:spLocks/>
            </p:cNvSpPr>
            <p:nvPr/>
          </p:nvSpPr>
          <p:spPr bwMode="auto">
            <a:xfrm>
              <a:off x="2452688" y="5781675"/>
              <a:ext cx="95250" cy="133350"/>
            </a:xfrm>
            <a:custGeom>
              <a:avLst/>
              <a:gdLst>
                <a:gd name="T0" fmla="*/ 3 w 10"/>
                <a:gd name="T1" fmla="*/ 13 h 14"/>
                <a:gd name="T2" fmla="*/ 6 w 10"/>
                <a:gd name="T3" fmla="*/ 8 h 14"/>
                <a:gd name="T4" fmla="*/ 9 w 10"/>
                <a:gd name="T5" fmla="*/ 3 h 14"/>
                <a:gd name="T6" fmla="*/ 6 w 10"/>
                <a:gd name="T7" fmla="*/ 1 h 14"/>
                <a:gd name="T8" fmla="*/ 4 w 10"/>
                <a:gd name="T9" fmla="*/ 6 h 14"/>
                <a:gd name="T10" fmla="*/ 1 w 10"/>
                <a:gd name="T11" fmla="*/ 11 h 14"/>
                <a:gd name="T12" fmla="*/ 3 w 1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10" h="14">
                  <a:moveTo>
                    <a:pt x="3" y="13"/>
                  </a:moveTo>
                  <a:cubicBezTo>
                    <a:pt x="5" y="12"/>
                    <a:pt x="6" y="10"/>
                    <a:pt x="6" y="8"/>
                  </a:cubicBezTo>
                  <a:cubicBezTo>
                    <a:pt x="7" y="7"/>
                    <a:pt x="8" y="5"/>
                    <a:pt x="9" y="3"/>
                  </a:cubicBezTo>
                  <a:cubicBezTo>
                    <a:pt x="10" y="2"/>
                    <a:pt x="8" y="0"/>
                    <a:pt x="6" y="1"/>
                  </a:cubicBezTo>
                  <a:cubicBezTo>
                    <a:pt x="5" y="3"/>
                    <a:pt x="4" y="5"/>
                    <a:pt x="4" y="6"/>
                  </a:cubicBezTo>
                  <a:cubicBezTo>
                    <a:pt x="3" y="8"/>
                    <a:pt x="2" y="10"/>
                    <a:pt x="1" y="11"/>
                  </a:cubicBezTo>
                  <a:cubicBezTo>
                    <a:pt x="0" y="13"/>
                    <a:pt x="2" y="14"/>
                    <a:pt x="3" y="1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4" name="Freeform 6992">
              <a:extLst>
                <a:ext uri="{FF2B5EF4-FFF2-40B4-BE49-F238E27FC236}">
                  <a16:creationId xmlns:a16="http://schemas.microsoft.com/office/drawing/2014/main" id="{FAB2ABDD-7AF5-4750-8AEF-816D94C70F2B}"/>
                </a:ext>
              </a:extLst>
            </p:cNvPr>
            <p:cNvSpPr>
              <a:spLocks/>
            </p:cNvSpPr>
            <p:nvPr/>
          </p:nvSpPr>
          <p:spPr bwMode="auto">
            <a:xfrm>
              <a:off x="2614613" y="5943600"/>
              <a:ext cx="133350" cy="114300"/>
            </a:xfrm>
            <a:custGeom>
              <a:avLst/>
              <a:gdLst>
                <a:gd name="T0" fmla="*/ 4 w 14"/>
                <a:gd name="T1" fmla="*/ 10 h 12"/>
                <a:gd name="T2" fmla="*/ 12 w 14"/>
                <a:gd name="T3" fmla="*/ 4 h 12"/>
                <a:gd name="T4" fmla="*/ 11 w 14"/>
                <a:gd name="T5" fmla="*/ 1 h 12"/>
                <a:gd name="T6" fmla="*/ 2 w 14"/>
                <a:gd name="T7" fmla="*/ 7 h 12"/>
                <a:gd name="T8" fmla="*/ 4 w 14"/>
                <a:gd name="T9" fmla="*/ 10 h 12"/>
              </a:gdLst>
              <a:ahLst/>
              <a:cxnLst>
                <a:cxn ang="0">
                  <a:pos x="T0" y="T1"/>
                </a:cxn>
                <a:cxn ang="0">
                  <a:pos x="T2" y="T3"/>
                </a:cxn>
                <a:cxn ang="0">
                  <a:pos x="T4" y="T5"/>
                </a:cxn>
                <a:cxn ang="0">
                  <a:pos x="T6" y="T7"/>
                </a:cxn>
                <a:cxn ang="0">
                  <a:pos x="T8" y="T9"/>
                </a:cxn>
              </a:cxnLst>
              <a:rect l="0" t="0" r="r" b="b"/>
              <a:pathLst>
                <a:path w="14" h="12">
                  <a:moveTo>
                    <a:pt x="4" y="10"/>
                  </a:moveTo>
                  <a:cubicBezTo>
                    <a:pt x="7" y="8"/>
                    <a:pt x="9" y="5"/>
                    <a:pt x="12" y="4"/>
                  </a:cubicBezTo>
                  <a:cubicBezTo>
                    <a:pt x="14" y="3"/>
                    <a:pt x="13" y="0"/>
                    <a:pt x="11" y="1"/>
                  </a:cubicBezTo>
                  <a:cubicBezTo>
                    <a:pt x="7" y="2"/>
                    <a:pt x="5" y="5"/>
                    <a:pt x="2" y="7"/>
                  </a:cubicBezTo>
                  <a:cubicBezTo>
                    <a:pt x="0" y="9"/>
                    <a:pt x="3" y="12"/>
                    <a:pt x="4" y="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5" name="Freeform 6993">
              <a:extLst>
                <a:ext uri="{FF2B5EF4-FFF2-40B4-BE49-F238E27FC236}">
                  <a16:creationId xmlns:a16="http://schemas.microsoft.com/office/drawing/2014/main" id="{38C64C35-4DA4-413D-98F1-3718120187DF}"/>
                </a:ext>
              </a:extLst>
            </p:cNvPr>
            <p:cNvSpPr>
              <a:spLocks/>
            </p:cNvSpPr>
            <p:nvPr/>
          </p:nvSpPr>
          <p:spPr bwMode="auto">
            <a:xfrm>
              <a:off x="2681288" y="6238875"/>
              <a:ext cx="133350" cy="57150"/>
            </a:xfrm>
            <a:custGeom>
              <a:avLst/>
              <a:gdLst>
                <a:gd name="T0" fmla="*/ 2 w 14"/>
                <a:gd name="T1" fmla="*/ 4 h 6"/>
                <a:gd name="T2" fmla="*/ 11 w 14"/>
                <a:gd name="T3" fmla="*/ 6 h 6"/>
                <a:gd name="T4" fmla="*/ 12 w 14"/>
                <a:gd name="T5" fmla="*/ 3 h 6"/>
                <a:gd name="T6" fmla="*/ 4 w 14"/>
                <a:gd name="T7" fmla="*/ 0 h 6"/>
                <a:gd name="T8" fmla="*/ 2 w 14"/>
                <a:gd name="T9" fmla="*/ 4 h 6"/>
              </a:gdLst>
              <a:ahLst/>
              <a:cxnLst>
                <a:cxn ang="0">
                  <a:pos x="T0" y="T1"/>
                </a:cxn>
                <a:cxn ang="0">
                  <a:pos x="T2" y="T3"/>
                </a:cxn>
                <a:cxn ang="0">
                  <a:pos x="T4" y="T5"/>
                </a:cxn>
                <a:cxn ang="0">
                  <a:pos x="T6" y="T7"/>
                </a:cxn>
                <a:cxn ang="0">
                  <a:pos x="T8" y="T9"/>
                </a:cxn>
              </a:cxnLst>
              <a:rect l="0" t="0" r="r" b="b"/>
              <a:pathLst>
                <a:path w="14" h="6">
                  <a:moveTo>
                    <a:pt x="2" y="4"/>
                  </a:moveTo>
                  <a:cubicBezTo>
                    <a:pt x="5" y="4"/>
                    <a:pt x="8" y="6"/>
                    <a:pt x="11" y="6"/>
                  </a:cubicBezTo>
                  <a:cubicBezTo>
                    <a:pt x="13" y="6"/>
                    <a:pt x="14" y="3"/>
                    <a:pt x="12" y="3"/>
                  </a:cubicBezTo>
                  <a:cubicBezTo>
                    <a:pt x="9" y="2"/>
                    <a:pt x="6" y="1"/>
                    <a:pt x="4" y="0"/>
                  </a:cubicBezTo>
                  <a:cubicBezTo>
                    <a:pt x="1" y="0"/>
                    <a:pt x="0" y="3"/>
                    <a:pt x="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6" name="Freeform 6994">
              <a:extLst>
                <a:ext uri="{FF2B5EF4-FFF2-40B4-BE49-F238E27FC236}">
                  <a16:creationId xmlns:a16="http://schemas.microsoft.com/office/drawing/2014/main" id="{FA6C0D1F-2205-447D-9C9E-4FA4639FA696}"/>
                </a:ext>
              </a:extLst>
            </p:cNvPr>
            <p:cNvSpPr>
              <a:spLocks/>
            </p:cNvSpPr>
            <p:nvPr/>
          </p:nvSpPr>
          <p:spPr bwMode="auto">
            <a:xfrm>
              <a:off x="2595563" y="6457950"/>
              <a:ext cx="104775" cy="85725"/>
            </a:xfrm>
            <a:custGeom>
              <a:avLst/>
              <a:gdLst>
                <a:gd name="T0" fmla="*/ 1 w 11"/>
                <a:gd name="T1" fmla="*/ 3 h 9"/>
                <a:gd name="T2" fmla="*/ 4 w 11"/>
                <a:gd name="T3" fmla="*/ 6 h 9"/>
                <a:gd name="T4" fmla="*/ 7 w 11"/>
                <a:gd name="T5" fmla="*/ 8 h 9"/>
                <a:gd name="T6" fmla="*/ 9 w 11"/>
                <a:gd name="T7" fmla="*/ 5 h 9"/>
                <a:gd name="T8" fmla="*/ 6 w 11"/>
                <a:gd name="T9" fmla="*/ 3 h 9"/>
                <a:gd name="T10" fmla="*/ 3 w 11"/>
                <a:gd name="T11" fmla="*/ 0 h 9"/>
                <a:gd name="T12" fmla="*/ 1 w 11"/>
                <a:gd name="T13" fmla="*/ 1 h 9"/>
                <a:gd name="T14" fmla="*/ 1 w 11"/>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9">
                  <a:moveTo>
                    <a:pt x="1" y="3"/>
                  </a:moveTo>
                  <a:cubicBezTo>
                    <a:pt x="2" y="4"/>
                    <a:pt x="3" y="5"/>
                    <a:pt x="4" y="6"/>
                  </a:cubicBezTo>
                  <a:cubicBezTo>
                    <a:pt x="5" y="7"/>
                    <a:pt x="6" y="7"/>
                    <a:pt x="7" y="8"/>
                  </a:cubicBezTo>
                  <a:cubicBezTo>
                    <a:pt x="9" y="9"/>
                    <a:pt x="11" y="6"/>
                    <a:pt x="9" y="5"/>
                  </a:cubicBezTo>
                  <a:cubicBezTo>
                    <a:pt x="8" y="4"/>
                    <a:pt x="7" y="3"/>
                    <a:pt x="6" y="3"/>
                  </a:cubicBezTo>
                  <a:cubicBezTo>
                    <a:pt x="5" y="2"/>
                    <a:pt x="4" y="1"/>
                    <a:pt x="3" y="0"/>
                  </a:cubicBezTo>
                  <a:cubicBezTo>
                    <a:pt x="2" y="0"/>
                    <a:pt x="1" y="0"/>
                    <a:pt x="1" y="1"/>
                  </a:cubicBezTo>
                  <a:cubicBezTo>
                    <a:pt x="0" y="2"/>
                    <a:pt x="0" y="3"/>
                    <a:pt x="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7" name="Freeform 6995">
              <a:extLst>
                <a:ext uri="{FF2B5EF4-FFF2-40B4-BE49-F238E27FC236}">
                  <a16:creationId xmlns:a16="http://schemas.microsoft.com/office/drawing/2014/main" id="{3448325B-7E44-46D5-897D-E82BB5ABC4D0}"/>
                </a:ext>
              </a:extLst>
            </p:cNvPr>
            <p:cNvSpPr>
              <a:spLocks/>
            </p:cNvSpPr>
            <p:nvPr/>
          </p:nvSpPr>
          <p:spPr bwMode="auto">
            <a:xfrm>
              <a:off x="1938338" y="5848350"/>
              <a:ext cx="104775" cy="123825"/>
            </a:xfrm>
            <a:custGeom>
              <a:avLst/>
              <a:gdLst>
                <a:gd name="T0" fmla="*/ 10 w 11"/>
                <a:gd name="T1" fmla="*/ 9 h 13"/>
                <a:gd name="T2" fmla="*/ 4 w 11"/>
                <a:gd name="T3" fmla="*/ 2 h 13"/>
                <a:gd name="T4" fmla="*/ 1 w 11"/>
                <a:gd name="T5" fmla="*/ 4 h 13"/>
                <a:gd name="T6" fmla="*/ 8 w 11"/>
                <a:gd name="T7" fmla="*/ 12 h 13"/>
                <a:gd name="T8" fmla="*/ 10 w 11"/>
                <a:gd name="T9" fmla="*/ 9 h 13"/>
              </a:gdLst>
              <a:ahLst/>
              <a:cxnLst>
                <a:cxn ang="0">
                  <a:pos x="T0" y="T1"/>
                </a:cxn>
                <a:cxn ang="0">
                  <a:pos x="T2" y="T3"/>
                </a:cxn>
                <a:cxn ang="0">
                  <a:pos x="T4" y="T5"/>
                </a:cxn>
                <a:cxn ang="0">
                  <a:pos x="T6" y="T7"/>
                </a:cxn>
                <a:cxn ang="0">
                  <a:pos x="T8" y="T9"/>
                </a:cxn>
              </a:cxnLst>
              <a:rect l="0" t="0" r="r" b="b"/>
              <a:pathLst>
                <a:path w="11" h="13">
                  <a:moveTo>
                    <a:pt x="10" y="9"/>
                  </a:moveTo>
                  <a:cubicBezTo>
                    <a:pt x="8" y="7"/>
                    <a:pt x="6" y="5"/>
                    <a:pt x="4" y="2"/>
                  </a:cubicBezTo>
                  <a:cubicBezTo>
                    <a:pt x="3" y="0"/>
                    <a:pt x="0" y="2"/>
                    <a:pt x="1" y="4"/>
                  </a:cubicBezTo>
                  <a:cubicBezTo>
                    <a:pt x="3" y="7"/>
                    <a:pt x="5" y="10"/>
                    <a:pt x="8" y="12"/>
                  </a:cubicBezTo>
                  <a:cubicBezTo>
                    <a:pt x="9" y="13"/>
                    <a:pt x="11" y="11"/>
                    <a:pt x="10" y="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8" name="Freeform 6996">
              <a:extLst>
                <a:ext uri="{FF2B5EF4-FFF2-40B4-BE49-F238E27FC236}">
                  <a16:creationId xmlns:a16="http://schemas.microsoft.com/office/drawing/2014/main" id="{0963E680-8732-41C8-8168-FCC3686C862B}"/>
                </a:ext>
              </a:extLst>
            </p:cNvPr>
            <p:cNvSpPr>
              <a:spLocks/>
            </p:cNvSpPr>
            <p:nvPr/>
          </p:nvSpPr>
          <p:spPr bwMode="auto">
            <a:xfrm>
              <a:off x="1804988" y="6105525"/>
              <a:ext cx="133350" cy="66675"/>
            </a:xfrm>
            <a:custGeom>
              <a:avLst/>
              <a:gdLst>
                <a:gd name="T0" fmla="*/ 11 w 14"/>
                <a:gd name="T1" fmla="*/ 3 h 7"/>
                <a:gd name="T2" fmla="*/ 4 w 14"/>
                <a:gd name="T3" fmla="*/ 1 h 7"/>
                <a:gd name="T4" fmla="*/ 2 w 14"/>
                <a:gd name="T5" fmla="*/ 4 h 7"/>
                <a:gd name="T6" fmla="*/ 11 w 14"/>
                <a:gd name="T7" fmla="*/ 7 h 7"/>
                <a:gd name="T8" fmla="*/ 11 w 14"/>
                <a:gd name="T9" fmla="*/ 3 h 7"/>
              </a:gdLst>
              <a:ahLst/>
              <a:cxnLst>
                <a:cxn ang="0">
                  <a:pos x="T0" y="T1"/>
                </a:cxn>
                <a:cxn ang="0">
                  <a:pos x="T2" y="T3"/>
                </a:cxn>
                <a:cxn ang="0">
                  <a:pos x="T4" y="T5"/>
                </a:cxn>
                <a:cxn ang="0">
                  <a:pos x="T6" y="T7"/>
                </a:cxn>
                <a:cxn ang="0">
                  <a:pos x="T8" y="T9"/>
                </a:cxn>
              </a:cxnLst>
              <a:rect l="0" t="0" r="r" b="b"/>
              <a:pathLst>
                <a:path w="14" h="7">
                  <a:moveTo>
                    <a:pt x="11" y="3"/>
                  </a:moveTo>
                  <a:cubicBezTo>
                    <a:pt x="8" y="3"/>
                    <a:pt x="6" y="2"/>
                    <a:pt x="4" y="1"/>
                  </a:cubicBezTo>
                  <a:cubicBezTo>
                    <a:pt x="1" y="0"/>
                    <a:pt x="0" y="4"/>
                    <a:pt x="2" y="4"/>
                  </a:cubicBezTo>
                  <a:cubicBezTo>
                    <a:pt x="5" y="6"/>
                    <a:pt x="8" y="7"/>
                    <a:pt x="11" y="7"/>
                  </a:cubicBezTo>
                  <a:cubicBezTo>
                    <a:pt x="13" y="7"/>
                    <a:pt x="14" y="3"/>
                    <a:pt x="1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49" name="Freeform 6997">
              <a:extLst>
                <a:ext uri="{FF2B5EF4-FFF2-40B4-BE49-F238E27FC236}">
                  <a16:creationId xmlns:a16="http://schemas.microsoft.com/office/drawing/2014/main" id="{1386A33A-5642-48F7-BE38-E04BEBF225F4}"/>
                </a:ext>
              </a:extLst>
            </p:cNvPr>
            <p:cNvSpPr>
              <a:spLocks/>
            </p:cNvSpPr>
            <p:nvPr/>
          </p:nvSpPr>
          <p:spPr bwMode="auto">
            <a:xfrm>
              <a:off x="1833563" y="6362700"/>
              <a:ext cx="123825" cy="66675"/>
            </a:xfrm>
            <a:custGeom>
              <a:avLst/>
              <a:gdLst>
                <a:gd name="T0" fmla="*/ 11 w 13"/>
                <a:gd name="T1" fmla="*/ 0 h 7"/>
                <a:gd name="T2" fmla="*/ 3 w 13"/>
                <a:gd name="T3" fmla="*/ 3 h 7"/>
                <a:gd name="T4" fmla="*/ 3 w 13"/>
                <a:gd name="T5" fmla="*/ 6 h 7"/>
                <a:gd name="T6" fmla="*/ 12 w 13"/>
                <a:gd name="T7" fmla="*/ 3 h 7"/>
                <a:gd name="T8" fmla="*/ 11 w 13"/>
                <a:gd name="T9" fmla="*/ 0 h 7"/>
              </a:gdLst>
              <a:ahLst/>
              <a:cxnLst>
                <a:cxn ang="0">
                  <a:pos x="T0" y="T1"/>
                </a:cxn>
                <a:cxn ang="0">
                  <a:pos x="T2" y="T3"/>
                </a:cxn>
                <a:cxn ang="0">
                  <a:pos x="T4" y="T5"/>
                </a:cxn>
                <a:cxn ang="0">
                  <a:pos x="T6" y="T7"/>
                </a:cxn>
                <a:cxn ang="0">
                  <a:pos x="T8" y="T9"/>
                </a:cxn>
              </a:cxnLst>
              <a:rect l="0" t="0" r="r" b="b"/>
              <a:pathLst>
                <a:path w="13" h="7">
                  <a:moveTo>
                    <a:pt x="11" y="0"/>
                  </a:moveTo>
                  <a:cubicBezTo>
                    <a:pt x="8" y="0"/>
                    <a:pt x="5" y="2"/>
                    <a:pt x="3" y="3"/>
                  </a:cubicBezTo>
                  <a:cubicBezTo>
                    <a:pt x="0" y="3"/>
                    <a:pt x="1" y="7"/>
                    <a:pt x="3" y="6"/>
                  </a:cubicBezTo>
                  <a:cubicBezTo>
                    <a:pt x="6" y="5"/>
                    <a:pt x="9" y="4"/>
                    <a:pt x="12" y="3"/>
                  </a:cubicBezTo>
                  <a:cubicBezTo>
                    <a:pt x="13" y="2"/>
                    <a:pt x="12" y="0"/>
                    <a:pt x="1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0" name="Freeform 6998">
              <a:extLst>
                <a:ext uri="{FF2B5EF4-FFF2-40B4-BE49-F238E27FC236}">
                  <a16:creationId xmlns:a16="http://schemas.microsoft.com/office/drawing/2014/main" id="{AED50AD3-29CE-4D51-BCAD-9510D735219C}"/>
                </a:ext>
              </a:extLst>
            </p:cNvPr>
            <p:cNvSpPr>
              <a:spLocks/>
            </p:cNvSpPr>
            <p:nvPr/>
          </p:nvSpPr>
          <p:spPr bwMode="auto">
            <a:xfrm>
              <a:off x="1995488" y="6534150"/>
              <a:ext cx="76200" cy="95250"/>
            </a:xfrm>
            <a:custGeom>
              <a:avLst/>
              <a:gdLst>
                <a:gd name="T0" fmla="*/ 5 w 8"/>
                <a:gd name="T1" fmla="*/ 1 h 10"/>
                <a:gd name="T2" fmla="*/ 1 w 8"/>
                <a:gd name="T3" fmla="*/ 6 h 10"/>
                <a:gd name="T4" fmla="*/ 4 w 8"/>
                <a:gd name="T5" fmla="*/ 8 h 10"/>
                <a:gd name="T6" fmla="*/ 7 w 8"/>
                <a:gd name="T7" fmla="*/ 3 h 10"/>
                <a:gd name="T8" fmla="*/ 5 w 8"/>
                <a:gd name="T9" fmla="*/ 1 h 10"/>
              </a:gdLst>
              <a:ahLst/>
              <a:cxnLst>
                <a:cxn ang="0">
                  <a:pos x="T0" y="T1"/>
                </a:cxn>
                <a:cxn ang="0">
                  <a:pos x="T2" y="T3"/>
                </a:cxn>
                <a:cxn ang="0">
                  <a:pos x="T4" y="T5"/>
                </a:cxn>
                <a:cxn ang="0">
                  <a:pos x="T6" y="T7"/>
                </a:cxn>
                <a:cxn ang="0">
                  <a:pos x="T8" y="T9"/>
                </a:cxn>
              </a:cxnLst>
              <a:rect l="0" t="0" r="r" b="b"/>
              <a:pathLst>
                <a:path w="8" h="10">
                  <a:moveTo>
                    <a:pt x="5" y="1"/>
                  </a:moveTo>
                  <a:cubicBezTo>
                    <a:pt x="3" y="3"/>
                    <a:pt x="2" y="4"/>
                    <a:pt x="1" y="6"/>
                  </a:cubicBezTo>
                  <a:cubicBezTo>
                    <a:pt x="0" y="8"/>
                    <a:pt x="3" y="10"/>
                    <a:pt x="4" y="8"/>
                  </a:cubicBezTo>
                  <a:cubicBezTo>
                    <a:pt x="5" y="6"/>
                    <a:pt x="6" y="5"/>
                    <a:pt x="7" y="3"/>
                  </a:cubicBezTo>
                  <a:cubicBezTo>
                    <a:pt x="8" y="1"/>
                    <a:pt x="6" y="0"/>
                    <a:pt x="5" y="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grpSp>
      <p:grpSp>
        <p:nvGrpSpPr>
          <p:cNvPr id="51" name="Group 50">
            <a:extLst>
              <a:ext uri="{FF2B5EF4-FFF2-40B4-BE49-F238E27FC236}">
                <a16:creationId xmlns:a16="http://schemas.microsoft.com/office/drawing/2014/main" id="{F6779CA0-0BFA-448F-89FD-7A46BAF75DA1}"/>
              </a:ext>
            </a:extLst>
          </p:cNvPr>
          <p:cNvGrpSpPr>
            <a:grpSpLocks noChangeAspect="1"/>
          </p:cNvGrpSpPr>
          <p:nvPr/>
        </p:nvGrpSpPr>
        <p:grpSpPr>
          <a:xfrm>
            <a:off x="3587447" y="3325180"/>
            <a:ext cx="504825" cy="566738"/>
            <a:chOff x="1804988" y="5734050"/>
            <a:chExt cx="1009650" cy="1133475"/>
          </a:xfrm>
          <a:solidFill>
            <a:srgbClr val="0097A9"/>
          </a:solidFill>
        </p:grpSpPr>
        <p:sp>
          <p:nvSpPr>
            <p:cNvPr id="52" name="Freeform 6983">
              <a:extLst>
                <a:ext uri="{FF2B5EF4-FFF2-40B4-BE49-F238E27FC236}">
                  <a16:creationId xmlns:a16="http://schemas.microsoft.com/office/drawing/2014/main" id="{2671D235-8EE6-4262-8832-E15377429B70}"/>
                </a:ext>
              </a:extLst>
            </p:cNvPr>
            <p:cNvSpPr>
              <a:spLocks/>
            </p:cNvSpPr>
            <p:nvPr/>
          </p:nvSpPr>
          <p:spPr bwMode="auto">
            <a:xfrm>
              <a:off x="1995488" y="5915025"/>
              <a:ext cx="676275" cy="733425"/>
            </a:xfrm>
            <a:custGeom>
              <a:avLst/>
              <a:gdLst>
                <a:gd name="T0" fmla="*/ 38 w 71"/>
                <a:gd name="T1" fmla="*/ 72 h 77"/>
                <a:gd name="T2" fmla="*/ 25 w 71"/>
                <a:gd name="T3" fmla="*/ 65 h 77"/>
                <a:gd name="T4" fmla="*/ 22 w 71"/>
                <a:gd name="T5" fmla="*/ 61 h 77"/>
                <a:gd name="T6" fmla="*/ 7 w 71"/>
                <a:gd name="T7" fmla="*/ 41 h 77"/>
                <a:gd name="T8" fmla="*/ 40 w 71"/>
                <a:gd name="T9" fmla="*/ 7 h 77"/>
                <a:gd name="T10" fmla="*/ 56 w 71"/>
                <a:gd name="T11" fmla="*/ 51 h 77"/>
                <a:gd name="T12" fmla="*/ 49 w 71"/>
                <a:gd name="T13" fmla="*/ 59 h 77"/>
                <a:gd name="T14" fmla="*/ 37 w 71"/>
                <a:gd name="T15" fmla="*/ 71 h 77"/>
                <a:gd name="T16" fmla="*/ 38 w 71"/>
                <a:gd name="T17" fmla="*/ 75 h 77"/>
                <a:gd name="T18" fmla="*/ 51 w 71"/>
                <a:gd name="T19" fmla="*/ 66 h 77"/>
                <a:gd name="T20" fmla="*/ 57 w 71"/>
                <a:gd name="T21" fmla="*/ 56 h 77"/>
                <a:gd name="T22" fmla="*/ 63 w 71"/>
                <a:gd name="T23" fmla="*/ 45 h 77"/>
                <a:gd name="T24" fmla="*/ 38 w 71"/>
                <a:gd name="T25" fmla="*/ 2 h 77"/>
                <a:gd name="T26" fmla="*/ 2 w 71"/>
                <a:gd name="T27" fmla="*/ 38 h 77"/>
                <a:gd name="T28" fmla="*/ 18 w 71"/>
                <a:gd name="T29" fmla="*/ 63 h 77"/>
                <a:gd name="T30" fmla="*/ 27 w 71"/>
                <a:gd name="T31" fmla="*/ 74 h 77"/>
                <a:gd name="T32" fmla="*/ 38 w 71"/>
                <a:gd name="T33" fmla="*/ 75 h 77"/>
                <a:gd name="T34" fmla="*/ 38 w 71"/>
                <a:gd name="T35" fmla="*/ 7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 h="77">
                  <a:moveTo>
                    <a:pt x="38" y="72"/>
                  </a:moveTo>
                  <a:cubicBezTo>
                    <a:pt x="32" y="72"/>
                    <a:pt x="27" y="71"/>
                    <a:pt x="25" y="65"/>
                  </a:cubicBezTo>
                  <a:cubicBezTo>
                    <a:pt x="24" y="63"/>
                    <a:pt x="23" y="62"/>
                    <a:pt x="22" y="61"/>
                  </a:cubicBezTo>
                  <a:cubicBezTo>
                    <a:pt x="15" y="55"/>
                    <a:pt x="9" y="50"/>
                    <a:pt x="7" y="41"/>
                  </a:cubicBezTo>
                  <a:cubicBezTo>
                    <a:pt x="0" y="19"/>
                    <a:pt x="19" y="4"/>
                    <a:pt x="40" y="7"/>
                  </a:cubicBezTo>
                  <a:cubicBezTo>
                    <a:pt x="61" y="9"/>
                    <a:pt x="66" y="37"/>
                    <a:pt x="56" y="51"/>
                  </a:cubicBezTo>
                  <a:cubicBezTo>
                    <a:pt x="54" y="54"/>
                    <a:pt x="51" y="56"/>
                    <a:pt x="49" y="59"/>
                  </a:cubicBezTo>
                  <a:cubicBezTo>
                    <a:pt x="45" y="67"/>
                    <a:pt x="47" y="70"/>
                    <a:pt x="37" y="71"/>
                  </a:cubicBezTo>
                  <a:cubicBezTo>
                    <a:pt x="35" y="72"/>
                    <a:pt x="35" y="75"/>
                    <a:pt x="38" y="75"/>
                  </a:cubicBezTo>
                  <a:cubicBezTo>
                    <a:pt x="46" y="74"/>
                    <a:pt x="48" y="74"/>
                    <a:pt x="51" y="66"/>
                  </a:cubicBezTo>
                  <a:cubicBezTo>
                    <a:pt x="53" y="62"/>
                    <a:pt x="54" y="60"/>
                    <a:pt x="57" y="56"/>
                  </a:cubicBezTo>
                  <a:cubicBezTo>
                    <a:pt x="60" y="53"/>
                    <a:pt x="62" y="49"/>
                    <a:pt x="63" y="45"/>
                  </a:cubicBezTo>
                  <a:cubicBezTo>
                    <a:pt x="71" y="26"/>
                    <a:pt x="58" y="5"/>
                    <a:pt x="38" y="2"/>
                  </a:cubicBezTo>
                  <a:cubicBezTo>
                    <a:pt x="15" y="0"/>
                    <a:pt x="0" y="17"/>
                    <a:pt x="2" y="38"/>
                  </a:cubicBezTo>
                  <a:cubicBezTo>
                    <a:pt x="3" y="49"/>
                    <a:pt x="10" y="56"/>
                    <a:pt x="18" y="63"/>
                  </a:cubicBezTo>
                  <a:cubicBezTo>
                    <a:pt x="22" y="66"/>
                    <a:pt x="22" y="71"/>
                    <a:pt x="27" y="74"/>
                  </a:cubicBezTo>
                  <a:cubicBezTo>
                    <a:pt x="30" y="77"/>
                    <a:pt x="35" y="76"/>
                    <a:pt x="38" y="75"/>
                  </a:cubicBezTo>
                  <a:cubicBezTo>
                    <a:pt x="39" y="74"/>
                    <a:pt x="39" y="72"/>
                    <a:pt x="38" y="7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3" name="Freeform 6984">
              <a:extLst>
                <a:ext uri="{FF2B5EF4-FFF2-40B4-BE49-F238E27FC236}">
                  <a16:creationId xmlns:a16="http://schemas.microsoft.com/office/drawing/2014/main" id="{BAA6FF5E-DB66-4506-B790-0E0BD0906F6C}"/>
                </a:ext>
              </a:extLst>
            </p:cNvPr>
            <p:cNvSpPr>
              <a:spLocks/>
            </p:cNvSpPr>
            <p:nvPr/>
          </p:nvSpPr>
          <p:spPr bwMode="auto">
            <a:xfrm>
              <a:off x="2157413" y="6172200"/>
              <a:ext cx="304800" cy="133350"/>
            </a:xfrm>
            <a:custGeom>
              <a:avLst/>
              <a:gdLst>
                <a:gd name="T0" fmla="*/ 1 w 32"/>
                <a:gd name="T1" fmla="*/ 9 h 14"/>
                <a:gd name="T2" fmla="*/ 9 w 32"/>
                <a:gd name="T3" fmla="*/ 14 h 14"/>
                <a:gd name="T4" fmla="*/ 13 w 32"/>
                <a:gd name="T5" fmla="*/ 4 h 14"/>
                <a:gd name="T6" fmla="*/ 10 w 32"/>
                <a:gd name="T7" fmla="*/ 4 h 14"/>
                <a:gd name="T8" fmla="*/ 16 w 32"/>
                <a:gd name="T9" fmla="*/ 11 h 14"/>
                <a:gd name="T10" fmla="*/ 22 w 32"/>
                <a:gd name="T11" fmla="*/ 2 h 14"/>
                <a:gd name="T12" fmla="*/ 19 w 32"/>
                <a:gd name="T13" fmla="*/ 3 h 14"/>
                <a:gd name="T14" fmla="*/ 22 w 32"/>
                <a:gd name="T15" fmla="*/ 11 h 14"/>
                <a:gd name="T16" fmla="*/ 25 w 32"/>
                <a:gd name="T17" fmla="*/ 11 h 14"/>
                <a:gd name="T18" fmla="*/ 31 w 32"/>
                <a:gd name="T19" fmla="*/ 4 h 14"/>
                <a:gd name="T20" fmla="*/ 28 w 32"/>
                <a:gd name="T21" fmla="*/ 3 h 14"/>
                <a:gd name="T22" fmla="*/ 23 w 32"/>
                <a:gd name="T23" fmla="*/ 9 h 14"/>
                <a:gd name="T24" fmla="*/ 26 w 32"/>
                <a:gd name="T25" fmla="*/ 9 h 14"/>
                <a:gd name="T26" fmla="*/ 22 w 32"/>
                <a:gd name="T27" fmla="*/ 1 h 14"/>
                <a:gd name="T28" fmla="*/ 18 w 32"/>
                <a:gd name="T29" fmla="*/ 1 h 14"/>
                <a:gd name="T30" fmla="*/ 16 w 32"/>
                <a:gd name="T31" fmla="*/ 7 h 14"/>
                <a:gd name="T32" fmla="*/ 13 w 32"/>
                <a:gd name="T33" fmla="*/ 2 h 14"/>
                <a:gd name="T34" fmla="*/ 10 w 32"/>
                <a:gd name="T35" fmla="*/ 2 h 14"/>
                <a:gd name="T36" fmla="*/ 9 w 32"/>
                <a:gd name="T37" fmla="*/ 7 h 14"/>
                <a:gd name="T38" fmla="*/ 8 w 32"/>
                <a:gd name="T39" fmla="*/ 11 h 14"/>
                <a:gd name="T40" fmla="*/ 4 w 32"/>
                <a:gd name="T41" fmla="*/ 8 h 14"/>
                <a:gd name="T42" fmla="*/ 1 w 32"/>
                <a:gd name="T43"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 h="14">
                  <a:moveTo>
                    <a:pt x="1" y="9"/>
                  </a:moveTo>
                  <a:cubicBezTo>
                    <a:pt x="2" y="12"/>
                    <a:pt x="6" y="14"/>
                    <a:pt x="9" y="14"/>
                  </a:cubicBezTo>
                  <a:cubicBezTo>
                    <a:pt x="13" y="13"/>
                    <a:pt x="12" y="7"/>
                    <a:pt x="13" y="4"/>
                  </a:cubicBezTo>
                  <a:cubicBezTo>
                    <a:pt x="12" y="4"/>
                    <a:pt x="11" y="4"/>
                    <a:pt x="10" y="4"/>
                  </a:cubicBezTo>
                  <a:cubicBezTo>
                    <a:pt x="12" y="7"/>
                    <a:pt x="12" y="12"/>
                    <a:pt x="16" y="11"/>
                  </a:cubicBezTo>
                  <a:cubicBezTo>
                    <a:pt x="19" y="11"/>
                    <a:pt x="21" y="5"/>
                    <a:pt x="22" y="2"/>
                  </a:cubicBezTo>
                  <a:cubicBezTo>
                    <a:pt x="21" y="3"/>
                    <a:pt x="20" y="3"/>
                    <a:pt x="19" y="3"/>
                  </a:cubicBezTo>
                  <a:cubicBezTo>
                    <a:pt x="21" y="5"/>
                    <a:pt x="21" y="8"/>
                    <a:pt x="22" y="11"/>
                  </a:cubicBezTo>
                  <a:cubicBezTo>
                    <a:pt x="23" y="12"/>
                    <a:pt x="24" y="12"/>
                    <a:pt x="25" y="11"/>
                  </a:cubicBezTo>
                  <a:cubicBezTo>
                    <a:pt x="28" y="9"/>
                    <a:pt x="30" y="8"/>
                    <a:pt x="31" y="4"/>
                  </a:cubicBezTo>
                  <a:cubicBezTo>
                    <a:pt x="32" y="2"/>
                    <a:pt x="29" y="1"/>
                    <a:pt x="28" y="3"/>
                  </a:cubicBezTo>
                  <a:cubicBezTo>
                    <a:pt x="27" y="6"/>
                    <a:pt x="25" y="7"/>
                    <a:pt x="23" y="9"/>
                  </a:cubicBezTo>
                  <a:cubicBezTo>
                    <a:pt x="24" y="9"/>
                    <a:pt x="25" y="9"/>
                    <a:pt x="26" y="9"/>
                  </a:cubicBezTo>
                  <a:cubicBezTo>
                    <a:pt x="24" y="6"/>
                    <a:pt x="24" y="3"/>
                    <a:pt x="22" y="1"/>
                  </a:cubicBezTo>
                  <a:cubicBezTo>
                    <a:pt x="21" y="0"/>
                    <a:pt x="19" y="0"/>
                    <a:pt x="18" y="1"/>
                  </a:cubicBezTo>
                  <a:cubicBezTo>
                    <a:pt x="18" y="3"/>
                    <a:pt x="17" y="5"/>
                    <a:pt x="16" y="7"/>
                  </a:cubicBezTo>
                  <a:cubicBezTo>
                    <a:pt x="16" y="7"/>
                    <a:pt x="13" y="3"/>
                    <a:pt x="13" y="2"/>
                  </a:cubicBezTo>
                  <a:cubicBezTo>
                    <a:pt x="12" y="1"/>
                    <a:pt x="11" y="1"/>
                    <a:pt x="10" y="2"/>
                  </a:cubicBezTo>
                  <a:cubicBezTo>
                    <a:pt x="9" y="4"/>
                    <a:pt x="9" y="5"/>
                    <a:pt x="9" y="7"/>
                  </a:cubicBezTo>
                  <a:cubicBezTo>
                    <a:pt x="8" y="8"/>
                    <a:pt x="8" y="9"/>
                    <a:pt x="8" y="11"/>
                  </a:cubicBezTo>
                  <a:cubicBezTo>
                    <a:pt x="8" y="11"/>
                    <a:pt x="4" y="8"/>
                    <a:pt x="4" y="8"/>
                  </a:cubicBezTo>
                  <a:cubicBezTo>
                    <a:pt x="3" y="6"/>
                    <a:pt x="0" y="7"/>
                    <a:pt x="1" y="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4" name="Freeform 6985">
              <a:extLst>
                <a:ext uri="{FF2B5EF4-FFF2-40B4-BE49-F238E27FC236}">
                  <a16:creationId xmlns:a16="http://schemas.microsoft.com/office/drawing/2014/main" id="{674BAC32-2AA8-4676-A122-481711E836B7}"/>
                </a:ext>
              </a:extLst>
            </p:cNvPr>
            <p:cNvSpPr>
              <a:spLocks/>
            </p:cNvSpPr>
            <p:nvPr/>
          </p:nvSpPr>
          <p:spPr bwMode="auto">
            <a:xfrm>
              <a:off x="2195513" y="6505575"/>
              <a:ext cx="333375" cy="361950"/>
            </a:xfrm>
            <a:custGeom>
              <a:avLst/>
              <a:gdLst>
                <a:gd name="T0" fmla="*/ 2 w 35"/>
                <a:gd name="T1" fmla="*/ 5 h 38"/>
                <a:gd name="T2" fmla="*/ 2 w 35"/>
                <a:gd name="T3" fmla="*/ 25 h 38"/>
                <a:gd name="T4" fmla="*/ 14 w 35"/>
                <a:gd name="T5" fmla="*/ 37 h 38"/>
                <a:gd name="T6" fmla="*/ 31 w 35"/>
                <a:gd name="T7" fmla="*/ 30 h 38"/>
                <a:gd name="T8" fmla="*/ 31 w 35"/>
                <a:gd name="T9" fmla="*/ 2 h 38"/>
                <a:gd name="T10" fmla="*/ 28 w 35"/>
                <a:gd name="T11" fmla="*/ 2 h 38"/>
                <a:gd name="T12" fmla="*/ 29 w 35"/>
                <a:gd name="T13" fmla="*/ 23 h 38"/>
                <a:gd name="T14" fmla="*/ 14 w 35"/>
                <a:gd name="T15" fmla="*/ 33 h 38"/>
                <a:gd name="T16" fmla="*/ 5 w 35"/>
                <a:gd name="T17" fmla="*/ 20 h 38"/>
                <a:gd name="T18" fmla="*/ 4 w 35"/>
                <a:gd name="T19" fmla="*/ 5 h 38"/>
                <a:gd name="T20" fmla="*/ 2 w 35"/>
                <a:gd name="T21" fmla="*/ 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8">
                  <a:moveTo>
                    <a:pt x="2" y="5"/>
                  </a:moveTo>
                  <a:cubicBezTo>
                    <a:pt x="0" y="11"/>
                    <a:pt x="1" y="19"/>
                    <a:pt x="2" y="25"/>
                  </a:cubicBezTo>
                  <a:cubicBezTo>
                    <a:pt x="4" y="32"/>
                    <a:pt x="7" y="35"/>
                    <a:pt x="14" y="37"/>
                  </a:cubicBezTo>
                  <a:cubicBezTo>
                    <a:pt x="20" y="38"/>
                    <a:pt x="28" y="36"/>
                    <a:pt x="31" y="30"/>
                  </a:cubicBezTo>
                  <a:cubicBezTo>
                    <a:pt x="35" y="22"/>
                    <a:pt x="32" y="10"/>
                    <a:pt x="31" y="2"/>
                  </a:cubicBezTo>
                  <a:cubicBezTo>
                    <a:pt x="30" y="0"/>
                    <a:pt x="28" y="0"/>
                    <a:pt x="28" y="2"/>
                  </a:cubicBezTo>
                  <a:cubicBezTo>
                    <a:pt x="28" y="9"/>
                    <a:pt x="30" y="16"/>
                    <a:pt x="29" y="23"/>
                  </a:cubicBezTo>
                  <a:cubicBezTo>
                    <a:pt x="29" y="31"/>
                    <a:pt x="22" y="34"/>
                    <a:pt x="14" y="33"/>
                  </a:cubicBezTo>
                  <a:cubicBezTo>
                    <a:pt x="7" y="32"/>
                    <a:pt x="6" y="26"/>
                    <a:pt x="5" y="20"/>
                  </a:cubicBezTo>
                  <a:cubicBezTo>
                    <a:pt x="4" y="15"/>
                    <a:pt x="4" y="10"/>
                    <a:pt x="4" y="5"/>
                  </a:cubicBezTo>
                  <a:cubicBezTo>
                    <a:pt x="4" y="4"/>
                    <a:pt x="2" y="4"/>
                    <a:pt x="2" y="5"/>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5" name="Freeform 6986">
              <a:extLst>
                <a:ext uri="{FF2B5EF4-FFF2-40B4-BE49-F238E27FC236}">
                  <a16:creationId xmlns:a16="http://schemas.microsoft.com/office/drawing/2014/main" id="{7C71F09D-7153-4D94-9D3B-AB5077F3D8B2}"/>
                </a:ext>
              </a:extLst>
            </p:cNvPr>
            <p:cNvSpPr>
              <a:spLocks/>
            </p:cNvSpPr>
            <p:nvPr/>
          </p:nvSpPr>
          <p:spPr bwMode="auto">
            <a:xfrm>
              <a:off x="2214563" y="6696075"/>
              <a:ext cx="285750" cy="104775"/>
            </a:xfrm>
            <a:custGeom>
              <a:avLst/>
              <a:gdLst>
                <a:gd name="T0" fmla="*/ 1 w 30"/>
                <a:gd name="T1" fmla="*/ 7 h 11"/>
                <a:gd name="T2" fmla="*/ 14 w 30"/>
                <a:gd name="T3" fmla="*/ 11 h 11"/>
                <a:gd name="T4" fmla="*/ 29 w 30"/>
                <a:gd name="T5" fmla="*/ 4 h 11"/>
                <a:gd name="T6" fmla="*/ 26 w 30"/>
                <a:gd name="T7" fmla="*/ 1 h 11"/>
                <a:gd name="T8" fmla="*/ 15 w 30"/>
                <a:gd name="T9" fmla="*/ 7 h 11"/>
                <a:gd name="T10" fmla="*/ 2 w 30"/>
                <a:gd name="T11" fmla="*/ 5 h 11"/>
                <a:gd name="T12" fmla="*/ 1 w 30"/>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30" h="11">
                  <a:moveTo>
                    <a:pt x="1" y="7"/>
                  </a:moveTo>
                  <a:cubicBezTo>
                    <a:pt x="4" y="10"/>
                    <a:pt x="10" y="11"/>
                    <a:pt x="14" y="11"/>
                  </a:cubicBezTo>
                  <a:cubicBezTo>
                    <a:pt x="20" y="10"/>
                    <a:pt x="25" y="8"/>
                    <a:pt x="29" y="4"/>
                  </a:cubicBezTo>
                  <a:cubicBezTo>
                    <a:pt x="30" y="2"/>
                    <a:pt x="27" y="0"/>
                    <a:pt x="26" y="1"/>
                  </a:cubicBezTo>
                  <a:cubicBezTo>
                    <a:pt x="23" y="4"/>
                    <a:pt x="19" y="6"/>
                    <a:pt x="15" y="7"/>
                  </a:cubicBezTo>
                  <a:cubicBezTo>
                    <a:pt x="10" y="8"/>
                    <a:pt x="6" y="5"/>
                    <a:pt x="2" y="5"/>
                  </a:cubicBezTo>
                  <a:cubicBezTo>
                    <a:pt x="1" y="5"/>
                    <a:pt x="0" y="6"/>
                    <a:pt x="1" y="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6" name="Freeform 6987">
              <a:extLst>
                <a:ext uri="{FF2B5EF4-FFF2-40B4-BE49-F238E27FC236}">
                  <a16:creationId xmlns:a16="http://schemas.microsoft.com/office/drawing/2014/main" id="{E5F78C82-97A2-43AC-80D7-94FB37BEABA1}"/>
                </a:ext>
              </a:extLst>
            </p:cNvPr>
            <p:cNvSpPr>
              <a:spLocks/>
            </p:cNvSpPr>
            <p:nvPr/>
          </p:nvSpPr>
          <p:spPr bwMode="auto">
            <a:xfrm>
              <a:off x="2214563" y="6619875"/>
              <a:ext cx="285750" cy="104775"/>
            </a:xfrm>
            <a:custGeom>
              <a:avLst/>
              <a:gdLst>
                <a:gd name="T0" fmla="*/ 1 w 30"/>
                <a:gd name="T1" fmla="*/ 7 h 11"/>
                <a:gd name="T2" fmla="*/ 14 w 30"/>
                <a:gd name="T3" fmla="*/ 11 h 11"/>
                <a:gd name="T4" fmla="*/ 29 w 30"/>
                <a:gd name="T5" fmla="*/ 4 h 11"/>
                <a:gd name="T6" fmla="*/ 26 w 30"/>
                <a:gd name="T7" fmla="*/ 1 h 11"/>
                <a:gd name="T8" fmla="*/ 15 w 30"/>
                <a:gd name="T9" fmla="*/ 7 h 11"/>
                <a:gd name="T10" fmla="*/ 2 w 30"/>
                <a:gd name="T11" fmla="*/ 5 h 11"/>
                <a:gd name="T12" fmla="*/ 1 w 30"/>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30" h="11">
                  <a:moveTo>
                    <a:pt x="1" y="7"/>
                  </a:moveTo>
                  <a:cubicBezTo>
                    <a:pt x="4" y="10"/>
                    <a:pt x="10" y="11"/>
                    <a:pt x="14" y="11"/>
                  </a:cubicBezTo>
                  <a:cubicBezTo>
                    <a:pt x="20" y="11"/>
                    <a:pt x="25" y="8"/>
                    <a:pt x="29" y="4"/>
                  </a:cubicBezTo>
                  <a:cubicBezTo>
                    <a:pt x="30" y="2"/>
                    <a:pt x="27" y="0"/>
                    <a:pt x="26" y="1"/>
                  </a:cubicBezTo>
                  <a:cubicBezTo>
                    <a:pt x="23" y="5"/>
                    <a:pt x="19" y="7"/>
                    <a:pt x="15" y="7"/>
                  </a:cubicBezTo>
                  <a:cubicBezTo>
                    <a:pt x="10" y="8"/>
                    <a:pt x="6" y="5"/>
                    <a:pt x="2" y="5"/>
                  </a:cubicBezTo>
                  <a:cubicBezTo>
                    <a:pt x="1" y="5"/>
                    <a:pt x="0" y="6"/>
                    <a:pt x="1" y="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7" name="Freeform 6988">
              <a:extLst>
                <a:ext uri="{FF2B5EF4-FFF2-40B4-BE49-F238E27FC236}">
                  <a16:creationId xmlns:a16="http://schemas.microsoft.com/office/drawing/2014/main" id="{6D277C21-DA74-44B9-8864-F84E37F847AB}"/>
                </a:ext>
              </a:extLst>
            </p:cNvPr>
            <p:cNvSpPr>
              <a:spLocks/>
            </p:cNvSpPr>
            <p:nvPr/>
          </p:nvSpPr>
          <p:spPr bwMode="auto">
            <a:xfrm>
              <a:off x="2157413" y="6229350"/>
              <a:ext cx="161925" cy="333375"/>
            </a:xfrm>
            <a:custGeom>
              <a:avLst/>
              <a:gdLst>
                <a:gd name="T0" fmla="*/ 1 w 17"/>
                <a:gd name="T1" fmla="*/ 3 h 35"/>
                <a:gd name="T2" fmla="*/ 14 w 17"/>
                <a:gd name="T3" fmla="*/ 33 h 35"/>
                <a:gd name="T4" fmla="*/ 17 w 17"/>
                <a:gd name="T5" fmla="*/ 32 h 35"/>
                <a:gd name="T6" fmla="*/ 3 w 17"/>
                <a:gd name="T7" fmla="*/ 1 h 35"/>
                <a:gd name="T8" fmla="*/ 1 w 17"/>
                <a:gd name="T9" fmla="*/ 3 h 35"/>
              </a:gdLst>
              <a:ahLst/>
              <a:cxnLst>
                <a:cxn ang="0">
                  <a:pos x="T0" y="T1"/>
                </a:cxn>
                <a:cxn ang="0">
                  <a:pos x="T2" y="T3"/>
                </a:cxn>
                <a:cxn ang="0">
                  <a:pos x="T4" y="T5"/>
                </a:cxn>
                <a:cxn ang="0">
                  <a:pos x="T6" y="T7"/>
                </a:cxn>
                <a:cxn ang="0">
                  <a:pos x="T8" y="T9"/>
                </a:cxn>
              </a:cxnLst>
              <a:rect l="0" t="0" r="r" b="b"/>
              <a:pathLst>
                <a:path w="17" h="35">
                  <a:moveTo>
                    <a:pt x="1" y="3"/>
                  </a:moveTo>
                  <a:cubicBezTo>
                    <a:pt x="7" y="12"/>
                    <a:pt x="10" y="23"/>
                    <a:pt x="14" y="33"/>
                  </a:cubicBezTo>
                  <a:cubicBezTo>
                    <a:pt x="15" y="35"/>
                    <a:pt x="17" y="34"/>
                    <a:pt x="17" y="32"/>
                  </a:cubicBezTo>
                  <a:cubicBezTo>
                    <a:pt x="13" y="22"/>
                    <a:pt x="10" y="10"/>
                    <a:pt x="3" y="1"/>
                  </a:cubicBezTo>
                  <a:cubicBezTo>
                    <a:pt x="2" y="0"/>
                    <a:pt x="0" y="2"/>
                    <a:pt x="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8" name="Freeform 6989">
              <a:extLst>
                <a:ext uri="{FF2B5EF4-FFF2-40B4-BE49-F238E27FC236}">
                  <a16:creationId xmlns:a16="http://schemas.microsoft.com/office/drawing/2014/main" id="{2C2C47E3-9AD6-465B-A77A-73CE7AC8824C}"/>
                </a:ext>
              </a:extLst>
            </p:cNvPr>
            <p:cNvSpPr>
              <a:spLocks/>
            </p:cNvSpPr>
            <p:nvPr/>
          </p:nvSpPr>
          <p:spPr bwMode="auto">
            <a:xfrm>
              <a:off x="2357438" y="6191250"/>
              <a:ext cx="104775" cy="361950"/>
            </a:xfrm>
            <a:custGeom>
              <a:avLst/>
              <a:gdLst>
                <a:gd name="T0" fmla="*/ 8 w 11"/>
                <a:gd name="T1" fmla="*/ 1 h 38"/>
                <a:gd name="T2" fmla="*/ 0 w 11"/>
                <a:gd name="T3" fmla="*/ 36 h 38"/>
                <a:gd name="T4" fmla="*/ 3 w 11"/>
                <a:gd name="T5" fmla="*/ 37 h 38"/>
                <a:gd name="T6" fmla="*/ 11 w 11"/>
                <a:gd name="T7" fmla="*/ 2 h 38"/>
                <a:gd name="T8" fmla="*/ 8 w 11"/>
                <a:gd name="T9" fmla="*/ 1 h 38"/>
              </a:gdLst>
              <a:ahLst/>
              <a:cxnLst>
                <a:cxn ang="0">
                  <a:pos x="T0" y="T1"/>
                </a:cxn>
                <a:cxn ang="0">
                  <a:pos x="T2" y="T3"/>
                </a:cxn>
                <a:cxn ang="0">
                  <a:pos x="T4" y="T5"/>
                </a:cxn>
                <a:cxn ang="0">
                  <a:pos x="T6" y="T7"/>
                </a:cxn>
                <a:cxn ang="0">
                  <a:pos x="T8" y="T9"/>
                </a:cxn>
              </a:cxnLst>
              <a:rect l="0" t="0" r="r" b="b"/>
              <a:pathLst>
                <a:path w="11" h="38">
                  <a:moveTo>
                    <a:pt x="8" y="1"/>
                  </a:moveTo>
                  <a:cubicBezTo>
                    <a:pt x="5" y="12"/>
                    <a:pt x="1" y="24"/>
                    <a:pt x="0" y="36"/>
                  </a:cubicBezTo>
                  <a:cubicBezTo>
                    <a:pt x="0" y="38"/>
                    <a:pt x="2" y="38"/>
                    <a:pt x="3" y="37"/>
                  </a:cubicBezTo>
                  <a:cubicBezTo>
                    <a:pt x="6" y="25"/>
                    <a:pt x="9" y="13"/>
                    <a:pt x="11" y="2"/>
                  </a:cubicBezTo>
                  <a:cubicBezTo>
                    <a:pt x="11" y="0"/>
                    <a:pt x="9" y="0"/>
                    <a:pt x="8" y="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59" name="Freeform 6990">
              <a:extLst>
                <a:ext uri="{FF2B5EF4-FFF2-40B4-BE49-F238E27FC236}">
                  <a16:creationId xmlns:a16="http://schemas.microsoft.com/office/drawing/2014/main" id="{FE4C2F26-45A6-45C3-B035-E3185CA09194}"/>
                </a:ext>
              </a:extLst>
            </p:cNvPr>
            <p:cNvSpPr>
              <a:spLocks/>
            </p:cNvSpPr>
            <p:nvPr/>
          </p:nvSpPr>
          <p:spPr bwMode="auto">
            <a:xfrm>
              <a:off x="2233613" y="5734050"/>
              <a:ext cx="57150" cy="133350"/>
            </a:xfrm>
            <a:custGeom>
              <a:avLst/>
              <a:gdLst>
                <a:gd name="T0" fmla="*/ 6 w 6"/>
                <a:gd name="T1" fmla="*/ 12 h 14"/>
                <a:gd name="T2" fmla="*/ 4 w 6"/>
                <a:gd name="T3" fmla="*/ 2 h 14"/>
                <a:gd name="T4" fmla="*/ 1 w 6"/>
                <a:gd name="T5" fmla="*/ 3 h 14"/>
                <a:gd name="T6" fmla="*/ 2 w 6"/>
                <a:gd name="T7" fmla="*/ 13 h 14"/>
                <a:gd name="T8" fmla="*/ 6 w 6"/>
                <a:gd name="T9" fmla="*/ 12 h 14"/>
              </a:gdLst>
              <a:ahLst/>
              <a:cxnLst>
                <a:cxn ang="0">
                  <a:pos x="T0" y="T1"/>
                </a:cxn>
                <a:cxn ang="0">
                  <a:pos x="T2" y="T3"/>
                </a:cxn>
                <a:cxn ang="0">
                  <a:pos x="T4" y="T5"/>
                </a:cxn>
                <a:cxn ang="0">
                  <a:pos x="T6" y="T7"/>
                </a:cxn>
                <a:cxn ang="0">
                  <a:pos x="T8" y="T9"/>
                </a:cxn>
              </a:cxnLst>
              <a:rect l="0" t="0" r="r" b="b"/>
              <a:pathLst>
                <a:path w="6" h="14">
                  <a:moveTo>
                    <a:pt x="6" y="12"/>
                  </a:moveTo>
                  <a:cubicBezTo>
                    <a:pt x="6" y="9"/>
                    <a:pt x="5" y="5"/>
                    <a:pt x="4" y="2"/>
                  </a:cubicBezTo>
                  <a:cubicBezTo>
                    <a:pt x="4" y="0"/>
                    <a:pt x="0" y="1"/>
                    <a:pt x="1" y="3"/>
                  </a:cubicBezTo>
                  <a:cubicBezTo>
                    <a:pt x="1" y="6"/>
                    <a:pt x="2" y="9"/>
                    <a:pt x="2" y="13"/>
                  </a:cubicBezTo>
                  <a:cubicBezTo>
                    <a:pt x="3" y="14"/>
                    <a:pt x="5" y="14"/>
                    <a:pt x="6" y="1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0" name="Freeform 6991">
              <a:extLst>
                <a:ext uri="{FF2B5EF4-FFF2-40B4-BE49-F238E27FC236}">
                  <a16:creationId xmlns:a16="http://schemas.microsoft.com/office/drawing/2014/main" id="{5F24F8C8-509E-4558-BD97-3502245DED8B}"/>
                </a:ext>
              </a:extLst>
            </p:cNvPr>
            <p:cNvSpPr>
              <a:spLocks/>
            </p:cNvSpPr>
            <p:nvPr/>
          </p:nvSpPr>
          <p:spPr bwMode="auto">
            <a:xfrm>
              <a:off x="2452688" y="5781675"/>
              <a:ext cx="95250" cy="133350"/>
            </a:xfrm>
            <a:custGeom>
              <a:avLst/>
              <a:gdLst>
                <a:gd name="T0" fmla="*/ 3 w 10"/>
                <a:gd name="T1" fmla="*/ 13 h 14"/>
                <a:gd name="T2" fmla="*/ 6 w 10"/>
                <a:gd name="T3" fmla="*/ 8 h 14"/>
                <a:gd name="T4" fmla="*/ 9 w 10"/>
                <a:gd name="T5" fmla="*/ 3 h 14"/>
                <a:gd name="T6" fmla="*/ 6 w 10"/>
                <a:gd name="T7" fmla="*/ 1 h 14"/>
                <a:gd name="T8" fmla="*/ 4 w 10"/>
                <a:gd name="T9" fmla="*/ 6 h 14"/>
                <a:gd name="T10" fmla="*/ 1 w 10"/>
                <a:gd name="T11" fmla="*/ 11 h 14"/>
                <a:gd name="T12" fmla="*/ 3 w 1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10" h="14">
                  <a:moveTo>
                    <a:pt x="3" y="13"/>
                  </a:moveTo>
                  <a:cubicBezTo>
                    <a:pt x="5" y="12"/>
                    <a:pt x="6" y="10"/>
                    <a:pt x="6" y="8"/>
                  </a:cubicBezTo>
                  <a:cubicBezTo>
                    <a:pt x="7" y="7"/>
                    <a:pt x="8" y="5"/>
                    <a:pt x="9" y="3"/>
                  </a:cubicBezTo>
                  <a:cubicBezTo>
                    <a:pt x="10" y="2"/>
                    <a:pt x="8" y="0"/>
                    <a:pt x="6" y="1"/>
                  </a:cubicBezTo>
                  <a:cubicBezTo>
                    <a:pt x="5" y="3"/>
                    <a:pt x="4" y="5"/>
                    <a:pt x="4" y="6"/>
                  </a:cubicBezTo>
                  <a:cubicBezTo>
                    <a:pt x="3" y="8"/>
                    <a:pt x="2" y="10"/>
                    <a:pt x="1" y="11"/>
                  </a:cubicBezTo>
                  <a:cubicBezTo>
                    <a:pt x="0" y="13"/>
                    <a:pt x="2" y="14"/>
                    <a:pt x="3" y="1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1" name="Freeform 6992">
              <a:extLst>
                <a:ext uri="{FF2B5EF4-FFF2-40B4-BE49-F238E27FC236}">
                  <a16:creationId xmlns:a16="http://schemas.microsoft.com/office/drawing/2014/main" id="{253C0FF7-52A9-4B91-9177-3EA9F299B0CA}"/>
                </a:ext>
              </a:extLst>
            </p:cNvPr>
            <p:cNvSpPr>
              <a:spLocks/>
            </p:cNvSpPr>
            <p:nvPr/>
          </p:nvSpPr>
          <p:spPr bwMode="auto">
            <a:xfrm>
              <a:off x="2614613" y="5943600"/>
              <a:ext cx="133350" cy="114300"/>
            </a:xfrm>
            <a:custGeom>
              <a:avLst/>
              <a:gdLst>
                <a:gd name="T0" fmla="*/ 4 w 14"/>
                <a:gd name="T1" fmla="*/ 10 h 12"/>
                <a:gd name="T2" fmla="*/ 12 w 14"/>
                <a:gd name="T3" fmla="*/ 4 h 12"/>
                <a:gd name="T4" fmla="*/ 11 w 14"/>
                <a:gd name="T5" fmla="*/ 1 h 12"/>
                <a:gd name="T6" fmla="*/ 2 w 14"/>
                <a:gd name="T7" fmla="*/ 7 h 12"/>
                <a:gd name="T8" fmla="*/ 4 w 14"/>
                <a:gd name="T9" fmla="*/ 10 h 12"/>
              </a:gdLst>
              <a:ahLst/>
              <a:cxnLst>
                <a:cxn ang="0">
                  <a:pos x="T0" y="T1"/>
                </a:cxn>
                <a:cxn ang="0">
                  <a:pos x="T2" y="T3"/>
                </a:cxn>
                <a:cxn ang="0">
                  <a:pos x="T4" y="T5"/>
                </a:cxn>
                <a:cxn ang="0">
                  <a:pos x="T6" y="T7"/>
                </a:cxn>
                <a:cxn ang="0">
                  <a:pos x="T8" y="T9"/>
                </a:cxn>
              </a:cxnLst>
              <a:rect l="0" t="0" r="r" b="b"/>
              <a:pathLst>
                <a:path w="14" h="12">
                  <a:moveTo>
                    <a:pt x="4" y="10"/>
                  </a:moveTo>
                  <a:cubicBezTo>
                    <a:pt x="7" y="8"/>
                    <a:pt x="9" y="5"/>
                    <a:pt x="12" y="4"/>
                  </a:cubicBezTo>
                  <a:cubicBezTo>
                    <a:pt x="14" y="3"/>
                    <a:pt x="13" y="0"/>
                    <a:pt x="11" y="1"/>
                  </a:cubicBezTo>
                  <a:cubicBezTo>
                    <a:pt x="7" y="2"/>
                    <a:pt x="5" y="5"/>
                    <a:pt x="2" y="7"/>
                  </a:cubicBezTo>
                  <a:cubicBezTo>
                    <a:pt x="0" y="9"/>
                    <a:pt x="3" y="12"/>
                    <a:pt x="4" y="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2" name="Freeform 6993">
              <a:extLst>
                <a:ext uri="{FF2B5EF4-FFF2-40B4-BE49-F238E27FC236}">
                  <a16:creationId xmlns:a16="http://schemas.microsoft.com/office/drawing/2014/main" id="{F34AE9FB-9B30-4205-8C75-2C0878BB97FB}"/>
                </a:ext>
              </a:extLst>
            </p:cNvPr>
            <p:cNvSpPr>
              <a:spLocks/>
            </p:cNvSpPr>
            <p:nvPr/>
          </p:nvSpPr>
          <p:spPr bwMode="auto">
            <a:xfrm>
              <a:off x="2681288" y="6238875"/>
              <a:ext cx="133350" cy="57150"/>
            </a:xfrm>
            <a:custGeom>
              <a:avLst/>
              <a:gdLst>
                <a:gd name="T0" fmla="*/ 2 w 14"/>
                <a:gd name="T1" fmla="*/ 4 h 6"/>
                <a:gd name="T2" fmla="*/ 11 w 14"/>
                <a:gd name="T3" fmla="*/ 6 h 6"/>
                <a:gd name="T4" fmla="*/ 12 w 14"/>
                <a:gd name="T5" fmla="*/ 3 h 6"/>
                <a:gd name="T6" fmla="*/ 4 w 14"/>
                <a:gd name="T7" fmla="*/ 0 h 6"/>
                <a:gd name="T8" fmla="*/ 2 w 14"/>
                <a:gd name="T9" fmla="*/ 4 h 6"/>
              </a:gdLst>
              <a:ahLst/>
              <a:cxnLst>
                <a:cxn ang="0">
                  <a:pos x="T0" y="T1"/>
                </a:cxn>
                <a:cxn ang="0">
                  <a:pos x="T2" y="T3"/>
                </a:cxn>
                <a:cxn ang="0">
                  <a:pos x="T4" y="T5"/>
                </a:cxn>
                <a:cxn ang="0">
                  <a:pos x="T6" y="T7"/>
                </a:cxn>
                <a:cxn ang="0">
                  <a:pos x="T8" y="T9"/>
                </a:cxn>
              </a:cxnLst>
              <a:rect l="0" t="0" r="r" b="b"/>
              <a:pathLst>
                <a:path w="14" h="6">
                  <a:moveTo>
                    <a:pt x="2" y="4"/>
                  </a:moveTo>
                  <a:cubicBezTo>
                    <a:pt x="5" y="4"/>
                    <a:pt x="8" y="6"/>
                    <a:pt x="11" y="6"/>
                  </a:cubicBezTo>
                  <a:cubicBezTo>
                    <a:pt x="13" y="6"/>
                    <a:pt x="14" y="3"/>
                    <a:pt x="12" y="3"/>
                  </a:cubicBezTo>
                  <a:cubicBezTo>
                    <a:pt x="9" y="2"/>
                    <a:pt x="6" y="1"/>
                    <a:pt x="4" y="0"/>
                  </a:cubicBezTo>
                  <a:cubicBezTo>
                    <a:pt x="1" y="0"/>
                    <a:pt x="0" y="3"/>
                    <a:pt x="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3" name="Freeform 6994">
              <a:extLst>
                <a:ext uri="{FF2B5EF4-FFF2-40B4-BE49-F238E27FC236}">
                  <a16:creationId xmlns:a16="http://schemas.microsoft.com/office/drawing/2014/main" id="{9C1E4FF8-EE74-48CE-A9B2-41C2AA5E83E2}"/>
                </a:ext>
              </a:extLst>
            </p:cNvPr>
            <p:cNvSpPr>
              <a:spLocks/>
            </p:cNvSpPr>
            <p:nvPr/>
          </p:nvSpPr>
          <p:spPr bwMode="auto">
            <a:xfrm>
              <a:off x="2595563" y="6457950"/>
              <a:ext cx="104775" cy="85725"/>
            </a:xfrm>
            <a:custGeom>
              <a:avLst/>
              <a:gdLst>
                <a:gd name="T0" fmla="*/ 1 w 11"/>
                <a:gd name="T1" fmla="*/ 3 h 9"/>
                <a:gd name="T2" fmla="*/ 4 w 11"/>
                <a:gd name="T3" fmla="*/ 6 h 9"/>
                <a:gd name="T4" fmla="*/ 7 w 11"/>
                <a:gd name="T5" fmla="*/ 8 h 9"/>
                <a:gd name="T6" fmla="*/ 9 w 11"/>
                <a:gd name="T7" fmla="*/ 5 h 9"/>
                <a:gd name="T8" fmla="*/ 6 w 11"/>
                <a:gd name="T9" fmla="*/ 3 h 9"/>
                <a:gd name="T10" fmla="*/ 3 w 11"/>
                <a:gd name="T11" fmla="*/ 0 h 9"/>
                <a:gd name="T12" fmla="*/ 1 w 11"/>
                <a:gd name="T13" fmla="*/ 1 h 9"/>
                <a:gd name="T14" fmla="*/ 1 w 11"/>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9">
                  <a:moveTo>
                    <a:pt x="1" y="3"/>
                  </a:moveTo>
                  <a:cubicBezTo>
                    <a:pt x="2" y="4"/>
                    <a:pt x="3" y="5"/>
                    <a:pt x="4" y="6"/>
                  </a:cubicBezTo>
                  <a:cubicBezTo>
                    <a:pt x="5" y="7"/>
                    <a:pt x="6" y="7"/>
                    <a:pt x="7" y="8"/>
                  </a:cubicBezTo>
                  <a:cubicBezTo>
                    <a:pt x="9" y="9"/>
                    <a:pt x="11" y="6"/>
                    <a:pt x="9" y="5"/>
                  </a:cubicBezTo>
                  <a:cubicBezTo>
                    <a:pt x="8" y="4"/>
                    <a:pt x="7" y="3"/>
                    <a:pt x="6" y="3"/>
                  </a:cubicBezTo>
                  <a:cubicBezTo>
                    <a:pt x="5" y="2"/>
                    <a:pt x="4" y="1"/>
                    <a:pt x="3" y="0"/>
                  </a:cubicBezTo>
                  <a:cubicBezTo>
                    <a:pt x="2" y="0"/>
                    <a:pt x="1" y="0"/>
                    <a:pt x="1" y="1"/>
                  </a:cubicBezTo>
                  <a:cubicBezTo>
                    <a:pt x="0" y="2"/>
                    <a:pt x="0" y="3"/>
                    <a:pt x="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4" name="Freeform 6995">
              <a:extLst>
                <a:ext uri="{FF2B5EF4-FFF2-40B4-BE49-F238E27FC236}">
                  <a16:creationId xmlns:a16="http://schemas.microsoft.com/office/drawing/2014/main" id="{86E19E74-384F-4298-AACC-454054733C8F}"/>
                </a:ext>
              </a:extLst>
            </p:cNvPr>
            <p:cNvSpPr>
              <a:spLocks/>
            </p:cNvSpPr>
            <p:nvPr/>
          </p:nvSpPr>
          <p:spPr bwMode="auto">
            <a:xfrm>
              <a:off x="1938338" y="5848350"/>
              <a:ext cx="104775" cy="123825"/>
            </a:xfrm>
            <a:custGeom>
              <a:avLst/>
              <a:gdLst>
                <a:gd name="T0" fmla="*/ 10 w 11"/>
                <a:gd name="T1" fmla="*/ 9 h 13"/>
                <a:gd name="T2" fmla="*/ 4 w 11"/>
                <a:gd name="T3" fmla="*/ 2 h 13"/>
                <a:gd name="T4" fmla="*/ 1 w 11"/>
                <a:gd name="T5" fmla="*/ 4 h 13"/>
                <a:gd name="T6" fmla="*/ 8 w 11"/>
                <a:gd name="T7" fmla="*/ 12 h 13"/>
                <a:gd name="T8" fmla="*/ 10 w 11"/>
                <a:gd name="T9" fmla="*/ 9 h 13"/>
              </a:gdLst>
              <a:ahLst/>
              <a:cxnLst>
                <a:cxn ang="0">
                  <a:pos x="T0" y="T1"/>
                </a:cxn>
                <a:cxn ang="0">
                  <a:pos x="T2" y="T3"/>
                </a:cxn>
                <a:cxn ang="0">
                  <a:pos x="T4" y="T5"/>
                </a:cxn>
                <a:cxn ang="0">
                  <a:pos x="T6" y="T7"/>
                </a:cxn>
                <a:cxn ang="0">
                  <a:pos x="T8" y="T9"/>
                </a:cxn>
              </a:cxnLst>
              <a:rect l="0" t="0" r="r" b="b"/>
              <a:pathLst>
                <a:path w="11" h="13">
                  <a:moveTo>
                    <a:pt x="10" y="9"/>
                  </a:moveTo>
                  <a:cubicBezTo>
                    <a:pt x="8" y="7"/>
                    <a:pt x="6" y="5"/>
                    <a:pt x="4" y="2"/>
                  </a:cubicBezTo>
                  <a:cubicBezTo>
                    <a:pt x="3" y="0"/>
                    <a:pt x="0" y="2"/>
                    <a:pt x="1" y="4"/>
                  </a:cubicBezTo>
                  <a:cubicBezTo>
                    <a:pt x="3" y="7"/>
                    <a:pt x="5" y="10"/>
                    <a:pt x="8" y="12"/>
                  </a:cubicBezTo>
                  <a:cubicBezTo>
                    <a:pt x="9" y="13"/>
                    <a:pt x="11" y="11"/>
                    <a:pt x="10" y="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5" name="Freeform 6996">
              <a:extLst>
                <a:ext uri="{FF2B5EF4-FFF2-40B4-BE49-F238E27FC236}">
                  <a16:creationId xmlns:a16="http://schemas.microsoft.com/office/drawing/2014/main" id="{8424060A-69D6-4C57-9083-5D197E057113}"/>
                </a:ext>
              </a:extLst>
            </p:cNvPr>
            <p:cNvSpPr>
              <a:spLocks/>
            </p:cNvSpPr>
            <p:nvPr/>
          </p:nvSpPr>
          <p:spPr bwMode="auto">
            <a:xfrm>
              <a:off x="1804988" y="6105525"/>
              <a:ext cx="133350" cy="66675"/>
            </a:xfrm>
            <a:custGeom>
              <a:avLst/>
              <a:gdLst>
                <a:gd name="T0" fmla="*/ 11 w 14"/>
                <a:gd name="T1" fmla="*/ 3 h 7"/>
                <a:gd name="T2" fmla="*/ 4 w 14"/>
                <a:gd name="T3" fmla="*/ 1 h 7"/>
                <a:gd name="T4" fmla="*/ 2 w 14"/>
                <a:gd name="T5" fmla="*/ 4 h 7"/>
                <a:gd name="T6" fmla="*/ 11 w 14"/>
                <a:gd name="T7" fmla="*/ 7 h 7"/>
                <a:gd name="T8" fmla="*/ 11 w 14"/>
                <a:gd name="T9" fmla="*/ 3 h 7"/>
              </a:gdLst>
              <a:ahLst/>
              <a:cxnLst>
                <a:cxn ang="0">
                  <a:pos x="T0" y="T1"/>
                </a:cxn>
                <a:cxn ang="0">
                  <a:pos x="T2" y="T3"/>
                </a:cxn>
                <a:cxn ang="0">
                  <a:pos x="T4" y="T5"/>
                </a:cxn>
                <a:cxn ang="0">
                  <a:pos x="T6" y="T7"/>
                </a:cxn>
                <a:cxn ang="0">
                  <a:pos x="T8" y="T9"/>
                </a:cxn>
              </a:cxnLst>
              <a:rect l="0" t="0" r="r" b="b"/>
              <a:pathLst>
                <a:path w="14" h="7">
                  <a:moveTo>
                    <a:pt x="11" y="3"/>
                  </a:moveTo>
                  <a:cubicBezTo>
                    <a:pt x="8" y="3"/>
                    <a:pt x="6" y="2"/>
                    <a:pt x="4" y="1"/>
                  </a:cubicBezTo>
                  <a:cubicBezTo>
                    <a:pt x="1" y="0"/>
                    <a:pt x="0" y="4"/>
                    <a:pt x="2" y="4"/>
                  </a:cubicBezTo>
                  <a:cubicBezTo>
                    <a:pt x="5" y="6"/>
                    <a:pt x="8" y="7"/>
                    <a:pt x="11" y="7"/>
                  </a:cubicBezTo>
                  <a:cubicBezTo>
                    <a:pt x="13" y="7"/>
                    <a:pt x="14" y="3"/>
                    <a:pt x="11" y="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6" name="Freeform 6997">
              <a:extLst>
                <a:ext uri="{FF2B5EF4-FFF2-40B4-BE49-F238E27FC236}">
                  <a16:creationId xmlns:a16="http://schemas.microsoft.com/office/drawing/2014/main" id="{BF58DDC5-56ED-4799-847F-C2C3911F3CCA}"/>
                </a:ext>
              </a:extLst>
            </p:cNvPr>
            <p:cNvSpPr>
              <a:spLocks/>
            </p:cNvSpPr>
            <p:nvPr/>
          </p:nvSpPr>
          <p:spPr bwMode="auto">
            <a:xfrm>
              <a:off x="1833563" y="6362700"/>
              <a:ext cx="123825" cy="66675"/>
            </a:xfrm>
            <a:custGeom>
              <a:avLst/>
              <a:gdLst>
                <a:gd name="T0" fmla="*/ 11 w 13"/>
                <a:gd name="T1" fmla="*/ 0 h 7"/>
                <a:gd name="T2" fmla="*/ 3 w 13"/>
                <a:gd name="T3" fmla="*/ 3 h 7"/>
                <a:gd name="T4" fmla="*/ 3 w 13"/>
                <a:gd name="T5" fmla="*/ 6 h 7"/>
                <a:gd name="T6" fmla="*/ 12 w 13"/>
                <a:gd name="T7" fmla="*/ 3 h 7"/>
                <a:gd name="T8" fmla="*/ 11 w 13"/>
                <a:gd name="T9" fmla="*/ 0 h 7"/>
              </a:gdLst>
              <a:ahLst/>
              <a:cxnLst>
                <a:cxn ang="0">
                  <a:pos x="T0" y="T1"/>
                </a:cxn>
                <a:cxn ang="0">
                  <a:pos x="T2" y="T3"/>
                </a:cxn>
                <a:cxn ang="0">
                  <a:pos x="T4" y="T5"/>
                </a:cxn>
                <a:cxn ang="0">
                  <a:pos x="T6" y="T7"/>
                </a:cxn>
                <a:cxn ang="0">
                  <a:pos x="T8" y="T9"/>
                </a:cxn>
              </a:cxnLst>
              <a:rect l="0" t="0" r="r" b="b"/>
              <a:pathLst>
                <a:path w="13" h="7">
                  <a:moveTo>
                    <a:pt x="11" y="0"/>
                  </a:moveTo>
                  <a:cubicBezTo>
                    <a:pt x="8" y="0"/>
                    <a:pt x="5" y="2"/>
                    <a:pt x="3" y="3"/>
                  </a:cubicBezTo>
                  <a:cubicBezTo>
                    <a:pt x="0" y="3"/>
                    <a:pt x="1" y="7"/>
                    <a:pt x="3" y="6"/>
                  </a:cubicBezTo>
                  <a:cubicBezTo>
                    <a:pt x="6" y="5"/>
                    <a:pt x="9" y="4"/>
                    <a:pt x="12" y="3"/>
                  </a:cubicBezTo>
                  <a:cubicBezTo>
                    <a:pt x="13" y="2"/>
                    <a:pt x="12" y="0"/>
                    <a:pt x="1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67" name="Freeform 6998">
              <a:extLst>
                <a:ext uri="{FF2B5EF4-FFF2-40B4-BE49-F238E27FC236}">
                  <a16:creationId xmlns:a16="http://schemas.microsoft.com/office/drawing/2014/main" id="{96A7F8E9-6002-4D74-B66A-43245E6AE8C5}"/>
                </a:ext>
              </a:extLst>
            </p:cNvPr>
            <p:cNvSpPr>
              <a:spLocks/>
            </p:cNvSpPr>
            <p:nvPr/>
          </p:nvSpPr>
          <p:spPr bwMode="auto">
            <a:xfrm>
              <a:off x="1995488" y="6534150"/>
              <a:ext cx="76200" cy="95250"/>
            </a:xfrm>
            <a:custGeom>
              <a:avLst/>
              <a:gdLst>
                <a:gd name="T0" fmla="*/ 5 w 8"/>
                <a:gd name="T1" fmla="*/ 1 h 10"/>
                <a:gd name="T2" fmla="*/ 1 w 8"/>
                <a:gd name="T3" fmla="*/ 6 h 10"/>
                <a:gd name="T4" fmla="*/ 4 w 8"/>
                <a:gd name="T5" fmla="*/ 8 h 10"/>
                <a:gd name="T6" fmla="*/ 7 w 8"/>
                <a:gd name="T7" fmla="*/ 3 h 10"/>
                <a:gd name="T8" fmla="*/ 5 w 8"/>
                <a:gd name="T9" fmla="*/ 1 h 10"/>
              </a:gdLst>
              <a:ahLst/>
              <a:cxnLst>
                <a:cxn ang="0">
                  <a:pos x="T0" y="T1"/>
                </a:cxn>
                <a:cxn ang="0">
                  <a:pos x="T2" y="T3"/>
                </a:cxn>
                <a:cxn ang="0">
                  <a:pos x="T4" y="T5"/>
                </a:cxn>
                <a:cxn ang="0">
                  <a:pos x="T6" y="T7"/>
                </a:cxn>
                <a:cxn ang="0">
                  <a:pos x="T8" y="T9"/>
                </a:cxn>
              </a:cxnLst>
              <a:rect l="0" t="0" r="r" b="b"/>
              <a:pathLst>
                <a:path w="8" h="10">
                  <a:moveTo>
                    <a:pt x="5" y="1"/>
                  </a:moveTo>
                  <a:cubicBezTo>
                    <a:pt x="3" y="3"/>
                    <a:pt x="2" y="4"/>
                    <a:pt x="1" y="6"/>
                  </a:cubicBezTo>
                  <a:cubicBezTo>
                    <a:pt x="0" y="8"/>
                    <a:pt x="3" y="10"/>
                    <a:pt x="4" y="8"/>
                  </a:cubicBezTo>
                  <a:cubicBezTo>
                    <a:pt x="5" y="6"/>
                    <a:pt x="6" y="5"/>
                    <a:pt x="7" y="3"/>
                  </a:cubicBezTo>
                  <a:cubicBezTo>
                    <a:pt x="8" y="1"/>
                    <a:pt x="6" y="0"/>
                    <a:pt x="5" y="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grpSp>
      <p:sp>
        <p:nvSpPr>
          <p:cNvPr id="68" name="TextBox 67">
            <a:extLst>
              <a:ext uri="{FF2B5EF4-FFF2-40B4-BE49-F238E27FC236}">
                <a16:creationId xmlns:a16="http://schemas.microsoft.com/office/drawing/2014/main" id="{1D053E31-6463-455E-90EA-FA63D368A3D9}"/>
              </a:ext>
            </a:extLst>
          </p:cNvPr>
          <p:cNvSpPr txBox="1"/>
          <p:nvPr/>
        </p:nvSpPr>
        <p:spPr>
          <a:xfrm>
            <a:off x="3990079" y="2628116"/>
            <a:ext cx="1907658" cy="1200329"/>
          </a:xfrm>
          <a:prstGeom prst="rect">
            <a:avLst/>
          </a:prstGeom>
          <a:noFill/>
        </p:spPr>
        <p:txBody>
          <a:bodyPr wrap="square">
            <a:spAutoFit/>
          </a:bodyPr>
          <a:lstStyle/>
          <a:p>
            <a:pPr algn="just"/>
            <a:r>
              <a:rPr lang="en-US" sz="1200" b="1" i="1" dirty="0"/>
              <a:t>Two Operating Exchanges:</a:t>
            </a:r>
          </a:p>
          <a:p>
            <a:pPr marL="171450" indent="-171450" algn="just">
              <a:buFont typeface="Arial" panose="020B0604020202020204" pitchFamily="34" charset="0"/>
              <a:buChar char="•"/>
            </a:pPr>
            <a:r>
              <a:rPr lang="en-US" sz="1200" i="1" dirty="0"/>
              <a:t>Indian Energy Exchange (IEX) </a:t>
            </a:r>
          </a:p>
          <a:p>
            <a:pPr marL="171450" indent="-171450" algn="just">
              <a:buFont typeface="Arial" panose="020B0604020202020204" pitchFamily="34" charset="0"/>
              <a:buChar char="•"/>
            </a:pPr>
            <a:endParaRPr lang="en-US" sz="1200" i="1" dirty="0"/>
          </a:p>
          <a:p>
            <a:pPr marL="171450" indent="-171450" algn="just">
              <a:buFont typeface="Arial" panose="020B0604020202020204" pitchFamily="34" charset="0"/>
              <a:buChar char="•"/>
            </a:pPr>
            <a:r>
              <a:rPr lang="en-US" sz="1200" i="1" dirty="0"/>
              <a:t>Power Exchange of India Ltd. (PXIL)</a:t>
            </a:r>
          </a:p>
        </p:txBody>
      </p:sp>
      <p:sp>
        <p:nvSpPr>
          <p:cNvPr id="69" name="Rectangle: Rounded Corners 68">
            <a:extLst>
              <a:ext uri="{FF2B5EF4-FFF2-40B4-BE49-F238E27FC236}">
                <a16:creationId xmlns:a16="http://schemas.microsoft.com/office/drawing/2014/main" id="{44B92E47-B9D4-4A8A-B387-83E852DD99A1}"/>
              </a:ext>
            </a:extLst>
          </p:cNvPr>
          <p:cNvSpPr/>
          <p:nvPr/>
        </p:nvSpPr>
        <p:spPr bwMode="gray">
          <a:xfrm>
            <a:off x="3538417" y="2488416"/>
            <a:ext cx="2311188" cy="2833597"/>
          </a:xfrm>
          <a:prstGeom prst="roundRect">
            <a:avLst>
              <a:gd name="adj" fmla="val 3780"/>
            </a:avLst>
          </a:prstGeom>
          <a:noFill/>
          <a:ln w="19050" algn="ctr">
            <a:solidFill>
              <a:schemeClr val="tx2"/>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70" name="Group 69">
            <a:extLst>
              <a:ext uri="{FF2B5EF4-FFF2-40B4-BE49-F238E27FC236}">
                <a16:creationId xmlns:a16="http://schemas.microsoft.com/office/drawing/2014/main" id="{9B4D5BDF-05F8-4C6E-8C62-5F33DE0F3C1B}"/>
              </a:ext>
            </a:extLst>
          </p:cNvPr>
          <p:cNvGrpSpPr/>
          <p:nvPr/>
        </p:nvGrpSpPr>
        <p:grpSpPr>
          <a:xfrm>
            <a:off x="3584156" y="4417278"/>
            <a:ext cx="681038" cy="574675"/>
            <a:chOff x="231775" y="5430838"/>
            <a:chExt cx="681038" cy="574675"/>
          </a:xfrm>
          <a:solidFill>
            <a:srgbClr val="009A44"/>
          </a:solidFill>
        </p:grpSpPr>
        <p:sp>
          <p:nvSpPr>
            <p:cNvPr id="71" name="Freeform 109">
              <a:extLst>
                <a:ext uri="{FF2B5EF4-FFF2-40B4-BE49-F238E27FC236}">
                  <a16:creationId xmlns:a16="http://schemas.microsoft.com/office/drawing/2014/main" id="{70F76EFA-70FF-4FF0-A45E-D790D5743B63}"/>
                </a:ext>
              </a:extLst>
            </p:cNvPr>
            <p:cNvSpPr>
              <a:spLocks/>
            </p:cNvSpPr>
            <p:nvPr/>
          </p:nvSpPr>
          <p:spPr bwMode="auto">
            <a:xfrm>
              <a:off x="282575" y="5584826"/>
              <a:ext cx="31750" cy="34925"/>
            </a:xfrm>
            <a:custGeom>
              <a:avLst/>
              <a:gdLst>
                <a:gd name="T0" fmla="*/ 6 w 8"/>
                <a:gd name="T1" fmla="*/ 1 h 9"/>
                <a:gd name="T2" fmla="*/ 5 w 8"/>
                <a:gd name="T3" fmla="*/ 1 h 9"/>
                <a:gd name="T4" fmla="*/ 3 w 8"/>
                <a:gd name="T5" fmla="*/ 0 h 9"/>
                <a:gd name="T6" fmla="*/ 2 w 8"/>
                <a:gd name="T7" fmla="*/ 0 h 9"/>
                <a:gd name="T8" fmla="*/ 1 w 8"/>
                <a:gd name="T9" fmla="*/ 1 h 9"/>
                <a:gd name="T10" fmla="*/ 0 w 8"/>
                <a:gd name="T11" fmla="*/ 3 h 9"/>
                <a:gd name="T12" fmla="*/ 0 w 8"/>
                <a:gd name="T13" fmla="*/ 6 h 9"/>
                <a:gd name="T14" fmla="*/ 1 w 8"/>
                <a:gd name="T15" fmla="*/ 7 h 9"/>
                <a:gd name="T16" fmla="*/ 1 w 8"/>
                <a:gd name="T17" fmla="*/ 8 h 9"/>
                <a:gd name="T18" fmla="*/ 3 w 8"/>
                <a:gd name="T19" fmla="*/ 8 h 9"/>
                <a:gd name="T20" fmla="*/ 5 w 8"/>
                <a:gd name="T21" fmla="*/ 9 h 9"/>
                <a:gd name="T22" fmla="*/ 5 w 8"/>
                <a:gd name="T23" fmla="*/ 9 h 9"/>
                <a:gd name="T24" fmla="*/ 6 w 8"/>
                <a:gd name="T25" fmla="*/ 8 h 9"/>
                <a:gd name="T26" fmla="*/ 7 w 8"/>
                <a:gd name="T27" fmla="*/ 7 h 9"/>
                <a:gd name="T28" fmla="*/ 7 w 8"/>
                <a:gd name="T29" fmla="*/ 6 h 9"/>
                <a:gd name="T30" fmla="*/ 8 w 8"/>
                <a:gd name="T31" fmla="*/ 4 h 9"/>
                <a:gd name="T32" fmla="*/ 6 w 8"/>
                <a:gd name="T33" fmla="*/ 1 h 9"/>
                <a:gd name="T34" fmla="*/ 6 w 8"/>
                <a:gd name="T35"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 h="9">
                  <a:moveTo>
                    <a:pt x="6" y="1"/>
                  </a:moveTo>
                  <a:cubicBezTo>
                    <a:pt x="5" y="1"/>
                    <a:pt x="5" y="1"/>
                    <a:pt x="5" y="1"/>
                  </a:cubicBezTo>
                  <a:cubicBezTo>
                    <a:pt x="4" y="0"/>
                    <a:pt x="4" y="0"/>
                    <a:pt x="3" y="0"/>
                  </a:cubicBezTo>
                  <a:cubicBezTo>
                    <a:pt x="3" y="0"/>
                    <a:pt x="2" y="0"/>
                    <a:pt x="2" y="0"/>
                  </a:cubicBezTo>
                  <a:cubicBezTo>
                    <a:pt x="2" y="0"/>
                    <a:pt x="1" y="0"/>
                    <a:pt x="1" y="1"/>
                  </a:cubicBezTo>
                  <a:cubicBezTo>
                    <a:pt x="1" y="1"/>
                    <a:pt x="0" y="2"/>
                    <a:pt x="0" y="3"/>
                  </a:cubicBezTo>
                  <a:cubicBezTo>
                    <a:pt x="0" y="4"/>
                    <a:pt x="0" y="5"/>
                    <a:pt x="0" y="6"/>
                  </a:cubicBezTo>
                  <a:cubicBezTo>
                    <a:pt x="0" y="7"/>
                    <a:pt x="0" y="7"/>
                    <a:pt x="1" y="7"/>
                  </a:cubicBezTo>
                  <a:cubicBezTo>
                    <a:pt x="1" y="8"/>
                    <a:pt x="1" y="8"/>
                    <a:pt x="1" y="8"/>
                  </a:cubicBezTo>
                  <a:cubicBezTo>
                    <a:pt x="2" y="8"/>
                    <a:pt x="3" y="9"/>
                    <a:pt x="3" y="8"/>
                  </a:cubicBezTo>
                  <a:cubicBezTo>
                    <a:pt x="4" y="8"/>
                    <a:pt x="4" y="8"/>
                    <a:pt x="5" y="9"/>
                  </a:cubicBezTo>
                  <a:cubicBezTo>
                    <a:pt x="5" y="9"/>
                    <a:pt x="5" y="9"/>
                    <a:pt x="5" y="9"/>
                  </a:cubicBezTo>
                  <a:cubicBezTo>
                    <a:pt x="6" y="9"/>
                    <a:pt x="6" y="8"/>
                    <a:pt x="6" y="8"/>
                  </a:cubicBezTo>
                  <a:cubicBezTo>
                    <a:pt x="7" y="8"/>
                    <a:pt x="7" y="8"/>
                    <a:pt x="7" y="7"/>
                  </a:cubicBezTo>
                  <a:cubicBezTo>
                    <a:pt x="7" y="7"/>
                    <a:pt x="7" y="7"/>
                    <a:pt x="7" y="6"/>
                  </a:cubicBezTo>
                  <a:cubicBezTo>
                    <a:pt x="7" y="6"/>
                    <a:pt x="8" y="5"/>
                    <a:pt x="8" y="4"/>
                  </a:cubicBezTo>
                  <a:cubicBezTo>
                    <a:pt x="7" y="3"/>
                    <a:pt x="7" y="2"/>
                    <a:pt x="6" y="1"/>
                  </a:cubicBezTo>
                  <a:cubicBezTo>
                    <a:pt x="6" y="1"/>
                    <a:pt x="6"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2" name="Freeform 110">
              <a:extLst>
                <a:ext uri="{FF2B5EF4-FFF2-40B4-BE49-F238E27FC236}">
                  <a16:creationId xmlns:a16="http://schemas.microsoft.com/office/drawing/2014/main" id="{A28DF8A4-E709-48F8-A994-6A7B5A0D9FCA}"/>
                </a:ext>
              </a:extLst>
            </p:cNvPr>
            <p:cNvSpPr>
              <a:spLocks/>
            </p:cNvSpPr>
            <p:nvPr/>
          </p:nvSpPr>
          <p:spPr bwMode="auto">
            <a:xfrm>
              <a:off x="231775" y="5430838"/>
              <a:ext cx="185738" cy="511175"/>
            </a:xfrm>
            <a:custGeom>
              <a:avLst/>
              <a:gdLst>
                <a:gd name="T0" fmla="*/ 2 w 47"/>
                <a:gd name="T1" fmla="*/ 128 h 130"/>
                <a:gd name="T2" fmla="*/ 6 w 47"/>
                <a:gd name="T3" fmla="*/ 127 h 130"/>
                <a:gd name="T4" fmla="*/ 23 w 47"/>
                <a:gd name="T5" fmla="*/ 126 h 130"/>
                <a:gd name="T6" fmla="*/ 28 w 47"/>
                <a:gd name="T7" fmla="*/ 122 h 130"/>
                <a:gd name="T8" fmla="*/ 30 w 47"/>
                <a:gd name="T9" fmla="*/ 116 h 130"/>
                <a:gd name="T10" fmla="*/ 29 w 47"/>
                <a:gd name="T11" fmla="*/ 108 h 130"/>
                <a:gd name="T12" fmla="*/ 16 w 47"/>
                <a:gd name="T13" fmla="*/ 100 h 130"/>
                <a:gd name="T14" fmla="*/ 10 w 47"/>
                <a:gd name="T15" fmla="*/ 95 h 130"/>
                <a:gd name="T16" fmla="*/ 11 w 47"/>
                <a:gd name="T17" fmla="*/ 88 h 130"/>
                <a:gd name="T18" fmla="*/ 18 w 47"/>
                <a:gd name="T19" fmla="*/ 87 h 130"/>
                <a:gd name="T20" fmla="*/ 25 w 47"/>
                <a:gd name="T21" fmla="*/ 84 h 130"/>
                <a:gd name="T22" fmla="*/ 32 w 47"/>
                <a:gd name="T23" fmla="*/ 83 h 130"/>
                <a:gd name="T24" fmla="*/ 29 w 47"/>
                <a:gd name="T25" fmla="*/ 72 h 130"/>
                <a:gd name="T26" fmla="*/ 30 w 47"/>
                <a:gd name="T27" fmla="*/ 69 h 130"/>
                <a:gd name="T28" fmla="*/ 39 w 47"/>
                <a:gd name="T29" fmla="*/ 70 h 130"/>
                <a:gd name="T30" fmla="*/ 42 w 47"/>
                <a:gd name="T31" fmla="*/ 66 h 130"/>
                <a:gd name="T32" fmla="*/ 41 w 47"/>
                <a:gd name="T33" fmla="*/ 58 h 130"/>
                <a:gd name="T34" fmla="*/ 40 w 47"/>
                <a:gd name="T35" fmla="*/ 55 h 130"/>
                <a:gd name="T36" fmla="*/ 40 w 47"/>
                <a:gd name="T37" fmla="*/ 47 h 130"/>
                <a:gd name="T38" fmla="*/ 39 w 47"/>
                <a:gd name="T39" fmla="*/ 37 h 130"/>
                <a:gd name="T40" fmla="*/ 36 w 47"/>
                <a:gd name="T41" fmla="*/ 24 h 130"/>
                <a:gd name="T42" fmla="*/ 32 w 47"/>
                <a:gd name="T43" fmla="*/ 16 h 130"/>
                <a:gd name="T44" fmla="*/ 26 w 47"/>
                <a:gd name="T45" fmla="*/ 9 h 130"/>
                <a:gd name="T46" fmla="*/ 15 w 47"/>
                <a:gd name="T47" fmla="*/ 4 h 130"/>
                <a:gd name="T48" fmla="*/ 5 w 47"/>
                <a:gd name="T49" fmla="*/ 3 h 130"/>
                <a:gd name="T50" fmla="*/ 0 w 47"/>
                <a:gd name="T51" fmla="*/ 1 h 130"/>
                <a:gd name="T52" fmla="*/ 9 w 47"/>
                <a:gd name="T53" fmla="*/ 1 h 130"/>
                <a:gd name="T54" fmla="*/ 16 w 47"/>
                <a:gd name="T55" fmla="*/ 2 h 130"/>
                <a:gd name="T56" fmla="*/ 25 w 47"/>
                <a:gd name="T57" fmla="*/ 5 h 130"/>
                <a:gd name="T58" fmla="*/ 30 w 47"/>
                <a:gd name="T59" fmla="*/ 10 h 130"/>
                <a:gd name="T60" fmla="*/ 35 w 47"/>
                <a:gd name="T61" fmla="*/ 16 h 130"/>
                <a:gd name="T62" fmla="*/ 40 w 47"/>
                <a:gd name="T63" fmla="*/ 29 h 130"/>
                <a:gd name="T64" fmla="*/ 41 w 47"/>
                <a:gd name="T65" fmla="*/ 37 h 130"/>
                <a:gd name="T66" fmla="*/ 43 w 47"/>
                <a:gd name="T67" fmla="*/ 45 h 130"/>
                <a:gd name="T68" fmla="*/ 43 w 47"/>
                <a:gd name="T69" fmla="*/ 52 h 130"/>
                <a:gd name="T70" fmla="*/ 43 w 47"/>
                <a:gd name="T71" fmla="*/ 56 h 130"/>
                <a:gd name="T72" fmla="*/ 45 w 47"/>
                <a:gd name="T73" fmla="*/ 66 h 130"/>
                <a:gd name="T74" fmla="*/ 47 w 47"/>
                <a:gd name="T75" fmla="*/ 71 h 130"/>
                <a:gd name="T76" fmla="*/ 36 w 47"/>
                <a:gd name="T77" fmla="*/ 72 h 130"/>
                <a:gd name="T78" fmla="*/ 35 w 47"/>
                <a:gd name="T79" fmla="*/ 77 h 130"/>
                <a:gd name="T80" fmla="*/ 36 w 47"/>
                <a:gd name="T81" fmla="*/ 84 h 130"/>
                <a:gd name="T82" fmla="*/ 26 w 47"/>
                <a:gd name="T83" fmla="*/ 87 h 130"/>
                <a:gd name="T84" fmla="*/ 20 w 47"/>
                <a:gd name="T85" fmla="*/ 89 h 130"/>
                <a:gd name="T86" fmla="*/ 13 w 47"/>
                <a:gd name="T87" fmla="*/ 93 h 130"/>
                <a:gd name="T88" fmla="*/ 17 w 47"/>
                <a:gd name="T89" fmla="*/ 97 h 130"/>
                <a:gd name="T90" fmla="*/ 27 w 47"/>
                <a:gd name="T91" fmla="*/ 103 h 130"/>
                <a:gd name="T92" fmla="*/ 30 w 47"/>
                <a:gd name="T93" fmla="*/ 105 h 130"/>
                <a:gd name="T94" fmla="*/ 32 w 47"/>
                <a:gd name="T95" fmla="*/ 109 h 130"/>
                <a:gd name="T96" fmla="*/ 32 w 47"/>
                <a:gd name="T97" fmla="*/ 119 h 130"/>
                <a:gd name="T98" fmla="*/ 29 w 47"/>
                <a:gd name="T99" fmla="*/ 125 h 130"/>
                <a:gd name="T100" fmla="*/ 18 w 47"/>
                <a:gd name="T101" fmla="*/ 129 h 130"/>
                <a:gd name="T102" fmla="*/ 3 w 47"/>
                <a:gd name="T103" fmla="*/ 12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 h="130">
                  <a:moveTo>
                    <a:pt x="0" y="127"/>
                  </a:moveTo>
                  <a:cubicBezTo>
                    <a:pt x="0" y="127"/>
                    <a:pt x="0" y="127"/>
                    <a:pt x="1" y="127"/>
                  </a:cubicBezTo>
                  <a:cubicBezTo>
                    <a:pt x="1" y="127"/>
                    <a:pt x="1" y="127"/>
                    <a:pt x="1" y="128"/>
                  </a:cubicBezTo>
                  <a:cubicBezTo>
                    <a:pt x="1" y="128"/>
                    <a:pt x="1" y="128"/>
                    <a:pt x="1" y="128"/>
                  </a:cubicBezTo>
                  <a:cubicBezTo>
                    <a:pt x="1" y="127"/>
                    <a:pt x="1" y="127"/>
                    <a:pt x="2" y="128"/>
                  </a:cubicBezTo>
                  <a:cubicBezTo>
                    <a:pt x="2" y="128"/>
                    <a:pt x="2" y="128"/>
                    <a:pt x="2" y="128"/>
                  </a:cubicBezTo>
                  <a:cubicBezTo>
                    <a:pt x="2" y="127"/>
                    <a:pt x="2" y="128"/>
                    <a:pt x="3" y="128"/>
                  </a:cubicBezTo>
                  <a:cubicBezTo>
                    <a:pt x="3" y="128"/>
                    <a:pt x="4" y="128"/>
                    <a:pt x="5" y="128"/>
                  </a:cubicBezTo>
                  <a:cubicBezTo>
                    <a:pt x="5" y="128"/>
                    <a:pt x="5" y="128"/>
                    <a:pt x="5" y="127"/>
                  </a:cubicBezTo>
                  <a:cubicBezTo>
                    <a:pt x="5" y="127"/>
                    <a:pt x="5" y="127"/>
                    <a:pt x="6" y="127"/>
                  </a:cubicBezTo>
                  <a:cubicBezTo>
                    <a:pt x="6" y="128"/>
                    <a:pt x="7" y="128"/>
                    <a:pt x="8" y="128"/>
                  </a:cubicBezTo>
                  <a:cubicBezTo>
                    <a:pt x="10" y="128"/>
                    <a:pt x="13" y="128"/>
                    <a:pt x="16" y="128"/>
                  </a:cubicBezTo>
                  <a:cubicBezTo>
                    <a:pt x="17" y="128"/>
                    <a:pt x="18" y="127"/>
                    <a:pt x="20" y="127"/>
                  </a:cubicBezTo>
                  <a:cubicBezTo>
                    <a:pt x="20" y="127"/>
                    <a:pt x="21" y="127"/>
                    <a:pt x="22" y="127"/>
                  </a:cubicBezTo>
                  <a:cubicBezTo>
                    <a:pt x="22" y="127"/>
                    <a:pt x="23" y="127"/>
                    <a:pt x="23" y="126"/>
                  </a:cubicBezTo>
                  <a:cubicBezTo>
                    <a:pt x="24" y="126"/>
                    <a:pt x="24" y="126"/>
                    <a:pt x="25" y="126"/>
                  </a:cubicBezTo>
                  <a:cubicBezTo>
                    <a:pt x="25" y="125"/>
                    <a:pt x="26" y="125"/>
                    <a:pt x="26" y="125"/>
                  </a:cubicBezTo>
                  <a:cubicBezTo>
                    <a:pt x="27" y="125"/>
                    <a:pt x="27" y="125"/>
                    <a:pt x="27" y="125"/>
                  </a:cubicBezTo>
                  <a:cubicBezTo>
                    <a:pt x="27" y="124"/>
                    <a:pt x="27" y="124"/>
                    <a:pt x="27" y="123"/>
                  </a:cubicBezTo>
                  <a:cubicBezTo>
                    <a:pt x="27" y="123"/>
                    <a:pt x="27" y="123"/>
                    <a:pt x="28" y="122"/>
                  </a:cubicBezTo>
                  <a:cubicBezTo>
                    <a:pt x="28" y="122"/>
                    <a:pt x="28" y="122"/>
                    <a:pt x="28" y="121"/>
                  </a:cubicBezTo>
                  <a:cubicBezTo>
                    <a:pt x="28" y="121"/>
                    <a:pt x="29" y="121"/>
                    <a:pt x="29" y="120"/>
                  </a:cubicBezTo>
                  <a:cubicBezTo>
                    <a:pt x="29" y="120"/>
                    <a:pt x="29" y="119"/>
                    <a:pt x="29" y="118"/>
                  </a:cubicBezTo>
                  <a:cubicBezTo>
                    <a:pt x="29" y="118"/>
                    <a:pt x="29" y="118"/>
                    <a:pt x="30" y="117"/>
                  </a:cubicBezTo>
                  <a:cubicBezTo>
                    <a:pt x="30" y="117"/>
                    <a:pt x="30" y="116"/>
                    <a:pt x="30" y="116"/>
                  </a:cubicBezTo>
                  <a:cubicBezTo>
                    <a:pt x="29" y="116"/>
                    <a:pt x="30" y="115"/>
                    <a:pt x="29" y="115"/>
                  </a:cubicBezTo>
                  <a:cubicBezTo>
                    <a:pt x="30" y="114"/>
                    <a:pt x="30" y="113"/>
                    <a:pt x="29" y="112"/>
                  </a:cubicBezTo>
                  <a:cubicBezTo>
                    <a:pt x="29" y="112"/>
                    <a:pt x="29" y="111"/>
                    <a:pt x="29" y="111"/>
                  </a:cubicBezTo>
                  <a:cubicBezTo>
                    <a:pt x="29" y="110"/>
                    <a:pt x="29" y="109"/>
                    <a:pt x="29" y="109"/>
                  </a:cubicBezTo>
                  <a:cubicBezTo>
                    <a:pt x="29" y="109"/>
                    <a:pt x="29" y="108"/>
                    <a:pt x="29" y="108"/>
                  </a:cubicBezTo>
                  <a:cubicBezTo>
                    <a:pt x="28" y="107"/>
                    <a:pt x="27" y="106"/>
                    <a:pt x="25" y="106"/>
                  </a:cubicBezTo>
                  <a:cubicBezTo>
                    <a:pt x="24" y="105"/>
                    <a:pt x="23" y="105"/>
                    <a:pt x="22" y="104"/>
                  </a:cubicBezTo>
                  <a:cubicBezTo>
                    <a:pt x="22" y="104"/>
                    <a:pt x="21" y="104"/>
                    <a:pt x="21" y="104"/>
                  </a:cubicBezTo>
                  <a:cubicBezTo>
                    <a:pt x="20" y="103"/>
                    <a:pt x="19" y="102"/>
                    <a:pt x="18" y="102"/>
                  </a:cubicBezTo>
                  <a:cubicBezTo>
                    <a:pt x="18" y="101"/>
                    <a:pt x="17" y="100"/>
                    <a:pt x="16" y="100"/>
                  </a:cubicBezTo>
                  <a:cubicBezTo>
                    <a:pt x="16" y="99"/>
                    <a:pt x="15" y="99"/>
                    <a:pt x="15" y="99"/>
                  </a:cubicBezTo>
                  <a:cubicBezTo>
                    <a:pt x="14" y="98"/>
                    <a:pt x="14" y="98"/>
                    <a:pt x="14" y="98"/>
                  </a:cubicBezTo>
                  <a:cubicBezTo>
                    <a:pt x="13" y="97"/>
                    <a:pt x="13" y="97"/>
                    <a:pt x="12" y="97"/>
                  </a:cubicBezTo>
                  <a:cubicBezTo>
                    <a:pt x="12" y="97"/>
                    <a:pt x="11" y="96"/>
                    <a:pt x="11" y="96"/>
                  </a:cubicBezTo>
                  <a:cubicBezTo>
                    <a:pt x="11" y="95"/>
                    <a:pt x="11" y="95"/>
                    <a:pt x="10" y="95"/>
                  </a:cubicBezTo>
                  <a:cubicBezTo>
                    <a:pt x="10" y="95"/>
                    <a:pt x="10" y="95"/>
                    <a:pt x="9" y="94"/>
                  </a:cubicBezTo>
                  <a:cubicBezTo>
                    <a:pt x="9" y="94"/>
                    <a:pt x="9" y="94"/>
                    <a:pt x="9" y="93"/>
                  </a:cubicBezTo>
                  <a:cubicBezTo>
                    <a:pt x="8" y="92"/>
                    <a:pt x="7" y="92"/>
                    <a:pt x="7" y="90"/>
                  </a:cubicBezTo>
                  <a:cubicBezTo>
                    <a:pt x="8" y="90"/>
                    <a:pt x="8" y="89"/>
                    <a:pt x="9" y="89"/>
                  </a:cubicBezTo>
                  <a:cubicBezTo>
                    <a:pt x="10" y="88"/>
                    <a:pt x="10" y="89"/>
                    <a:pt x="11" y="88"/>
                  </a:cubicBezTo>
                  <a:cubicBezTo>
                    <a:pt x="11" y="88"/>
                    <a:pt x="11" y="89"/>
                    <a:pt x="11" y="89"/>
                  </a:cubicBezTo>
                  <a:cubicBezTo>
                    <a:pt x="12" y="88"/>
                    <a:pt x="13" y="88"/>
                    <a:pt x="14" y="88"/>
                  </a:cubicBezTo>
                  <a:cubicBezTo>
                    <a:pt x="14" y="88"/>
                    <a:pt x="15" y="87"/>
                    <a:pt x="15" y="87"/>
                  </a:cubicBezTo>
                  <a:cubicBezTo>
                    <a:pt x="16" y="87"/>
                    <a:pt x="17" y="87"/>
                    <a:pt x="17" y="87"/>
                  </a:cubicBezTo>
                  <a:cubicBezTo>
                    <a:pt x="17" y="87"/>
                    <a:pt x="18" y="87"/>
                    <a:pt x="18" y="87"/>
                  </a:cubicBezTo>
                  <a:cubicBezTo>
                    <a:pt x="19" y="86"/>
                    <a:pt x="19" y="86"/>
                    <a:pt x="20" y="86"/>
                  </a:cubicBezTo>
                  <a:cubicBezTo>
                    <a:pt x="20" y="86"/>
                    <a:pt x="20" y="86"/>
                    <a:pt x="20" y="86"/>
                  </a:cubicBezTo>
                  <a:cubicBezTo>
                    <a:pt x="21" y="86"/>
                    <a:pt x="23" y="85"/>
                    <a:pt x="24" y="85"/>
                  </a:cubicBezTo>
                  <a:cubicBezTo>
                    <a:pt x="24" y="85"/>
                    <a:pt x="24" y="85"/>
                    <a:pt x="24" y="85"/>
                  </a:cubicBezTo>
                  <a:cubicBezTo>
                    <a:pt x="25" y="85"/>
                    <a:pt x="25" y="84"/>
                    <a:pt x="25" y="84"/>
                  </a:cubicBezTo>
                  <a:cubicBezTo>
                    <a:pt x="26" y="85"/>
                    <a:pt x="26" y="84"/>
                    <a:pt x="26" y="84"/>
                  </a:cubicBezTo>
                  <a:cubicBezTo>
                    <a:pt x="26" y="84"/>
                    <a:pt x="26" y="84"/>
                    <a:pt x="27" y="84"/>
                  </a:cubicBezTo>
                  <a:cubicBezTo>
                    <a:pt x="27" y="84"/>
                    <a:pt x="28" y="84"/>
                    <a:pt x="29" y="83"/>
                  </a:cubicBezTo>
                  <a:cubicBezTo>
                    <a:pt x="29" y="83"/>
                    <a:pt x="30" y="83"/>
                    <a:pt x="31" y="83"/>
                  </a:cubicBezTo>
                  <a:cubicBezTo>
                    <a:pt x="31" y="83"/>
                    <a:pt x="32" y="83"/>
                    <a:pt x="32" y="83"/>
                  </a:cubicBezTo>
                  <a:cubicBezTo>
                    <a:pt x="33" y="83"/>
                    <a:pt x="33" y="83"/>
                    <a:pt x="33" y="82"/>
                  </a:cubicBezTo>
                  <a:cubicBezTo>
                    <a:pt x="33" y="81"/>
                    <a:pt x="33" y="80"/>
                    <a:pt x="32" y="78"/>
                  </a:cubicBezTo>
                  <a:cubicBezTo>
                    <a:pt x="32" y="78"/>
                    <a:pt x="32" y="77"/>
                    <a:pt x="32" y="77"/>
                  </a:cubicBezTo>
                  <a:cubicBezTo>
                    <a:pt x="31" y="76"/>
                    <a:pt x="31" y="75"/>
                    <a:pt x="31" y="74"/>
                  </a:cubicBezTo>
                  <a:cubicBezTo>
                    <a:pt x="30" y="73"/>
                    <a:pt x="29" y="73"/>
                    <a:pt x="29" y="72"/>
                  </a:cubicBezTo>
                  <a:cubicBezTo>
                    <a:pt x="28" y="72"/>
                    <a:pt x="28" y="72"/>
                    <a:pt x="28" y="72"/>
                  </a:cubicBezTo>
                  <a:cubicBezTo>
                    <a:pt x="29" y="71"/>
                    <a:pt x="29" y="70"/>
                    <a:pt x="29" y="70"/>
                  </a:cubicBezTo>
                  <a:cubicBezTo>
                    <a:pt x="29" y="70"/>
                    <a:pt x="29" y="70"/>
                    <a:pt x="29" y="70"/>
                  </a:cubicBezTo>
                  <a:cubicBezTo>
                    <a:pt x="29" y="69"/>
                    <a:pt x="30" y="69"/>
                    <a:pt x="30" y="69"/>
                  </a:cubicBezTo>
                  <a:cubicBezTo>
                    <a:pt x="30" y="69"/>
                    <a:pt x="30" y="69"/>
                    <a:pt x="30" y="69"/>
                  </a:cubicBezTo>
                  <a:cubicBezTo>
                    <a:pt x="30" y="69"/>
                    <a:pt x="30" y="69"/>
                    <a:pt x="30" y="69"/>
                  </a:cubicBezTo>
                  <a:cubicBezTo>
                    <a:pt x="31" y="69"/>
                    <a:pt x="32" y="70"/>
                    <a:pt x="33" y="70"/>
                  </a:cubicBezTo>
                  <a:cubicBezTo>
                    <a:pt x="33" y="70"/>
                    <a:pt x="34" y="70"/>
                    <a:pt x="34" y="70"/>
                  </a:cubicBezTo>
                  <a:cubicBezTo>
                    <a:pt x="35" y="70"/>
                    <a:pt x="35" y="70"/>
                    <a:pt x="36" y="70"/>
                  </a:cubicBezTo>
                  <a:cubicBezTo>
                    <a:pt x="37" y="70"/>
                    <a:pt x="38" y="70"/>
                    <a:pt x="39" y="70"/>
                  </a:cubicBezTo>
                  <a:cubicBezTo>
                    <a:pt x="40" y="70"/>
                    <a:pt x="41" y="70"/>
                    <a:pt x="42" y="70"/>
                  </a:cubicBezTo>
                  <a:cubicBezTo>
                    <a:pt x="42" y="70"/>
                    <a:pt x="43" y="70"/>
                    <a:pt x="43" y="70"/>
                  </a:cubicBezTo>
                  <a:cubicBezTo>
                    <a:pt x="43" y="70"/>
                    <a:pt x="43" y="69"/>
                    <a:pt x="42" y="69"/>
                  </a:cubicBezTo>
                  <a:cubicBezTo>
                    <a:pt x="42" y="69"/>
                    <a:pt x="42" y="69"/>
                    <a:pt x="42" y="69"/>
                  </a:cubicBezTo>
                  <a:cubicBezTo>
                    <a:pt x="42" y="68"/>
                    <a:pt x="42" y="67"/>
                    <a:pt x="42" y="66"/>
                  </a:cubicBezTo>
                  <a:cubicBezTo>
                    <a:pt x="42" y="66"/>
                    <a:pt x="41" y="66"/>
                    <a:pt x="42" y="65"/>
                  </a:cubicBezTo>
                  <a:cubicBezTo>
                    <a:pt x="42" y="65"/>
                    <a:pt x="41" y="65"/>
                    <a:pt x="41" y="65"/>
                  </a:cubicBezTo>
                  <a:cubicBezTo>
                    <a:pt x="41" y="64"/>
                    <a:pt x="41" y="63"/>
                    <a:pt x="41" y="62"/>
                  </a:cubicBezTo>
                  <a:cubicBezTo>
                    <a:pt x="41" y="61"/>
                    <a:pt x="41" y="61"/>
                    <a:pt x="40" y="60"/>
                  </a:cubicBezTo>
                  <a:cubicBezTo>
                    <a:pt x="40" y="60"/>
                    <a:pt x="41" y="59"/>
                    <a:pt x="41" y="58"/>
                  </a:cubicBezTo>
                  <a:cubicBezTo>
                    <a:pt x="41" y="58"/>
                    <a:pt x="40" y="58"/>
                    <a:pt x="40" y="58"/>
                  </a:cubicBezTo>
                  <a:cubicBezTo>
                    <a:pt x="40" y="58"/>
                    <a:pt x="40" y="58"/>
                    <a:pt x="40" y="58"/>
                  </a:cubicBezTo>
                  <a:cubicBezTo>
                    <a:pt x="40" y="58"/>
                    <a:pt x="40" y="57"/>
                    <a:pt x="40" y="57"/>
                  </a:cubicBezTo>
                  <a:cubicBezTo>
                    <a:pt x="40" y="57"/>
                    <a:pt x="40" y="57"/>
                    <a:pt x="40" y="56"/>
                  </a:cubicBezTo>
                  <a:cubicBezTo>
                    <a:pt x="40" y="56"/>
                    <a:pt x="40" y="56"/>
                    <a:pt x="40" y="55"/>
                  </a:cubicBezTo>
                  <a:cubicBezTo>
                    <a:pt x="40" y="55"/>
                    <a:pt x="40" y="54"/>
                    <a:pt x="40" y="54"/>
                  </a:cubicBezTo>
                  <a:cubicBezTo>
                    <a:pt x="40" y="53"/>
                    <a:pt x="40" y="52"/>
                    <a:pt x="40" y="52"/>
                  </a:cubicBezTo>
                  <a:cubicBezTo>
                    <a:pt x="40" y="51"/>
                    <a:pt x="40" y="51"/>
                    <a:pt x="40" y="50"/>
                  </a:cubicBezTo>
                  <a:cubicBezTo>
                    <a:pt x="40" y="50"/>
                    <a:pt x="40" y="49"/>
                    <a:pt x="40" y="49"/>
                  </a:cubicBezTo>
                  <a:cubicBezTo>
                    <a:pt x="40" y="48"/>
                    <a:pt x="40" y="47"/>
                    <a:pt x="40" y="47"/>
                  </a:cubicBezTo>
                  <a:cubicBezTo>
                    <a:pt x="41" y="46"/>
                    <a:pt x="40" y="45"/>
                    <a:pt x="40" y="44"/>
                  </a:cubicBezTo>
                  <a:cubicBezTo>
                    <a:pt x="40" y="43"/>
                    <a:pt x="39" y="42"/>
                    <a:pt x="40" y="41"/>
                  </a:cubicBezTo>
                  <a:cubicBezTo>
                    <a:pt x="40" y="41"/>
                    <a:pt x="39" y="41"/>
                    <a:pt x="39" y="40"/>
                  </a:cubicBezTo>
                  <a:cubicBezTo>
                    <a:pt x="39" y="40"/>
                    <a:pt x="40" y="39"/>
                    <a:pt x="39" y="38"/>
                  </a:cubicBezTo>
                  <a:cubicBezTo>
                    <a:pt x="39" y="38"/>
                    <a:pt x="39" y="38"/>
                    <a:pt x="39" y="37"/>
                  </a:cubicBezTo>
                  <a:cubicBezTo>
                    <a:pt x="39" y="36"/>
                    <a:pt x="39" y="35"/>
                    <a:pt x="39" y="34"/>
                  </a:cubicBezTo>
                  <a:cubicBezTo>
                    <a:pt x="38" y="33"/>
                    <a:pt x="38" y="31"/>
                    <a:pt x="38" y="30"/>
                  </a:cubicBezTo>
                  <a:cubicBezTo>
                    <a:pt x="38" y="30"/>
                    <a:pt x="38" y="30"/>
                    <a:pt x="38" y="29"/>
                  </a:cubicBezTo>
                  <a:cubicBezTo>
                    <a:pt x="37" y="28"/>
                    <a:pt x="37" y="27"/>
                    <a:pt x="37" y="26"/>
                  </a:cubicBezTo>
                  <a:cubicBezTo>
                    <a:pt x="37" y="25"/>
                    <a:pt x="36" y="25"/>
                    <a:pt x="36" y="24"/>
                  </a:cubicBezTo>
                  <a:cubicBezTo>
                    <a:pt x="36" y="23"/>
                    <a:pt x="36" y="23"/>
                    <a:pt x="35" y="22"/>
                  </a:cubicBezTo>
                  <a:cubicBezTo>
                    <a:pt x="35" y="22"/>
                    <a:pt x="35" y="22"/>
                    <a:pt x="35" y="21"/>
                  </a:cubicBezTo>
                  <a:cubicBezTo>
                    <a:pt x="35" y="21"/>
                    <a:pt x="35" y="19"/>
                    <a:pt x="34" y="19"/>
                  </a:cubicBezTo>
                  <a:cubicBezTo>
                    <a:pt x="33" y="18"/>
                    <a:pt x="33" y="17"/>
                    <a:pt x="32" y="17"/>
                  </a:cubicBezTo>
                  <a:cubicBezTo>
                    <a:pt x="32" y="17"/>
                    <a:pt x="32" y="16"/>
                    <a:pt x="32" y="16"/>
                  </a:cubicBezTo>
                  <a:cubicBezTo>
                    <a:pt x="32" y="15"/>
                    <a:pt x="31" y="14"/>
                    <a:pt x="30" y="13"/>
                  </a:cubicBezTo>
                  <a:cubicBezTo>
                    <a:pt x="30" y="13"/>
                    <a:pt x="29" y="12"/>
                    <a:pt x="29" y="12"/>
                  </a:cubicBezTo>
                  <a:cubicBezTo>
                    <a:pt x="29" y="12"/>
                    <a:pt x="29" y="11"/>
                    <a:pt x="28" y="11"/>
                  </a:cubicBezTo>
                  <a:cubicBezTo>
                    <a:pt x="28" y="11"/>
                    <a:pt x="27" y="10"/>
                    <a:pt x="26" y="10"/>
                  </a:cubicBezTo>
                  <a:cubicBezTo>
                    <a:pt x="26" y="10"/>
                    <a:pt x="26" y="9"/>
                    <a:pt x="26" y="9"/>
                  </a:cubicBezTo>
                  <a:cubicBezTo>
                    <a:pt x="25" y="8"/>
                    <a:pt x="24" y="8"/>
                    <a:pt x="23" y="7"/>
                  </a:cubicBezTo>
                  <a:cubicBezTo>
                    <a:pt x="23" y="6"/>
                    <a:pt x="22" y="6"/>
                    <a:pt x="22" y="6"/>
                  </a:cubicBezTo>
                  <a:cubicBezTo>
                    <a:pt x="21" y="6"/>
                    <a:pt x="20" y="6"/>
                    <a:pt x="19" y="5"/>
                  </a:cubicBezTo>
                  <a:cubicBezTo>
                    <a:pt x="18" y="5"/>
                    <a:pt x="17" y="5"/>
                    <a:pt x="16" y="4"/>
                  </a:cubicBezTo>
                  <a:cubicBezTo>
                    <a:pt x="16" y="4"/>
                    <a:pt x="16" y="4"/>
                    <a:pt x="15" y="4"/>
                  </a:cubicBezTo>
                  <a:cubicBezTo>
                    <a:pt x="15" y="4"/>
                    <a:pt x="14" y="4"/>
                    <a:pt x="13" y="4"/>
                  </a:cubicBezTo>
                  <a:cubicBezTo>
                    <a:pt x="12" y="3"/>
                    <a:pt x="11" y="3"/>
                    <a:pt x="9" y="3"/>
                  </a:cubicBezTo>
                  <a:cubicBezTo>
                    <a:pt x="9" y="3"/>
                    <a:pt x="9" y="3"/>
                    <a:pt x="8" y="3"/>
                  </a:cubicBezTo>
                  <a:cubicBezTo>
                    <a:pt x="7" y="3"/>
                    <a:pt x="7" y="3"/>
                    <a:pt x="6" y="3"/>
                  </a:cubicBezTo>
                  <a:cubicBezTo>
                    <a:pt x="6" y="3"/>
                    <a:pt x="5" y="3"/>
                    <a:pt x="5" y="3"/>
                  </a:cubicBezTo>
                  <a:cubicBezTo>
                    <a:pt x="4" y="3"/>
                    <a:pt x="3" y="2"/>
                    <a:pt x="2" y="3"/>
                  </a:cubicBezTo>
                  <a:cubicBezTo>
                    <a:pt x="1" y="3"/>
                    <a:pt x="1" y="3"/>
                    <a:pt x="0" y="3"/>
                  </a:cubicBezTo>
                  <a:cubicBezTo>
                    <a:pt x="0" y="3"/>
                    <a:pt x="0" y="3"/>
                    <a:pt x="0" y="2"/>
                  </a:cubicBezTo>
                  <a:cubicBezTo>
                    <a:pt x="0" y="2"/>
                    <a:pt x="0" y="2"/>
                    <a:pt x="0" y="2"/>
                  </a:cubicBezTo>
                  <a:cubicBezTo>
                    <a:pt x="0" y="2"/>
                    <a:pt x="0" y="1"/>
                    <a:pt x="0" y="1"/>
                  </a:cubicBezTo>
                  <a:cubicBezTo>
                    <a:pt x="1" y="1"/>
                    <a:pt x="2" y="1"/>
                    <a:pt x="3" y="0"/>
                  </a:cubicBezTo>
                  <a:cubicBezTo>
                    <a:pt x="3" y="0"/>
                    <a:pt x="3" y="0"/>
                    <a:pt x="3" y="0"/>
                  </a:cubicBezTo>
                  <a:cubicBezTo>
                    <a:pt x="4" y="1"/>
                    <a:pt x="5" y="0"/>
                    <a:pt x="6" y="0"/>
                  </a:cubicBezTo>
                  <a:cubicBezTo>
                    <a:pt x="7" y="1"/>
                    <a:pt x="7" y="0"/>
                    <a:pt x="8" y="0"/>
                  </a:cubicBezTo>
                  <a:cubicBezTo>
                    <a:pt x="8" y="0"/>
                    <a:pt x="9" y="0"/>
                    <a:pt x="9" y="1"/>
                  </a:cubicBezTo>
                  <a:cubicBezTo>
                    <a:pt x="9" y="1"/>
                    <a:pt x="10" y="1"/>
                    <a:pt x="10" y="1"/>
                  </a:cubicBezTo>
                  <a:cubicBezTo>
                    <a:pt x="11" y="1"/>
                    <a:pt x="11" y="1"/>
                    <a:pt x="12" y="1"/>
                  </a:cubicBezTo>
                  <a:cubicBezTo>
                    <a:pt x="12" y="1"/>
                    <a:pt x="13" y="1"/>
                    <a:pt x="13" y="1"/>
                  </a:cubicBezTo>
                  <a:cubicBezTo>
                    <a:pt x="13" y="1"/>
                    <a:pt x="14" y="1"/>
                    <a:pt x="14" y="1"/>
                  </a:cubicBezTo>
                  <a:cubicBezTo>
                    <a:pt x="15" y="2"/>
                    <a:pt x="15" y="2"/>
                    <a:pt x="16" y="2"/>
                  </a:cubicBezTo>
                  <a:cubicBezTo>
                    <a:pt x="16" y="2"/>
                    <a:pt x="17" y="2"/>
                    <a:pt x="17" y="2"/>
                  </a:cubicBezTo>
                  <a:cubicBezTo>
                    <a:pt x="18" y="3"/>
                    <a:pt x="19" y="3"/>
                    <a:pt x="21" y="3"/>
                  </a:cubicBezTo>
                  <a:cubicBezTo>
                    <a:pt x="21" y="3"/>
                    <a:pt x="22" y="3"/>
                    <a:pt x="22" y="3"/>
                  </a:cubicBezTo>
                  <a:cubicBezTo>
                    <a:pt x="22" y="3"/>
                    <a:pt x="23" y="4"/>
                    <a:pt x="23" y="4"/>
                  </a:cubicBezTo>
                  <a:cubicBezTo>
                    <a:pt x="24" y="5"/>
                    <a:pt x="24" y="5"/>
                    <a:pt x="25" y="5"/>
                  </a:cubicBezTo>
                  <a:cubicBezTo>
                    <a:pt x="26" y="6"/>
                    <a:pt x="26" y="6"/>
                    <a:pt x="27" y="7"/>
                  </a:cubicBezTo>
                  <a:cubicBezTo>
                    <a:pt x="27" y="7"/>
                    <a:pt x="28" y="7"/>
                    <a:pt x="28" y="7"/>
                  </a:cubicBezTo>
                  <a:cubicBezTo>
                    <a:pt x="28" y="8"/>
                    <a:pt x="29" y="8"/>
                    <a:pt x="29" y="8"/>
                  </a:cubicBezTo>
                  <a:cubicBezTo>
                    <a:pt x="29" y="9"/>
                    <a:pt x="30" y="9"/>
                    <a:pt x="31" y="10"/>
                  </a:cubicBezTo>
                  <a:cubicBezTo>
                    <a:pt x="31" y="10"/>
                    <a:pt x="31" y="10"/>
                    <a:pt x="30" y="10"/>
                  </a:cubicBezTo>
                  <a:cubicBezTo>
                    <a:pt x="31" y="10"/>
                    <a:pt x="31" y="11"/>
                    <a:pt x="31" y="11"/>
                  </a:cubicBezTo>
                  <a:cubicBezTo>
                    <a:pt x="32" y="11"/>
                    <a:pt x="32" y="12"/>
                    <a:pt x="32" y="12"/>
                  </a:cubicBezTo>
                  <a:cubicBezTo>
                    <a:pt x="33" y="13"/>
                    <a:pt x="33" y="14"/>
                    <a:pt x="34" y="14"/>
                  </a:cubicBezTo>
                  <a:cubicBezTo>
                    <a:pt x="34" y="15"/>
                    <a:pt x="35" y="15"/>
                    <a:pt x="35" y="16"/>
                  </a:cubicBezTo>
                  <a:cubicBezTo>
                    <a:pt x="35" y="16"/>
                    <a:pt x="35" y="16"/>
                    <a:pt x="35" y="16"/>
                  </a:cubicBezTo>
                  <a:cubicBezTo>
                    <a:pt x="36" y="17"/>
                    <a:pt x="36" y="18"/>
                    <a:pt x="37" y="19"/>
                  </a:cubicBezTo>
                  <a:cubicBezTo>
                    <a:pt x="37" y="19"/>
                    <a:pt x="37" y="20"/>
                    <a:pt x="37" y="20"/>
                  </a:cubicBezTo>
                  <a:cubicBezTo>
                    <a:pt x="37" y="21"/>
                    <a:pt x="38" y="22"/>
                    <a:pt x="38" y="23"/>
                  </a:cubicBezTo>
                  <a:cubicBezTo>
                    <a:pt x="39" y="24"/>
                    <a:pt x="39" y="25"/>
                    <a:pt x="40" y="27"/>
                  </a:cubicBezTo>
                  <a:cubicBezTo>
                    <a:pt x="40" y="27"/>
                    <a:pt x="40" y="28"/>
                    <a:pt x="40" y="29"/>
                  </a:cubicBezTo>
                  <a:cubicBezTo>
                    <a:pt x="40" y="30"/>
                    <a:pt x="41" y="31"/>
                    <a:pt x="41" y="32"/>
                  </a:cubicBezTo>
                  <a:cubicBezTo>
                    <a:pt x="41" y="32"/>
                    <a:pt x="41" y="32"/>
                    <a:pt x="41" y="32"/>
                  </a:cubicBezTo>
                  <a:cubicBezTo>
                    <a:pt x="42" y="33"/>
                    <a:pt x="41" y="34"/>
                    <a:pt x="41" y="35"/>
                  </a:cubicBezTo>
                  <a:cubicBezTo>
                    <a:pt x="41" y="35"/>
                    <a:pt x="42" y="36"/>
                    <a:pt x="41" y="36"/>
                  </a:cubicBezTo>
                  <a:cubicBezTo>
                    <a:pt x="41" y="36"/>
                    <a:pt x="41" y="37"/>
                    <a:pt x="41" y="37"/>
                  </a:cubicBezTo>
                  <a:cubicBezTo>
                    <a:pt x="42" y="38"/>
                    <a:pt x="42" y="39"/>
                    <a:pt x="42" y="40"/>
                  </a:cubicBezTo>
                  <a:cubicBezTo>
                    <a:pt x="42" y="40"/>
                    <a:pt x="42" y="41"/>
                    <a:pt x="42" y="41"/>
                  </a:cubicBezTo>
                  <a:cubicBezTo>
                    <a:pt x="42" y="41"/>
                    <a:pt x="43" y="41"/>
                    <a:pt x="42" y="42"/>
                  </a:cubicBezTo>
                  <a:cubicBezTo>
                    <a:pt x="42" y="42"/>
                    <a:pt x="42" y="42"/>
                    <a:pt x="42" y="42"/>
                  </a:cubicBezTo>
                  <a:cubicBezTo>
                    <a:pt x="42" y="43"/>
                    <a:pt x="43" y="44"/>
                    <a:pt x="43" y="45"/>
                  </a:cubicBezTo>
                  <a:cubicBezTo>
                    <a:pt x="43" y="45"/>
                    <a:pt x="43" y="46"/>
                    <a:pt x="43" y="47"/>
                  </a:cubicBezTo>
                  <a:cubicBezTo>
                    <a:pt x="43" y="48"/>
                    <a:pt x="43" y="48"/>
                    <a:pt x="43" y="48"/>
                  </a:cubicBezTo>
                  <a:cubicBezTo>
                    <a:pt x="43" y="48"/>
                    <a:pt x="43" y="49"/>
                    <a:pt x="43" y="49"/>
                  </a:cubicBezTo>
                  <a:cubicBezTo>
                    <a:pt x="42" y="49"/>
                    <a:pt x="43" y="50"/>
                    <a:pt x="43" y="51"/>
                  </a:cubicBezTo>
                  <a:cubicBezTo>
                    <a:pt x="43" y="51"/>
                    <a:pt x="43" y="51"/>
                    <a:pt x="43" y="52"/>
                  </a:cubicBezTo>
                  <a:cubicBezTo>
                    <a:pt x="43" y="52"/>
                    <a:pt x="43" y="52"/>
                    <a:pt x="43" y="52"/>
                  </a:cubicBezTo>
                  <a:cubicBezTo>
                    <a:pt x="43" y="53"/>
                    <a:pt x="43" y="53"/>
                    <a:pt x="43" y="54"/>
                  </a:cubicBezTo>
                  <a:cubicBezTo>
                    <a:pt x="43" y="54"/>
                    <a:pt x="43" y="55"/>
                    <a:pt x="43" y="55"/>
                  </a:cubicBezTo>
                  <a:cubicBezTo>
                    <a:pt x="43" y="55"/>
                    <a:pt x="43" y="55"/>
                    <a:pt x="43" y="55"/>
                  </a:cubicBezTo>
                  <a:cubicBezTo>
                    <a:pt x="43" y="56"/>
                    <a:pt x="43" y="56"/>
                    <a:pt x="43" y="56"/>
                  </a:cubicBezTo>
                  <a:cubicBezTo>
                    <a:pt x="43" y="56"/>
                    <a:pt x="43" y="56"/>
                    <a:pt x="43" y="57"/>
                  </a:cubicBezTo>
                  <a:cubicBezTo>
                    <a:pt x="43" y="58"/>
                    <a:pt x="43" y="58"/>
                    <a:pt x="43" y="59"/>
                  </a:cubicBezTo>
                  <a:cubicBezTo>
                    <a:pt x="43" y="61"/>
                    <a:pt x="44" y="62"/>
                    <a:pt x="44" y="63"/>
                  </a:cubicBezTo>
                  <a:cubicBezTo>
                    <a:pt x="44" y="63"/>
                    <a:pt x="44" y="64"/>
                    <a:pt x="44" y="64"/>
                  </a:cubicBezTo>
                  <a:cubicBezTo>
                    <a:pt x="44" y="64"/>
                    <a:pt x="44" y="65"/>
                    <a:pt x="45" y="66"/>
                  </a:cubicBezTo>
                  <a:cubicBezTo>
                    <a:pt x="45" y="66"/>
                    <a:pt x="45" y="66"/>
                    <a:pt x="45" y="66"/>
                  </a:cubicBezTo>
                  <a:cubicBezTo>
                    <a:pt x="45" y="67"/>
                    <a:pt x="45" y="67"/>
                    <a:pt x="45" y="67"/>
                  </a:cubicBezTo>
                  <a:cubicBezTo>
                    <a:pt x="46" y="68"/>
                    <a:pt x="46" y="68"/>
                    <a:pt x="46" y="68"/>
                  </a:cubicBezTo>
                  <a:cubicBezTo>
                    <a:pt x="45" y="69"/>
                    <a:pt x="46" y="69"/>
                    <a:pt x="47" y="70"/>
                  </a:cubicBezTo>
                  <a:cubicBezTo>
                    <a:pt x="47" y="71"/>
                    <a:pt x="47" y="71"/>
                    <a:pt x="47" y="71"/>
                  </a:cubicBezTo>
                  <a:cubicBezTo>
                    <a:pt x="46" y="72"/>
                    <a:pt x="46" y="73"/>
                    <a:pt x="45" y="73"/>
                  </a:cubicBezTo>
                  <a:cubicBezTo>
                    <a:pt x="44" y="73"/>
                    <a:pt x="43" y="72"/>
                    <a:pt x="41" y="72"/>
                  </a:cubicBezTo>
                  <a:cubicBezTo>
                    <a:pt x="41" y="73"/>
                    <a:pt x="40" y="72"/>
                    <a:pt x="40" y="73"/>
                  </a:cubicBezTo>
                  <a:cubicBezTo>
                    <a:pt x="40" y="73"/>
                    <a:pt x="39" y="73"/>
                    <a:pt x="39" y="73"/>
                  </a:cubicBezTo>
                  <a:cubicBezTo>
                    <a:pt x="38" y="72"/>
                    <a:pt x="37" y="72"/>
                    <a:pt x="36" y="72"/>
                  </a:cubicBezTo>
                  <a:cubicBezTo>
                    <a:pt x="36" y="72"/>
                    <a:pt x="35" y="72"/>
                    <a:pt x="34" y="72"/>
                  </a:cubicBezTo>
                  <a:cubicBezTo>
                    <a:pt x="34" y="72"/>
                    <a:pt x="34" y="73"/>
                    <a:pt x="33" y="73"/>
                  </a:cubicBezTo>
                  <a:cubicBezTo>
                    <a:pt x="34" y="73"/>
                    <a:pt x="34" y="74"/>
                    <a:pt x="34" y="74"/>
                  </a:cubicBezTo>
                  <a:cubicBezTo>
                    <a:pt x="33" y="74"/>
                    <a:pt x="34" y="75"/>
                    <a:pt x="34" y="75"/>
                  </a:cubicBezTo>
                  <a:cubicBezTo>
                    <a:pt x="34" y="76"/>
                    <a:pt x="34" y="76"/>
                    <a:pt x="35" y="77"/>
                  </a:cubicBezTo>
                  <a:cubicBezTo>
                    <a:pt x="35" y="78"/>
                    <a:pt x="35" y="79"/>
                    <a:pt x="35" y="80"/>
                  </a:cubicBezTo>
                  <a:cubicBezTo>
                    <a:pt x="35" y="80"/>
                    <a:pt x="35" y="80"/>
                    <a:pt x="35" y="80"/>
                  </a:cubicBezTo>
                  <a:cubicBezTo>
                    <a:pt x="36" y="80"/>
                    <a:pt x="36" y="81"/>
                    <a:pt x="36" y="82"/>
                  </a:cubicBezTo>
                  <a:cubicBezTo>
                    <a:pt x="36" y="82"/>
                    <a:pt x="36" y="82"/>
                    <a:pt x="36" y="83"/>
                  </a:cubicBezTo>
                  <a:cubicBezTo>
                    <a:pt x="36" y="83"/>
                    <a:pt x="36" y="84"/>
                    <a:pt x="36" y="84"/>
                  </a:cubicBezTo>
                  <a:cubicBezTo>
                    <a:pt x="35" y="84"/>
                    <a:pt x="35" y="85"/>
                    <a:pt x="34" y="86"/>
                  </a:cubicBezTo>
                  <a:cubicBezTo>
                    <a:pt x="34" y="86"/>
                    <a:pt x="33" y="87"/>
                    <a:pt x="32" y="86"/>
                  </a:cubicBezTo>
                  <a:cubicBezTo>
                    <a:pt x="32" y="86"/>
                    <a:pt x="31" y="86"/>
                    <a:pt x="31" y="86"/>
                  </a:cubicBezTo>
                  <a:cubicBezTo>
                    <a:pt x="30" y="86"/>
                    <a:pt x="29" y="86"/>
                    <a:pt x="28" y="87"/>
                  </a:cubicBezTo>
                  <a:cubicBezTo>
                    <a:pt x="27" y="87"/>
                    <a:pt x="27" y="87"/>
                    <a:pt x="26" y="87"/>
                  </a:cubicBezTo>
                  <a:cubicBezTo>
                    <a:pt x="25" y="87"/>
                    <a:pt x="24" y="88"/>
                    <a:pt x="23" y="88"/>
                  </a:cubicBezTo>
                  <a:cubicBezTo>
                    <a:pt x="23" y="88"/>
                    <a:pt x="23" y="88"/>
                    <a:pt x="23" y="88"/>
                  </a:cubicBezTo>
                  <a:cubicBezTo>
                    <a:pt x="22" y="88"/>
                    <a:pt x="21" y="88"/>
                    <a:pt x="20" y="89"/>
                  </a:cubicBezTo>
                  <a:cubicBezTo>
                    <a:pt x="20" y="89"/>
                    <a:pt x="20" y="89"/>
                    <a:pt x="20" y="89"/>
                  </a:cubicBezTo>
                  <a:cubicBezTo>
                    <a:pt x="20" y="89"/>
                    <a:pt x="20" y="89"/>
                    <a:pt x="20" y="89"/>
                  </a:cubicBezTo>
                  <a:cubicBezTo>
                    <a:pt x="19" y="89"/>
                    <a:pt x="18" y="89"/>
                    <a:pt x="17" y="89"/>
                  </a:cubicBezTo>
                  <a:cubicBezTo>
                    <a:pt x="16" y="90"/>
                    <a:pt x="15" y="90"/>
                    <a:pt x="14" y="90"/>
                  </a:cubicBezTo>
                  <a:cubicBezTo>
                    <a:pt x="13" y="90"/>
                    <a:pt x="13" y="91"/>
                    <a:pt x="12" y="91"/>
                  </a:cubicBezTo>
                  <a:cubicBezTo>
                    <a:pt x="12" y="91"/>
                    <a:pt x="12" y="92"/>
                    <a:pt x="12" y="92"/>
                  </a:cubicBezTo>
                  <a:cubicBezTo>
                    <a:pt x="12" y="92"/>
                    <a:pt x="12" y="93"/>
                    <a:pt x="13" y="93"/>
                  </a:cubicBezTo>
                  <a:cubicBezTo>
                    <a:pt x="13" y="93"/>
                    <a:pt x="13" y="93"/>
                    <a:pt x="13" y="94"/>
                  </a:cubicBezTo>
                  <a:cubicBezTo>
                    <a:pt x="14" y="94"/>
                    <a:pt x="14" y="94"/>
                    <a:pt x="15" y="95"/>
                  </a:cubicBezTo>
                  <a:cubicBezTo>
                    <a:pt x="15" y="95"/>
                    <a:pt x="15" y="95"/>
                    <a:pt x="15" y="95"/>
                  </a:cubicBezTo>
                  <a:cubicBezTo>
                    <a:pt x="16" y="96"/>
                    <a:pt x="16" y="97"/>
                    <a:pt x="17" y="97"/>
                  </a:cubicBezTo>
                  <a:cubicBezTo>
                    <a:pt x="17" y="97"/>
                    <a:pt x="17" y="97"/>
                    <a:pt x="17" y="97"/>
                  </a:cubicBezTo>
                  <a:cubicBezTo>
                    <a:pt x="18" y="98"/>
                    <a:pt x="19" y="98"/>
                    <a:pt x="19" y="99"/>
                  </a:cubicBezTo>
                  <a:cubicBezTo>
                    <a:pt x="19" y="99"/>
                    <a:pt x="20" y="99"/>
                    <a:pt x="20" y="100"/>
                  </a:cubicBezTo>
                  <a:cubicBezTo>
                    <a:pt x="20" y="100"/>
                    <a:pt x="21" y="100"/>
                    <a:pt x="21" y="100"/>
                  </a:cubicBezTo>
                  <a:cubicBezTo>
                    <a:pt x="21" y="101"/>
                    <a:pt x="23" y="101"/>
                    <a:pt x="24" y="102"/>
                  </a:cubicBezTo>
                  <a:cubicBezTo>
                    <a:pt x="25" y="102"/>
                    <a:pt x="26" y="103"/>
                    <a:pt x="27" y="103"/>
                  </a:cubicBezTo>
                  <a:cubicBezTo>
                    <a:pt x="27" y="103"/>
                    <a:pt x="27" y="103"/>
                    <a:pt x="27" y="103"/>
                  </a:cubicBezTo>
                  <a:cubicBezTo>
                    <a:pt x="27" y="103"/>
                    <a:pt x="27" y="104"/>
                    <a:pt x="28" y="104"/>
                  </a:cubicBezTo>
                  <a:cubicBezTo>
                    <a:pt x="28" y="104"/>
                    <a:pt x="28" y="104"/>
                    <a:pt x="29" y="104"/>
                  </a:cubicBezTo>
                  <a:cubicBezTo>
                    <a:pt x="29" y="104"/>
                    <a:pt x="29" y="105"/>
                    <a:pt x="30" y="105"/>
                  </a:cubicBezTo>
                  <a:cubicBezTo>
                    <a:pt x="30" y="105"/>
                    <a:pt x="30" y="105"/>
                    <a:pt x="30" y="105"/>
                  </a:cubicBezTo>
                  <a:cubicBezTo>
                    <a:pt x="31" y="105"/>
                    <a:pt x="32" y="105"/>
                    <a:pt x="32" y="107"/>
                  </a:cubicBezTo>
                  <a:cubicBezTo>
                    <a:pt x="32" y="107"/>
                    <a:pt x="32" y="107"/>
                    <a:pt x="33" y="107"/>
                  </a:cubicBezTo>
                  <a:cubicBezTo>
                    <a:pt x="32" y="107"/>
                    <a:pt x="32" y="107"/>
                    <a:pt x="32" y="107"/>
                  </a:cubicBezTo>
                  <a:cubicBezTo>
                    <a:pt x="32" y="107"/>
                    <a:pt x="31" y="108"/>
                    <a:pt x="32" y="108"/>
                  </a:cubicBezTo>
                  <a:cubicBezTo>
                    <a:pt x="32" y="108"/>
                    <a:pt x="32" y="108"/>
                    <a:pt x="32" y="109"/>
                  </a:cubicBezTo>
                  <a:cubicBezTo>
                    <a:pt x="32" y="109"/>
                    <a:pt x="32" y="109"/>
                    <a:pt x="32" y="110"/>
                  </a:cubicBezTo>
                  <a:cubicBezTo>
                    <a:pt x="32" y="110"/>
                    <a:pt x="32" y="110"/>
                    <a:pt x="32" y="110"/>
                  </a:cubicBezTo>
                  <a:cubicBezTo>
                    <a:pt x="32" y="112"/>
                    <a:pt x="32" y="113"/>
                    <a:pt x="32" y="114"/>
                  </a:cubicBezTo>
                  <a:cubicBezTo>
                    <a:pt x="32" y="115"/>
                    <a:pt x="32" y="115"/>
                    <a:pt x="32" y="116"/>
                  </a:cubicBezTo>
                  <a:cubicBezTo>
                    <a:pt x="32" y="117"/>
                    <a:pt x="32" y="118"/>
                    <a:pt x="32" y="119"/>
                  </a:cubicBezTo>
                  <a:cubicBezTo>
                    <a:pt x="31" y="119"/>
                    <a:pt x="31" y="120"/>
                    <a:pt x="31" y="121"/>
                  </a:cubicBezTo>
                  <a:cubicBezTo>
                    <a:pt x="30" y="122"/>
                    <a:pt x="30" y="123"/>
                    <a:pt x="30" y="124"/>
                  </a:cubicBezTo>
                  <a:cubicBezTo>
                    <a:pt x="30" y="124"/>
                    <a:pt x="30" y="124"/>
                    <a:pt x="30" y="124"/>
                  </a:cubicBezTo>
                  <a:cubicBezTo>
                    <a:pt x="29" y="124"/>
                    <a:pt x="29" y="125"/>
                    <a:pt x="29" y="125"/>
                  </a:cubicBezTo>
                  <a:cubicBezTo>
                    <a:pt x="29" y="125"/>
                    <a:pt x="29" y="125"/>
                    <a:pt x="29" y="125"/>
                  </a:cubicBezTo>
                  <a:cubicBezTo>
                    <a:pt x="28" y="126"/>
                    <a:pt x="27" y="127"/>
                    <a:pt x="26" y="128"/>
                  </a:cubicBezTo>
                  <a:cubicBezTo>
                    <a:pt x="25" y="128"/>
                    <a:pt x="25" y="128"/>
                    <a:pt x="24" y="128"/>
                  </a:cubicBezTo>
                  <a:cubicBezTo>
                    <a:pt x="24" y="128"/>
                    <a:pt x="23" y="128"/>
                    <a:pt x="23" y="128"/>
                  </a:cubicBezTo>
                  <a:cubicBezTo>
                    <a:pt x="22" y="128"/>
                    <a:pt x="21" y="129"/>
                    <a:pt x="21" y="129"/>
                  </a:cubicBezTo>
                  <a:cubicBezTo>
                    <a:pt x="20" y="129"/>
                    <a:pt x="19" y="129"/>
                    <a:pt x="18" y="129"/>
                  </a:cubicBezTo>
                  <a:cubicBezTo>
                    <a:pt x="17" y="130"/>
                    <a:pt x="16" y="130"/>
                    <a:pt x="14" y="130"/>
                  </a:cubicBezTo>
                  <a:cubicBezTo>
                    <a:pt x="14" y="130"/>
                    <a:pt x="14" y="130"/>
                    <a:pt x="14" y="130"/>
                  </a:cubicBezTo>
                  <a:cubicBezTo>
                    <a:pt x="12" y="130"/>
                    <a:pt x="10" y="130"/>
                    <a:pt x="9" y="130"/>
                  </a:cubicBezTo>
                  <a:cubicBezTo>
                    <a:pt x="7" y="130"/>
                    <a:pt x="6" y="130"/>
                    <a:pt x="5" y="130"/>
                  </a:cubicBezTo>
                  <a:cubicBezTo>
                    <a:pt x="4" y="129"/>
                    <a:pt x="3" y="130"/>
                    <a:pt x="3" y="129"/>
                  </a:cubicBezTo>
                  <a:cubicBezTo>
                    <a:pt x="2" y="129"/>
                    <a:pt x="1" y="129"/>
                    <a:pt x="1" y="129"/>
                  </a:cubicBezTo>
                  <a:cubicBezTo>
                    <a:pt x="0" y="129"/>
                    <a:pt x="0" y="130"/>
                    <a:pt x="0" y="130"/>
                  </a:cubicBezTo>
                  <a:cubicBezTo>
                    <a:pt x="0" y="129"/>
                    <a:pt x="0" y="128"/>
                    <a:pt x="0"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3" name="Freeform 111">
              <a:extLst>
                <a:ext uri="{FF2B5EF4-FFF2-40B4-BE49-F238E27FC236}">
                  <a16:creationId xmlns:a16="http://schemas.microsoft.com/office/drawing/2014/main" id="{2ED4BB19-8636-4114-AD94-0B91E66CB524}"/>
                </a:ext>
              </a:extLst>
            </p:cNvPr>
            <p:cNvSpPr>
              <a:spLocks noEditPoints="1"/>
            </p:cNvSpPr>
            <p:nvPr/>
          </p:nvSpPr>
          <p:spPr bwMode="auto">
            <a:xfrm>
              <a:off x="393700" y="5548313"/>
              <a:ext cx="519113" cy="457200"/>
            </a:xfrm>
            <a:custGeom>
              <a:avLst/>
              <a:gdLst>
                <a:gd name="T0" fmla="*/ 124 w 132"/>
                <a:gd name="T1" fmla="*/ 5 h 116"/>
                <a:gd name="T2" fmla="*/ 130 w 132"/>
                <a:gd name="T3" fmla="*/ 22 h 116"/>
                <a:gd name="T4" fmla="*/ 132 w 132"/>
                <a:gd name="T5" fmla="*/ 35 h 116"/>
                <a:gd name="T6" fmla="*/ 131 w 132"/>
                <a:gd name="T7" fmla="*/ 58 h 116"/>
                <a:gd name="T8" fmla="*/ 129 w 132"/>
                <a:gd name="T9" fmla="*/ 83 h 116"/>
                <a:gd name="T10" fmla="*/ 119 w 132"/>
                <a:gd name="T11" fmla="*/ 102 h 116"/>
                <a:gd name="T12" fmla="*/ 105 w 132"/>
                <a:gd name="T13" fmla="*/ 97 h 116"/>
                <a:gd name="T14" fmla="*/ 90 w 132"/>
                <a:gd name="T15" fmla="*/ 94 h 116"/>
                <a:gd name="T16" fmla="*/ 73 w 132"/>
                <a:gd name="T17" fmla="*/ 92 h 116"/>
                <a:gd name="T18" fmla="*/ 67 w 132"/>
                <a:gd name="T19" fmla="*/ 112 h 116"/>
                <a:gd name="T20" fmla="*/ 61 w 132"/>
                <a:gd name="T21" fmla="*/ 113 h 116"/>
                <a:gd name="T22" fmla="*/ 67 w 132"/>
                <a:gd name="T23" fmla="*/ 99 h 116"/>
                <a:gd name="T24" fmla="*/ 55 w 132"/>
                <a:gd name="T25" fmla="*/ 89 h 116"/>
                <a:gd name="T26" fmla="*/ 38 w 132"/>
                <a:gd name="T27" fmla="*/ 86 h 116"/>
                <a:gd name="T28" fmla="*/ 34 w 132"/>
                <a:gd name="T29" fmla="*/ 103 h 116"/>
                <a:gd name="T30" fmla="*/ 30 w 132"/>
                <a:gd name="T31" fmla="*/ 84 h 116"/>
                <a:gd name="T32" fmla="*/ 16 w 132"/>
                <a:gd name="T33" fmla="*/ 73 h 116"/>
                <a:gd name="T34" fmla="*/ 3 w 132"/>
                <a:gd name="T35" fmla="*/ 74 h 116"/>
                <a:gd name="T36" fmla="*/ 5 w 132"/>
                <a:gd name="T37" fmla="*/ 58 h 116"/>
                <a:gd name="T38" fmla="*/ 28 w 132"/>
                <a:gd name="T39" fmla="*/ 46 h 116"/>
                <a:gd name="T40" fmla="*/ 46 w 132"/>
                <a:gd name="T41" fmla="*/ 36 h 116"/>
                <a:gd name="T42" fmla="*/ 70 w 132"/>
                <a:gd name="T43" fmla="*/ 23 h 116"/>
                <a:gd name="T44" fmla="*/ 92 w 132"/>
                <a:gd name="T45" fmla="*/ 11 h 116"/>
                <a:gd name="T46" fmla="*/ 103 w 132"/>
                <a:gd name="T47" fmla="*/ 4 h 116"/>
                <a:gd name="T48" fmla="*/ 115 w 132"/>
                <a:gd name="T49" fmla="*/ 5 h 116"/>
                <a:gd name="T50" fmla="*/ 117 w 132"/>
                <a:gd name="T51" fmla="*/ 8 h 116"/>
                <a:gd name="T52" fmla="*/ 124 w 132"/>
                <a:gd name="T53" fmla="*/ 24 h 116"/>
                <a:gd name="T54" fmla="*/ 126 w 132"/>
                <a:gd name="T55" fmla="*/ 53 h 116"/>
                <a:gd name="T56" fmla="*/ 124 w 132"/>
                <a:gd name="T57" fmla="*/ 85 h 116"/>
                <a:gd name="T58" fmla="*/ 126 w 132"/>
                <a:gd name="T59" fmla="*/ 81 h 116"/>
                <a:gd name="T60" fmla="*/ 128 w 132"/>
                <a:gd name="T61" fmla="*/ 60 h 116"/>
                <a:gd name="T62" fmla="*/ 129 w 132"/>
                <a:gd name="T63" fmla="*/ 40 h 116"/>
                <a:gd name="T64" fmla="*/ 124 w 132"/>
                <a:gd name="T65" fmla="*/ 13 h 116"/>
                <a:gd name="T66" fmla="*/ 111 w 132"/>
                <a:gd name="T67" fmla="*/ 94 h 116"/>
                <a:gd name="T68" fmla="*/ 108 w 132"/>
                <a:gd name="T69" fmla="*/ 66 h 116"/>
                <a:gd name="T70" fmla="*/ 110 w 132"/>
                <a:gd name="T71" fmla="*/ 29 h 116"/>
                <a:gd name="T72" fmla="*/ 109 w 132"/>
                <a:gd name="T73" fmla="*/ 10 h 116"/>
                <a:gd name="T74" fmla="*/ 97 w 132"/>
                <a:gd name="T75" fmla="*/ 12 h 116"/>
                <a:gd name="T76" fmla="*/ 73 w 132"/>
                <a:gd name="T77" fmla="*/ 25 h 116"/>
                <a:gd name="T78" fmla="*/ 46 w 132"/>
                <a:gd name="T79" fmla="*/ 39 h 116"/>
                <a:gd name="T80" fmla="*/ 25 w 132"/>
                <a:gd name="T81" fmla="*/ 51 h 116"/>
                <a:gd name="T82" fmla="*/ 5 w 132"/>
                <a:gd name="T83" fmla="*/ 65 h 116"/>
                <a:gd name="T84" fmla="*/ 23 w 132"/>
                <a:gd name="T85" fmla="*/ 72 h 116"/>
                <a:gd name="T86" fmla="*/ 38 w 132"/>
                <a:gd name="T87" fmla="*/ 75 h 116"/>
                <a:gd name="T88" fmla="*/ 40 w 132"/>
                <a:gd name="T89" fmla="*/ 78 h 116"/>
                <a:gd name="T90" fmla="*/ 53 w 132"/>
                <a:gd name="T91" fmla="*/ 78 h 116"/>
                <a:gd name="T92" fmla="*/ 65 w 132"/>
                <a:gd name="T93" fmla="*/ 88 h 116"/>
                <a:gd name="T94" fmla="*/ 75 w 132"/>
                <a:gd name="T95" fmla="*/ 87 h 116"/>
                <a:gd name="T96" fmla="*/ 88 w 132"/>
                <a:gd name="T97" fmla="*/ 90 h 116"/>
                <a:gd name="T98" fmla="*/ 111 w 132"/>
                <a:gd name="T99" fmla="*/ 96 h 116"/>
                <a:gd name="T100" fmla="*/ 57 w 132"/>
                <a:gd name="T101" fmla="*/ 86 h 116"/>
                <a:gd name="T102" fmla="*/ 51 w 132"/>
                <a:gd name="T103" fmla="*/ 82 h 116"/>
                <a:gd name="T104" fmla="*/ 117 w 132"/>
                <a:gd name="T105" fmla="*/ 89 h 116"/>
                <a:gd name="T106" fmla="*/ 119 w 132"/>
                <a:gd name="T107" fmla="*/ 97 h 116"/>
                <a:gd name="T108" fmla="*/ 112 w 132"/>
                <a:gd name="T109" fmla="*/ 64 h 116"/>
                <a:gd name="T110" fmla="*/ 112 w 132"/>
                <a:gd name="T111" fmla="*/ 56 h 116"/>
                <a:gd name="T112" fmla="*/ 120 w 132"/>
                <a:gd name="T113" fmla="*/ 29 h 116"/>
                <a:gd name="T114" fmla="*/ 123 w 132"/>
                <a:gd name="T115" fmla="*/ 46 h 116"/>
                <a:gd name="T116" fmla="*/ 122 w 132"/>
                <a:gd name="T117" fmla="*/ 3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2" h="116">
                  <a:moveTo>
                    <a:pt x="114" y="3"/>
                  </a:moveTo>
                  <a:cubicBezTo>
                    <a:pt x="114" y="3"/>
                    <a:pt x="114" y="3"/>
                    <a:pt x="113" y="2"/>
                  </a:cubicBezTo>
                  <a:cubicBezTo>
                    <a:pt x="113" y="2"/>
                    <a:pt x="113" y="2"/>
                    <a:pt x="113" y="2"/>
                  </a:cubicBezTo>
                  <a:cubicBezTo>
                    <a:pt x="114" y="1"/>
                    <a:pt x="114" y="1"/>
                    <a:pt x="115" y="1"/>
                  </a:cubicBezTo>
                  <a:cubicBezTo>
                    <a:pt x="115" y="1"/>
                    <a:pt x="115" y="1"/>
                    <a:pt x="115" y="1"/>
                  </a:cubicBezTo>
                  <a:cubicBezTo>
                    <a:pt x="117" y="1"/>
                    <a:pt x="119" y="0"/>
                    <a:pt x="121" y="0"/>
                  </a:cubicBezTo>
                  <a:cubicBezTo>
                    <a:pt x="122" y="0"/>
                    <a:pt x="123" y="1"/>
                    <a:pt x="123" y="2"/>
                  </a:cubicBezTo>
                  <a:cubicBezTo>
                    <a:pt x="124" y="2"/>
                    <a:pt x="124" y="3"/>
                    <a:pt x="124" y="3"/>
                  </a:cubicBezTo>
                  <a:cubicBezTo>
                    <a:pt x="124" y="4"/>
                    <a:pt x="124" y="4"/>
                    <a:pt x="124" y="4"/>
                  </a:cubicBezTo>
                  <a:cubicBezTo>
                    <a:pt x="124" y="4"/>
                    <a:pt x="124" y="4"/>
                    <a:pt x="124" y="5"/>
                  </a:cubicBezTo>
                  <a:cubicBezTo>
                    <a:pt x="124" y="6"/>
                    <a:pt x="125" y="7"/>
                    <a:pt x="126" y="7"/>
                  </a:cubicBezTo>
                  <a:cubicBezTo>
                    <a:pt x="126" y="8"/>
                    <a:pt x="127" y="9"/>
                    <a:pt x="127" y="10"/>
                  </a:cubicBezTo>
                  <a:cubicBezTo>
                    <a:pt x="127" y="10"/>
                    <a:pt x="128" y="11"/>
                    <a:pt x="128" y="12"/>
                  </a:cubicBezTo>
                  <a:cubicBezTo>
                    <a:pt x="128" y="12"/>
                    <a:pt x="128" y="12"/>
                    <a:pt x="128" y="12"/>
                  </a:cubicBezTo>
                  <a:cubicBezTo>
                    <a:pt x="128" y="13"/>
                    <a:pt x="128" y="13"/>
                    <a:pt x="128" y="14"/>
                  </a:cubicBezTo>
                  <a:cubicBezTo>
                    <a:pt x="129" y="15"/>
                    <a:pt x="129" y="16"/>
                    <a:pt x="129" y="17"/>
                  </a:cubicBezTo>
                  <a:cubicBezTo>
                    <a:pt x="129" y="17"/>
                    <a:pt x="129" y="17"/>
                    <a:pt x="129" y="18"/>
                  </a:cubicBezTo>
                  <a:cubicBezTo>
                    <a:pt x="129" y="18"/>
                    <a:pt x="130" y="18"/>
                    <a:pt x="129" y="18"/>
                  </a:cubicBezTo>
                  <a:cubicBezTo>
                    <a:pt x="129" y="18"/>
                    <a:pt x="129" y="19"/>
                    <a:pt x="129" y="19"/>
                  </a:cubicBezTo>
                  <a:cubicBezTo>
                    <a:pt x="129" y="20"/>
                    <a:pt x="130" y="21"/>
                    <a:pt x="130" y="22"/>
                  </a:cubicBezTo>
                  <a:cubicBezTo>
                    <a:pt x="130" y="22"/>
                    <a:pt x="130" y="22"/>
                    <a:pt x="130" y="22"/>
                  </a:cubicBezTo>
                  <a:cubicBezTo>
                    <a:pt x="130" y="23"/>
                    <a:pt x="130" y="24"/>
                    <a:pt x="130" y="25"/>
                  </a:cubicBezTo>
                  <a:cubicBezTo>
                    <a:pt x="130" y="26"/>
                    <a:pt x="131" y="26"/>
                    <a:pt x="131" y="26"/>
                  </a:cubicBezTo>
                  <a:cubicBezTo>
                    <a:pt x="131" y="27"/>
                    <a:pt x="131" y="27"/>
                    <a:pt x="131" y="27"/>
                  </a:cubicBezTo>
                  <a:cubicBezTo>
                    <a:pt x="130" y="27"/>
                    <a:pt x="130" y="28"/>
                    <a:pt x="131" y="28"/>
                  </a:cubicBezTo>
                  <a:cubicBezTo>
                    <a:pt x="131" y="29"/>
                    <a:pt x="131" y="30"/>
                    <a:pt x="131" y="31"/>
                  </a:cubicBezTo>
                  <a:cubicBezTo>
                    <a:pt x="131" y="32"/>
                    <a:pt x="131" y="32"/>
                    <a:pt x="131" y="32"/>
                  </a:cubicBezTo>
                  <a:cubicBezTo>
                    <a:pt x="131" y="33"/>
                    <a:pt x="132" y="33"/>
                    <a:pt x="131" y="33"/>
                  </a:cubicBezTo>
                  <a:cubicBezTo>
                    <a:pt x="131" y="34"/>
                    <a:pt x="132" y="34"/>
                    <a:pt x="132" y="35"/>
                  </a:cubicBezTo>
                  <a:cubicBezTo>
                    <a:pt x="132" y="35"/>
                    <a:pt x="132" y="35"/>
                    <a:pt x="132" y="35"/>
                  </a:cubicBezTo>
                  <a:cubicBezTo>
                    <a:pt x="132" y="36"/>
                    <a:pt x="132" y="37"/>
                    <a:pt x="132" y="38"/>
                  </a:cubicBezTo>
                  <a:cubicBezTo>
                    <a:pt x="132" y="39"/>
                    <a:pt x="132" y="39"/>
                    <a:pt x="132" y="40"/>
                  </a:cubicBezTo>
                  <a:cubicBezTo>
                    <a:pt x="132" y="40"/>
                    <a:pt x="132" y="40"/>
                    <a:pt x="132" y="41"/>
                  </a:cubicBezTo>
                  <a:cubicBezTo>
                    <a:pt x="132" y="41"/>
                    <a:pt x="132" y="42"/>
                    <a:pt x="132" y="43"/>
                  </a:cubicBezTo>
                  <a:cubicBezTo>
                    <a:pt x="132" y="44"/>
                    <a:pt x="132" y="44"/>
                    <a:pt x="132" y="45"/>
                  </a:cubicBezTo>
                  <a:cubicBezTo>
                    <a:pt x="132" y="45"/>
                    <a:pt x="132" y="46"/>
                    <a:pt x="132" y="46"/>
                  </a:cubicBezTo>
                  <a:cubicBezTo>
                    <a:pt x="132" y="46"/>
                    <a:pt x="131" y="46"/>
                    <a:pt x="132" y="47"/>
                  </a:cubicBezTo>
                  <a:cubicBezTo>
                    <a:pt x="132" y="47"/>
                    <a:pt x="132" y="47"/>
                    <a:pt x="132" y="47"/>
                  </a:cubicBezTo>
                  <a:cubicBezTo>
                    <a:pt x="132" y="49"/>
                    <a:pt x="132" y="51"/>
                    <a:pt x="132" y="52"/>
                  </a:cubicBezTo>
                  <a:cubicBezTo>
                    <a:pt x="132" y="54"/>
                    <a:pt x="132" y="56"/>
                    <a:pt x="131" y="58"/>
                  </a:cubicBezTo>
                  <a:cubicBezTo>
                    <a:pt x="131" y="59"/>
                    <a:pt x="131" y="60"/>
                    <a:pt x="131" y="61"/>
                  </a:cubicBezTo>
                  <a:cubicBezTo>
                    <a:pt x="131" y="62"/>
                    <a:pt x="131" y="63"/>
                    <a:pt x="130" y="65"/>
                  </a:cubicBezTo>
                  <a:cubicBezTo>
                    <a:pt x="129" y="67"/>
                    <a:pt x="130" y="70"/>
                    <a:pt x="130" y="72"/>
                  </a:cubicBezTo>
                  <a:cubicBezTo>
                    <a:pt x="130" y="72"/>
                    <a:pt x="130" y="73"/>
                    <a:pt x="130" y="73"/>
                  </a:cubicBezTo>
                  <a:cubicBezTo>
                    <a:pt x="130" y="73"/>
                    <a:pt x="130" y="73"/>
                    <a:pt x="130" y="73"/>
                  </a:cubicBezTo>
                  <a:cubicBezTo>
                    <a:pt x="130" y="74"/>
                    <a:pt x="130" y="75"/>
                    <a:pt x="130" y="75"/>
                  </a:cubicBezTo>
                  <a:cubicBezTo>
                    <a:pt x="130" y="76"/>
                    <a:pt x="129" y="76"/>
                    <a:pt x="129" y="76"/>
                  </a:cubicBezTo>
                  <a:cubicBezTo>
                    <a:pt x="130" y="77"/>
                    <a:pt x="129" y="78"/>
                    <a:pt x="129" y="80"/>
                  </a:cubicBezTo>
                  <a:cubicBezTo>
                    <a:pt x="129" y="81"/>
                    <a:pt x="129" y="82"/>
                    <a:pt x="129" y="82"/>
                  </a:cubicBezTo>
                  <a:cubicBezTo>
                    <a:pt x="129" y="82"/>
                    <a:pt x="129" y="83"/>
                    <a:pt x="129" y="83"/>
                  </a:cubicBezTo>
                  <a:cubicBezTo>
                    <a:pt x="128" y="84"/>
                    <a:pt x="128" y="85"/>
                    <a:pt x="128" y="86"/>
                  </a:cubicBezTo>
                  <a:cubicBezTo>
                    <a:pt x="128" y="86"/>
                    <a:pt x="128" y="87"/>
                    <a:pt x="127" y="88"/>
                  </a:cubicBezTo>
                  <a:cubicBezTo>
                    <a:pt x="127" y="88"/>
                    <a:pt x="127" y="89"/>
                    <a:pt x="127" y="89"/>
                  </a:cubicBezTo>
                  <a:cubicBezTo>
                    <a:pt x="127" y="90"/>
                    <a:pt x="127" y="91"/>
                    <a:pt x="127" y="92"/>
                  </a:cubicBezTo>
                  <a:cubicBezTo>
                    <a:pt x="127" y="93"/>
                    <a:pt x="126" y="94"/>
                    <a:pt x="126" y="95"/>
                  </a:cubicBezTo>
                  <a:cubicBezTo>
                    <a:pt x="125" y="96"/>
                    <a:pt x="125" y="97"/>
                    <a:pt x="124" y="98"/>
                  </a:cubicBezTo>
                  <a:cubicBezTo>
                    <a:pt x="124" y="98"/>
                    <a:pt x="124" y="98"/>
                    <a:pt x="124" y="98"/>
                  </a:cubicBezTo>
                  <a:cubicBezTo>
                    <a:pt x="123" y="99"/>
                    <a:pt x="123" y="100"/>
                    <a:pt x="121" y="101"/>
                  </a:cubicBezTo>
                  <a:cubicBezTo>
                    <a:pt x="121" y="101"/>
                    <a:pt x="121" y="101"/>
                    <a:pt x="120" y="102"/>
                  </a:cubicBezTo>
                  <a:cubicBezTo>
                    <a:pt x="120" y="102"/>
                    <a:pt x="120" y="102"/>
                    <a:pt x="119" y="102"/>
                  </a:cubicBezTo>
                  <a:cubicBezTo>
                    <a:pt x="119" y="102"/>
                    <a:pt x="119" y="102"/>
                    <a:pt x="118" y="102"/>
                  </a:cubicBezTo>
                  <a:cubicBezTo>
                    <a:pt x="118" y="101"/>
                    <a:pt x="118" y="101"/>
                    <a:pt x="117" y="101"/>
                  </a:cubicBezTo>
                  <a:cubicBezTo>
                    <a:pt x="117" y="101"/>
                    <a:pt x="116" y="101"/>
                    <a:pt x="115" y="101"/>
                  </a:cubicBezTo>
                  <a:cubicBezTo>
                    <a:pt x="115" y="101"/>
                    <a:pt x="115" y="101"/>
                    <a:pt x="114" y="101"/>
                  </a:cubicBezTo>
                  <a:cubicBezTo>
                    <a:pt x="114" y="100"/>
                    <a:pt x="113" y="100"/>
                    <a:pt x="112" y="99"/>
                  </a:cubicBezTo>
                  <a:cubicBezTo>
                    <a:pt x="111" y="99"/>
                    <a:pt x="111" y="99"/>
                    <a:pt x="110" y="98"/>
                  </a:cubicBezTo>
                  <a:cubicBezTo>
                    <a:pt x="110" y="98"/>
                    <a:pt x="110" y="98"/>
                    <a:pt x="109" y="98"/>
                  </a:cubicBezTo>
                  <a:cubicBezTo>
                    <a:pt x="109" y="98"/>
                    <a:pt x="108" y="98"/>
                    <a:pt x="108" y="98"/>
                  </a:cubicBezTo>
                  <a:cubicBezTo>
                    <a:pt x="108" y="98"/>
                    <a:pt x="108" y="97"/>
                    <a:pt x="108" y="97"/>
                  </a:cubicBezTo>
                  <a:cubicBezTo>
                    <a:pt x="107" y="98"/>
                    <a:pt x="106" y="97"/>
                    <a:pt x="105" y="97"/>
                  </a:cubicBezTo>
                  <a:cubicBezTo>
                    <a:pt x="104" y="97"/>
                    <a:pt x="103" y="96"/>
                    <a:pt x="102" y="96"/>
                  </a:cubicBezTo>
                  <a:cubicBezTo>
                    <a:pt x="102" y="96"/>
                    <a:pt x="101" y="95"/>
                    <a:pt x="100" y="96"/>
                  </a:cubicBezTo>
                  <a:cubicBezTo>
                    <a:pt x="100" y="96"/>
                    <a:pt x="99" y="96"/>
                    <a:pt x="99" y="96"/>
                  </a:cubicBezTo>
                  <a:cubicBezTo>
                    <a:pt x="99" y="96"/>
                    <a:pt x="99" y="95"/>
                    <a:pt x="98" y="95"/>
                  </a:cubicBezTo>
                  <a:cubicBezTo>
                    <a:pt x="98" y="96"/>
                    <a:pt x="97" y="95"/>
                    <a:pt x="96" y="95"/>
                  </a:cubicBezTo>
                  <a:cubicBezTo>
                    <a:pt x="96" y="95"/>
                    <a:pt x="96" y="95"/>
                    <a:pt x="95" y="95"/>
                  </a:cubicBezTo>
                  <a:cubicBezTo>
                    <a:pt x="95" y="95"/>
                    <a:pt x="94" y="95"/>
                    <a:pt x="94" y="95"/>
                  </a:cubicBezTo>
                  <a:cubicBezTo>
                    <a:pt x="94" y="94"/>
                    <a:pt x="93" y="94"/>
                    <a:pt x="93" y="95"/>
                  </a:cubicBezTo>
                  <a:cubicBezTo>
                    <a:pt x="92" y="95"/>
                    <a:pt x="92" y="94"/>
                    <a:pt x="91" y="94"/>
                  </a:cubicBezTo>
                  <a:cubicBezTo>
                    <a:pt x="91" y="94"/>
                    <a:pt x="90" y="94"/>
                    <a:pt x="90" y="94"/>
                  </a:cubicBezTo>
                  <a:cubicBezTo>
                    <a:pt x="89" y="93"/>
                    <a:pt x="87" y="94"/>
                    <a:pt x="86" y="93"/>
                  </a:cubicBezTo>
                  <a:cubicBezTo>
                    <a:pt x="86" y="93"/>
                    <a:pt x="86" y="93"/>
                    <a:pt x="86" y="93"/>
                  </a:cubicBezTo>
                  <a:cubicBezTo>
                    <a:pt x="85" y="93"/>
                    <a:pt x="84" y="92"/>
                    <a:pt x="84" y="92"/>
                  </a:cubicBezTo>
                  <a:cubicBezTo>
                    <a:pt x="83" y="92"/>
                    <a:pt x="82" y="92"/>
                    <a:pt x="82" y="92"/>
                  </a:cubicBezTo>
                  <a:cubicBezTo>
                    <a:pt x="81" y="93"/>
                    <a:pt x="81" y="92"/>
                    <a:pt x="80" y="92"/>
                  </a:cubicBezTo>
                  <a:cubicBezTo>
                    <a:pt x="80" y="92"/>
                    <a:pt x="79" y="91"/>
                    <a:pt x="79" y="91"/>
                  </a:cubicBezTo>
                  <a:cubicBezTo>
                    <a:pt x="78" y="91"/>
                    <a:pt x="77" y="91"/>
                    <a:pt x="77" y="91"/>
                  </a:cubicBezTo>
                  <a:cubicBezTo>
                    <a:pt x="76" y="91"/>
                    <a:pt x="76" y="91"/>
                    <a:pt x="75" y="91"/>
                  </a:cubicBezTo>
                  <a:cubicBezTo>
                    <a:pt x="75" y="91"/>
                    <a:pt x="75" y="91"/>
                    <a:pt x="75" y="91"/>
                  </a:cubicBezTo>
                  <a:cubicBezTo>
                    <a:pt x="74" y="91"/>
                    <a:pt x="74" y="92"/>
                    <a:pt x="73" y="92"/>
                  </a:cubicBezTo>
                  <a:cubicBezTo>
                    <a:pt x="73" y="93"/>
                    <a:pt x="73" y="93"/>
                    <a:pt x="73" y="93"/>
                  </a:cubicBezTo>
                  <a:cubicBezTo>
                    <a:pt x="72" y="94"/>
                    <a:pt x="72" y="95"/>
                    <a:pt x="73" y="95"/>
                  </a:cubicBezTo>
                  <a:cubicBezTo>
                    <a:pt x="73" y="96"/>
                    <a:pt x="72" y="96"/>
                    <a:pt x="72" y="96"/>
                  </a:cubicBezTo>
                  <a:cubicBezTo>
                    <a:pt x="71" y="96"/>
                    <a:pt x="71" y="97"/>
                    <a:pt x="71" y="98"/>
                  </a:cubicBezTo>
                  <a:cubicBezTo>
                    <a:pt x="71" y="99"/>
                    <a:pt x="70" y="100"/>
                    <a:pt x="70" y="101"/>
                  </a:cubicBezTo>
                  <a:cubicBezTo>
                    <a:pt x="70" y="101"/>
                    <a:pt x="70" y="102"/>
                    <a:pt x="70" y="103"/>
                  </a:cubicBezTo>
                  <a:cubicBezTo>
                    <a:pt x="70" y="103"/>
                    <a:pt x="69" y="104"/>
                    <a:pt x="69" y="104"/>
                  </a:cubicBezTo>
                  <a:cubicBezTo>
                    <a:pt x="69" y="105"/>
                    <a:pt x="68" y="106"/>
                    <a:pt x="68" y="106"/>
                  </a:cubicBezTo>
                  <a:cubicBezTo>
                    <a:pt x="68" y="107"/>
                    <a:pt x="68" y="108"/>
                    <a:pt x="67" y="109"/>
                  </a:cubicBezTo>
                  <a:cubicBezTo>
                    <a:pt x="67" y="110"/>
                    <a:pt x="67" y="111"/>
                    <a:pt x="67" y="112"/>
                  </a:cubicBezTo>
                  <a:cubicBezTo>
                    <a:pt x="67" y="112"/>
                    <a:pt x="67" y="112"/>
                    <a:pt x="67" y="112"/>
                  </a:cubicBezTo>
                  <a:cubicBezTo>
                    <a:pt x="67" y="114"/>
                    <a:pt x="67" y="114"/>
                    <a:pt x="66" y="115"/>
                  </a:cubicBezTo>
                  <a:cubicBezTo>
                    <a:pt x="66" y="115"/>
                    <a:pt x="66" y="115"/>
                    <a:pt x="66" y="116"/>
                  </a:cubicBezTo>
                  <a:cubicBezTo>
                    <a:pt x="65" y="116"/>
                    <a:pt x="64" y="116"/>
                    <a:pt x="63" y="116"/>
                  </a:cubicBezTo>
                  <a:cubicBezTo>
                    <a:pt x="62" y="116"/>
                    <a:pt x="62" y="116"/>
                    <a:pt x="62" y="116"/>
                  </a:cubicBezTo>
                  <a:cubicBezTo>
                    <a:pt x="61" y="116"/>
                    <a:pt x="59" y="116"/>
                    <a:pt x="58" y="115"/>
                  </a:cubicBezTo>
                  <a:cubicBezTo>
                    <a:pt x="58" y="115"/>
                    <a:pt x="58" y="115"/>
                    <a:pt x="58" y="114"/>
                  </a:cubicBezTo>
                  <a:cubicBezTo>
                    <a:pt x="58" y="114"/>
                    <a:pt x="58" y="113"/>
                    <a:pt x="58" y="113"/>
                  </a:cubicBezTo>
                  <a:cubicBezTo>
                    <a:pt x="59" y="113"/>
                    <a:pt x="59" y="113"/>
                    <a:pt x="60" y="113"/>
                  </a:cubicBezTo>
                  <a:cubicBezTo>
                    <a:pt x="60" y="113"/>
                    <a:pt x="61" y="113"/>
                    <a:pt x="61" y="113"/>
                  </a:cubicBezTo>
                  <a:cubicBezTo>
                    <a:pt x="61" y="113"/>
                    <a:pt x="61" y="113"/>
                    <a:pt x="62" y="112"/>
                  </a:cubicBezTo>
                  <a:cubicBezTo>
                    <a:pt x="62" y="112"/>
                    <a:pt x="62" y="111"/>
                    <a:pt x="62" y="111"/>
                  </a:cubicBezTo>
                  <a:cubicBezTo>
                    <a:pt x="62" y="110"/>
                    <a:pt x="63" y="110"/>
                    <a:pt x="63" y="110"/>
                  </a:cubicBezTo>
                  <a:cubicBezTo>
                    <a:pt x="63" y="109"/>
                    <a:pt x="63" y="108"/>
                    <a:pt x="64" y="107"/>
                  </a:cubicBezTo>
                  <a:cubicBezTo>
                    <a:pt x="64" y="107"/>
                    <a:pt x="64" y="107"/>
                    <a:pt x="64" y="107"/>
                  </a:cubicBezTo>
                  <a:cubicBezTo>
                    <a:pt x="64" y="107"/>
                    <a:pt x="64" y="106"/>
                    <a:pt x="65" y="105"/>
                  </a:cubicBezTo>
                  <a:cubicBezTo>
                    <a:pt x="65" y="105"/>
                    <a:pt x="65" y="105"/>
                    <a:pt x="65" y="105"/>
                  </a:cubicBezTo>
                  <a:cubicBezTo>
                    <a:pt x="65" y="104"/>
                    <a:pt x="67" y="103"/>
                    <a:pt x="66" y="101"/>
                  </a:cubicBezTo>
                  <a:cubicBezTo>
                    <a:pt x="66" y="101"/>
                    <a:pt x="67" y="100"/>
                    <a:pt x="67" y="100"/>
                  </a:cubicBezTo>
                  <a:cubicBezTo>
                    <a:pt x="67" y="99"/>
                    <a:pt x="67" y="99"/>
                    <a:pt x="67" y="99"/>
                  </a:cubicBezTo>
                  <a:cubicBezTo>
                    <a:pt x="67" y="99"/>
                    <a:pt x="67" y="99"/>
                    <a:pt x="67" y="99"/>
                  </a:cubicBezTo>
                  <a:cubicBezTo>
                    <a:pt x="67" y="98"/>
                    <a:pt x="67" y="97"/>
                    <a:pt x="67" y="96"/>
                  </a:cubicBezTo>
                  <a:cubicBezTo>
                    <a:pt x="66" y="96"/>
                    <a:pt x="66" y="96"/>
                    <a:pt x="66" y="95"/>
                  </a:cubicBezTo>
                  <a:cubicBezTo>
                    <a:pt x="65" y="95"/>
                    <a:pt x="65" y="95"/>
                    <a:pt x="65" y="94"/>
                  </a:cubicBezTo>
                  <a:cubicBezTo>
                    <a:pt x="64" y="94"/>
                    <a:pt x="64" y="94"/>
                    <a:pt x="63" y="93"/>
                  </a:cubicBezTo>
                  <a:cubicBezTo>
                    <a:pt x="63" y="93"/>
                    <a:pt x="63" y="93"/>
                    <a:pt x="62" y="93"/>
                  </a:cubicBezTo>
                  <a:cubicBezTo>
                    <a:pt x="61" y="92"/>
                    <a:pt x="60" y="91"/>
                    <a:pt x="59" y="91"/>
                  </a:cubicBezTo>
                  <a:cubicBezTo>
                    <a:pt x="58" y="91"/>
                    <a:pt x="57" y="90"/>
                    <a:pt x="56" y="90"/>
                  </a:cubicBezTo>
                  <a:cubicBezTo>
                    <a:pt x="56" y="90"/>
                    <a:pt x="56" y="89"/>
                    <a:pt x="56" y="89"/>
                  </a:cubicBezTo>
                  <a:cubicBezTo>
                    <a:pt x="55" y="89"/>
                    <a:pt x="55" y="89"/>
                    <a:pt x="55" y="89"/>
                  </a:cubicBezTo>
                  <a:cubicBezTo>
                    <a:pt x="55" y="89"/>
                    <a:pt x="54" y="89"/>
                    <a:pt x="54" y="89"/>
                  </a:cubicBezTo>
                  <a:cubicBezTo>
                    <a:pt x="53" y="89"/>
                    <a:pt x="53" y="88"/>
                    <a:pt x="52" y="88"/>
                  </a:cubicBezTo>
                  <a:cubicBezTo>
                    <a:pt x="51" y="88"/>
                    <a:pt x="51" y="88"/>
                    <a:pt x="50" y="87"/>
                  </a:cubicBezTo>
                  <a:cubicBezTo>
                    <a:pt x="49" y="87"/>
                    <a:pt x="48" y="87"/>
                    <a:pt x="47" y="86"/>
                  </a:cubicBezTo>
                  <a:cubicBezTo>
                    <a:pt x="46" y="86"/>
                    <a:pt x="46" y="86"/>
                    <a:pt x="45" y="86"/>
                  </a:cubicBezTo>
                  <a:cubicBezTo>
                    <a:pt x="45" y="86"/>
                    <a:pt x="45" y="86"/>
                    <a:pt x="45" y="86"/>
                  </a:cubicBezTo>
                  <a:cubicBezTo>
                    <a:pt x="44" y="85"/>
                    <a:pt x="43" y="85"/>
                    <a:pt x="42" y="85"/>
                  </a:cubicBezTo>
                  <a:cubicBezTo>
                    <a:pt x="42" y="85"/>
                    <a:pt x="42" y="85"/>
                    <a:pt x="41" y="85"/>
                  </a:cubicBezTo>
                  <a:cubicBezTo>
                    <a:pt x="41" y="85"/>
                    <a:pt x="41" y="85"/>
                    <a:pt x="40" y="85"/>
                  </a:cubicBezTo>
                  <a:cubicBezTo>
                    <a:pt x="40" y="86"/>
                    <a:pt x="39" y="86"/>
                    <a:pt x="38" y="86"/>
                  </a:cubicBezTo>
                  <a:cubicBezTo>
                    <a:pt x="38" y="87"/>
                    <a:pt x="38" y="87"/>
                    <a:pt x="38" y="88"/>
                  </a:cubicBezTo>
                  <a:cubicBezTo>
                    <a:pt x="38" y="89"/>
                    <a:pt x="38" y="89"/>
                    <a:pt x="38" y="89"/>
                  </a:cubicBezTo>
                  <a:cubicBezTo>
                    <a:pt x="38" y="90"/>
                    <a:pt x="38" y="91"/>
                    <a:pt x="38" y="92"/>
                  </a:cubicBezTo>
                  <a:cubicBezTo>
                    <a:pt x="38" y="92"/>
                    <a:pt x="38" y="92"/>
                    <a:pt x="38" y="92"/>
                  </a:cubicBezTo>
                  <a:cubicBezTo>
                    <a:pt x="38" y="93"/>
                    <a:pt x="38" y="93"/>
                    <a:pt x="38" y="94"/>
                  </a:cubicBezTo>
                  <a:cubicBezTo>
                    <a:pt x="38" y="95"/>
                    <a:pt x="37" y="97"/>
                    <a:pt x="37" y="98"/>
                  </a:cubicBezTo>
                  <a:cubicBezTo>
                    <a:pt x="37" y="99"/>
                    <a:pt x="37" y="100"/>
                    <a:pt x="37" y="101"/>
                  </a:cubicBezTo>
                  <a:cubicBezTo>
                    <a:pt x="37" y="102"/>
                    <a:pt x="38" y="103"/>
                    <a:pt x="38" y="103"/>
                  </a:cubicBezTo>
                  <a:cubicBezTo>
                    <a:pt x="38" y="104"/>
                    <a:pt x="36" y="105"/>
                    <a:pt x="35" y="105"/>
                  </a:cubicBezTo>
                  <a:cubicBezTo>
                    <a:pt x="34" y="104"/>
                    <a:pt x="34" y="104"/>
                    <a:pt x="34" y="103"/>
                  </a:cubicBezTo>
                  <a:cubicBezTo>
                    <a:pt x="34" y="103"/>
                    <a:pt x="34" y="102"/>
                    <a:pt x="34" y="102"/>
                  </a:cubicBezTo>
                  <a:cubicBezTo>
                    <a:pt x="34" y="100"/>
                    <a:pt x="34" y="99"/>
                    <a:pt x="34" y="97"/>
                  </a:cubicBezTo>
                  <a:cubicBezTo>
                    <a:pt x="35" y="96"/>
                    <a:pt x="34" y="95"/>
                    <a:pt x="34" y="94"/>
                  </a:cubicBezTo>
                  <a:cubicBezTo>
                    <a:pt x="35" y="94"/>
                    <a:pt x="35" y="93"/>
                    <a:pt x="35" y="92"/>
                  </a:cubicBezTo>
                  <a:cubicBezTo>
                    <a:pt x="35" y="92"/>
                    <a:pt x="35" y="92"/>
                    <a:pt x="35" y="91"/>
                  </a:cubicBezTo>
                  <a:cubicBezTo>
                    <a:pt x="35" y="90"/>
                    <a:pt x="35" y="89"/>
                    <a:pt x="35" y="88"/>
                  </a:cubicBezTo>
                  <a:cubicBezTo>
                    <a:pt x="35" y="87"/>
                    <a:pt x="35" y="86"/>
                    <a:pt x="35" y="85"/>
                  </a:cubicBezTo>
                  <a:cubicBezTo>
                    <a:pt x="34" y="85"/>
                    <a:pt x="33" y="84"/>
                    <a:pt x="32" y="84"/>
                  </a:cubicBezTo>
                  <a:cubicBezTo>
                    <a:pt x="32" y="84"/>
                    <a:pt x="32" y="84"/>
                    <a:pt x="32" y="84"/>
                  </a:cubicBezTo>
                  <a:cubicBezTo>
                    <a:pt x="31" y="84"/>
                    <a:pt x="30" y="84"/>
                    <a:pt x="30" y="84"/>
                  </a:cubicBezTo>
                  <a:cubicBezTo>
                    <a:pt x="30" y="84"/>
                    <a:pt x="30" y="84"/>
                    <a:pt x="30" y="84"/>
                  </a:cubicBezTo>
                  <a:cubicBezTo>
                    <a:pt x="29" y="83"/>
                    <a:pt x="29" y="82"/>
                    <a:pt x="29" y="81"/>
                  </a:cubicBezTo>
                  <a:cubicBezTo>
                    <a:pt x="29" y="81"/>
                    <a:pt x="30" y="81"/>
                    <a:pt x="30" y="80"/>
                  </a:cubicBezTo>
                  <a:cubicBezTo>
                    <a:pt x="30" y="80"/>
                    <a:pt x="30" y="80"/>
                    <a:pt x="31" y="80"/>
                  </a:cubicBezTo>
                  <a:cubicBezTo>
                    <a:pt x="31" y="79"/>
                    <a:pt x="31" y="78"/>
                    <a:pt x="31" y="78"/>
                  </a:cubicBezTo>
                  <a:cubicBezTo>
                    <a:pt x="31" y="78"/>
                    <a:pt x="31" y="77"/>
                    <a:pt x="31" y="77"/>
                  </a:cubicBezTo>
                  <a:cubicBezTo>
                    <a:pt x="30" y="77"/>
                    <a:pt x="29" y="76"/>
                    <a:pt x="27" y="76"/>
                  </a:cubicBezTo>
                  <a:cubicBezTo>
                    <a:pt x="26" y="76"/>
                    <a:pt x="25" y="75"/>
                    <a:pt x="23" y="75"/>
                  </a:cubicBezTo>
                  <a:cubicBezTo>
                    <a:pt x="22" y="75"/>
                    <a:pt x="21" y="74"/>
                    <a:pt x="20" y="74"/>
                  </a:cubicBezTo>
                  <a:cubicBezTo>
                    <a:pt x="19" y="74"/>
                    <a:pt x="17" y="74"/>
                    <a:pt x="16" y="73"/>
                  </a:cubicBezTo>
                  <a:cubicBezTo>
                    <a:pt x="15" y="73"/>
                    <a:pt x="13" y="73"/>
                    <a:pt x="12" y="72"/>
                  </a:cubicBezTo>
                  <a:cubicBezTo>
                    <a:pt x="12" y="72"/>
                    <a:pt x="11" y="72"/>
                    <a:pt x="11" y="72"/>
                  </a:cubicBezTo>
                  <a:cubicBezTo>
                    <a:pt x="11" y="72"/>
                    <a:pt x="11" y="72"/>
                    <a:pt x="10" y="72"/>
                  </a:cubicBezTo>
                  <a:cubicBezTo>
                    <a:pt x="10" y="72"/>
                    <a:pt x="10" y="72"/>
                    <a:pt x="10" y="72"/>
                  </a:cubicBezTo>
                  <a:cubicBezTo>
                    <a:pt x="9" y="73"/>
                    <a:pt x="9" y="72"/>
                    <a:pt x="8" y="72"/>
                  </a:cubicBezTo>
                  <a:cubicBezTo>
                    <a:pt x="7" y="72"/>
                    <a:pt x="7" y="72"/>
                    <a:pt x="7" y="72"/>
                  </a:cubicBezTo>
                  <a:cubicBezTo>
                    <a:pt x="7" y="72"/>
                    <a:pt x="6" y="72"/>
                    <a:pt x="6" y="72"/>
                  </a:cubicBezTo>
                  <a:cubicBezTo>
                    <a:pt x="6" y="72"/>
                    <a:pt x="5" y="72"/>
                    <a:pt x="5" y="72"/>
                  </a:cubicBezTo>
                  <a:cubicBezTo>
                    <a:pt x="5" y="73"/>
                    <a:pt x="4" y="73"/>
                    <a:pt x="4" y="73"/>
                  </a:cubicBezTo>
                  <a:cubicBezTo>
                    <a:pt x="4" y="73"/>
                    <a:pt x="3" y="74"/>
                    <a:pt x="3" y="74"/>
                  </a:cubicBezTo>
                  <a:cubicBezTo>
                    <a:pt x="3" y="74"/>
                    <a:pt x="2" y="73"/>
                    <a:pt x="2" y="73"/>
                  </a:cubicBezTo>
                  <a:cubicBezTo>
                    <a:pt x="1" y="73"/>
                    <a:pt x="0" y="72"/>
                    <a:pt x="1" y="72"/>
                  </a:cubicBezTo>
                  <a:cubicBezTo>
                    <a:pt x="1" y="71"/>
                    <a:pt x="1" y="71"/>
                    <a:pt x="1" y="71"/>
                  </a:cubicBezTo>
                  <a:cubicBezTo>
                    <a:pt x="1" y="70"/>
                    <a:pt x="1" y="69"/>
                    <a:pt x="1" y="69"/>
                  </a:cubicBezTo>
                  <a:cubicBezTo>
                    <a:pt x="1" y="68"/>
                    <a:pt x="1" y="68"/>
                    <a:pt x="1" y="68"/>
                  </a:cubicBezTo>
                  <a:cubicBezTo>
                    <a:pt x="1" y="67"/>
                    <a:pt x="1" y="67"/>
                    <a:pt x="1" y="67"/>
                  </a:cubicBezTo>
                  <a:cubicBezTo>
                    <a:pt x="1" y="65"/>
                    <a:pt x="1" y="63"/>
                    <a:pt x="1" y="61"/>
                  </a:cubicBezTo>
                  <a:cubicBezTo>
                    <a:pt x="1" y="61"/>
                    <a:pt x="1" y="61"/>
                    <a:pt x="1" y="61"/>
                  </a:cubicBezTo>
                  <a:cubicBezTo>
                    <a:pt x="1" y="61"/>
                    <a:pt x="1" y="60"/>
                    <a:pt x="1" y="60"/>
                  </a:cubicBezTo>
                  <a:cubicBezTo>
                    <a:pt x="2" y="58"/>
                    <a:pt x="4" y="58"/>
                    <a:pt x="5" y="58"/>
                  </a:cubicBezTo>
                  <a:cubicBezTo>
                    <a:pt x="6" y="58"/>
                    <a:pt x="6" y="57"/>
                    <a:pt x="7" y="57"/>
                  </a:cubicBezTo>
                  <a:cubicBezTo>
                    <a:pt x="8" y="57"/>
                    <a:pt x="8" y="56"/>
                    <a:pt x="9" y="56"/>
                  </a:cubicBezTo>
                  <a:cubicBezTo>
                    <a:pt x="11" y="55"/>
                    <a:pt x="12" y="55"/>
                    <a:pt x="14" y="54"/>
                  </a:cubicBezTo>
                  <a:cubicBezTo>
                    <a:pt x="14" y="54"/>
                    <a:pt x="15" y="54"/>
                    <a:pt x="15" y="53"/>
                  </a:cubicBezTo>
                  <a:cubicBezTo>
                    <a:pt x="16" y="53"/>
                    <a:pt x="16" y="52"/>
                    <a:pt x="17" y="52"/>
                  </a:cubicBezTo>
                  <a:cubicBezTo>
                    <a:pt x="19" y="52"/>
                    <a:pt x="19" y="51"/>
                    <a:pt x="20" y="50"/>
                  </a:cubicBezTo>
                  <a:cubicBezTo>
                    <a:pt x="21" y="50"/>
                    <a:pt x="22" y="50"/>
                    <a:pt x="22" y="49"/>
                  </a:cubicBezTo>
                  <a:cubicBezTo>
                    <a:pt x="23" y="49"/>
                    <a:pt x="23" y="49"/>
                    <a:pt x="24" y="49"/>
                  </a:cubicBezTo>
                  <a:cubicBezTo>
                    <a:pt x="24" y="48"/>
                    <a:pt x="26" y="47"/>
                    <a:pt x="27" y="47"/>
                  </a:cubicBezTo>
                  <a:cubicBezTo>
                    <a:pt x="27" y="47"/>
                    <a:pt x="28" y="46"/>
                    <a:pt x="28" y="46"/>
                  </a:cubicBezTo>
                  <a:cubicBezTo>
                    <a:pt x="29" y="45"/>
                    <a:pt x="30" y="45"/>
                    <a:pt x="30" y="45"/>
                  </a:cubicBezTo>
                  <a:cubicBezTo>
                    <a:pt x="30" y="45"/>
                    <a:pt x="30" y="45"/>
                    <a:pt x="31" y="45"/>
                  </a:cubicBezTo>
                  <a:cubicBezTo>
                    <a:pt x="31" y="43"/>
                    <a:pt x="33" y="43"/>
                    <a:pt x="34" y="43"/>
                  </a:cubicBezTo>
                  <a:cubicBezTo>
                    <a:pt x="34" y="43"/>
                    <a:pt x="34" y="42"/>
                    <a:pt x="34" y="42"/>
                  </a:cubicBezTo>
                  <a:cubicBezTo>
                    <a:pt x="34" y="42"/>
                    <a:pt x="34" y="42"/>
                    <a:pt x="34" y="42"/>
                  </a:cubicBezTo>
                  <a:cubicBezTo>
                    <a:pt x="35" y="42"/>
                    <a:pt x="35" y="42"/>
                    <a:pt x="35" y="41"/>
                  </a:cubicBezTo>
                  <a:cubicBezTo>
                    <a:pt x="36" y="41"/>
                    <a:pt x="37" y="41"/>
                    <a:pt x="38" y="40"/>
                  </a:cubicBezTo>
                  <a:cubicBezTo>
                    <a:pt x="38" y="40"/>
                    <a:pt x="39" y="39"/>
                    <a:pt x="40" y="39"/>
                  </a:cubicBezTo>
                  <a:cubicBezTo>
                    <a:pt x="41" y="39"/>
                    <a:pt x="42" y="38"/>
                    <a:pt x="43" y="37"/>
                  </a:cubicBezTo>
                  <a:cubicBezTo>
                    <a:pt x="44" y="37"/>
                    <a:pt x="45" y="37"/>
                    <a:pt x="46" y="36"/>
                  </a:cubicBezTo>
                  <a:cubicBezTo>
                    <a:pt x="46" y="36"/>
                    <a:pt x="47" y="35"/>
                    <a:pt x="48" y="35"/>
                  </a:cubicBezTo>
                  <a:cubicBezTo>
                    <a:pt x="48" y="35"/>
                    <a:pt x="48" y="35"/>
                    <a:pt x="49" y="35"/>
                  </a:cubicBezTo>
                  <a:cubicBezTo>
                    <a:pt x="50" y="34"/>
                    <a:pt x="52" y="33"/>
                    <a:pt x="54" y="32"/>
                  </a:cubicBezTo>
                  <a:cubicBezTo>
                    <a:pt x="55" y="31"/>
                    <a:pt x="56" y="31"/>
                    <a:pt x="57" y="30"/>
                  </a:cubicBezTo>
                  <a:cubicBezTo>
                    <a:pt x="58" y="30"/>
                    <a:pt x="58" y="30"/>
                    <a:pt x="59" y="29"/>
                  </a:cubicBezTo>
                  <a:cubicBezTo>
                    <a:pt x="60" y="29"/>
                    <a:pt x="61" y="29"/>
                    <a:pt x="62" y="28"/>
                  </a:cubicBezTo>
                  <a:cubicBezTo>
                    <a:pt x="62" y="28"/>
                    <a:pt x="62" y="28"/>
                    <a:pt x="63" y="27"/>
                  </a:cubicBezTo>
                  <a:cubicBezTo>
                    <a:pt x="63" y="27"/>
                    <a:pt x="63" y="27"/>
                    <a:pt x="63" y="27"/>
                  </a:cubicBezTo>
                  <a:cubicBezTo>
                    <a:pt x="65" y="26"/>
                    <a:pt x="66" y="25"/>
                    <a:pt x="67" y="25"/>
                  </a:cubicBezTo>
                  <a:cubicBezTo>
                    <a:pt x="68" y="24"/>
                    <a:pt x="69" y="23"/>
                    <a:pt x="70" y="23"/>
                  </a:cubicBezTo>
                  <a:cubicBezTo>
                    <a:pt x="70" y="23"/>
                    <a:pt x="71" y="22"/>
                    <a:pt x="72" y="22"/>
                  </a:cubicBezTo>
                  <a:cubicBezTo>
                    <a:pt x="72" y="22"/>
                    <a:pt x="72" y="22"/>
                    <a:pt x="73" y="22"/>
                  </a:cubicBezTo>
                  <a:cubicBezTo>
                    <a:pt x="73" y="21"/>
                    <a:pt x="74" y="21"/>
                    <a:pt x="75" y="21"/>
                  </a:cubicBezTo>
                  <a:cubicBezTo>
                    <a:pt x="75" y="20"/>
                    <a:pt x="76" y="20"/>
                    <a:pt x="76" y="20"/>
                  </a:cubicBezTo>
                  <a:cubicBezTo>
                    <a:pt x="77" y="19"/>
                    <a:pt x="78" y="19"/>
                    <a:pt x="78" y="18"/>
                  </a:cubicBezTo>
                  <a:cubicBezTo>
                    <a:pt x="79" y="18"/>
                    <a:pt x="80" y="18"/>
                    <a:pt x="80" y="17"/>
                  </a:cubicBezTo>
                  <a:cubicBezTo>
                    <a:pt x="81" y="17"/>
                    <a:pt x="82" y="17"/>
                    <a:pt x="83" y="16"/>
                  </a:cubicBezTo>
                  <a:cubicBezTo>
                    <a:pt x="84" y="15"/>
                    <a:pt x="85" y="15"/>
                    <a:pt x="86" y="14"/>
                  </a:cubicBezTo>
                  <a:cubicBezTo>
                    <a:pt x="87" y="14"/>
                    <a:pt x="88" y="13"/>
                    <a:pt x="89" y="13"/>
                  </a:cubicBezTo>
                  <a:cubicBezTo>
                    <a:pt x="90" y="12"/>
                    <a:pt x="91" y="11"/>
                    <a:pt x="92" y="11"/>
                  </a:cubicBezTo>
                  <a:cubicBezTo>
                    <a:pt x="93" y="11"/>
                    <a:pt x="93" y="10"/>
                    <a:pt x="94" y="10"/>
                  </a:cubicBezTo>
                  <a:cubicBezTo>
                    <a:pt x="95" y="10"/>
                    <a:pt x="96" y="9"/>
                    <a:pt x="96" y="9"/>
                  </a:cubicBezTo>
                  <a:cubicBezTo>
                    <a:pt x="96" y="8"/>
                    <a:pt x="97" y="8"/>
                    <a:pt x="97" y="7"/>
                  </a:cubicBezTo>
                  <a:cubicBezTo>
                    <a:pt x="98" y="7"/>
                    <a:pt x="98" y="7"/>
                    <a:pt x="99" y="7"/>
                  </a:cubicBezTo>
                  <a:cubicBezTo>
                    <a:pt x="99" y="7"/>
                    <a:pt x="99" y="7"/>
                    <a:pt x="99" y="7"/>
                  </a:cubicBezTo>
                  <a:cubicBezTo>
                    <a:pt x="99" y="7"/>
                    <a:pt x="99" y="6"/>
                    <a:pt x="99" y="6"/>
                  </a:cubicBezTo>
                  <a:cubicBezTo>
                    <a:pt x="99" y="6"/>
                    <a:pt x="99" y="6"/>
                    <a:pt x="99" y="6"/>
                  </a:cubicBezTo>
                  <a:cubicBezTo>
                    <a:pt x="99" y="6"/>
                    <a:pt x="100" y="6"/>
                    <a:pt x="100" y="6"/>
                  </a:cubicBezTo>
                  <a:cubicBezTo>
                    <a:pt x="101" y="6"/>
                    <a:pt x="101" y="5"/>
                    <a:pt x="102" y="5"/>
                  </a:cubicBezTo>
                  <a:cubicBezTo>
                    <a:pt x="102" y="5"/>
                    <a:pt x="102" y="4"/>
                    <a:pt x="103" y="4"/>
                  </a:cubicBezTo>
                  <a:cubicBezTo>
                    <a:pt x="104" y="4"/>
                    <a:pt x="105" y="3"/>
                    <a:pt x="105" y="3"/>
                  </a:cubicBezTo>
                  <a:cubicBezTo>
                    <a:pt x="106" y="2"/>
                    <a:pt x="106" y="2"/>
                    <a:pt x="106" y="2"/>
                  </a:cubicBezTo>
                  <a:cubicBezTo>
                    <a:pt x="107" y="1"/>
                    <a:pt x="107" y="1"/>
                    <a:pt x="108" y="0"/>
                  </a:cubicBezTo>
                  <a:cubicBezTo>
                    <a:pt x="109" y="0"/>
                    <a:pt x="111" y="1"/>
                    <a:pt x="111" y="1"/>
                  </a:cubicBezTo>
                  <a:cubicBezTo>
                    <a:pt x="111" y="2"/>
                    <a:pt x="111" y="3"/>
                    <a:pt x="111" y="3"/>
                  </a:cubicBezTo>
                  <a:cubicBezTo>
                    <a:pt x="110" y="3"/>
                    <a:pt x="110" y="3"/>
                    <a:pt x="111" y="4"/>
                  </a:cubicBezTo>
                  <a:cubicBezTo>
                    <a:pt x="111" y="4"/>
                    <a:pt x="112" y="3"/>
                    <a:pt x="112" y="3"/>
                  </a:cubicBezTo>
                  <a:cubicBezTo>
                    <a:pt x="113" y="3"/>
                    <a:pt x="114" y="3"/>
                    <a:pt x="114" y="3"/>
                  </a:cubicBezTo>
                  <a:cubicBezTo>
                    <a:pt x="114" y="4"/>
                    <a:pt x="115" y="4"/>
                    <a:pt x="115" y="4"/>
                  </a:cubicBezTo>
                  <a:cubicBezTo>
                    <a:pt x="115" y="5"/>
                    <a:pt x="115" y="5"/>
                    <a:pt x="115" y="5"/>
                  </a:cubicBezTo>
                  <a:cubicBezTo>
                    <a:pt x="115" y="6"/>
                    <a:pt x="115" y="7"/>
                    <a:pt x="114" y="7"/>
                  </a:cubicBezTo>
                  <a:cubicBezTo>
                    <a:pt x="114" y="9"/>
                    <a:pt x="115" y="10"/>
                    <a:pt x="114" y="11"/>
                  </a:cubicBezTo>
                  <a:cubicBezTo>
                    <a:pt x="114" y="11"/>
                    <a:pt x="114" y="11"/>
                    <a:pt x="114" y="11"/>
                  </a:cubicBezTo>
                  <a:cubicBezTo>
                    <a:pt x="114" y="12"/>
                    <a:pt x="114" y="13"/>
                    <a:pt x="114" y="13"/>
                  </a:cubicBezTo>
                  <a:cubicBezTo>
                    <a:pt x="114" y="14"/>
                    <a:pt x="114" y="15"/>
                    <a:pt x="115" y="15"/>
                  </a:cubicBezTo>
                  <a:cubicBezTo>
                    <a:pt x="115" y="14"/>
                    <a:pt x="115" y="14"/>
                    <a:pt x="115" y="13"/>
                  </a:cubicBezTo>
                  <a:cubicBezTo>
                    <a:pt x="115" y="12"/>
                    <a:pt x="115" y="11"/>
                    <a:pt x="115" y="11"/>
                  </a:cubicBezTo>
                  <a:cubicBezTo>
                    <a:pt x="116" y="10"/>
                    <a:pt x="116" y="10"/>
                    <a:pt x="117" y="9"/>
                  </a:cubicBezTo>
                  <a:cubicBezTo>
                    <a:pt x="117" y="9"/>
                    <a:pt x="117" y="9"/>
                    <a:pt x="118" y="9"/>
                  </a:cubicBezTo>
                  <a:cubicBezTo>
                    <a:pt x="117" y="9"/>
                    <a:pt x="117" y="9"/>
                    <a:pt x="117" y="8"/>
                  </a:cubicBezTo>
                  <a:cubicBezTo>
                    <a:pt x="118" y="8"/>
                    <a:pt x="118" y="8"/>
                    <a:pt x="119" y="8"/>
                  </a:cubicBezTo>
                  <a:cubicBezTo>
                    <a:pt x="119" y="9"/>
                    <a:pt x="119" y="9"/>
                    <a:pt x="119" y="9"/>
                  </a:cubicBezTo>
                  <a:cubicBezTo>
                    <a:pt x="120" y="10"/>
                    <a:pt x="120" y="11"/>
                    <a:pt x="121" y="12"/>
                  </a:cubicBezTo>
                  <a:cubicBezTo>
                    <a:pt x="121" y="13"/>
                    <a:pt x="121" y="13"/>
                    <a:pt x="121" y="14"/>
                  </a:cubicBezTo>
                  <a:cubicBezTo>
                    <a:pt x="121" y="15"/>
                    <a:pt x="122" y="15"/>
                    <a:pt x="122" y="16"/>
                  </a:cubicBezTo>
                  <a:cubicBezTo>
                    <a:pt x="122" y="17"/>
                    <a:pt x="122" y="17"/>
                    <a:pt x="122" y="18"/>
                  </a:cubicBezTo>
                  <a:cubicBezTo>
                    <a:pt x="123" y="19"/>
                    <a:pt x="123" y="19"/>
                    <a:pt x="123" y="20"/>
                  </a:cubicBezTo>
                  <a:cubicBezTo>
                    <a:pt x="123" y="21"/>
                    <a:pt x="123" y="22"/>
                    <a:pt x="123" y="22"/>
                  </a:cubicBezTo>
                  <a:cubicBezTo>
                    <a:pt x="124" y="23"/>
                    <a:pt x="124" y="24"/>
                    <a:pt x="124" y="24"/>
                  </a:cubicBezTo>
                  <a:cubicBezTo>
                    <a:pt x="124" y="24"/>
                    <a:pt x="124" y="24"/>
                    <a:pt x="124" y="24"/>
                  </a:cubicBezTo>
                  <a:cubicBezTo>
                    <a:pt x="124" y="26"/>
                    <a:pt x="124" y="27"/>
                    <a:pt x="124" y="28"/>
                  </a:cubicBezTo>
                  <a:cubicBezTo>
                    <a:pt x="125" y="29"/>
                    <a:pt x="124" y="30"/>
                    <a:pt x="125" y="31"/>
                  </a:cubicBezTo>
                  <a:cubicBezTo>
                    <a:pt x="125" y="32"/>
                    <a:pt x="125" y="33"/>
                    <a:pt x="125" y="34"/>
                  </a:cubicBezTo>
                  <a:cubicBezTo>
                    <a:pt x="125" y="35"/>
                    <a:pt x="125" y="36"/>
                    <a:pt x="125" y="37"/>
                  </a:cubicBezTo>
                  <a:cubicBezTo>
                    <a:pt x="125" y="38"/>
                    <a:pt x="125" y="39"/>
                    <a:pt x="125" y="39"/>
                  </a:cubicBezTo>
                  <a:cubicBezTo>
                    <a:pt x="125" y="40"/>
                    <a:pt x="126" y="41"/>
                    <a:pt x="126" y="42"/>
                  </a:cubicBezTo>
                  <a:cubicBezTo>
                    <a:pt x="126" y="43"/>
                    <a:pt x="126" y="45"/>
                    <a:pt x="126" y="46"/>
                  </a:cubicBezTo>
                  <a:cubicBezTo>
                    <a:pt x="126" y="47"/>
                    <a:pt x="126" y="48"/>
                    <a:pt x="126" y="49"/>
                  </a:cubicBezTo>
                  <a:cubicBezTo>
                    <a:pt x="126" y="50"/>
                    <a:pt x="126" y="50"/>
                    <a:pt x="126" y="50"/>
                  </a:cubicBezTo>
                  <a:cubicBezTo>
                    <a:pt x="126" y="51"/>
                    <a:pt x="126" y="52"/>
                    <a:pt x="126" y="53"/>
                  </a:cubicBezTo>
                  <a:cubicBezTo>
                    <a:pt x="126" y="53"/>
                    <a:pt x="126" y="54"/>
                    <a:pt x="126" y="54"/>
                  </a:cubicBezTo>
                  <a:cubicBezTo>
                    <a:pt x="126" y="55"/>
                    <a:pt x="126" y="55"/>
                    <a:pt x="126" y="55"/>
                  </a:cubicBezTo>
                  <a:cubicBezTo>
                    <a:pt x="126" y="60"/>
                    <a:pt x="126" y="65"/>
                    <a:pt x="126" y="70"/>
                  </a:cubicBezTo>
                  <a:cubicBezTo>
                    <a:pt x="126" y="70"/>
                    <a:pt x="126" y="71"/>
                    <a:pt x="126" y="71"/>
                  </a:cubicBezTo>
                  <a:cubicBezTo>
                    <a:pt x="125" y="72"/>
                    <a:pt x="125" y="73"/>
                    <a:pt x="125" y="75"/>
                  </a:cubicBezTo>
                  <a:cubicBezTo>
                    <a:pt x="125" y="75"/>
                    <a:pt x="125" y="76"/>
                    <a:pt x="125" y="76"/>
                  </a:cubicBezTo>
                  <a:cubicBezTo>
                    <a:pt x="125" y="77"/>
                    <a:pt x="124" y="78"/>
                    <a:pt x="124" y="78"/>
                  </a:cubicBezTo>
                  <a:cubicBezTo>
                    <a:pt x="124" y="79"/>
                    <a:pt x="125" y="79"/>
                    <a:pt x="125" y="80"/>
                  </a:cubicBezTo>
                  <a:cubicBezTo>
                    <a:pt x="125" y="80"/>
                    <a:pt x="124" y="81"/>
                    <a:pt x="124" y="82"/>
                  </a:cubicBezTo>
                  <a:cubicBezTo>
                    <a:pt x="124" y="83"/>
                    <a:pt x="124" y="84"/>
                    <a:pt x="124" y="85"/>
                  </a:cubicBezTo>
                  <a:cubicBezTo>
                    <a:pt x="124" y="87"/>
                    <a:pt x="124" y="88"/>
                    <a:pt x="124" y="89"/>
                  </a:cubicBezTo>
                  <a:cubicBezTo>
                    <a:pt x="124" y="89"/>
                    <a:pt x="124" y="89"/>
                    <a:pt x="124" y="89"/>
                  </a:cubicBezTo>
                  <a:cubicBezTo>
                    <a:pt x="124" y="90"/>
                    <a:pt x="123" y="90"/>
                    <a:pt x="123" y="91"/>
                  </a:cubicBezTo>
                  <a:cubicBezTo>
                    <a:pt x="123" y="91"/>
                    <a:pt x="124" y="91"/>
                    <a:pt x="124" y="91"/>
                  </a:cubicBezTo>
                  <a:cubicBezTo>
                    <a:pt x="124" y="91"/>
                    <a:pt x="124" y="90"/>
                    <a:pt x="124" y="89"/>
                  </a:cubicBezTo>
                  <a:cubicBezTo>
                    <a:pt x="124" y="88"/>
                    <a:pt x="125" y="87"/>
                    <a:pt x="125" y="86"/>
                  </a:cubicBezTo>
                  <a:cubicBezTo>
                    <a:pt x="125" y="86"/>
                    <a:pt x="125" y="86"/>
                    <a:pt x="125" y="86"/>
                  </a:cubicBezTo>
                  <a:cubicBezTo>
                    <a:pt x="126" y="85"/>
                    <a:pt x="125" y="85"/>
                    <a:pt x="125" y="84"/>
                  </a:cubicBezTo>
                  <a:cubicBezTo>
                    <a:pt x="125" y="84"/>
                    <a:pt x="126" y="83"/>
                    <a:pt x="126" y="83"/>
                  </a:cubicBezTo>
                  <a:cubicBezTo>
                    <a:pt x="126" y="82"/>
                    <a:pt x="126" y="82"/>
                    <a:pt x="126" y="81"/>
                  </a:cubicBezTo>
                  <a:cubicBezTo>
                    <a:pt x="126" y="81"/>
                    <a:pt x="126" y="80"/>
                    <a:pt x="126" y="79"/>
                  </a:cubicBezTo>
                  <a:cubicBezTo>
                    <a:pt x="126" y="78"/>
                    <a:pt x="126" y="78"/>
                    <a:pt x="127" y="77"/>
                  </a:cubicBezTo>
                  <a:cubicBezTo>
                    <a:pt x="127" y="75"/>
                    <a:pt x="127" y="74"/>
                    <a:pt x="127" y="73"/>
                  </a:cubicBezTo>
                  <a:cubicBezTo>
                    <a:pt x="127" y="72"/>
                    <a:pt x="127" y="71"/>
                    <a:pt x="127" y="71"/>
                  </a:cubicBezTo>
                  <a:cubicBezTo>
                    <a:pt x="127" y="70"/>
                    <a:pt x="127" y="70"/>
                    <a:pt x="127" y="70"/>
                  </a:cubicBezTo>
                  <a:cubicBezTo>
                    <a:pt x="127" y="69"/>
                    <a:pt x="127" y="69"/>
                    <a:pt x="127" y="68"/>
                  </a:cubicBezTo>
                  <a:cubicBezTo>
                    <a:pt x="127" y="67"/>
                    <a:pt x="128" y="67"/>
                    <a:pt x="127" y="66"/>
                  </a:cubicBezTo>
                  <a:cubicBezTo>
                    <a:pt x="127" y="66"/>
                    <a:pt x="127" y="66"/>
                    <a:pt x="127" y="65"/>
                  </a:cubicBezTo>
                  <a:cubicBezTo>
                    <a:pt x="127" y="65"/>
                    <a:pt x="128" y="64"/>
                    <a:pt x="128" y="63"/>
                  </a:cubicBezTo>
                  <a:cubicBezTo>
                    <a:pt x="128" y="62"/>
                    <a:pt x="128" y="61"/>
                    <a:pt x="128" y="60"/>
                  </a:cubicBezTo>
                  <a:cubicBezTo>
                    <a:pt x="128" y="60"/>
                    <a:pt x="128" y="60"/>
                    <a:pt x="128" y="60"/>
                  </a:cubicBezTo>
                  <a:cubicBezTo>
                    <a:pt x="128" y="59"/>
                    <a:pt x="128" y="58"/>
                    <a:pt x="128" y="57"/>
                  </a:cubicBezTo>
                  <a:cubicBezTo>
                    <a:pt x="129" y="55"/>
                    <a:pt x="128" y="54"/>
                    <a:pt x="129" y="53"/>
                  </a:cubicBezTo>
                  <a:cubicBezTo>
                    <a:pt x="129" y="52"/>
                    <a:pt x="129" y="50"/>
                    <a:pt x="129" y="49"/>
                  </a:cubicBezTo>
                  <a:cubicBezTo>
                    <a:pt x="129" y="48"/>
                    <a:pt x="129" y="47"/>
                    <a:pt x="129" y="46"/>
                  </a:cubicBezTo>
                  <a:cubicBezTo>
                    <a:pt x="129" y="46"/>
                    <a:pt x="129" y="46"/>
                    <a:pt x="129" y="46"/>
                  </a:cubicBezTo>
                  <a:cubicBezTo>
                    <a:pt x="129" y="46"/>
                    <a:pt x="129" y="46"/>
                    <a:pt x="129" y="45"/>
                  </a:cubicBezTo>
                  <a:cubicBezTo>
                    <a:pt x="129" y="45"/>
                    <a:pt x="129" y="44"/>
                    <a:pt x="129" y="43"/>
                  </a:cubicBezTo>
                  <a:cubicBezTo>
                    <a:pt x="129" y="43"/>
                    <a:pt x="129" y="43"/>
                    <a:pt x="129" y="42"/>
                  </a:cubicBezTo>
                  <a:cubicBezTo>
                    <a:pt x="129" y="41"/>
                    <a:pt x="129" y="41"/>
                    <a:pt x="129" y="40"/>
                  </a:cubicBezTo>
                  <a:cubicBezTo>
                    <a:pt x="129" y="39"/>
                    <a:pt x="129" y="39"/>
                    <a:pt x="128" y="38"/>
                  </a:cubicBezTo>
                  <a:cubicBezTo>
                    <a:pt x="128" y="36"/>
                    <a:pt x="129" y="35"/>
                    <a:pt x="128" y="33"/>
                  </a:cubicBezTo>
                  <a:cubicBezTo>
                    <a:pt x="128" y="32"/>
                    <a:pt x="128" y="30"/>
                    <a:pt x="128" y="29"/>
                  </a:cubicBezTo>
                  <a:cubicBezTo>
                    <a:pt x="128" y="28"/>
                    <a:pt x="128" y="28"/>
                    <a:pt x="128" y="28"/>
                  </a:cubicBezTo>
                  <a:cubicBezTo>
                    <a:pt x="127" y="28"/>
                    <a:pt x="127" y="27"/>
                    <a:pt x="127" y="27"/>
                  </a:cubicBezTo>
                  <a:cubicBezTo>
                    <a:pt x="127" y="26"/>
                    <a:pt x="127" y="25"/>
                    <a:pt x="127" y="23"/>
                  </a:cubicBezTo>
                  <a:cubicBezTo>
                    <a:pt x="127" y="22"/>
                    <a:pt x="127" y="21"/>
                    <a:pt x="127" y="20"/>
                  </a:cubicBezTo>
                  <a:cubicBezTo>
                    <a:pt x="127" y="20"/>
                    <a:pt x="126" y="19"/>
                    <a:pt x="126" y="18"/>
                  </a:cubicBezTo>
                  <a:cubicBezTo>
                    <a:pt x="125" y="17"/>
                    <a:pt x="126" y="16"/>
                    <a:pt x="125" y="15"/>
                  </a:cubicBezTo>
                  <a:cubicBezTo>
                    <a:pt x="125" y="14"/>
                    <a:pt x="125" y="13"/>
                    <a:pt x="124" y="13"/>
                  </a:cubicBezTo>
                  <a:cubicBezTo>
                    <a:pt x="124" y="12"/>
                    <a:pt x="124" y="11"/>
                    <a:pt x="123" y="10"/>
                  </a:cubicBezTo>
                  <a:cubicBezTo>
                    <a:pt x="123" y="10"/>
                    <a:pt x="123" y="9"/>
                    <a:pt x="123" y="9"/>
                  </a:cubicBezTo>
                  <a:cubicBezTo>
                    <a:pt x="122" y="8"/>
                    <a:pt x="122" y="7"/>
                    <a:pt x="122" y="7"/>
                  </a:cubicBezTo>
                  <a:cubicBezTo>
                    <a:pt x="121" y="6"/>
                    <a:pt x="121" y="5"/>
                    <a:pt x="120" y="5"/>
                  </a:cubicBezTo>
                  <a:cubicBezTo>
                    <a:pt x="120" y="5"/>
                    <a:pt x="119" y="4"/>
                    <a:pt x="118" y="4"/>
                  </a:cubicBezTo>
                  <a:cubicBezTo>
                    <a:pt x="118" y="4"/>
                    <a:pt x="118" y="4"/>
                    <a:pt x="118" y="4"/>
                  </a:cubicBezTo>
                  <a:cubicBezTo>
                    <a:pt x="117" y="4"/>
                    <a:pt x="115" y="3"/>
                    <a:pt x="114" y="3"/>
                  </a:cubicBezTo>
                  <a:close/>
                  <a:moveTo>
                    <a:pt x="112" y="96"/>
                  </a:moveTo>
                  <a:cubicBezTo>
                    <a:pt x="112" y="96"/>
                    <a:pt x="112" y="96"/>
                    <a:pt x="112" y="96"/>
                  </a:cubicBezTo>
                  <a:cubicBezTo>
                    <a:pt x="112" y="95"/>
                    <a:pt x="111" y="94"/>
                    <a:pt x="111" y="94"/>
                  </a:cubicBezTo>
                  <a:cubicBezTo>
                    <a:pt x="110" y="93"/>
                    <a:pt x="110" y="92"/>
                    <a:pt x="110" y="91"/>
                  </a:cubicBezTo>
                  <a:cubicBezTo>
                    <a:pt x="110" y="90"/>
                    <a:pt x="110" y="90"/>
                    <a:pt x="110" y="89"/>
                  </a:cubicBezTo>
                  <a:cubicBezTo>
                    <a:pt x="110" y="88"/>
                    <a:pt x="109" y="87"/>
                    <a:pt x="109" y="86"/>
                  </a:cubicBezTo>
                  <a:cubicBezTo>
                    <a:pt x="109" y="85"/>
                    <a:pt x="109" y="83"/>
                    <a:pt x="110" y="82"/>
                  </a:cubicBezTo>
                  <a:cubicBezTo>
                    <a:pt x="110" y="81"/>
                    <a:pt x="109" y="81"/>
                    <a:pt x="109" y="80"/>
                  </a:cubicBezTo>
                  <a:cubicBezTo>
                    <a:pt x="109" y="79"/>
                    <a:pt x="109" y="77"/>
                    <a:pt x="109" y="76"/>
                  </a:cubicBezTo>
                  <a:cubicBezTo>
                    <a:pt x="109" y="74"/>
                    <a:pt x="109" y="73"/>
                    <a:pt x="109" y="72"/>
                  </a:cubicBezTo>
                  <a:cubicBezTo>
                    <a:pt x="109" y="72"/>
                    <a:pt x="109" y="71"/>
                    <a:pt x="109" y="71"/>
                  </a:cubicBezTo>
                  <a:cubicBezTo>
                    <a:pt x="109" y="71"/>
                    <a:pt x="109" y="71"/>
                    <a:pt x="109" y="71"/>
                  </a:cubicBezTo>
                  <a:cubicBezTo>
                    <a:pt x="109" y="69"/>
                    <a:pt x="108" y="68"/>
                    <a:pt x="108" y="66"/>
                  </a:cubicBezTo>
                  <a:cubicBezTo>
                    <a:pt x="108" y="65"/>
                    <a:pt x="108" y="63"/>
                    <a:pt x="108" y="62"/>
                  </a:cubicBezTo>
                  <a:cubicBezTo>
                    <a:pt x="108" y="61"/>
                    <a:pt x="108" y="61"/>
                    <a:pt x="108" y="61"/>
                  </a:cubicBezTo>
                  <a:cubicBezTo>
                    <a:pt x="108" y="59"/>
                    <a:pt x="108" y="57"/>
                    <a:pt x="108" y="55"/>
                  </a:cubicBezTo>
                  <a:cubicBezTo>
                    <a:pt x="109" y="51"/>
                    <a:pt x="108" y="46"/>
                    <a:pt x="109" y="42"/>
                  </a:cubicBezTo>
                  <a:cubicBezTo>
                    <a:pt x="109" y="41"/>
                    <a:pt x="109" y="40"/>
                    <a:pt x="109" y="39"/>
                  </a:cubicBezTo>
                  <a:cubicBezTo>
                    <a:pt x="109" y="38"/>
                    <a:pt x="109" y="37"/>
                    <a:pt x="109" y="36"/>
                  </a:cubicBezTo>
                  <a:cubicBezTo>
                    <a:pt x="109" y="35"/>
                    <a:pt x="110" y="34"/>
                    <a:pt x="109" y="34"/>
                  </a:cubicBezTo>
                  <a:cubicBezTo>
                    <a:pt x="109" y="34"/>
                    <a:pt x="109" y="33"/>
                    <a:pt x="109" y="33"/>
                  </a:cubicBezTo>
                  <a:cubicBezTo>
                    <a:pt x="110" y="32"/>
                    <a:pt x="110" y="31"/>
                    <a:pt x="110" y="30"/>
                  </a:cubicBezTo>
                  <a:cubicBezTo>
                    <a:pt x="110" y="30"/>
                    <a:pt x="110" y="29"/>
                    <a:pt x="110" y="29"/>
                  </a:cubicBezTo>
                  <a:cubicBezTo>
                    <a:pt x="110" y="28"/>
                    <a:pt x="110" y="27"/>
                    <a:pt x="110" y="26"/>
                  </a:cubicBezTo>
                  <a:cubicBezTo>
                    <a:pt x="110" y="26"/>
                    <a:pt x="110" y="25"/>
                    <a:pt x="110" y="25"/>
                  </a:cubicBezTo>
                  <a:cubicBezTo>
                    <a:pt x="110" y="24"/>
                    <a:pt x="111" y="24"/>
                    <a:pt x="111" y="23"/>
                  </a:cubicBezTo>
                  <a:cubicBezTo>
                    <a:pt x="111" y="22"/>
                    <a:pt x="111" y="21"/>
                    <a:pt x="111" y="20"/>
                  </a:cubicBezTo>
                  <a:cubicBezTo>
                    <a:pt x="112" y="18"/>
                    <a:pt x="111" y="17"/>
                    <a:pt x="112" y="15"/>
                  </a:cubicBezTo>
                  <a:cubicBezTo>
                    <a:pt x="112" y="15"/>
                    <a:pt x="112" y="14"/>
                    <a:pt x="112" y="13"/>
                  </a:cubicBezTo>
                  <a:cubicBezTo>
                    <a:pt x="112" y="13"/>
                    <a:pt x="111" y="12"/>
                    <a:pt x="111" y="12"/>
                  </a:cubicBezTo>
                  <a:cubicBezTo>
                    <a:pt x="111" y="12"/>
                    <a:pt x="110" y="12"/>
                    <a:pt x="110" y="11"/>
                  </a:cubicBezTo>
                  <a:cubicBezTo>
                    <a:pt x="110" y="11"/>
                    <a:pt x="109" y="10"/>
                    <a:pt x="109" y="9"/>
                  </a:cubicBezTo>
                  <a:cubicBezTo>
                    <a:pt x="109" y="9"/>
                    <a:pt x="109" y="10"/>
                    <a:pt x="109" y="10"/>
                  </a:cubicBezTo>
                  <a:cubicBezTo>
                    <a:pt x="109" y="9"/>
                    <a:pt x="109" y="8"/>
                    <a:pt x="109" y="8"/>
                  </a:cubicBezTo>
                  <a:cubicBezTo>
                    <a:pt x="109" y="8"/>
                    <a:pt x="109" y="7"/>
                    <a:pt x="109" y="7"/>
                  </a:cubicBezTo>
                  <a:cubicBezTo>
                    <a:pt x="110" y="6"/>
                    <a:pt x="110" y="6"/>
                    <a:pt x="110" y="5"/>
                  </a:cubicBezTo>
                  <a:cubicBezTo>
                    <a:pt x="110" y="5"/>
                    <a:pt x="109" y="5"/>
                    <a:pt x="109" y="6"/>
                  </a:cubicBezTo>
                  <a:cubicBezTo>
                    <a:pt x="109" y="5"/>
                    <a:pt x="109" y="5"/>
                    <a:pt x="109" y="5"/>
                  </a:cubicBezTo>
                  <a:cubicBezTo>
                    <a:pt x="109" y="5"/>
                    <a:pt x="108" y="5"/>
                    <a:pt x="107" y="5"/>
                  </a:cubicBezTo>
                  <a:cubicBezTo>
                    <a:pt x="107" y="6"/>
                    <a:pt x="106" y="6"/>
                    <a:pt x="105" y="7"/>
                  </a:cubicBezTo>
                  <a:cubicBezTo>
                    <a:pt x="104" y="7"/>
                    <a:pt x="104" y="7"/>
                    <a:pt x="103" y="8"/>
                  </a:cubicBezTo>
                  <a:cubicBezTo>
                    <a:pt x="102" y="8"/>
                    <a:pt x="101" y="9"/>
                    <a:pt x="100" y="10"/>
                  </a:cubicBezTo>
                  <a:cubicBezTo>
                    <a:pt x="99" y="10"/>
                    <a:pt x="98" y="11"/>
                    <a:pt x="97" y="12"/>
                  </a:cubicBezTo>
                  <a:cubicBezTo>
                    <a:pt x="96" y="13"/>
                    <a:pt x="95" y="13"/>
                    <a:pt x="95" y="14"/>
                  </a:cubicBezTo>
                  <a:cubicBezTo>
                    <a:pt x="94" y="14"/>
                    <a:pt x="93" y="14"/>
                    <a:pt x="92" y="15"/>
                  </a:cubicBezTo>
                  <a:cubicBezTo>
                    <a:pt x="91" y="16"/>
                    <a:pt x="89" y="16"/>
                    <a:pt x="88" y="17"/>
                  </a:cubicBezTo>
                  <a:cubicBezTo>
                    <a:pt x="87" y="17"/>
                    <a:pt x="86" y="18"/>
                    <a:pt x="86" y="18"/>
                  </a:cubicBezTo>
                  <a:cubicBezTo>
                    <a:pt x="85" y="19"/>
                    <a:pt x="84" y="19"/>
                    <a:pt x="83" y="20"/>
                  </a:cubicBezTo>
                  <a:cubicBezTo>
                    <a:pt x="82" y="20"/>
                    <a:pt x="81" y="21"/>
                    <a:pt x="80" y="21"/>
                  </a:cubicBezTo>
                  <a:cubicBezTo>
                    <a:pt x="79" y="22"/>
                    <a:pt x="78" y="23"/>
                    <a:pt x="76" y="23"/>
                  </a:cubicBezTo>
                  <a:cubicBezTo>
                    <a:pt x="76" y="23"/>
                    <a:pt x="76" y="24"/>
                    <a:pt x="76" y="24"/>
                  </a:cubicBezTo>
                  <a:cubicBezTo>
                    <a:pt x="75" y="24"/>
                    <a:pt x="75" y="24"/>
                    <a:pt x="74" y="25"/>
                  </a:cubicBezTo>
                  <a:cubicBezTo>
                    <a:pt x="74" y="25"/>
                    <a:pt x="73" y="25"/>
                    <a:pt x="73" y="25"/>
                  </a:cubicBezTo>
                  <a:cubicBezTo>
                    <a:pt x="72" y="26"/>
                    <a:pt x="71" y="26"/>
                    <a:pt x="70" y="26"/>
                  </a:cubicBezTo>
                  <a:cubicBezTo>
                    <a:pt x="69" y="27"/>
                    <a:pt x="68" y="28"/>
                    <a:pt x="67" y="29"/>
                  </a:cubicBezTo>
                  <a:cubicBezTo>
                    <a:pt x="66" y="29"/>
                    <a:pt x="65" y="31"/>
                    <a:pt x="64" y="31"/>
                  </a:cubicBezTo>
                  <a:cubicBezTo>
                    <a:pt x="63" y="31"/>
                    <a:pt x="62" y="32"/>
                    <a:pt x="62" y="32"/>
                  </a:cubicBezTo>
                  <a:cubicBezTo>
                    <a:pt x="61" y="33"/>
                    <a:pt x="59" y="33"/>
                    <a:pt x="58" y="33"/>
                  </a:cubicBezTo>
                  <a:cubicBezTo>
                    <a:pt x="58" y="34"/>
                    <a:pt x="58" y="34"/>
                    <a:pt x="58" y="34"/>
                  </a:cubicBezTo>
                  <a:cubicBezTo>
                    <a:pt x="56" y="34"/>
                    <a:pt x="55" y="35"/>
                    <a:pt x="54" y="36"/>
                  </a:cubicBezTo>
                  <a:cubicBezTo>
                    <a:pt x="54" y="36"/>
                    <a:pt x="53" y="36"/>
                    <a:pt x="53" y="36"/>
                  </a:cubicBezTo>
                  <a:cubicBezTo>
                    <a:pt x="52" y="37"/>
                    <a:pt x="51" y="37"/>
                    <a:pt x="50" y="37"/>
                  </a:cubicBezTo>
                  <a:cubicBezTo>
                    <a:pt x="49" y="38"/>
                    <a:pt x="48" y="39"/>
                    <a:pt x="46" y="39"/>
                  </a:cubicBezTo>
                  <a:cubicBezTo>
                    <a:pt x="46" y="40"/>
                    <a:pt x="44" y="40"/>
                    <a:pt x="44" y="41"/>
                  </a:cubicBezTo>
                  <a:cubicBezTo>
                    <a:pt x="43" y="41"/>
                    <a:pt x="43" y="42"/>
                    <a:pt x="43" y="42"/>
                  </a:cubicBezTo>
                  <a:cubicBezTo>
                    <a:pt x="42" y="42"/>
                    <a:pt x="41" y="42"/>
                    <a:pt x="40" y="43"/>
                  </a:cubicBezTo>
                  <a:cubicBezTo>
                    <a:pt x="40" y="43"/>
                    <a:pt x="39" y="44"/>
                    <a:pt x="38" y="44"/>
                  </a:cubicBezTo>
                  <a:cubicBezTo>
                    <a:pt x="37" y="44"/>
                    <a:pt x="36" y="45"/>
                    <a:pt x="36" y="45"/>
                  </a:cubicBezTo>
                  <a:cubicBezTo>
                    <a:pt x="35" y="46"/>
                    <a:pt x="34" y="47"/>
                    <a:pt x="32" y="47"/>
                  </a:cubicBezTo>
                  <a:cubicBezTo>
                    <a:pt x="32" y="48"/>
                    <a:pt x="32" y="48"/>
                    <a:pt x="31" y="48"/>
                  </a:cubicBezTo>
                  <a:cubicBezTo>
                    <a:pt x="30" y="48"/>
                    <a:pt x="30" y="49"/>
                    <a:pt x="29" y="49"/>
                  </a:cubicBezTo>
                  <a:cubicBezTo>
                    <a:pt x="28" y="49"/>
                    <a:pt x="28" y="49"/>
                    <a:pt x="28" y="50"/>
                  </a:cubicBezTo>
                  <a:cubicBezTo>
                    <a:pt x="27" y="50"/>
                    <a:pt x="26" y="51"/>
                    <a:pt x="25" y="51"/>
                  </a:cubicBezTo>
                  <a:cubicBezTo>
                    <a:pt x="25" y="52"/>
                    <a:pt x="24" y="52"/>
                    <a:pt x="23" y="52"/>
                  </a:cubicBezTo>
                  <a:cubicBezTo>
                    <a:pt x="23" y="52"/>
                    <a:pt x="22" y="53"/>
                    <a:pt x="22" y="53"/>
                  </a:cubicBezTo>
                  <a:cubicBezTo>
                    <a:pt x="22" y="53"/>
                    <a:pt x="21" y="53"/>
                    <a:pt x="21" y="54"/>
                  </a:cubicBezTo>
                  <a:cubicBezTo>
                    <a:pt x="20" y="55"/>
                    <a:pt x="19" y="55"/>
                    <a:pt x="17" y="56"/>
                  </a:cubicBezTo>
                  <a:cubicBezTo>
                    <a:pt x="16" y="56"/>
                    <a:pt x="15" y="57"/>
                    <a:pt x="14" y="57"/>
                  </a:cubicBezTo>
                  <a:cubicBezTo>
                    <a:pt x="13" y="58"/>
                    <a:pt x="13" y="57"/>
                    <a:pt x="12" y="58"/>
                  </a:cubicBezTo>
                  <a:cubicBezTo>
                    <a:pt x="12" y="59"/>
                    <a:pt x="10" y="59"/>
                    <a:pt x="10" y="59"/>
                  </a:cubicBezTo>
                  <a:cubicBezTo>
                    <a:pt x="9" y="60"/>
                    <a:pt x="8" y="60"/>
                    <a:pt x="8" y="61"/>
                  </a:cubicBezTo>
                  <a:cubicBezTo>
                    <a:pt x="7" y="61"/>
                    <a:pt x="6" y="62"/>
                    <a:pt x="6" y="63"/>
                  </a:cubicBezTo>
                  <a:cubicBezTo>
                    <a:pt x="6" y="63"/>
                    <a:pt x="5" y="64"/>
                    <a:pt x="5" y="65"/>
                  </a:cubicBezTo>
                  <a:cubicBezTo>
                    <a:pt x="5" y="65"/>
                    <a:pt x="6" y="66"/>
                    <a:pt x="5" y="67"/>
                  </a:cubicBezTo>
                  <a:cubicBezTo>
                    <a:pt x="5" y="67"/>
                    <a:pt x="5" y="68"/>
                    <a:pt x="6" y="68"/>
                  </a:cubicBezTo>
                  <a:cubicBezTo>
                    <a:pt x="7" y="68"/>
                    <a:pt x="7" y="68"/>
                    <a:pt x="8" y="68"/>
                  </a:cubicBezTo>
                  <a:cubicBezTo>
                    <a:pt x="9" y="69"/>
                    <a:pt x="10" y="69"/>
                    <a:pt x="12" y="69"/>
                  </a:cubicBezTo>
                  <a:cubicBezTo>
                    <a:pt x="12" y="70"/>
                    <a:pt x="14" y="70"/>
                    <a:pt x="14" y="70"/>
                  </a:cubicBezTo>
                  <a:cubicBezTo>
                    <a:pt x="15" y="70"/>
                    <a:pt x="15" y="70"/>
                    <a:pt x="15" y="70"/>
                  </a:cubicBezTo>
                  <a:cubicBezTo>
                    <a:pt x="15" y="70"/>
                    <a:pt x="16" y="70"/>
                    <a:pt x="17" y="71"/>
                  </a:cubicBezTo>
                  <a:cubicBezTo>
                    <a:pt x="18" y="71"/>
                    <a:pt x="19" y="71"/>
                    <a:pt x="20" y="71"/>
                  </a:cubicBezTo>
                  <a:cubicBezTo>
                    <a:pt x="21" y="71"/>
                    <a:pt x="21" y="71"/>
                    <a:pt x="22" y="71"/>
                  </a:cubicBezTo>
                  <a:cubicBezTo>
                    <a:pt x="22" y="72"/>
                    <a:pt x="22" y="71"/>
                    <a:pt x="23" y="72"/>
                  </a:cubicBezTo>
                  <a:cubicBezTo>
                    <a:pt x="23" y="72"/>
                    <a:pt x="24" y="72"/>
                    <a:pt x="24" y="72"/>
                  </a:cubicBezTo>
                  <a:cubicBezTo>
                    <a:pt x="25" y="72"/>
                    <a:pt x="25" y="72"/>
                    <a:pt x="26" y="73"/>
                  </a:cubicBezTo>
                  <a:cubicBezTo>
                    <a:pt x="26" y="73"/>
                    <a:pt x="27" y="72"/>
                    <a:pt x="27" y="72"/>
                  </a:cubicBezTo>
                  <a:cubicBezTo>
                    <a:pt x="28" y="73"/>
                    <a:pt x="29" y="73"/>
                    <a:pt x="30" y="73"/>
                  </a:cubicBezTo>
                  <a:cubicBezTo>
                    <a:pt x="30" y="73"/>
                    <a:pt x="30" y="73"/>
                    <a:pt x="30" y="73"/>
                  </a:cubicBezTo>
                  <a:cubicBezTo>
                    <a:pt x="31" y="73"/>
                    <a:pt x="31" y="74"/>
                    <a:pt x="32" y="74"/>
                  </a:cubicBezTo>
                  <a:cubicBezTo>
                    <a:pt x="31" y="72"/>
                    <a:pt x="33" y="71"/>
                    <a:pt x="34" y="70"/>
                  </a:cubicBezTo>
                  <a:cubicBezTo>
                    <a:pt x="35" y="70"/>
                    <a:pt x="36" y="70"/>
                    <a:pt x="37" y="71"/>
                  </a:cubicBezTo>
                  <a:cubicBezTo>
                    <a:pt x="37" y="71"/>
                    <a:pt x="37" y="72"/>
                    <a:pt x="37" y="73"/>
                  </a:cubicBezTo>
                  <a:cubicBezTo>
                    <a:pt x="37" y="73"/>
                    <a:pt x="36" y="74"/>
                    <a:pt x="38" y="75"/>
                  </a:cubicBezTo>
                  <a:cubicBezTo>
                    <a:pt x="38" y="75"/>
                    <a:pt x="38" y="75"/>
                    <a:pt x="38" y="75"/>
                  </a:cubicBezTo>
                  <a:cubicBezTo>
                    <a:pt x="38" y="76"/>
                    <a:pt x="38" y="78"/>
                    <a:pt x="37" y="78"/>
                  </a:cubicBezTo>
                  <a:cubicBezTo>
                    <a:pt x="36" y="78"/>
                    <a:pt x="36" y="79"/>
                    <a:pt x="35" y="79"/>
                  </a:cubicBezTo>
                  <a:cubicBezTo>
                    <a:pt x="35" y="79"/>
                    <a:pt x="35" y="79"/>
                    <a:pt x="34" y="79"/>
                  </a:cubicBezTo>
                  <a:cubicBezTo>
                    <a:pt x="34" y="80"/>
                    <a:pt x="34" y="81"/>
                    <a:pt x="34" y="81"/>
                  </a:cubicBezTo>
                  <a:cubicBezTo>
                    <a:pt x="34" y="82"/>
                    <a:pt x="35" y="82"/>
                    <a:pt x="35" y="82"/>
                  </a:cubicBezTo>
                  <a:cubicBezTo>
                    <a:pt x="35" y="82"/>
                    <a:pt x="36" y="83"/>
                    <a:pt x="36" y="82"/>
                  </a:cubicBezTo>
                  <a:cubicBezTo>
                    <a:pt x="37" y="82"/>
                    <a:pt x="37" y="82"/>
                    <a:pt x="38" y="82"/>
                  </a:cubicBezTo>
                  <a:cubicBezTo>
                    <a:pt x="39" y="81"/>
                    <a:pt x="40" y="81"/>
                    <a:pt x="41" y="81"/>
                  </a:cubicBezTo>
                  <a:cubicBezTo>
                    <a:pt x="40" y="80"/>
                    <a:pt x="41" y="79"/>
                    <a:pt x="40" y="78"/>
                  </a:cubicBezTo>
                  <a:cubicBezTo>
                    <a:pt x="40" y="78"/>
                    <a:pt x="40" y="78"/>
                    <a:pt x="40" y="78"/>
                  </a:cubicBezTo>
                  <a:cubicBezTo>
                    <a:pt x="40" y="77"/>
                    <a:pt x="41" y="76"/>
                    <a:pt x="42" y="76"/>
                  </a:cubicBezTo>
                  <a:cubicBezTo>
                    <a:pt x="42" y="76"/>
                    <a:pt x="42" y="76"/>
                    <a:pt x="43" y="76"/>
                  </a:cubicBezTo>
                  <a:cubicBezTo>
                    <a:pt x="43" y="75"/>
                    <a:pt x="44" y="76"/>
                    <a:pt x="44" y="76"/>
                  </a:cubicBezTo>
                  <a:cubicBezTo>
                    <a:pt x="45" y="77"/>
                    <a:pt x="46" y="77"/>
                    <a:pt x="46" y="78"/>
                  </a:cubicBezTo>
                  <a:cubicBezTo>
                    <a:pt x="47" y="78"/>
                    <a:pt x="47" y="78"/>
                    <a:pt x="47" y="78"/>
                  </a:cubicBezTo>
                  <a:cubicBezTo>
                    <a:pt x="48" y="79"/>
                    <a:pt x="48" y="79"/>
                    <a:pt x="48" y="78"/>
                  </a:cubicBezTo>
                  <a:cubicBezTo>
                    <a:pt x="49" y="78"/>
                    <a:pt x="49" y="77"/>
                    <a:pt x="50" y="78"/>
                  </a:cubicBezTo>
                  <a:cubicBezTo>
                    <a:pt x="51" y="78"/>
                    <a:pt x="51" y="77"/>
                    <a:pt x="52" y="78"/>
                  </a:cubicBezTo>
                  <a:cubicBezTo>
                    <a:pt x="52" y="78"/>
                    <a:pt x="53" y="78"/>
                    <a:pt x="53" y="78"/>
                  </a:cubicBezTo>
                  <a:cubicBezTo>
                    <a:pt x="53" y="79"/>
                    <a:pt x="54" y="79"/>
                    <a:pt x="55" y="79"/>
                  </a:cubicBezTo>
                  <a:cubicBezTo>
                    <a:pt x="55" y="80"/>
                    <a:pt x="56" y="80"/>
                    <a:pt x="56" y="80"/>
                  </a:cubicBezTo>
                  <a:cubicBezTo>
                    <a:pt x="57" y="80"/>
                    <a:pt x="57" y="81"/>
                    <a:pt x="58" y="81"/>
                  </a:cubicBezTo>
                  <a:cubicBezTo>
                    <a:pt x="59" y="81"/>
                    <a:pt x="60" y="81"/>
                    <a:pt x="61" y="81"/>
                  </a:cubicBezTo>
                  <a:cubicBezTo>
                    <a:pt x="62" y="82"/>
                    <a:pt x="63" y="82"/>
                    <a:pt x="63" y="82"/>
                  </a:cubicBezTo>
                  <a:cubicBezTo>
                    <a:pt x="64" y="82"/>
                    <a:pt x="65" y="82"/>
                    <a:pt x="65" y="83"/>
                  </a:cubicBezTo>
                  <a:cubicBezTo>
                    <a:pt x="65" y="83"/>
                    <a:pt x="66" y="83"/>
                    <a:pt x="66" y="84"/>
                  </a:cubicBezTo>
                  <a:cubicBezTo>
                    <a:pt x="66" y="84"/>
                    <a:pt x="66" y="84"/>
                    <a:pt x="66" y="85"/>
                  </a:cubicBezTo>
                  <a:cubicBezTo>
                    <a:pt x="66" y="85"/>
                    <a:pt x="66" y="85"/>
                    <a:pt x="66" y="85"/>
                  </a:cubicBezTo>
                  <a:cubicBezTo>
                    <a:pt x="65" y="86"/>
                    <a:pt x="65" y="87"/>
                    <a:pt x="65" y="88"/>
                  </a:cubicBezTo>
                  <a:cubicBezTo>
                    <a:pt x="64" y="89"/>
                    <a:pt x="65" y="89"/>
                    <a:pt x="65" y="89"/>
                  </a:cubicBezTo>
                  <a:cubicBezTo>
                    <a:pt x="66" y="90"/>
                    <a:pt x="67" y="91"/>
                    <a:pt x="68" y="92"/>
                  </a:cubicBezTo>
                  <a:cubicBezTo>
                    <a:pt x="69" y="92"/>
                    <a:pt x="69" y="92"/>
                    <a:pt x="70" y="91"/>
                  </a:cubicBezTo>
                  <a:cubicBezTo>
                    <a:pt x="70" y="91"/>
                    <a:pt x="70" y="91"/>
                    <a:pt x="70" y="90"/>
                  </a:cubicBezTo>
                  <a:cubicBezTo>
                    <a:pt x="70" y="90"/>
                    <a:pt x="70" y="90"/>
                    <a:pt x="70" y="89"/>
                  </a:cubicBezTo>
                  <a:cubicBezTo>
                    <a:pt x="69" y="89"/>
                    <a:pt x="69" y="89"/>
                    <a:pt x="69" y="89"/>
                  </a:cubicBezTo>
                  <a:cubicBezTo>
                    <a:pt x="69" y="88"/>
                    <a:pt x="69" y="88"/>
                    <a:pt x="69" y="88"/>
                  </a:cubicBezTo>
                  <a:cubicBezTo>
                    <a:pt x="70" y="87"/>
                    <a:pt x="71" y="87"/>
                    <a:pt x="72" y="87"/>
                  </a:cubicBezTo>
                  <a:cubicBezTo>
                    <a:pt x="73" y="86"/>
                    <a:pt x="74" y="86"/>
                    <a:pt x="74" y="87"/>
                  </a:cubicBezTo>
                  <a:cubicBezTo>
                    <a:pt x="74" y="87"/>
                    <a:pt x="75" y="87"/>
                    <a:pt x="75" y="87"/>
                  </a:cubicBezTo>
                  <a:cubicBezTo>
                    <a:pt x="75" y="87"/>
                    <a:pt x="75" y="87"/>
                    <a:pt x="76" y="87"/>
                  </a:cubicBezTo>
                  <a:cubicBezTo>
                    <a:pt x="76" y="87"/>
                    <a:pt x="76" y="88"/>
                    <a:pt x="77" y="87"/>
                  </a:cubicBezTo>
                  <a:cubicBezTo>
                    <a:pt x="77" y="87"/>
                    <a:pt x="77" y="87"/>
                    <a:pt x="78" y="87"/>
                  </a:cubicBezTo>
                  <a:cubicBezTo>
                    <a:pt x="78" y="87"/>
                    <a:pt x="79" y="88"/>
                    <a:pt x="80" y="88"/>
                  </a:cubicBezTo>
                  <a:cubicBezTo>
                    <a:pt x="80" y="88"/>
                    <a:pt x="81" y="88"/>
                    <a:pt x="82" y="88"/>
                  </a:cubicBezTo>
                  <a:cubicBezTo>
                    <a:pt x="82" y="89"/>
                    <a:pt x="82" y="89"/>
                    <a:pt x="82" y="88"/>
                  </a:cubicBezTo>
                  <a:cubicBezTo>
                    <a:pt x="82" y="88"/>
                    <a:pt x="83" y="89"/>
                    <a:pt x="83" y="89"/>
                  </a:cubicBezTo>
                  <a:cubicBezTo>
                    <a:pt x="84" y="89"/>
                    <a:pt x="85" y="89"/>
                    <a:pt x="86" y="90"/>
                  </a:cubicBezTo>
                  <a:cubicBezTo>
                    <a:pt x="87" y="90"/>
                    <a:pt x="87" y="90"/>
                    <a:pt x="88" y="90"/>
                  </a:cubicBezTo>
                  <a:cubicBezTo>
                    <a:pt x="88" y="90"/>
                    <a:pt x="88" y="90"/>
                    <a:pt x="88" y="90"/>
                  </a:cubicBezTo>
                  <a:cubicBezTo>
                    <a:pt x="89" y="91"/>
                    <a:pt x="90" y="91"/>
                    <a:pt x="91" y="91"/>
                  </a:cubicBezTo>
                  <a:cubicBezTo>
                    <a:pt x="91" y="91"/>
                    <a:pt x="92" y="91"/>
                    <a:pt x="92" y="91"/>
                  </a:cubicBezTo>
                  <a:cubicBezTo>
                    <a:pt x="93" y="92"/>
                    <a:pt x="93" y="92"/>
                    <a:pt x="94" y="92"/>
                  </a:cubicBezTo>
                  <a:cubicBezTo>
                    <a:pt x="95" y="92"/>
                    <a:pt x="96" y="92"/>
                    <a:pt x="97" y="92"/>
                  </a:cubicBezTo>
                  <a:cubicBezTo>
                    <a:pt x="98" y="92"/>
                    <a:pt x="99" y="93"/>
                    <a:pt x="100" y="93"/>
                  </a:cubicBezTo>
                  <a:cubicBezTo>
                    <a:pt x="100" y="93"/>
                    <a:pt x="100" y="93"/>
                    <a:pt x="100" y="93"/>
                  </a:cubicBezTo>
                  <a:cubicBezTo>
                    <a:pt x="102" y="93"/>
                    <a:pt x="103" y="93"/>
                    <a:pt x="104" y="94"/>
                  </a:cubicBezTo>
                  <a:cubicBezTo>
                    <a:pt x="104" y="94"/>
                    <a:pt x="104" y="94"/>
                    <a:pt x="104" y="94"/>
                  </a:cubicBezTo>
                  <a:cubicBezTo>
                    <a:pt x="106" y="94"/>
                    <a:pt x="107" y="94"/>
                    <a:pt x="109" y="95"/>
                  </a:cubicBezTo>
                  <a:cubicBezTo>
                    <a:pt x="109" y="95"/>
                    <a:pt x="110" y="95"/>
                    <a:pt x="111" y="96"/>
                  </a:cubicBezTo>
                  <a:cubicBezTo>
                    <a:pt x="111" y="96"/>
                    <a:pt x="111" y="96"/>
                    <a:pt x="112" y="96"/>
                  </a:cubicBezTo>
                  <a:close/>
                  <a:moveTo>
                    <a:pt x="48" y="83"/>
                  </a:moveTo>
                  <a:cubicBezTo>
                    <a:pt x="48" y="83"/>
                    <a:pt x="48" y="82"/>
                    <a:pt x="48" y="82"/>
                  </a:cubicBezTo>
                  <a:cubicBezTo>
                    <a:pt x="48" y="82"/>
                    <a:pt x="48" y="83"/>
                    <a:pt x="49" y="83"/>
                  </a:cubicBezTo>
                  <a:cubicBezTo>
                    <a:pt x="49" y="83"/>
                    <a:pt x="50" y="83"/>
                    <a:pt x="50" y="83"/>
                  </a:cubicBezTo>
                  <a:cubicBezTo>
                    <a:pt x="51" y="84"/>
                    <a:pt x="51" y="84"/>
                    <a:pt x="52" y="84"/>
                  </a:cubicBezTo>
                  <a:cubicBezTo>
                    <a:pt x="52" y="84"/>
                    <a:pt x="52" y="84"/>
                    <a:pt x="53" y="84"/>
                  </a:cubicBezTo>
                  <a:cubicBezTo>
                    <a:pt x="53" y="84"/>
                    <a:pt x="54" y="85"/>
                    <a:pt x="54" y="85"/>
                  </a:cubicBezTo>
                  <a:cubicBezTo>
                    <a:pt x="54" y="85"/>
                    <a:pt x="55" y="85"/>
                    <a:pt x="55" y="85"/>
                  </a:cubicBezTo>
                  <a:cubicBezTo>
                    <a:pt x="56" y="85"/>
                    <a:pt x="57" y="85"/>
                    <a:pt x="57" y="86"/>
                  </a:cubicBezTo>
                  <a:cubicBezTo>
                    <a:pt x="58" y="86"/>
                    <a:pt x="59" y="86"/>
                    <a:pt x="59" y="87"/>
                  </a:cubicBezTo>
                  <a:cubicBezTo>
                    <a:pt x="60" y="87"/>
                    <a:pt x="60" y="87"/>
                    <a:pt x="60" y="87"/>
                  </a:cubicBezTo>
                  <a:cubicBezTo>
                    <a:pt x="61" y="87"/>
                    <a:pt x="61" y="87"/>
                    <a:pt x="61" y="87"/>
                  </a:cubicBezTo>
                  <a:cubicBezTo>
                    <a:pt x="61" y="87"/>
                    <a:pt x="61" y="87"/>
                    <a:pt x="61" y="86"/>
                  </a:cubicBezTo>
                  <a:cubicBezTo>
                    <a:pt x="62" y="86"/>
                    <a:pt x="61" y="85"/>
                    <a:pt x="61" y="85"/>
                  </a:cubicBezTo>
                  <a:cubicBezTo>
                    <a:pt x="60" y="85"/>
                    <a:pt x="59" y="84"/>
                    <a:pt x="58" y="84"/>
                  </a:cubicBezTo>
                  <a:cubicBezTo>
                    <a:pt x="58" y="83"/>
                    <a:pt x="57" y="83"/>
                    <a:pt x="56" y="83"/>
                  </a:cubicBezTo>
                  <a:cubicBezTo>
                    <a:pt x="56" y="82"/>
                    <a:pt x="55" y="83"/>
                    <a:pt x="54" y="82"/>
                  </a:cubicBezTo>
                  <a:cubicBezTo>
                    <a:pt x="53" y="82"/>
                    <a:pt x="52" y="82"/>
                    <a:pt x="51" y="82"/>
                  </a:cubicBezTo>
                  <a:cubicBezTo>
                    <a:pt x="51" y="82"/>
                    <a:pt x="51" y="82"/>
                    <a:pt x="51" y="82"/>
                  </a:cubicBezTo>
                  <a:cubicBezTo>
                    <a:pt x="49" y="82"/>
                    <a:pt x="48" y="82"/>
                    <a:pt x="47" y="82"/>
                  </a:cubicBezTo>
                  <a:cubicBezTo>
                    <a:pt x="47" y="82"/>
                    <a:pt x="47" y="82"/>
                    <a:pt x="47" y="82"/>
                  </a:cubicBezTo>
                  <a:cubicBezTo>
                    <a:pt x="47" y="82"/>
                    <a:pt x="48" y="82"/>
                    <a:pt x="48" y="83"/>
                  </a:cubicBezTo>
                  <a:close/>
                  <a:moveTo>
                    <a:pt x="120" y="97"/>
                  </a:moveTo>
                  <a:cubicBezTo>
                    <a:pt x="120" y="97"/>
                    <a:pt x="120" y="97"/>
                    <a:pt x="120" y="97"/>
                  </a:cubicBezTo>
                  <a:cubicBezTo>
                    <a:pt x="118" y="96"/>
                    <a:pt x="117" y="95"/>
                    <a:pt x="117" y="93"/>
                  </a:cubicBezTo>
                  <a:cubicBezTo>
                    <a:pt x="117" y="93"/>
                    <a:pt x="117" y="93"/>
                    <a:pt x="118" y="93"/>
                  </a:cubicBezTo>
                  <a:cubicBezTo>
                    <a:pt x="118" y="92"/>
                    <a:pt x="118" y="92"/>
                    <a:pt x="117" y="92"/>
                  </a:cubicBezTo>
                  <a:cubicBezTo>
                    <a:pt x="117" y="91"/>
                    <a:pt x="117" y="90"/>
                    <a:pt x="117" y="89"/>
                  </a:cubicBezTo>
                  <a:cubicBezTo>
                    <a:pt x="117" y="89"/>
                    <a:pt x="117" y="89"/>
                    <a:pt x="117" y="89"/>
                  </a:cubicBezTo>
                  <a:cubicBezTo>
                    <a:pt x="117" y="88"/>
                    <a:pt x="117" y="88"/>
                    <a:pt x="117" y="88"/>
                  </a:cubicBezTo>
                  <a:cubicBezTo>
                    <a:pt x="117" y="87"/>
                    <a:pt x="117" y="87"/>
                    <a:pt x="117" y="86"/>
                  </a:cubicBezTo>
                  <a:cubicBezTo>
                    <a:pt x="116" y="86"/>
                    <a:pt x="116" y="86"/>
                    <a:pt x="116" y="86"/>
                  </a:cubicBezTo>
                  <a:cubicBezTo>
                    <a:pt x="116" y="86"/>
                    <a:pt x="116" y="87"/>
                    <a:pt x="115" y="87"/>
                  </a:cubicBezTo>
                  <a:cubicBezTo>
                    <a:pt x="115" y="88"/>
                    <a:pt x="115" y="89"/>
                    <a:pt x="114" y="89"/>
                  </a:cubicBezTo>
                  <a:cubicBezTo>
                    <a:pt x="114" y="89"/>
                    <a:pt x="114" y="90"/>
                    <a:pt x="114" y="90"/>
                  </a:cubicBezTo>
                  <a:cubicBezTo>
                    <a:pt x="114" y="91"/>
                    <a:pt x="114" y="92"/>
                    <a:pt x="115" y="93"/>
                  </a:cubicBezTo>
                  <a:cubicBezTo>
                    <a:pt x="115" y="94"/>
                    <a:pt x="116" y="96"/>
                    <a:pt x="118" y="97"/>
                  </a:cubicBezTo>
                  <a:cubicBezTo>
                    <a:pt x="118" y="97"/>
                    <a:pt x="118" y="97"/>
                    <a:pt x="119" y="97"/>
                  </a:cubicBezTo>
                  <a:cubicBezTo>
                    <a:pt x="119" y="97"/>
                    <a:pt x="119" y="97"/>
                    <a:pt x="119" y="97"/>
                  </a:cubicBezTo>
                  <a:cubicBezTo>
                    <a:pt x="119" y="97"/>
                    <a:pt x="120" y="97"/>
                    <a:pt x="120" y="97"/>
                  </a:cubicBezTo>
                  <a:close/>
                  <a:moveTo>
                    <a:pt x="114" y="28"/>
                  </a:moveTo>
                  <a:cubicBezTo>
                    <a:pt x="113" y="28"/>
                    <a:pt x="113" y="28"/>
                    <a:pt x="113" y="29"/>
                  </a:cubicBezTo>
                  <a:cubicBezTo>
                    <a:pt x="113" y="30"/>
                    <a:pt x="113" y="30"/>
                    <a:pt x="113" y="31"/>
                  </a:cubicBezTo>
                  <a:cubicBezTo>
                    <a:pt x="113" y="31"/>
                    <a:pt x="113" y="32"/>
                    <a:pt x="112" y="32"/>
                  </a:cubicBezTo>
                  <a:cubicBezTo>
                    <a:pt x="114" y="32"/>
                    <a:pt x="114" y="32"/>
                    <a:pt x="114" y="31"/>
                  </a:cubicBezTo>
                  <a:cubicBezTo>
                    <a:pt x="114" y="31"/>
                    <a:pt x="114" y="30"/>
                    <a:pt x="114" y="30"/>
                  </a:cubicBezTo>
                  <a:cubicBezTo>
                    <a:pt x="114" y="29"/>
                    <a:pt x="115" y="29"/>
                    <a:pt x="114" y="28"/>
                  </a:cubicBezTo>
                  <a:close/>
                  <a:moveTo>
                    <a:pt x="111" y="64"/>
                  </a:moveTo>
                  <a:cubicBezTo>
                    <a:pt x="111" y="64"/>
                    <a:pt x="111" y="64"/>
                    <a:pt x="112" y="64"/>
                  </a:cubicBezTo>
                  <a:cubicBezTo>
                    <a:pt x="112" y="64"/>
                    <a:pt x="112" y="63"/>
                    <a:pt x="112" y="62"/>
                  </a:cubicBezTo>
                  <a:cubicBezTo>
                    <a:pt x="112" y="62"/>
                    <a:pt x="112" y="62"/>
                    <a:pt x="112" y="62"/>
                  </a:cubicBezTo>
                  <a:cubicBezTo>
                    <a:pt x="112" y="61"/>
                    <a:pt x="113" y="61"/>
                    <a:pt x="112" y="60"/>
                  </a:cubicBezTo>
                  <a:cubicBezTo>
                    <a:pt x="112" y="60"/>
                    <a:pt x="112" y="59"/>
                    <a:pt x="111" y="59"/>
                  </a:cubicBezTo>
                  <a:cubicBezTo>
                    <a:pt x="111" y="59"/>
                    <a:pt x="111" y="60"/>
                    <a:pt x="111" y="60"/>
                  </a:cubicBezTo>
                  <a:cubicBezTo>
                    <a:pt x="111" y="62"/>
                    <a:pt x="111" y="63"/>
                    <a:pt x="111" y="64"/>
                  </a:cubicBezTo>
                  <a:cubicBezTo>
                    <a:pt x="111" y="64"/>
                    <a:pt x="111" y="64"/>
                    <a:pt x="111" y="64"/>
                  </a:cubicBezTo>
                  <a:close/>
                  <a:moveTo>
                    <a:pt x="111" y="57"/>
                  </a:moveTo>
                  <a:cubicBezTo>
                    <a:pt x="111" y="57"/>
                    <a:pt x="111" y="57"/>
                    <a:pt x="112" y="57"/>
                  </a:cubicBezTo>
                  <a:cubicBezTo>
                    <a:pt x="112" y="56"/>
                    <a:pt x="112" y="56"/>
                    <a:pt x="112" y="56"/>
                  </a:cubicBezTo>
                  <a:cubicBezTo>
                    <a:pt x="112" y="54"/>
                    <a:pt x="112" y="53"/>
                    <a:pt x="112" y="52"/>
                  </a:cubicBezTo>
                  <a:cubicBezTo>
                    <a:pt x="113" y="52"/>
                    <a:pt x="112" y="51"/>
                    <a:pt x="112" y="51"/>
                  </a:cubicBezTo>
                  <a:cubicBezTo>
                    <a:pt x="112" y="52"/>
                    <a:pt x="112" y="52"/>
                    <a:pt x="112" y="52"/>
                  </a:cubicBezTo>
                  <a:cubicBezTo>
                    <a:pt x="112" y="53"/>
                    <a:pt x="112" y="54"/>
                    <a:pt x="112" y="55"/>
                  </a:cubicBezTo>
                  <a:cubicBezTo>
                    <a:pt x="111" y="55"/>
                    <a:pt x="111" y="56"/>
                    <a:pt x="111" y="57"/>
                  </a:cubicBezTo>
                  <a:close/>
                  <a:moveTo>
                    <a:pt x="122" y="30"/>
                  </a:moveTo>
                  <a:cubicBezTo>
                    <a:pt x="122" y="29"/>
                    <a:pt x="122" y="29"/>
                    <a:pt x="122" y="29"/>
                  </a:cubicBezTo>
                  <a:cubicBezTo>
                    <a:pt x="122" y="28"/>
                    <a:pt x="122" y="28"/>
                    <a:pt x="121" y="27"/>
                  </a:cubicBezTo>
                  <a:cubicBezTo>
                    <a:pt x="121" y="27"/>
                    <a:pt x="121" y="27"/>
                    <a:pt x="121" y="26"/>
                  </a:cubicBezTo>
                  <a:cubicBezTo>
                    <a:pt x="121" y="27"/>
                    <a:pt x="120" y="28"/>
                    <a:pt x="120" y="29"/>
                  </a:cubicBezTo>
                  <a:cubicBezTo>
                    <a:pt x="120" y="29"/>
                    <a:pt x="121" y="29"/>
                    <a:pt x="122" y="30"/>
                  </a:cubicBezTo>
                  <a:close/>
                  <a:moveTo>
                    <a:pt x="119" y="17"/>
                  </a:moveTo>
                  <a:cubicBezTo>
                    <a:pt x="119" y="16"/>
                    <a:pt x="119" y="15"/>
                    <a:pt x="118" y="14"/>
                  </a:cubicBezTo>
                  <a:cubicBezTo>
                    <a:pt x="118" y="15"/>
                    <a:pt x="117" y="16"/>
                    <a:pt x="117" y="16"/>
                  </a:cubicBezTo>
                  <a:cubicBezTo>
                    <a:pt x="118" y="16"/>
                    <a:pt x="119" y="17"/>
                    <a:pt x="119" y="17"/>
                  </a:cubicBezTo>
                  <a:close/>
                  <a:moveTo>
                    <a:pt x="122" y="49"/>
                  </a:moveTo>
                  <a:cubicBezTo>
                    <a:pt x="122" y="49"/>
                    <a:pt x="123" y="49"/>
                    <a:pt x="123" y="49"/>
                  </a:cubicBezTo>
                  <a:cubicBezTo>
                    <a:pt x="123" y="49"/>
                    <a:pt x="123" y="48"/>
                    <a:pt x="123" y="48"/>
                  </a:cubicBezTo>
                  <a:cubicBezTo>
                    <a:pt x="123" y="48"/>
                    <a:pt x="123" y="47"/>
                    <a:pt x="123" y="47"/>
                  </a:cubicBezTo>
                  <a:cubicBezTo>
                    <a:pt x="123" y="47"/>
                    <a:pt x="123" y="46"/>
                    <a:pt x="123" y="46"/>
                  </a:cubicBezTo>
                  <a:cubicBezTo>
                    <a:pt x="123" y="47"/>
                    <a:pt x="123" y="47"/>
                    <a:pt x="122" y="47"/>
                  </a:cubicBezTo>
                  <a:cubicBezTo>
                    <a:pt x="122" y="48"/>
                    <a:pt x="122" y="48"/>
                    <a:pt x="122" y="49"/>
                  </a:cubicBezTo>
                  <a:close/>
                  <a:moveTo>
                    <a:pt x="117" y="63"/>
                  </a:moveTo>
                  <a:cubicBezTo>
                    <a:pt x="117" y="63"/>
                    <a:pt x="117" y="63"/>
                    <a:pt x="117" y="64"/>
                  </a:cubicBezTo>
                  <a:cubicBezTo>
                    <a:pt x="117" y="64"/>
                    <a:pt x="117" y="64"/>
                    <a:pt x="118" y="64"/>
                  </a:cubicBezTo>
                  <a:cubicBezTo>
                    <a:pt x="118" y="64"/>
                    <a:pt x="118" y="64"/>
                    <a:pt x="118" y="64"/>
                  </a:cubicBezTo>
                  <a:cubicBezTo>
                    <a:pt x="118" y="63"/>
                    <a:pt x="118" y="63"/>
                    <a:pt x="117" y="63"/>
                  </a:cubicBezTo>
                  <a:close/>
                  <a:moveTo>
                    <a:pt x="122" y="33"/>
                  </a:moveTo>
                  <a:cubicBezTo>
                    <a:pt x="122" y="34"/>
                    <a:pt x="121" y="34"/>
                    <a:pt x="122" y="35"/>
                  </a:cubicBezTo>
                  <a:cubicBezTo>
                    <a:pt x="122" y="35"/>
                    <a:pt x="123" y="35"/>
                    <a:pt x="122" y="33"/>
                  </a:cubicBezTo>
                  <a:close/>
                  <a:moveTo>
                    <a:pt x="113" y="33"/>
                  </a:moveTo>
                  <a:cubicBezTo>
                    <a:pt x="113" y="34"/>
                    <a:pt x="113" y="34"/>
                    <a:pt x="113" y="35"/>
                  </a:cubicBezTo>
                  <a:cubicBezTo>
                    <a:pt x="113" y="34"/>
                    <a:pt x="114" y="33"/>
                    <a:pt x="11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4" name="Freeform 112">
              <a:extLst>
                <a:ext uri="{FF2B5EF4-FFF2-40B4-BE49-F238E27FC236}">
                  <a16:creationId xmlns:a16="http://schemas.microsoft.com/office/drawing/2014/main" id="{F0A90A94-F7DD-4A7F-BCDB-EA84F7DFFF47}"/>
                </a:ext>
              </a:extLst>
            </p:cNvPr>
            <p:cNvSpPr>
              <a:spLocks/>
            </p:cNvSpPr>
            <p:nvPr/>
          </p:nvSpPr>
          <p:spPr bwMode="auto">
            <a:xfrm>
              <a:off x="282575" y="5584826"/>
              <a:ext cx="31750" cy="34925"/>
            </a:xfrm>
            <a:custGeom>
              <a:avLst/>
              <a:gdLst>
                <a:gd name="T0" fmla="*/ 6 w 8"/>
                <a:gd name="T1" fmla="*/ 1 h 9"/>
                <a:gd name="T2" fmla="*/ 6 w 8"/>
                <a:gd name="T3" fmla="*/ 1 h 9"/>
                <a:gd name="T4" fmla="*/ 8 w 8"/>
                <a:gd name="T5" fmla="*/ 4 h 9"/>
                <a:gd name="T6" fmla="*/ 7 w 8"/>
                <a:gd name="T7" fmla="*/ 6 h 9"/>
                <a:gd name="T8" fmla="*/ 7 w 8"/>
                <a:gd name="T9" fmla="*/ 7 h 9"/>
                <a:gd name="T10" fmla="*/ 6 w 8"/>
                <a:gd name="T11" fmla="*/ 8 h 9"/>
                <a:gd name="T12" fmla="*/ 5 w 8"/>
                <a:gd name="T13" fmla="*/ 9 h 9"/>
                <a:gd name="T14" fmla="*/ 5 w 8"/>
                <a:gd name="T15" fmla="*/ 9 h 9"/>
                <a:gd name="T16" fmla="*/ 3 w 8"/>
                <a:gd name="T17" fmla="*/ 8 h 9"/>
                <a:gd name="T18" fmla="*/ 1 w 8"/>
                <a:gd name="T19" fmla="*/ 8 h 9"/>
                <a:gd name="T20" fmla="*/ 1 w 8"/>
                <a:gd name="T21" fmla="*/ 7 h 9"/>
                <a:gd name="T22" fmla="*/ 0 w 8"/>
                <a:gd name="T23" fmla="*/ 6 h 9"/>
                <a:gd name="T24" fmla="*/ 0 w 8"/>
                <a:gd name="T25" fmla="*/ 3 h 9"/>
                <a:gd name="T26" fmla="*/ 1 w 8"/>
                <a:gd name="T27" fmla="*/ 1 h 9"/>
                <a:gd name="T28" fmla="*/ 2 w 8"/>
                <a:gd name="T29" fmla="*/ 0 h 9"/>
                <a:gd name="T30" fmla="*/ 3 w 8"/>
                <a:gd name="T31" fmla="*/ 0 h 9"/>
                <a:gd name="T32" fmla="*/ 5 w 8"/>
                <a:gd name="T33" fmla="*/ 1 h 9"/>
                <a:gd name="T34" fmla="*/ 6 w 8"/>
                <a:gd name="T35"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 h="9">
                  <a:moveTo>
                    <a:pt x="6" y="1"/>
                  </a:moveTo>
                  <a:cubicBezTo>
                    <a:pt x="6" y="1"/>
                    <a:pt x="6" y="1"/>
                    <a:pt x="6" y="1"/>
                  </a:cubicBezTo>
                  <a:cubicBezTo>
                    <a:pt x="7" y="2"/>
                    <a:pt x="7" y="3"/>
                    <a:pt x="8" y="4"/>
                  </a:cubicBezTo>
                  <a:cubicBezTo>
                    <a:pt x="8" y="5"/>
                    <a:pt x="7" y="6"/>
                    <a:pt x="7" y="6"/>
                  </a:cubicBezTo>
                  <a:cubicBezTo>
                    <a:pt x="7" y="7"/>
                    <a:pt x="7" y="7"/>
                    <a:pt x="7" y="7"/>
                  </a:cubicBezTo>
                  <a:cubicBezTo>
                    <a:pt x="7" y="8"/>
                    <a:pt x="7" y="8"/>
                    <a:pt x="6" y="8"/>
                  </a:cubicBezTo>
                  <a:cubicBezTo>
                    <a:pt x="6" y="8"/>
                    <a:pt x="6" y="9"/>
                    <a:pt x="5" y="9"/>
                  </a:cubicBezTo>
                  <a:cubicBezTo>
                    <a:pt x="5" y="9"/>
                    <a:pt x="5" y="9"/>
                    <a:pt x="5" y="9"/>
                  </a:cubicBezTo>
                  <a:cubicBezTo>
                    <a:pt x="4" y="8"/>
                    <a:pt x="4" y="8"/>
                    <a:pt x="3" y="8"/>
                  </a:cubicBezTo>
                  <a:cubicBezTo>
                    <a:pt x="3" y="9"/>
                    <a:pt x="2" y="8"/>
                    <a:pt x="1" y="8"/>
                  </a:cubicBezTo>
                  <a:cubicBezTo>
                    <a:pt x="1" y="8"/>
                    <a:pt x="1" y="8"/>
                    <a:pt x="1" y="7"/>
                  </a:cubicBezTo>
                  <a:cubicBezTo>
                    <a:pt x="0" y="7"/>
                    <a:pt x="0" y="7"/>
                    <a:pt x="0" y="6"/>
                  </a:cubicBezTo>
                  <a:cubicBezTo>
                    <a:pt x="0" y="5"/>
                    <a:pt x="0" y="4"/>
                    <a:pt x="0" y="3"/>
                  </a:cubicBezTo>
                  <a:cubicBezTo>
                    <a:pt x="0" y="2"/>
                    <a:pt x="1" y="1"/>
                    <a:pt x="1" y="1"/>
                  </a:cubicBezTo>
                  <a:cubicBezTo>
                    <a:pt x="1" y="0"/>
                    <a:pt x="2" y="0"/>
                    <a:pt x="2" y="0"/>
                  </a:cubicBezTo>
                  <a:cubicBezTo>
                    <a:pt x="2" y="0"/>
                    <a:pt x="3" y="0"/>
                    <a:pt x="3" y="0"/>
                  </a:cubicBezTo>
                  <a:cubicBezTo>
                    <a:pt x="4" y="0"/>
                    <a:pt x="4" y="0"/>
                    <a:pt x="5" y="1"/>
                  </a:cubicBezTo>
                  <a:cubicBezTo>
                    <a:pt x="5" y="1"/>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5" name="Freeform 114">
              <a:extLst>
                <a:ext uri="{FF2B5EF4-FFF2-40B4-BE49-F238E27FC236}">
                  <a16:creationId xmlns:a16="http://schemas.microsoft.com/office/drawing/2014/main" id="{00F69230-A76E-421B-9CF0-DAAAF81B19CF}"/>
                </a:ext>
              </a:extLst>
            </p:cNvPr>
            <p:cNvSpPr>
              <a:spLocks/>
            </p:cNvSpPr>
            <p:nvPr/>
          </p:nvSpPr>
          <p:spPr bwMode="auto">
            <a:xfrm>
              <a:off x="841375" y="5561013"/>
              <a:ext cx="58738" cy="346075"/>
            </a:xfrm>
            <a:custGeom>
              <a:avLst/>
              <a:gdLst>
                <a:gd name="T0" fmla="*/ 4 w 15"/>
                <a:gd name="T1" fmla="*/ 1 h 88"/>
                <a:gd name="T2" fmla="*/ 6 w 15"/>
                <a:gd name="T3" fmla="*/ 2 h 88"/>
                <a:gd name="T4" fmla="*/ 9 w 15"/>
                <a:gd name="T5" fmla="*/ 6 h 88"/>
                <a:gd name="T6" fmla="*/ 10 w 15"/>
                <a:gd name="T7" fmla="*/ 10 h 88"/>
                <a:gd name="T8" fmla="*/ 12 w 15"/>
                <a:gd name="T9" fmla="*/ 15 h 88"/>
                <a:gd name="T10" fmla="*/ 13 w 15"/>
                <a:gd name="T11" fmla="*/ 20 h 88"/>
                <a:gd name="T12" fmla="*/ 14 w 15"/>
                <a:gd name="T13" fmla="*/ 25 h 88"/>
                <a:gd name="T14" fmla="*/ 14 w 15"/>
                <a:gd name="T15" fmla="*/ 30 h 88"/>
                <a:gd name="T16" fmla="*/ 15 w 15"/>
                <a:gd name="T17" fmla="*/ 37 h 88"/>
                <a:gd name="T18" fmla="*/ 15 w 15"/>
                <a:gd name="T19" fmla="*/ 40 h 88"/>
                <a:gd name="T20" fmla="*/ 15 w 15"/>
                <a:gd name="T21" fmla="*/ 43 h 88"/>
                <a:gd name="T22" fmla="*/ 15 w 15"/>
                <a:gd name="T23" fmla="*/ 46 h 88"/>
                <a:gd name="T24" fmla="*/ 14 w 15"/>
                <a:gd name="T25" fmla="*/ 54 h 88"/>
                <a:gd name="T26" fmla="*/ 14 w 15"/>
                <a:gd name="T27" fmla="*/ 57 h 88"/>
                <a:gd name="T28" fmla="*/ 13 w 15"/>
                <a:gd name="T29" fmla="*/ 62 h 88"/>
                <a:gd name="T30" fmla="*/ 13 w 15"/>
                <a:gd name="T31" fmla="*/ 65 h 88"/>
                <a:gd name="T32" fmla="*/ 13 w 15"/>
                <a:gd name="T33" fmla="*/ 68 h 88"/>
                <a:gd name="T34" fmla="*/ 13 w 15"/>
                <a:gd name="T35" fmla="*/ 74 h 88"/>
                <a:gd name="T36" fmla="*/ 12 w 15"/>
                <a:gd name="T37" fmla="*/ 78 h 88"/>
                <a:gd name="T38" fmla="*/ 11 w 15"/>
                <a:gd name="T39" fmla="*/ 81 h 88"/>
                <a:gd name="T40" fmla="*/ 11 w 15"/>
                <a:gd name="T41" fmla="*/ 83 h 88"/>
                <a:gd name="T42" fmla="*/ 10 w 15"/>
                <a:gd name="T43" fmla="*/ 88 h 88"/>
                <a:gd name="T44" fmla="*/ 10 w 15"/>
                <a:gd name="T45" fmla="*/ 86 h 88"/>
                <a:gd name="T46" fmla="*/ 10 w 15"/>
                <a:gd name="T47" fmla="*/ 82 h 88"/>
                <a:gd name="T48" fmla="*/ 11 w 15"/>
                <a:gd name="T49" fmla="*/ 77 h 88"/>
                <a:gd name="T50" fmla="*/ 11 w 15"/>
                <a:gd name="T51" fmla="*/ 73 h 88"/>
                <a:gd name="T52" fmla="*/ 12 w 15"/>
                <a:gd name="T53" fmla="*/ 68 h 88"/>
                <a:gd name="T54" fmla="*/ 12 w 15"/>
                <a:gd name="T55" fmla="*/ 52 h 88"/>
                <a:gd name="T56" fmla="*/ 12 w 15"/>
                <a:gd name="T57" fmla="*/ 50 h 88"/>
                <a:gd name="T58" fmla="*/ 12 w 15"/>
                <a:gd name="T59" fmla="*/ 46 h 88"/>
                <a:gd name="T60" fmla="*/ 12 w 15"/>
                <a:gd name="T61" fmla="*/ 39 h 88"/>
                <a:gd name="T62" fmla="*/ 11 w 15"/>
                <a:gd name="T63" fmla="*/ 34 h 88"/>
                <a:gd name="T64" fmla="*/ 11 w 15"/>
                <a:gd name="T65" fmla="*/ 28 h 88"/>
                <a:gd name="T66" fmla="*/ 10 w 15"/>
                <a:gd name="T67" fmla="*/ 21 h 88"/>
                <a:gd name="T68" fmla="*/ 9 w 15"/>
                <a:gd name="T69" fmla="*/ 19 h 88"/>
                <a:gd name="T70" fmla="*/ 8 w 15"/>
                <a:gd name="T71" fmla="*/ 15 h 88"/>
                <a:gd name="T72" fmla="*/ 7 w 15"/>
                <a:gd name="T73" fmla="*/ 11 h 88"/>
                <a:gd name="T74" fmla="*/ 5 w 15"/>
                <a:gd name="T75" fmla="*/ 6 h 88"/>
                <a:gd name="T76" fmla="*/ 3 w 15"/>
                <a:gd name="T77" fmla="*/ 5 h 88"/>
                <a:gd name="T78" fmla="*/ 3 w 15"/>
                <a:gd name="T79" fmla="*/ 6 h 88"/>
                <a:gd name="T80" fmla="*/ 1 w 15"/>
                <a:gd name="T81" fmla="*/ 10 h 88"/>
                <a:gd name="T82" fmla="*/ 0 w 15"/>
                <a:gd name="T83" fmla="*/ 10 h 88"/>
                <a:gd name="T84" fmla="*/ 0 w 15"/>
                <a:gd name="T85" fmla="*/ 8 h 88"/>
                <a:gd name="T86" fmla="*/ 1 w 15"/>
                <a:gd name="T87" fmla="*/ 2 h 88"/>
                <a:gd name="T88" fmla="*/ 0 w 15"/>
                <a:gd name="T89"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 h="88">
                  <a:moveTo>
                    <a:pt x="0" y="0"/>
                  </a:moveTo>
                  <a:cubicBezTo>
                    <a:pt x="1" y="0"/>
                    <a:pt x="3" y="1"/>
                    <a:pt x="4" y="1"/>
                  </a:cubicBezTo>
                  <a:cubicBezTo>
                    <a:pt x="4" y="1"/>
                    <a:pt x="4" y="1"/>
                    <a:pt x="4" y="1"/>
                  </a:cubicBezTo>
                  <a:cubicBezTo>
                    <a:pt x="5" y="1"/>
                    <a:pt x="6" y="2"/>
                    <a:pt x="6" y="2"/>
                  </a:cubicBezTo>
                  <a:cubicBezTo>
                    <a:pt x="7" y="2"/>
                    <a:pt x="7" y="3"/>
                    <a:pt x="8" y="4"/>
                  </a:cubicBezTo>
                  <a:cubicBezTo>
                    <a:pt x="8" y="4"/>
                    <a:pt x="8" y="5"/>
                    <a:pt x="9" y="6"/>
                  </a:cubicBezTo>
                  <a:cubicBezTo>
                    <a:pt x="9" y="6"/>
                    <a:pt x="9" y="7"/>
                    <a:pt x="9" y="7"/>
                  </a:cubicBezTo>
                  <a:cubicBezTo>
                    <a:pt x="10" y="8"/>
                    <a:pt x="10" y="9"/>
                    <a:pt x="10" y="10"/>
                  </a:cubicBezTo>
                  <a:cubicBezTo>
                    <a:pt x="11" y="10"/>
                    <a:pt x="11" y="11"/>
                    <a:pt x="11" y="12"/>
                  </a:cubicBezTo>
                  <a:cubicBezTo>
                    <a:pt x="12" y="13"/>
                    <a:pt x="11" y="14"/>
                    <a:pt x="12" y="15"/>
                  </a:cubicBezTo>
                  <a:cubicBezTo>
                    <a:pt x="12" y="16"/>
                    <a:pt x="13" y="17"/>
                    <a:pt x="13" y="17"/>
                  </a:cubicBezTo>
                  <a:cubicBezTo>
                    <a:pt x="13" y="18"/>
                    <a:pt x="13" y="19"/>
                    <a:pt x="13" y="20"/>
                  </a:cubicBezTo>
                  <a:cubicBezTo>
                    <a:pt x="13" y="22"/>
                    <a:pt x="13" y="23"/>
                    <a:pt x="13" y="24"/>
                  </a:cubicBezTo>
                  <a:cubicBezTo>
                    <a:pt x="13" y="24"/>
                    <a:pt x="13" y="25"/>
                    <a:pt x="14" y="25"/>
                  </a:cubicBezTo>
                  <a:cubicBezTo>
                    <a:pt x="14" y="25"/>
                    <a:pt x="14" y="25"/>
                    <a:pt x="14" y="26"/>
                  </a:cubicBezTo>
                  <a:cubicBezTo>
                    <a:pt x="14" y="27"/>
                    <a:pt x="14" y="29"/>
                    <a:pt x="14" y="30"/>
                  </a:cubicBezTo>
                  <a:cubicBezTo>
                    <a:pt x="15" y="32"/>
                    <a:pt x="14" y="33"/>
                    <a:pt x="14" y="35"/>
                  </a:cubicBezTo>
                  <a:cubicBezTo>
                    <a:pt x="15" y="36"/>
                    <a:pt x="15" y="36"/>
                    <a:pt x="15" y="37"/>
                  </a:cubicBezTo>
                  <a:cubicBezTo>
                    <a:pt x="15" y="38"/>
                    <a:pt x="15" y="38"/>
                    <a:pt x="15" y="39"/>
                  </a:cubicBezTo>
                  <a:cubicBezTo>
                    <a:pt x="15" y="40"/>
                    <a:pt x="15" y="40"/>
                    <a:pt x="15" y="40"/>
                  </a:cubicBezTo>
                  <a:cubicBezTo>
                    <a:pt x="15" y="41"/>
                    <a:pt x="15" y="42"/>
                    <a:pt x="15" y="42"/>
                  </a:cubicBezTo>
                  <a:cubicBezTo>
                    <a:pt x="15" y="43"/>
                    <a:pt x="15" y="43"/>
                    <a:pt x="15" y="43"/>
                  </a:cubicBezTo>
                  <a:cubicBezTo>
                    <a:pt x="15" y="43"/>
                    <a:pt x="15" y="43"/>
                    <a:pt x="15" y="43"/>
                  </a:cubicBezTo>
                  <a:cubicBezTo>
                    <a:pt x="15" y="44"/>
                    <a:pt x="15" y="45"/>
                    <a:pt x="15" y="46"/>
                  </a:cubicBezTo>
                  <a:cubicBezTo>
                    <a:pt x="15" y="47"/>
                    <a:pt x="15" y="49"/>
                    <a:pt x="15" y="50"/>
                  </a:cubicBezTo>
                  <a:cubicBezTo>
                    <a:pt x="14" y="51"/>
                    <a:pt x="15" y="52"/>
                    <a:pt x="14" y="54"/>
                  </a:cubicBezTo>
                  <a:cubicBezTo>
                    <a:pt x="14" y="55"/>
                    <a:pt x="14" y="56"/>
                    <a:pt x="14" y="57"/>
                  </a:cubicBezTo>
                  <a:cubicBezTo>
                    <a:pt x="14" y="57"/>
                    <a:pt x="14" y="57"/>
                    <a:pt x="14" y="57"/>
                  </a:cubicBezTo>
                  <a:cubicBezTo>
                    <a:pt x="14" y="58"/>
                    <a:pt x="14" y="59"/>
                    <a:pt x="14" y="60"/>
                  </a:cubicBezTo>
                  <a:cubicBezTo>
                    <a:pt x="14" y="61"/>
                    <a:pt x="13" y="62"/>
                    <a:pt x="13" y="62"/>
                  </a:cubicBezTo>
                  <a:cubicBezTo>
                    <a:pt x="13" y="63"/>
                    <a:pt x="13" y="63"/>
                    <a:pt x="13" y="63"/>
                  </a:cubicBezTo>
                  <a:cubicBezTo>
                    <a:pt x="14" y="64"/>
                    <a:pt x="13" y="64"/>
                    <a:pt x="13" y="65"/>
                  </a:cubicBezTo>
                  <a:cubicBezTo>
                    <a:pt x="13" y="66"/>
                    <a:pt x="13" y="66"/>
                    <a:pt x="13" y="67"/>
                  </a:cubicBezTo>
                  <a:cubicBezTo>
                    <a:pt x="13" y="67"/>
                    <a:pt x="13" y="67"/>
                    <a:pt x="13" y="68"/>
                  </a:cubicBezTo>
                  <a:cubicBezTo>
                    <a:pt x="13" y="68"/>
                    <a:pt x="13" y="69"/>
                    <a:pt x="13" y="70"/>
                  </a:cubicBezTo>
                  <a:cubicBezTo>
                    <a:pt x="13" y="71"/>
                    <a:pt x="13" y="72"/>
                    <a:pt x="13" y="74"/>
                  </a:cubicBezTo>
                  <a:cubicBezTo>
                    <a:pt x="12" y="75"/>
                    <a:pt x="12" y="75"/>
                    <a:pt x="12" y="76"/>
                  </a:cubicBezTo>
                  <a:cubicBezTo>
                    <a:pt x="12" y="77"/>
                    <a:pt x="12" y="78"/>
                    <a:pt x="12" y="78"/>
                  </a:cubicBezTo>
                  <a:cubicBezTo>
                    <a:pt x="12" y="79"/>
                    <a:pt x="12" y="79"/>
                    <a:pt x="12" y="80"/>
                  </a:cubicBezTo>
                  <a:cubicBezTo>
                    <a:pt x="12" y="80"/>
                    <a:pt x="11" y="81"/>
                    <a:pt x="11" y="81"/>
                  </a:cubicBezTo>
                  <a:cubicBezTo>
                    <a:pt x="11" y="82"/>
                    <a:pt x="12" y="82"/>
                    <a:pt x="11" y="83"/>
                  </a:cubicBezTo>
                  <a:cubicBezTo>
                    <a:pt x="11" y="83"/>
                    <a:pt x="11" y="83"/>
                    <a:pt x="11" y="83"/>
                  </a:cubicBezTo>
                  <a:cubicBezTo>
                    <a:pt x="11" y="84"/>
                    <a:pt x="10" y="85"/>
                    <a:pt x="10" y="86"/>
                  </a:cubicBezTo>
                  <a:cubicBezTo>
                    <a:pt x="10" y="87"/>
                    <a:pt x="10" y="88"/>
                    <a:pt x="10" y="88"/>
                  </a:cubicBezTo>
                  <a:cubicBezTo>
                    <a:pt x="10" y="88"/>
                    <a:pt x="9" y="88"/>
                    <a:pt x="9" y="88"/>
                  </a:cubicBezTo>
                  <a:cubicBezTo>
                    <a:pt x="9" y="87"/>
                    <a:pt x="10" y="87"/>
                    <a:pt x="10" y="86"/>
                  </a:cubicBezTo>
                  <a:cubicBezTo>
                    <a:pt x="10" y="86"/>
                    <a:pt x="10" y="86"/>
                    <a:pt x="10" y="86"/>
                  </a:cubicBezTo>
                  <a:cubicBezTo>
                    <a:pt x="10" y="85"/>
                    <a:pt x="10" y="84"/>
                    <a:pt x="10" y="82"/>
                  </a:cubicBezTo>
                  <a:cubicBezTo>
                    <a:pt x="10" y="81"/>
                    <a:pt x="10" y="80"/>
                    <a:pt x="10" y="79"/>
                  </a:cubicBezTo>
                  <a:cubicBezTo>
                    <a:pt x="10" y="78"/>
                    <a:pt x="11" y="77"/>
                    <a:pt x="11" y="77"/>
                  </a:cubicBezTo>
                  <a:cubicBezTo>
                    <a:pt x="11" y="76"/>
                    <a:pt x="10" y="76"/>
                    <a:pt x="10" y="75"/>
                  </a:cubicBezTo>
                  <a:cubicBezTo>
                    <a:pt x="10" y="75"/>
                    <a:pt x="11" y="74"/>
                    <a:pt x="11" y="73"/>
                  </a:cubicBezTo>
                  <a:cubicBezTo>
                    <a:pt x="11" y="73"/>
                    <a:pt x="11" y="72"/>
                    <a:pt x="11" y="72"/>
                  </a:cubicBezTo>
                  <a:cubicBezTo>
                    <a:pt x="11" y="70"/>
                    <a:pt x="11" y="69"/>
                    <a:pt x="12" y="68"/>
                  </a:cubicBezTo>
                  <a:cubicBezTo>
                    <a:pt x="12" y="68"/>
                    <a:pt x="12" y="67"/>
                    <a:pt x="12" y="67"/>
                  </a:cubicBezTo>
                  <a:cubicBezTo>
                    <a:pt x="12" y="62"/>
                    <a:pt x="12" y="57"/>
                    <a:pt x="12" y="52"/>
                  </a:cubicBezTo>
                  <a:cubicBezTo>
                    <a:pt x="12" y="52"/>
                    <a:pt x="12" y="52"/>
                    <a:pt x="12" y="51"/>
                  </a:cubicBezTo>
                  <a:cubicBezTo>
                    <a:pt x="12" y="51"/>
                    <a:pt x="12" y="50"/>
                    <a:pt x="12" y="50"/>
                  </a:cubicBezTo>
                  <a:cubicBezTo>
                    <a:pt x="12" y="49"/>
                    <a:pt x="12" y="48"/>
                    <a:pt x="12" y="47"/>
                  </a:cubicBezTo>
                  <a:cubicBezTo>
                    <a:pt x="12" y="47"/>
                    <a:pt x="12" y="47"/>
                    <a:pt x="12" y="46"/>
                  </a:cubicBezTo>
                  <a:cubicBezTo>
                    <a:pt x="12" y="45"/>
                    <a:pt x="12" y="44"/>
                    <a:pt x="12" y="43"/>
                  </a:cubicBezTo>
                  <a:cubicBezTo>
                    <a:pt x="12" y="42"/>
                    <a:pt x="12" y="40"/>
                    <a:pt x="12" y="39"/>
                  </a:cubicBezTo>
                  <a:cubicBezTo>
                    <a:pt x="12" y="38"/>
                    <a:pt x="11" y="37"/>
                    <a:pt x="11" y="36"/>
                  </a:cubicBezTo>
                  <a:cubicBezTo>
                    <a:pt x="11" y="36"/>
                    <a:pt x="11" y="35"/>
                    <a:pt x="11" y="34"/>
                  </a:cubicBezTo>
                  <a:cubicBezTo>
                    <a:pt x="11" y="33"/>
                    <a:pt x="11" y="32"/>
                    <a:pt x="11" y="31"/>
                  </a:cubicBezTo>
                  <a:cubicBezTo>
                    <a:pt x="11" y="30"/>
                    <a:pt x="11" y="29"/>
                    <a:pt x="11" y="28"/>
                  </a:cubicBezTo>
                  <a:cubicBezTo>
                    <a:pt x="10" y="27"/>
                    <a:pt x="11" y="26"/>
                    <a:pt x="10" y="25"/>
                  </a:cubicBezTo>
                  <a:cubicBezTo>
                    <a:pt x="10" y="24"/>
                    <a:pt x="10" y="23"/>
                    <a:pt x="10" y="21"/>
                  </a:cubicBezTo>
                  <a:cubicBezTo>
                    <a:pt x="10" y="21"/>
                    <a:pt x="10" y="21"/>
                    <a:pt x="10" y="21"/>
                  </a:cubicBezTo>
                  <a:cubicBezTo>
                    <a:pt x="10" y="21"/>
                    <a:pt x="10" y="20"/>
                    <a:pt x="9" y="19"/>
                  </a:cubicBezTo>
                  <a:cubicBezTo>
                    <a:pt x="9" y="19"/>
                    <a:pt x="9" y="18"/>
                    <a:pt x="9" y="17"/>
                  </a:cubicBezTo>
                  <a:cubicBezTo>
                    <a:pt x="9" y="16"/>
                    <a:pt x="9" y="16"/>
                    <a:pt x="8" y="15"/>
                  </a:cubicBezTo>
                  <a:cubicBezTo>
                    <a:pt x="8" y="14"/>
                    <a:pt x="8" y="14"/>
                    <a:pt x="8" y="13"/>
                  </a:cubicBezTo>
                  <a:cubicBezTo>
                    <a:pt x="8" y="12"/>
                    <a:pt x="7" y="12"/>
                    <a:pt x="7" y="11"/>
                  </a:cubicBezTo>
                  <a:cubicBezTo>
                    <a:pt x="7" y="10"/>
                    <a:pt x="7" y="10"/>
                    <a:pt x="7" y="9"/>
                  </a:cubicBezTo>
                  <a:cubicBezTo>
                    <a:pt x="6" y="8"/>
                    <a:pt x="6" y="7"/>
                    <a:pt x="5" y="6"/>
                  </a:cubicBezTo>
                  <a:cubicBezTo>
                    <a:pt x="5" y="6"/>
                    <a:pt x="5" y="6"/>
                    <a:pt x="5" y="5"/>
                  </a:cubicBezTo>
                  <a:cubicBezTo>
                    <a:pt x="4" y="5"/>
                    <a:pt x="4" y="5"/>
                    <a:pt x="3" y="5"/>
                  </a:cubicBezTo>
                  <a:cubicBezTo>
                    <a:pt x="3" y="6"/>
                    <a:pt x="3" y="6"/>
                    <a:pt x="4" y="6"/>
                  </a:cubicBezTo>
                  <a:cubicBezTo>
                    <a:pt x="3" y="6"/>
                    <a:pt x="3" y="6"/>
                    <a:pt x="3" y="6"/>
                  </a:cubicBezTo>
                  <a:cubicBezTo>
                    <a:pt x="2" y="7"/>
                    <a:pt x="2" y="7"/>
                    <a:pt x="1" y="8"/>
                  </a:cubicBezTo>
                  <a:cubicBezTo>
                    <a:pt x="1" y="8"/>
                    <a:pt x="1" y="9"/>
                    <a:pt x="1" y="10"/>
                  </a:cubicBezTo>
                  <a:cubicBezTo>
                    <a:pt x="1" y="11"/>
                    <a:pt x="1" y="11"/>
                    <a:pt x="1" y="12"/>
                  </a:cubicBezTo>
                  <a:cubicBezTo>
                    <a:pt x="0" y="12"/>
                    <a:pt x="0" y="11"/>
                    <a:pt x="0" y="10"/>
                  </a:cubicBezTo>
                  <a:cubicBezTo>
                    <a:pt x="0" y="10"/>
                    <a:pt x="0" y="9"/>
                    <a:pt x="0" y="8"/>
                  </a:cubicBezTo>
                  <a:cubicBezTo>
                    <a:pt x="0" y="8"/>
                    <a:pt x="0" y="8"/>
                    <a:pt x="0" y="8"/>
                  </a:cubicBezTo>
                  <a:cubicBezTo>
                    <a:pt x="1" y="7"/>
                    <a:pt x="0" y="6"/>
                    <a:pt x="0" y="4"/>
                  </a:cubicBezTo>
                  <a:cubicBezTo>
                    <a:pt x="1" y="4"/>
                    <a:pt x="1" y="3"/>
                    <a:pt x="1" y="2"/>
                  </a:cubicBezTo>
                  <a:cubicBezTo>
                    <a:pt x="1" y="2"/>
                    <a:pt x="1" y="2"/>
                    <a:pt x="1" y="1"/>
                  </a:cubicBezTo>
                  <a:cubicBezTo>
                    <a:pt x="1"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6" name="Freeform 115">
              <a:extLst>
                <a:ext uri="{FF2B5EF4-FFF2-40B4-BE49-F238E27FC236}">
                  <a16:creationId xmlns:a16="http://schemas.microsoft.com/office/drawing/2014/main" id="{42BB574A-19EF-4358-BAB0-34D4F58BD203}"/>
                </a:ext>
              </a:extLst>
            </p:cNvPr>
            <p:cNvSpPr>
              <a:spLocks/>
            </p:cNvSpPr>
            <p:nvPr/>
          </p:nvSpPr>
          <p:spPr bwMode="auto">
            <a:xfrm>
              <a:off x="577850" y="5870576"/>
              <a:ext cx="58738" cy="20638"/>
            </a:xfrm>
            <a:custGeom>
              <a:avLst/>
              <a:gdLst>
                <a:gd name="T0" fmla="*/ 1 w 15"/>
                <a:gd name="T1" fmla="*/ 1 h 5"/>
                <a:gd name="T2" fmla="*/ 0 w 15"/>
                <a:gd name="T3" fmla="*/ 0 h 5"/>
                <a:gd name="T4" fmla="*/ 0 w 15"/>
                <a:gd name="T5" fmla="*/ 0 h 5"/>
                <a:gd name="T6" fmla="*/ 4 w 15"/>
                <a:gd name="T7" fmla="*/ 0 h 5"/>
                <a:gd name="T8" fmla="*/ 4 w 15"/>
                <a:gd name="T9" fmla="*/ 0 h 5"/>
                <a:gd name="T10" fmla="*/ 7 w 15"/>
                <a:gd name="T11" fmla="*/ 0 h 5"/>
                <a:gd name="T12" fmla="*/ 9 w 15"/>
                <a:gd name="T13" fmla="*/ 1 h 5"/>
                <a:gd name="T14" fmla="*/ 11 w 15"/>
                <a:gd name="T15" fmla="*/ 2 h 5"/>
                <a:gd name="T16" fmla="*/ 14 w 15"/>
                <a:gd name="T17" fmla="*/ 3 h 5"/>
                <a:gd name="T18" fmla="*/ 14 w 15"/>
                <a:gd name="T19" fmla="*/ 4 h 5"/>
                <a:gd name="T20" fmla="*/ 14 w 15"/>
                <a:gd name="T21" fmla="*/ 5 h 5"/>
                <a:gd name="T22" fmla="*/ 13 w 15"/>
                <a:gd name="T23" fmla="*/ 5 h 5"/>
                <a:gd name="T24" fmla="*/ 12 w 15"/>
                <a:gd name="T25" fmla="*/ 5 h 5"/>
                <a:gd name="T26" fmla="*/ 10 w 15"/>
                <a:gd name="T27" fmla="*/ 4 h 5"/>
                <a:gd name="T28" fmla="*/ 8 w 15"/>
                <a:gd name="T29" fmla="*/ 3 h 5"/>
                <a:gd name="T30" fmla="*/ 7 w 15"/>
                <a:gd name="T31" fmla="*/ 3 h 5"/>
                <a:gd name="T32" fmla="*/ 6 w 15"/>
                <a:gd name="T33" fmla="*/ 2 h 5"/>
                <a:gd name="T34" fmla="*/ 5 w 15"/>
                <a:gd name="T35" fmla="*/ 2 h 5"/>
                <a:gd name="T36" fmla="*/ 3 w 15"/>
                <a:gd name="T37" fmla="*/ 1 h 5"/>
                <a:gd name="T38" fmla="*/ 2 w 15"/>
                <a:gd name="T39" fmla="*/ 1 h 5"/>
                <a:gd name="T40" fmla="*/ 1 w 15"/>
                <a:gd name="T41" fmla="*/ 0 h 5"/>
                <a:gd name="T42" fmla="*/ 1 w 15"/>
                <a:gd name="T43"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 h="5">
                  <a:moveTo>
                    <a:pt x="1" y="1"/>
                  </a:moveTo>
                  <a:cubicBezTo>
                    <a:pt x="1" y="0"/>
                    <a:pt x="0" y="0"/>
                    <a:pt x="0" y="0"/>
                  </a:cubicBezTo>
                  <a:cubicBezTo>
                    <a:pt x="0" y="0"/>
                    <a:pt x="0" y="0"/>
                    <a:pt x="0" y="0"/>
                  </a:cubicBezTo>
                  <a:cubicBezTo>
                    <a:pt x="1" y="0"/>
                    <a:pt x="2" y="0"/>
                    <a:pt x="4" y="0"/>
                  </a:cubicBezTo>
                  <a:cubicBezTo>
                    <a:pt x="4" y="0"/>
                    <a:pt x="4" y="0"/>
                    <a:pt x="4" y="0"/>
                  </a:cubicBezTo>
                  <a:cubicBezTo>
                    <a:pt x="5" y="0"/>
                    <a:pt x="6" y="0"/>
                    <a:pt x="7" y="0"/>
                  </a:cubicBezTo>
                  <a:cubicBezTo>
                    <a:pt x="8" y="1"/>
                    <a:pt x="9" y="0"/>
                    <a:pt x="9" y="1"/>
                  </a:cubicBezTo>
                  <a:cubicBezTo>
                    <a:pt x="10" y="1"/>
                    <a:pt x="11" y="1"/>
                    <a:pt x="11" y="2"/>
                  </a:cubicBezTo>
                  <a:cubicBezTo>
                    <a:pt x="12" y="2"/>
                    <a:pt x="13" y="3"/>
                    <a:pt x="14" y="3"/>
                  </a:cubicBezTo>
                  <a:cubicBezTo>
                    <a:pt x="14" y="3"/>
                    <a:pt x="15" y="4"/>
                    <a:pt x="14" y="4"/>
                  </a:cubicBezTo>
                  <a:cubicBezTo>
                    <a:pt x="14" y="5"/>
                    <a:pt x="14" y="5"/>
                    <a:pt x="14" y="5"/>
                  </a:cubicBezTo>
                  <a:cubicBezTo>
                    <a:pt x="14" y="5"/>
                    <a:pt x="14" y="5"/>
                    <a:pt x="13" y="5"/>
                  </a:cubicBezTo>
                  <a:cubicBezTo>
                    <a:pt x="13" y="5"/>
                    <a:pt x="13" y="5"/>
                    <a:pt x="12" y="5"/>
                  </a:cubicBezTo>
                  <a:cubicBezTo>
                    <a:pt x="12" y="4"/>
                    <a:pt x="11" y="4"/>
                    <a:pt x="10" y="4"/>
                  </a:cubicBezTo>
                  <a:cubicBezTo>
                    <a:pt x="10" y="3"/>
                    <a:pt x="9" y="3"/>
                    <a:pt x="8" y="3"/>
                  </a:cubicBezTo>
                  <a:cubicBezTo>
                    <a:pt x="8" y="3"/>
                    <a:pt x="7" y="3"/>
                    <a:pt x="7" y="3"/>
                  </a:cubicBezTo>
                  <a:cubicBezTo>
                    <a:pt x="7" y="3"/>
                    <a:pt x="6" y="2"/>
                    <a:pt x="6" y="2"/>
                  </a:cubicBezTo>
                  <a:cubicBezTo>
                    <a:pt x="5" y="2"/>
                    <a:pt x="5" y="2"/>
                    <a:pt x="5" y="2"/>
                  </a:cubicBezTo>
                  <a:cubicBezTo>
                    <a:pt x="4" y="2"/>
                    <a:pt x="4" y="2"/>
                    <a:pt x="3" y="1"/>
                  </a:cubicBezTo>
                  <a:cubicBezTo>
                    <a:pt x="3" y="1"/>
                    <a:pt x="2" y="1"/>
                    <a:pt x="2" y="1"/>
                  </a:cubicBezTo>
                  <a:cubicBezTo>
                    <a:pt x="1" y="1"/>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7" name="Freeform 116">
              <a:extLst>
                <a:ext uri="{FF2B5EF4-FFF2-40B4-BE49-F238E27FC236}">
                  <a16:creationId xmlns:a16="http://schemas.microsoft.com/office/drawing/2014/main" id="{F67A4728-2F19-41A9-B2D2-67A0E258116C}"/>
                </a:ext>
              </a:extLst>
            </p:cNvPr>
            <p:cNvSpPr>
              <a:spLocks/>
            </p:cNvSpPr>
            <p:nvPr/>
          </p:nvSpPr>
          <p:spPr bwMode="auto">
            <a:xfrm>
              <a:off x="841375" y="5886451"/>
              <a:ext cx="23813" cy="44450"/>
            </a:xfrm>
            <a:custGeom>
              <a:avLst/>
              <a:gdLst>
                <a:gd name="T0" fmla="*/ 6 w 6"/>
                <a:gd name="T1" fmla="*/ 11 h 11"/>
                <a:gd name="T2" fmla="*/ 5 w 6"/>
                <a:gd name="T3" fmla="*/ 11 h 11"/>
                <a:gd name="T4" fmla="*/ 5 w 6"/>
                <a:gd name="T5" fmla="*/ 11 h 11"/>
                <a:gd name="T6" fmla="*/ 4 w 6"/>
                <a:gd name="T7" fmla="*/ 11 h 11"/>
                <a:gd name="T8" fmla="*/ 1 w 6"/>
                <a:gd name="T9" fmla="*/ 7 h 11"/>
                <a:gd name="T10" fmla="*/ 0 w 6"/>
                <a:gd name="T11" fmla="*/ 4 h 11"/>
                <a:gd name="T12" fmla="*/ 0 w 6"/>
                <a:gd name="T13" fmla="*/ 3 h 11"/>
                <a:gd name="T14" fmla="*/ 1 w 6"/>
                <a:gd name="T15" fmla="*/ 1 h 11"/>
                <a:gd name="T16" fmla="*/ 2 w 6"/>
                <a:gd name="T17" fmla="*/ 0 h 11"/>
                <a:gd name="T18" fmla="*/ 3 w 6"/>
                <a:gd name="T19" fmla="*/ 0 h 11"/>
                <a:gd name="T20" fmla="*/ 3 w 6"/>
                <a:gd name="T21" fmla="*/ 2 h 11"/>
                <a:gd name="T22" fmla="*/ 3 w 6"/>
                <a:gd name="T23" fmla="*/ 3 h 11"/>
                <a:gd name="T24" fmla="*/ 3 w 6"/>
                <a:gd name="T25" fmla="*/ 3 h 11"/>
                <a:gd name="T26" fmla="*/ 3 w 6"/>
                <a:gd name="T27" fmla="*/ 6 h 11"/>
                <a:gd name="T28" fmla="*/ 4 w 6"/>
                <a:gd name="T29" fmla="*/ 7 h 11"/>
                <a:gd name="T30" fmla="*/ 3 w 6"/>
                <a:gd name="T31" fmla="*/ 7 h 11"/>
                <a:gd name="T32" fmla="*/ 6 w 6"/>
                <a:gd name="T33" fmla="*/ 11 h 11"/>
                <a:gd name="T34" fmla="*/ 6 w 6"/>
                <a:gd name="T3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 h="11">
                  <a:moveTo>
                    <a:pt x="6" y="11"/>
                  </a:moveTo>
                  <a:cubicBezTo>
                    <a:pt x="6" y="11"/>
                    <a:pt x="5" y="11"/>
                    <a:pt x="5" y="11"/>
                  </a:cubicBezTo>
                  <a:cubicBezTo>
                    <a:pt x="5" y="11"/>
                    <a:pt x="5" y="11"/>
                    <a:pt x="5" y="11"/>
                  </a:cubicBezTo>
                  <a:cubicBezTo>
                    <a:pt x="4" y="11"/>
                    <a:pt x="4" y="11"/>
                    <a:pt x="4" y="11"/>
                  </a:cubicBezTo>
                  <a:cubicBezTo>
                    <a:pt x="2" y="10"/>
                    <a:pt x="1" y="8"/>
                    <a:pt x="1" y="7"/>
                  </a:cubicBezTo>
                  <a:cubicBezTo>
                    <a:pt x="0" y="6"/>
                    <a:pt x="0" y="5"/>
                    <a:pt x="0" y="4"/>
                  </a:cubicBezTo>
                  <a:cubicBezTo>
                    <a:pt x="0" y="4"/>
                    <a:pt x="0" y="3"/>
                    <a:pt x="0" y="3"/>
                  </a:cubicBezTo>
                  <a:cubicBezTo>
                    <a:pt x="1" y="3"/>
                    <a:pt x="1" y="2"/>
                    <a:pt x="1" y="1"/>
                  </a:cubicBezTo>
                  <a:cubicBezTo>
                    <a:pt x="2" y="1"/>
                    <a:pt x="2" y="0"/>
                    <a:pt x="2" y="0"/>
                  </a:cubicBezTo>
                  <a:cubicBezTo>
                    <a:pt x="2" y="0"/>
                    <a:pt x="2" y="0"/>
                    <a:pt x="3" y="0"/>
                  </a:cubicBezTo>
                  <a:cubicBezTo>
                    <a:pt x="3" y="1"/>
                    <a:pt x="3" y="1"/>
                    <a:pt x="3" y="2"/>
                  </a:cubicBezTo>
                  <a:cubicBezTo>
                    <a:pt x="3" y="2"/>
                    <a:pt x="3" y="2"/>
                    <a:pt x="3" y="3"/>
                  </a:cubicBezTo>
                  <a:cubicBezTo>
                    <a:pt x="3" y="3"/>
                    <a:pt x="3" y="3"/>
                    <a:pt x="3" y="3"/>
                  </a:cubicBezTo>
                  <a:cubicBezTo>
                    <a:pt x="3" y="4"/>
                    <a:pt x="3" y="5"/>
                    <a:pt x="3" y="6"/>
                  </a:cubicBezTo>
                  <a:cubicBezTo>
                    <a:pt x="4" y="6"/>
                    <a:pt x="4" y="6"/>
                    <a:pt x="4" y="7"/>
                  </a:cubicBezTo>
                  <a:cubicBezTo>
                    <a:pt x="3" y="7"/>
                    <a:pt x="3" y="7"/>
                    <a:pt x="3" y="7"/>
                  </a:cubicBezTo>
                  <a:cubicBezTo>
                    <a:pt x="3" y="9"/>
                    <a:pt x="4" y="10"/>
                    <a:pt x="6" y="11"/>
                  </a:cubicBezTo>
                  <a:cubicBezTo>
                    <a:pt x="6" y="11"/>
                    <a:pt x="6" y="11"/>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8" name="Freeform 117">
              <a:extLst>
                <a:ext uri="{FF2B5EF4-FFF2-40B4-BE49-F238E27FC236}">
                  <a16:creationId xmlns:a16="http://schemas.microsoft.com/office/drawing/2014/main" id="{E55C82BA-82F2-4EB1-8987-1BC93EE3DDA4}"/>
                </a:ext>
              </a:extLst>
            </p:cNvPr>
            <p:cNvSpPr>
              <a:spLocks/>
            </p:cNvSpPr>
            <p:nvPr/>
          </p:nvSpPr>
          <p:spPr bwMode="auto">
            <a:xfrm>
              <a:off x="833438" y="5659438"/>
              <a:ext cx="12700" cy="15875"/>
            </a:xfrm>
            <a:custGeom>
              <a:avLst/>
              <a:gdLst>
                <a:gd name="T0" fmla="*/ 2 w 3"/>
                <a:gd name="T1" fmla="*/ 0 h 4"/>
                <a:gd name="T2" fmla="*/ 2 w 3"/>
                <a:gd name="T3" fmla="*/ 2 h 4"/>
                <a:gd name="T4" fmla="*/ 2 w 3"/>
                <a:gd name="T5" fmla="*/ 3 h 4"/>
                <a:gd name="T6" fmla="*/ 0 w 3"/>
                <a:gd name="T7" fmla="*/ 4 h 4"/>
                <a:gd name="T8" fmla="*/ 1 w 3"/>
                <a:gd name="T9" fmla="*/ 3 h 4"/>
                <a:gd name="T10" fmla="*/ 1 w 3"/>
                <a:gd name="T11" fmla="*/ 1 h 4"/>
                <a:gd name="T12" fmla="*/ 2 w 3"/>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2" y="0"/>
                  </a:moveTo>
                  <a:cubicBezTo>
                    <a:pt x="3" y="1"/>
                    <a:pt x="2" y="1"/>
                    <a:pt x="2" y="2"/>
                  </a:cubicBezTo>
                  <a:cubicBezTo>
                    <a:pt x="2" y="2"/>
                    <a:pt x="2" y="3"/>
                    <a:pt x="2" y="3"/>
                  </a:cubicBezTo>
                  <a:cubicBezTo>
                    <a:pt x="2" y="4"/>
                    <a:pt x="2" y="4"/>
                    <a:pt x="0" y="4"/>
                  </a:cubicBezTo>
                  <a:cubicBezTo>
                    <a:pt x="1" y="4"/>
                    <a:pt x="1" y="3"/>
                    <a:pt x="1" y="3"/>
                  </a:cubicBezTo>
                  <a:cubicBezTo>
                    <a:pt x="1" y="2"/>
                    <a:pt x="1" y="2"/>
                    <a:pt x="1" y="1"/>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79" name="Freeform 118">
              <a:extLst>
                <a:ext uri="{FF2B5EF4-FFF2-40B4-BE49-F238E27FC236}">
                  <a16:creationId xmlns:a16="http://schemas.microsoft.com/office/drawing/2014/main" id="{CD0245B4-B84F-4471-A6C9-01FAC1CA89D4}"/>
                </a:ext>
              </a:extLst>
            </p:cNvPr>
            <p:cNvSpPr>
              <a:spLocks/>
            </p:cNvSpPr>
            <p:nvPr/>
          </p:nvSpPr>
          <p:spPr bwMode="auto">
            <a:xfrm>
              <a:off x="830263" y="5780088"/>
              <a:ext cx="7938" cy="20638"/>
            </a:xfrm>
            <a:custGeom>
              <a:avLst/>
              <a:gdLst>
                <a:gd name="T0" fmla="*/ 0 w 2"/>
                <a:gd name="T1" fmla="*/ 5 h 5"/>
                <a:gd name="T2" fmla="*/ 0 w 2"/>
                <a:gd name="T3" fmla="*/ 5 h 5"/>
                <a:gd name="T4" fmla="*/ 0 w 2"/>
                <a:gd name="T5" fmla="*/ 1 h 5"/>
                <a:gd name="T6" fmla="*/ 0 w 2"/>
                <a:gd name="T7" fmla="*/ 0 h 5"/>
                <a:gd name="T8" fmla="*/ 1 w 2"/>
                <a:gd name="T9" fmla="*/ 1 h 5"/>
                <a:gd name="T10" fmla="*/ 1 w 2"/>
                <a:gd name="T11" fmla="*/ 3 h 5"/>
                <a:gd name="T12" fmla="*/ 1 w 2"/>
                <a:gd name="T13" fmla="*/ 3 h 5"/>
                <a:gd name="T14" fmla="*/ 1 w 2"/>
                <a:gd name="T15" fmla="*/ 5 h 5"/>
                <a:gd name="T16" fmla="*/ 0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0" y="5"/>
                  </a:moveTo>
                  <a:cubicBezTo>
                    <a:pt x="0" y="5"/>
                    <a:pt x="0" y="5"/>
                    <a:pt x="0" y="5"/>
                  </a:cubicBezTo>
                  <a:cubicBezTo>
                    <a:pt x="0" y="4"/>
                    <a:pt x="0" y="3"/>
                    <a:pt x="0" y="1"/>
                  </a:cubicBezTo>
                  <a:cubicBezTo>
                    <a:pt x="0" y="1"/>
                    <a:pt x="0" y="0"/>
                    <a:pt x="0" y="0"/>
                  </a:cubicBezTo>
                  <a:cubicBezTo>
                    <a:pt x="1" y="0"/>
                    <a:pt x="1" y="1"/>
                    <a:pt x="1" y="1"/>
                  </a:cubicBezTo>
                  <a:cubicBezTo>
                    <a:pt x="2" y="2"/>
                    <a:pt x="1" y="2"/>
                    <a:pt x="1" y="3"/>
                  </a:cubicBezTo>
                  <a:cubicBezTo>
                    <a:pt x="1" y="3"/>
                    <a:pt x="1" y="3"/>
                    <a:pt x="1" y="3"/>
                  </a:cubicBezTo>
                  <a:cubicBezTo>
                    <a:pt x="1" y="4"/>
                    <a:pt x="1" y="5"/>
                    <a:pt x="1" y="5"/>
                  </a:cubicBezTo>
                  <a:cubicBezTo>
                    <a:pt x="0" y="5"/>
                    <a:pt x="0"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0" name="Freeform 119">
              <a:extLst>
                <a:ext uri="{FF2B5EF4-FFF2-40B4-BE49-F238E27FC236}">
                  <a16:creationId xmlns:a16="http://schemas.microsoft.com/office/drawing/2014/main" id="{6068C529-10DF-4C77-BACB-8C12752F5563}"/>
                </a:ext>
              </a:extLst>
            </p:cNvPr>
            <p:cNvSpPr>
              <a:spLocks/>
            </p:cNvSpPr>
            <p:nvPr/>
          </p:nvSpPr>
          <p:spPr bwMode="auto">
            <a:xfrm>
              <a:off x="830263" y="5749926"/>
              <a:ext cx="7938" cy="23813"/>
            </a:xfrm>
            <a:custGeom>
              <a:avLst/>
              <a:gdLst>
                <a:gd name="T0" fmla="*/ 0 w 2"/>
                <a:gd name="T1" fmla="*/ 6 h 6"/>
                <a:gd name="T2" fmla="*/ 1 w 2"/>
                <a:gd name="T3" fmla="*/ 4 h 6"/>
                <a:gd name="T4" fmla="*/ 1 w 2"/>
                <a:gd name="T5" fmla="*/ 1 h 6"/>
                <a:gd name="T6" fmla="*/ 1 w 2"/>
                <a:gd name="T7" fmla="*/ 0 h 6"/>
                <a:gd name="T8" fmla="*/ 1 w 2"/>
                <a:gd name="T9" fmla="*/ 1 h 6"/>
                <a:gd name="T10" fmla="*/ 1 w 2"/>
                <a:gd name="T11" fmla="*/ 5 h 6"/>
                <a:gd name="T12" fmla="*/ 1 w 2"/>
                <a:gd name="T13" fmla="*/ 6 h 6"/>
                <a:gd name="T14" fmla="*/ 0 w 2"/>
                <a:gd name="T15" fmla="*/ 6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6">
                  <a:moveTo>
                    <a:pt x="0" y="6"/>
                  </a:moveTo>
                  <a:cubicBezTo>
                    <a:pt x="0" y="5"/>
                    <a:pt x="0" y="4"/>
                    <a:pt x="1" y="4"/>
                  </a:cubicBezTo>
                  <a:cubicBezTo>
                    <a:pt x="1" y="3"/>
                    <a:pt x="1" y="2"/>
                    <a:pt x="1" y="1"/>
                  </a:cubicBezTo>
                  <a:cubicBezTo>
                    <a:pt x="1" y="1"/>
                    <a:pt x="1" y="1"/>
                    <a:pt x="1" y="0"/>
                  </a:cubicBezTo>
                  <a:cubicBezTo>
                    <a:pt x="1" y="0"/>
                    <a:pt x="2" y="1"/>
                    <a:pt x="1" y="1"/>
                  </a:cubicBezTo>
                  <a:cubicBezTo>
                    <a:pt x="1" y="2"/>
                    <a:pt x="1" y="3"/>
                    <a:pt x="1" y="5"/>
                  </a:cubicBezTo>
                  <a:cubicBezTo>
                    <a:pt x="1" y="5"/>
                    <a:pt x="1" y="5"/>
                    <a:pt x="1" y="6"/>
                  </a:cubicBezTo>
                  <a:cubicBezTo>
                    <a:pt x="0" y="6"/>
                    <a:pt x="0"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1" name="Freeform 120">
              <a:extLst>
                <a:ext uri="{FF2B5EF4-FFF2-40B4-BE49-F238E27FC236}">
                  <a16:creationId xmlns:a16="http://schemas.microsoft.com/office/drawing/2014/main" id="{95E1506C-0AF0-410F-9593-CEED45151019}"/>
                </a:ext>
              </a:extLst>
            </p:cNvPr>
            <p:cNvSpPr>
              <a:spLocks/>
            </p:cNvSpPr>
            <p:nvPr/>
          </p:nvSpPr>
          <p:spPr bwMode="auto">
            <a:xfrm>
              <a:off x="865188" y="5651501"/>
              <a:ext cx="7938" cy="15875"/>
            </a:xfrm>
            <a:custGeom>
              <a:avLst/>
              <a:gdLst>
                <a:gd name="T0" fmla="*/ 2 w 2"/>
                <a:gd name="T1" fmla="*/ 4 h 4"/>
                <a:gd name="T2" fmla="*/ 0 w 2"/>
                <a:gd name="T3" fmla="*/ 3 h 4"/>
                <a:gd name="T4" fmla="*/ 1 w 2"/>
                <a:gd name="T5" fmla="*/ 0 h 4"/>
                <a:gd name="T6" fmla="*/ 1 w 2"/>
                <a:gd name="T7" fmla="*/ 1 h 4"/>
                <a:gd name="T8" fmla="*/ 2 w 2"/>
                <a:gd name="T9" fmla="*/ 3 h 4"/>
                <a:gd name="T10" fmla="*/ 2 w 2"/>
                <a:gd name="T11" fmla="*/ 4 h 4"/>
              </a:gdLst>
              <a:ahLst/>
              <a:cxnLst>
                <a:cxn ang="0">
                  <a:pos x="T0" y="T1"/>
                </a:cxn>
                <a:cxn ang="0">
                  <a:pos x="T2" y="T3"/>
                </a:cxn>
                <a:cxn ang="0">
                  <a:pos x="T4" y="T5"/>
                </a:cxn>
                <a:cxn ang="0">
                  <a:pos x="T6" y="T7"/>
                </a:cxn>
                <a:cxn ang="0">
                  <a:pos x="T8" y="T9"/>
                </a:cxn>
                <a:cxn ang="0">
                  <a:pos x="T10" y="T11"/>
                </a:cxn>
              </a:cxnLst>
              <a:rect l="0" t="0" r="r" b="b"/>
              <a:pathLst>
                <a:path w="2" h="4">
                  <a:moveTo>
                    <a:pt x="2" y="4"/>
                  </a:moveTo>
                  <a:cubicBezTo>
                    <a:pt x="1" y="3"/>
                    <a:pt x="0" y="3"/>
                    <a:pt x="0" y="3"/>
                  </a:cubicBezTo>
                  <a:cubicBezTo>
                    <a:pt x="0" y="2"/>
                    <a:pt x="1" y="1"/>
                    <a:pt x="1" y="0"/>
                  </a:cubicBezTo>
                  <a:cubicBezTo>
                    <a:pt x="1" y="1"/>
                    <a:pt x="1" y="1"/>
                    <a:pt x="1" y="1"/>
                  </a:cubicBezTo>
                  <a:cubicBezTo>
                    <a:pt x="2" y="2"/>
                    <a:pt x="2" y="2"/>
                    <a:pt x="2" y="3"/>
                  </a:cubicBezTo>
                  <a:cubicBezTo>
                    <a:pt x="2" y="3"/>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2" name="Freeform 121">
              <a:extLst>
                <a:ext uri="{FF2B5EF4-FFF2-40B4-BE49-F238E27FC236}">
                  <a16:creationId xmlns:a16="http://schemas.microsoft.com/office/drawing/2014/main" id="{F018BB86-7722-4BF3-8DF7-7966CC1B9F22}"/>
                </a:ext>
              </a:extLst>
            </p:cNvPr>
            <p:cNvSpPr>
              <a:spLocks/>
            </p:cNvSpPr>
            <p:nvPr/>
          </p:nvSpPr>
          <p:spPr bwMode="auto">
            <a:xfrm>
              <a:off x="854075" y="5603876"/>
              <a:ext cx="7938" cy="11113"/>
            </a:xfrm>
            <a:custGeom>
              <a:avLst/>
              <a:gdLst>
                <a:gd name="T0" fmla="*/ 2 w 2"/>
                <a:gd name="T1" fmla="*/ 3 h 3"/>
                <a:gd name="T2" fmla="*/ 0 w 2"/>
                <a:gd name="T3" fmla="*/ 2 h 3"/>
                <a:gd name="T4" fmla="*/ 1 w 2"/>
                <a:gd name="T5" fmla="*/ 0 h 3"/>
                <a:gd name="T6" fmla="*/ 2 w 2"/>
                <a:gd name="T7" fmla="*/ 3 h 3"/>
              </a:gdLst>
              <a:ahLst/>
              <a:cxnLst>
                <a:cxn ang="0">
                  <a:pos x="T0" y="T1"/>
                </a:cxn>
                <a:cxn ang="0">
                  <a:pos x="T2" y="T3"/>
                </a:cxn>
                <a:cxn ang="0">
                  <a:pos x="T4" y="T5"/>
                </a:cxn>
                <a:cxn ang="0">
                  <a:pos x="T6" y="T7"/>
                </a:cxn>
              </a:cxnLst>
              <a:rect l="0" t="0" r="r" b="b"/>
              <a:pathLst>
                <a:path w="2" h="3">
                  <a:moveTo>
                    <a:pt x="2" y="3"/>
                  </a:moveTo>
                  <a:cubicBezTo>
                    <a:pt x="2" y="3"/>
                    <a:pt x="1" y="2"/>
                    <a:pt x="0" y="2"/>
                  </a:cubicBezTo>
                  <a:cubicBezTo>
                    <a:pt x="0" y="2"/>
                    <a:pt x="1" y="1"/>
                    <a:pt x="1" y="0"/>
                  </a:cubicBezTo>
                  <a:cubicBezTo>
                    <a:pt x="2"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3" name="Freeform 122">
              <a:extLst>
                <a:ext uri="{FF2B5EF4-FFF2-40B4-BE49-F238E27FC236}">
                  <a16:creationId xmlns:a16="http://schemas.microsoft.com/office/drawing/2014/main" id="{3C885FFD-581A-458A-93C9-8799D182E053}"/>
                </a:ext>
              </a:extLst>
            </p:cNvPr>
            <p:cNvSpPr>
              <a:spLocks/>
            </p:cNvSpPr>
            <p:nvPr/>
          </p:nvSpPr>
          <p:spPr bwMode="auto">
            <a:xfrm>
              <a:off x="873125" y="5729288"/>
              <a:ext cx="3175" cy="12700"/>
            </a:xfrm>
            <a:custGeom>
              <a:avLst/>
              <a:gdLst>
                <a:gd name="T0" fmla="*/ 0 w 1"/>
                <a:gd name="T1" fmla="*/ 3 h 3"/>
                <a:gd name="T2" fmla="*/ 0 w 1"/>
                <a:gd name="T3" fmla="*/ 1 h 3"/>
                <a:gd name="T4" fmla="*/ 1 w 1"/>
                <a:gd name="T5" fmla="*/ 0 h 3"/>
                <a:gd name="T6" fmla="*/ 1 w 1"/>
                <a:gd name="T7" fmla="*/ 1 h 3"/>
                <a:gd name="T8" fmla="*/ 1 w 1"/>
                <a:gd name="T9" fmla="*/ 2 h 3"/>
                <a:gd name="T10" fmla="*/ 1 w 1"/>
                <a:gd name="T11" fmla="*/ 3 h 3"/>
                <a:gd name="T12" fmla="*/ 0 w 1"/>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1" h="3">
                  <a:moveTo>
                    <a:pt x="0" y="3"/>
                  </a:moveTo>
                  <a:cubicBezTo>
                    <a:pt x="0" y="2"/>
                    <a:pt x="0" y="2"/>
                    <a:pt x="0" y="1"/>
                  </a:cubicBezTo>
                  <a:cubicBezTo>
                    <a:pt x="1" y="1"/>
                    <a:pt x="1" y="1"/>
                    <a:pt x="1" y="0"/>
                  </a:cubicBezTo>
                  <a:cubicBezTo>
                    <a:pt x="1" y="0"/>
                    <a:pt x="1" y="1"/>
                    <a:pt x="1" y="1"/>
                  </a:cubicBezTo>
                  <a:cubicBezTo>
                    <a:pt x="1" y="1"/>
                    <a:pt x="1" y="2"/>
                    <a:pt x="1" y="2"/>
                  </a:cubicBezTo>
                  <a:cubicBezTo>
                    <a:pt x="1" y="2"/>
                    <a:pt x="1" y="3"/>
                    <a:pt x="1" y="3"/>
                  </a:cubicBezTo>
                  <a:cubicBezTo>
                    <a:pt x="1" y="3"/>
                    <a:pt x="0"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4" name="Freeform 123">
              <a:extLst>
                <a:ext uri="{FF2B5EF4-FFF2-40B4-BE49-F238E27FC236}">
                  <a16:creationId xmlns:a16="http://schemas.microsoft.com/office/drawing/2014/main" id="{BD2C99D2-B693-436E-A404-4B6504CFD00F}"/>
                </a:ext>
              </a:extLst>
            </p:cNvPr>
            <p:cNvSpPr>
              <a:spLocks/>
            </p:cNvSpPr>
            <p:nvPr/>
          </p:nvSpPr>
          <p:spPr bwMode="auto">
            <a:xfrm>
              <a:off x="854075" y="5795963"/>
              <a:ext cx="3175" cy="4763"/>
            </a:xfrm>
            <a:custGeom>
              <a:avLst/>
              <a:gdLst>
                <a:gd name="T0" fmla="*/ 0 w 1"/>
                <a:gd name="T1" fmla="*/ 0 h 1"/>
                <a:gd name="T2" fmla="*/ 1 w 1"/>
                <a:gd name="T3" fmla="*/ 1 h 1"/>
                <a:gd name="T4" fmla="*/ 1 w 1"/>
                <a:gd name="T5" fmla="*/ 1 h 1"/>
                <a:gd name="T6" fmla="*/ 0 w 1"/>
                <a:gd name="T7" fmla="*/ 1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0"/>
                    <a:pt x="1" y="0"/>
                    <a:pt x="1" y="1"/>
                  </a:cubicBezTo>
                  <a:cubicBezTo>
                    <a:pt x="1" y="1"/>
                    <a:pt x="1" y="1"/>
                    <a:pt x="1" y="1"/>
                  </a:cubicBezTo>
                  <a:cubicBezTo>
                    <a:pt x="0" y="1"/>
                    <a:pt x="0"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5" name="Freeform 124">
              <a:extLst>
                <a:ext uri="{FF2B5EF4-FFF2-40B4-BE49-F238E27FC236}">
                  <a16:creationId xmlns:a16="http://schemas.microsoft.com/office/drawing/2014/main" id="{7F0833B0-8C2F-48CB-8990-95726D312228}"/>
                </a:ext>
              </a:extLst>
            </p:cNvPr>
            <p:cNvSpPr>
              <a:spLocks/>
            </p:cNvSpPr>
            <p:nvPr/>
          </p:nvSpPr>
          <p:spPr bwMode="auto">
            <a:xfrm>
              <a:off x="869950" y="5678488"/>
              <a:ext cx="6350" cy="7938"/>
            </a:xfrm>
            <a:custGeom>
              <a:avLst/>
              <a:gdLst>
                <a:gd name="T0" fmla="*/ 1 w 2"/>
                <a:gd name="T1" fmla="*/ 0 h 2"/>
                <a:gd name="T2" fmla="*/ 1 w 2"/>
                <a:gd name="T3" fmla="*/ 2 h 2"/>
                <a:gd name="T4" fmla="*/ 1 w 2"/>
                <a:gd name="T5" fmla="*/ 0 h 2"/>
              </a:gdLst>
              <a:ahLst/>
              <a:cxnLst>
                <a:cxn ang="0">
                  <a:pos x="T0" y="T1"/>
                </a:cxn>
                <a:cxn ang="0">
                  <a:pos x="T2" y="T3"/>
                </a:cxn>
                <a:cxn ang="0">
                  <a:pos x="T4" y="T5"/>
                </a:cxn>
              </a:cxnLst>
              <a:rect l="0" t="0" r="r" b="b"/>
              <a:pathLst>
                <a:path w="2" h="2">
                  <a:moveTo>
                    <a:pt x="1" y="0"/>
                  </a:moveTo>
                  <a:cubicBezTo>
                    <a:pt x="2" y="2"/>
                    <a:pt x="1" y="2"/>
                    <a:pt x="1"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sp>
          <p:nvSpPr>
            <p:cNvPr id="86" name="Freeform 125">
              <a:extLst>
                <a:ext uri="{FF2B5EF4-FFF2-40B4-BE49-F238E27FC236}">
                  <a16:creationId xmlns:a16="http://schemas.microsoft.com/office/drawing/2014/main" id="{107EC279-9E64-4698-B002-88C982662A26}"/>
                </a:ext>
              </a:extLst>
            </p:cNvPr>
            <p:cNvSpPr>
              <a:spLocks/>
            </p:cNvSpPr>
            <p:nvPr/>
          </p:nvSpPr>
          <p:spPr bwMode="auto">
            <a:xfrm>
              <a:off x="838200" y="5678488"/>
              <a:ext cx="3175" cy="7938"/>
            </a:xfrm>
            <a:custGeom>
              <a:avLst/>
              <a:gdLst>
                <a:gd name="T0" fmla="*/ 0 w 1"/>
                <a:gd name="T1" fmla="*/ 0 h 2"/>
                <a:gd name="T2" fmla="*/ 0 w 1"/>
                <a:gd name="T3" fmla="*/ 2 h 2"/>
                <a:gd name="T4" fmla="*/ 0 w 1"/>
                <a:gd name="T5" fmla="*/ 0 h 2"/>
              </a:gdLst>
              <a:ahLst/>
              <a:cxnLst>
                <a:cxn ang="0">
                  <a:pos x="T0" y="T1"/>
                </a:cxn>
                <a:cxn ang="0">
                  <a:pos x="T2" y="T3"/>
                </a:cxn>
                <a:cxn ang="0">
                  <a:pos x="T4" y="T5"/>
                </a:cxn>
              </a:cxnLst>
              <a:rect l="0" t="0" r="r" b="b"/>
              <a:pathLst>
                <a:path w="1" h="2">
                  <a:moveTo>
                    <a:pt x="0" y="0"/>
                  </a:moveTo>
                  <a:cubicBezTo>
                    <a:pt x="1" y="0"/>
                    <a:pt x="0" y="1"/>
                    <a:pt x="0" y="2"/>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cs typeface="Arial" pitchFamily="34" charset="0"/>
              </a:endParaRPr>
            </a:p>
          </p:txBody>
        </p:sp>
      </p:grpSp>
      <p:sp>
        <p:nvSpPr>
          <p:cNvPr id="87" name="TextBox 86">
            <a:extLst>
              <a:ext uri="{FF2B5EF4-FFF2-40B4-BE49-F238E27FC236}">
                <a16:creationId xmlns:a16="http://schemas.microsoft.com/office/drawing/2014/main" id="{C66C4CBA-DDB3-4345-B479-3F0910E4015F}"/>
              </a:ext>
            </a:extLst>
          </p:cNvPr>
          <p:cNvSpPr txBox="1"/>
          <p:nvPr/>
        </p:nvSpPr>
        <p:spPr>
          <a:xfrm>
            <a:off x="4211417" y="4216715"/>
            <a:ext cx="1621062" cy="1015663"/>
          </a:xfrm>
          <a:prstGeom prst="rect">
            <a:avLst/>
          </a:prstGeom>
          <a:noFill/>
        </p:spPr>
        <p:txBody>
          <a:bodyPr wrap="square">
            <a:spAutoFit/>
          </a:bodyPr>
          <a:lstStyle/>
          <a:p>
            <a:pPr algn="just"/>
            <a:r>
              <a:rPr lang="en-US" sz="1200" b="1" i="1" dirty="0"/>
              <a:t>Third One is granted approval by CERC in Feb’2022</a:t>
            </a:r>
          </a:p>
          <a:p>
            <a:pPr marL="171450" indent="-171450" algn="just">
              <a:buFont typeface="Arial" panose="020B0604020202020204" pitchFamily="34" charset="0"/>
              <a:buChar char="•"/>
            </a:pPr>
            <a:r>
              <a:rPr lang="en-US" sz="1200" i="1" dirty="0"/>
              <a:t>Hindustan Power Exchange Ltd (HPX)</a:t>
            </a:r>
          </a:p>
        </p:txBody>
      </p:sp>
      <p:grpSp>
        <p:nvGrpSpPr>
          <p:cNvPr id="94" name="Group 93">
            <a:extLst>
              <a:ext uri="{FF2B5EF4-FFF2-40B4-BE49-F238E27FC236}">
                <a16:creationId xmlns:a16="http://schemas.microsoft.com/office/drawing/2014/main" id="{A6FCB5CD-6D34-4231-AADA-C5F7C8AF5803}"/>
              </a:ext>
            </a:extLst>
          </p:cNvPr>
          <p:cNvGrpSpPr/>
          <p:nvPr/>
        </p:nvGrpSpPr>
        <p:grpSpPr>
          <a:xfrm>
            <a:off x="780531" y="4058076"/>
            <a:ext cx="1999382" cy="2209160"/>
            <a:chOff x="12138026" y="5800725"/>
            <a:chExt cx="1058862" cy="1547813"/>
          </a:xfrm>
        </p:grpSpPr>
        <p:sp>
          <p:nvSpPr>
            <p:cNvPr id="95" name="Freeform 602">
              <a:extLst>
                <a:ext uri="{FF2B5EF4-FFF2-40B4-BE49-F238E27FC236}">
                  <a16:creationId xmlns:a16="http://schemas.microsoft.com/office/drawing/2014/main" id="{013170B9-1710-4920-8DF7-9AEF720A7B1A}"/>
                </a:ext>
              </a:extLst>
            </p:cNvPr>
            <p:cNvSpPr>
              <a:spLocks noEditPoints="1"/>
            </p:cNvSpPr>
            <p:nvPr/>
          </p:nvSpPr>
          <p:spPr bwMode="auto">
            <a:xfrm>
              <a:off x="12138026" y="5800725"/>
              <a:ext cx="981075" cy="163513"/>
            </a:xfrm>
            <a:custGeom>
              <a:avLst/>
              <a:gdLst>
                <a:gd name="T0" fmla="*/ 144 w 227"/>
                <a:gd name="T1" fmla="*/ 24 h 38"/>
                <a:gd name="T2" fmla="*/ 184 w 227"/>
                <a:gd name="T3" fmla="*/ 23 h 38"/>
                <a:gd name="T4" fmla="*/ 213 w 227"/>
                <a:gd name="T5" fmla="*/ 22 h 38"/>
                <a:gd name="T6" fmla="*/ 226 w 227"/>
                <a:gd name="T7" fmla="*/ 23 h 38"/>
                <a:gd name="T8" fmla="*/ 209 w 227"/>
                <a:gd name="T9" fmla="*/ 24 h 38"/>
                <a:gd name="T10" fmla="*/ 170 w 227"/>
                <a:gd name="T11" fmla="*/ 25 h 38"/>
                <a:gd name="T12" fmla="*/ 145 w 227"/>
                <a:gd name="T13" fmla="*/ 25 h 38"/>
                <a:gd name="T14" fmla="*/ 136 w 227"/>
                <a:gd name="T15" fmla="*/ 30 h 38"/>
                <a:gd name="T16" fmla="*/ 134 w 227"/>
                <a:gd name="T17" fmla="*/ 37 h 38"/>
                <a:gd name="T18" fmla="*/ 128 w 227"/>
                <a:gd name="T19" fmla="*/ 38 h 38"/>
                <a:gd name="T20" fmla="*/ 119 w 227"/>
                <a:gd name="T21" fmla="*/ 31 h 38"/>
                <a:gd name="T22" fmla="*/ 128 w 227"/>
                <a:gd name="T23" fmla="*/ 28 h 38"/>
                <a:gd name="T24" fmla="*/ 116 w 227"/>
                <a:gd name="T25" fmla="*/ 25 h 38"/>
                <a:gd name="T26" fmla="*/ 81 w 227"/>
                <a:gd name="T27" fmla="*/ 25 h 38"/>
                <a:gd name="T28" fmla="*/ 63 w 227"/>
                <a:gd name="T29" fmla="*/ 25 h 38"/>
                <a:gd name="T30" fmla="*/ 29 w 227"/>
                <a:gd name="T31" fmla="*/ 24 h 38"/>
                <a:gd name="T32" fmla="*/ 2 w 227"/>
                <a:gd name="T33" fmla="*/ 23 h 38"/>
                <a:gd name="T34" fmla="*/ 11 w 227"/>
                <a:gd name="T35" fmla="*/ 21 h 38"/>
                <a:gd name="T36" fmla="*/ 31 w 227"/>
                <a:gd name="T37" fmla="*/ 22 h 38"/>
                <a:gd name="T38" fmla="*/ 47 w 227"/>
                <a:gd name="T39" fmla="*/ 22 h 38"/>
                <a:gd name="T40" fmla="*/ 90 w 227"/>
                <a:gd name="T41" fmla="*/ 23 h 38"/>
                <a:gd name="T42" fmla="*/ 116 w 227"/>
                <a:gd name="T43" fmla="*/ 23 h 38"/>
                <a:gd name="T44" fmla="*/ 137 w 227"/>
                <a:gd name="T45" fmla="*/ 15 h 38"/>
                <a:gd name="T46" fmla="*/ 134 w 227"/>
                <a:gd name="T47" fmla="*/ 7 h 38"/>
                <a:gd name="T48" fmla="*/ 138 w 227"/>
                <a:gd name="T49" fmla="*/ 10 h 38"/>
                <a:gd name="T50" fmla="*/ 138 w 227"/>
                <a:gd name="T51" fmla="*/ 2 h 38"/>
                <a:gd name="T52" fmla="*/ 146 w 227"/>
                <a:gd name="T53" fmla="*/ 1 h 38"/>
                <a:gd name="T54" fmla="*/ 156 w 227"/>
                <a:gd name="T55" fmla="*/ 18 h 38"/>
                <a:gd name="T56" fmla="*/ 147 w 227"/>
                <a:gd name="T57" fmla="*/ 21 h 38"/>
                <a:gd name="T58" fmla="*/ 144 w 227"/>
                <a:gd name="T59" fmla="*/ 10 h 38"/>
                <a:gd name="T60" fmla="*/ 145 w 227"/>
                <a:gd name="T61" fmla="*/ 17 h 38"/>
                <a:gd name="T62" fmla="*/ 146 w 227"/>
                <a:gd name="T63" fmla="*/ 3 h 38"/>
                <a:gd name="T64" fmla="*/ 145 w 227"/>
                <a:gd name="T65" fmla="*/ 9 h 38"/>
                <a:gd name="T66" fmla="*/ 132 w 227"/>
                <a:gd name="T67" fmla="*/ 32 h 38"/>
                <a:gd name="T68" fmla="*/ 145 w 227"/>
                <a:gd name="T69" fmla="*/ 20 h 38"/>
                <a:gd name="T70" fmla="*/ 132 w 227"/>
                <a:gd name="T71" fmla="*/ 24 h 38"/>
                <a:gd name="T72" fmla="*/ 126 w 227"/>
                <a:gd name="T73" fmla="*/ 34 h 38"/>
                <a:gd name="T74" fmla="*/ 147 w 227"/>
                <a:gd name="T75" fmla="*/ 17 h 38"/>
                <a:gd name="T76" fmla="*/ 148 w 227"/>
                <a:gd name="T77" fmla="*/ 19 h 38"/>
                <a:gd name="T78" fmla="*/ 152 w 227"/>
                <a:gd name="T79" fmla="*/ 9 h 38"/>
                <a:gd name="T80" fmla="*/ 151 w 227"/>
                <a:gd name="T81" fmla="*/ 16 h 38"/>
                <a:gd name="T82" fmla="*/ 150 w 227"/>
                <a:gd name="T83" fmla="*/ 15 h 38"/>
                <a:gd name="T84" fmla="*/ 148 w 227"/>
                <a:gd name="T85" fmla="*/ 5 h 38"/>
                <a:gd name="T86" fmla="*/ 140 w 227"/>
                <a:gd name="T87" fmla="*/ 10 h 38"/>
                <a:gd name="T88" fmla="*/ 143 w 227"/>
                <a:gd name="T89"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7" h="38">
                  <a:moveTo>
                    <a:pt x="146" y="20"/>
                  </a:moveTo>
                  <a:cubicBezTo>
                    <a:pt x="145" y="21"/>
                    <a:pt x="144" y="22"/>
                    <a:pt x="143" y="24"/>
                  </a:cubicBezTo>
                  <a:cubicBezTo>
                    <a:pt x="144" y="24"/>
                    <a:pt x="144" y="24"/>
                    <a:pt x="144" y="24"/>
                  </a:cubicBezTo>
                  <a:cubicBezTo>
                    <a:pt x="152" y="24"/>
                    <a:pt x="160" y="24"/>
                    <a:pt x="168" y="24"/>
                  </a:cubicBezTo>
                  <a:cubicBezTo>
                    <a:pt x="172" y="23"/>
                    <a:pt x="176" y="23"/>
                    <a:pt x="180" y="23"/>
                  </a:cubicBezTo>
                  <a:cubicBezTo>
                    <a:pt x="182" y="23"/>
                    <a:pt x="183" y="23"/>
                    <a:pt x="184" y="23"/>
                  </a:cubicBezTo>
                  <a:cubicBezTo>
                    <a:pt x="187" y="23"/>
                    <a:pt x="190" y="23"/>
                    <a:pt x="192" y="23"/>
                  </a:cubicBezTo>
                  <a:cubicBezTo>
                    <a:pt x="196" y="23"/>
                    <a:pt x="199" y="23"/>
                    <a:pt x="202" y="23"/>
                  </a:cubicBezTo>
                  <a:cubicBezTo>
                    <a:pt x="206" y="22"/>
                    <a:pt x="210" y="22"/>
                    <a:pt x="213" y="22"/>
                  </a:cubicBezTo>
                  <a:cubicBezTo>
                    <a:pt x="216" y="22"/>
                    <a:pt x="219" y="22"/>
                    <a:pt x="221" y="22"/>
                  </a:cubicBezTo>
                  <a:cubicBezTo>
                    <a:pt x="223" y="22"/>
                    <a:pt x="225" y="22"/>
                    <a:pt x="227" y="23"/>
                  </a:cubicBezTo>
                  <a:cubicBezTo>
                    <a:pt x="226" y="23"/>
                    <a:pt x="226" y="23"/>
                    <a:pt x="226" y="23"/>
                  </a:cubicBezTo>
                  <a:cubicBezTo>
                    <a:pt x="225" y="23"/>
                    <a:pt x="225" y="23"/>
                    <a:pt x="224" y="23"/>
                  </a:cubicBezTo>
                  <a:cubicBezTo>
                    <a:pt x="221" y="23"/>
                    <a:pt x="217" y="24"/>
                    <a:pt x="214" y="24"/>
                  </a:cubicBezTo>
                  <a:cubicBezTo>
                    <a:pt x="212" y="24"/>
                    <a:pt x="211" y="24"/>
                    <a:pt x="209" y="24"/>
                  </a:cubicBezTo>
                  <a:cubicBezTo>
                    <a:pt x="205" y="24"/>
                    <a:pt x="201" y="24"/>
                    <a:pt x="197" y="24"/>
                  </a:cubicBezTo>
                  <a:cubicBezTo>
                    <a:pt x="191" y="24"/>
                    <a:pt x="185" y="25"/>
                    <a:pt x="178" y="25"/>
                  </a:cubicBezTo>
                  <a:cubicBezTo>
                    <a:pt x="176" y="25"/>
                    <a:pt x="173" y="25"/>
                    <a:pt x="170" y="25"/>
                  </a:cubicBezTo>
                  <a:cubicBezTo>
                    <a:pt x="167" y="25"/>
                    <a:pt x="164" y="25"/>
                    <a:pt x="162" y="25"/>
                  </a:cubicBezTo>
                  <a:cubicBezTo>
                    <a:pt x="160" y="25"/>
                    <a:pt x="158" y="25"/>
                    <a:pt x="156" y="25"/>
                  </a:cubicBezTo>
                  <a:cubicBezTo>
                    <a:pt x="152" y="25"/>
                    <a:pt x="149" y="25"/>
                    <a:pt x="145" y="25"/>
                  </a:cubicBezTo>
                  <a:cubicBezTo>
                    <a:pt x="144" y="25"/>
                    <a:pt x="143" y="25"/>
                    <a:pt x="142" y="25"/>
                  </a:cubicBezTo>
                  <a:cubicBezTo>
                    <a:pt x="141" y="25"/>
                    <a:pt x="141" y="26"/>
                    <a:pt x="141" y="26"/>
                  </a:cubicBezTo>
                  <a:cubicBezTo>
                    <a:pt x="139" y="27"/>
                    <a:pt x="138" y="29"/>
                    <a:pt x="136" y="30"/>
                  </a:cubicBezTo>
                  <a:cubicBezTo>
                    <a:pt x="135" y="31"/>
                    <a:pt x="134" y="32"/>
                    <a:pt x="133" y="33"/>
                  </a:cubicBezTo>
                  <a:cubicBezTo>
                    <a:pt x="132" y="34"/>
                    <a:pt x="132" y="35"/>
                    <a:pt x="131" y="35"/>
                  </a:cubicBezTo>
                  <a:cubicBezTo>
                    <a:pt x="132" y="36"/>
                    <a:pt x="134" y="36"/>
                    <a:pt x="134" y="37"/>
                  </a:cubicBezTo>
                  <a:cubicBezTo>
                    <a:pt x="133" y="38"/>
                    <a:pt x="132" y="37"/>
                    <a:pt x="130" y="37"/>
                  </a:cubicBezTo>
                  <a:cubicBezTo>
                    <a:pt x="130" y="38"/>
                    <a:pt x="129" y="38"/>
                    <a:pt x="129" y="38"/>
                  </a:cubicBezTo>
                  <a:cubicBezTo>
                    <a:pt x="128" y="38"/>
                    <a:pt x="128" y="38"/>
                    <a:pt x="128" y="38"/>
                  </a:cubicBezTo>
                  <a:cubicBezTo>
                    <a:pt x="128" y="36"/>
                    <a:pt x="126" y="36"/>
                    <a:pt x="125" y="36"/>
                  </a:cubicBezTo>
                  <a:cubicBezTo>
                    <a:pt x="123" y="35"/>
                    <a:pt x="121" y="34"/>
                    <a:pt x="119" y="33"/>
                  </a:cubicBezTo>
                  <a:cubicBezTo>
                    <a:pt x="119" y="33"/>
                    <a:pt x="119" y="32"/>
                    <a:pt x="119" y="31"/>
                  </a:cubicBezTo>
                  <a:cubicBezTo>
                    <a:pt x="120" y="32"/>
                    <a:pt x="122" y="33"/>
                    <a:pt x="123" y="33"/>
                  </a:cubicBezTo>
                  <a:cubicBezTo>
                    <a:pt x="124" y="34"/>
                    <a:pt x="124" y="34"/>
                    <a:pt x="125" y="33"/>
                  </a:cubicBezTo>
                  <a:cubicBezTo>
                    <a:pt x="126" y="31"/>
                    <a:pt x="127" y="29"/>
                    <a:pt x="128" y="28"/>
                  </a:cubicBezTo>
                  <a:cubicBezTo>
                    <a:pt x="128" y="27"/>
                    <a:pt x="129" y="26"/>
                    <a:pt x="129" y="26"/>
                  </a:cubicBezTo>
                  <a:cubicBezTo>
                    <a:pt x="129" y="25"/>
                    <a:pt x="129" y="25"/>
                    <a:pt x="128" y="25"/>
                  </a:cubicBezTo>
                  <a:cubicBezTo>
                    <a:pt x="124" y="25"/>
                    <a:pt x="120" y="25"/>
                    <a:pt x="116" y="25"/>
                  </a:cubicBezTo>
                  <a:cubicBezTo>
                    <a:pt x="111" y="25"/>
                    <a:pt x="106" y="25"/>
                    <a:pt x="102" y="25"/>
                  </a:cubicBezTo>
                  <a:cubicBezTo>
                    <a:pt x="99" y="25"/>
                    <a:pt x="97" y="25"/>
                    <a:pt x="94" y="25"/>
                  </a:cubicBezTo>
                  <a:cubicBezTo>
                    <a:pt x="90" y="25"/>
                    <a:pt x="86" y="25"/>
                    <a:pt x="81" y="25"/>
                  </a:cubicBezTo>
                  <a:cubicBezTo>
                    <a:pt x="80" y="25"/>
                    <a:pt x="79" y="25"/>
                    <a:pt x="78" y="25"/>
                  </a:cubicBezTo>
                  <a:cubicBezTo>
                    <a:pt x="76" y="25"/>
                    <a:pt x="75" y="25"/>
                    <a:pt x="73" y="25"/>
                  </a:cubicBezTo>
                  <a:cubicBezTo>
                    <a:pt x="70" y="25"/>
                    <a:pt x="66" y="25"/>
                    <a:pt x="63" y="25"/>
                  </a:cubicBezTo>
                  <a:cubicBezTo>
                    <a:pt x="60" y="24"/>
                    <a:pt x="58" y="24"/>
                    <a:pt x="55" y="24"/>
                  </a:cubicBezTo>
                  <a:cubicBezTo>
                    <a:pt x="53" y="24"/>
                    <a:pt x="51" y="24"/>
                    <a:pt x="48" y="24"/>
                  </a:cubicBezTo>
                  <a:cubicBezTo>
                    <a:pt x="42" y="24"/>
                    <a:pt x="36" y="24"/>
                    <a:pt x="29" y="24"/>
                  </a:cubicBezTo>
                  <a:cubicBezTo>
                    <a:pt x="24" y="24"/>
                    <a:pt x="19" y="24"/>
                    <a:pt x="13" y="23"/>
                  </a:cubicBezTo>
                  <a:cubicBezTo>
                    <a:pt x="11" y="23"/>
                    <a:pt x="9" y="24"/>
                    <a:pt x="7" y="24"/>
                  </a:cubicBezTo>
                  <a:cubicBezTo>
                    <a:pt x="5" y="24"/>
                    <a:pt x="3" y="23"/>
                    <a:pt x="2" y="23"/>
                  </a:cubicBezTo>
                  <a:cubicBezTo>
                    <a:pt x="1" y="23"/>
                    <a:pt x="1" y="23"/>
                    <a:pt x="0" y="22"/>
                  </a:cubicBezTo>
                  <a:cubicBezTo>
                    <a:pt x="2" y="22"/>
                    <a:pt x="3" y="22"/>
                    <a:pt x="5" y="22"/>
                  </a:cubicBezTo>
                  <a:cubicBezTo>
                    <a:pt x="7" y="22"/>
                    <a:pt x="9" y="22"/>
                    <a:pt x="11" y="21"/>
                  </a:cubicBezTo>
                  <a:cubicBezTo>
                    <a:pt x="11" y="21"/>
                    <a:pt x="11" y="21"/>
                    <a:pt x="11" y="21"/>
                  </a:cubicBezTo>
                  <a:cubicBezTo>
                    <a:pt x="12" y="22"/>
                    <a:pt x="14" y="22"/>
                    <a:pt x="15" y="22"/>
                  </a:cubicBezTo>
                  <a:cubicBezTo>
                    <a:pt x="20" y="22"/>
                    <a:pt x="26" y="22"/>
                    <a:pt x="31" y="22"/>
                  </a:cubicBezTo>
                  <a:cubicBezTo>
                    <a:pt x="35" y="22"/>
                    <a:pt x="38" y="22"/>
                    <a:pt x="41" y="22"/>
                  </a:cubicBezTo>
                  <a:cubicBezTo>
                    <a:pt x="42" y="22"/>
                    <a:pt x="43" y="22"/>
                    <a:pt x="44" y="22"/>
                  </a:cubicBezTo>
                  <a:cubicBezTo>
                    <a:pt x="45" y="22"/>
                    <a:pt x="46" y="22"/>
                    <a:pt x="47" y="22"/>
                  </a:cubicBezTo>
                  <a:cubicBezTo>
                    <a:pt x="53" y="23"/>
                    <a:pt x="58" y="23"/>
                    <a:pt x="64" y="23"/>
                  </a:cubicBezTo>
                  <a:cubicBezTo>
                    <a:pt x="69" y="23"/>
                    <a:pt x="74" y="23"/>
                    <a:pt x="80" y="23"/>
                  </a:cubicBezTo>
                  <a:cubicBezTo>
                    <a:pt x="83" y="23"/>
                    <a:pt x="87" y="23"/>
                    <a:pt x="90" y="23"/>
                  </a:cubicBezTo>
                  <a:cubicBezTo>
                    <a:pt x="94" y="23"/>
                    <a:pt x="97" y="23"/>
                    <a:pt x="101" y="23"/>
                  </a:cubicBezTo>
                  <a:cubicBezTo>
                    <a:pt x="104" y="23"/>
                    <a:pt x="107" y="23"/>
                    <a:pt x="110" y="23"/>
                  </a:cubicBezTo>
                  <a:cubicBezTo>
                    <a:pt x="112" y="23"/>
                    <a:pt x="114" y="23"/>
                    <a:pt x="116" y="23"/>
                  </a:cubicBezTo>
                  <a:cubicBezTo>
                    <a:pt x="121" y="23"/>
                    <a:pt x="125" y="23"/>
                    <a:pt x="129" y="24"/>
                  </a:cubicBezTo>
                  <a:cubicBezTo>
                    <a:pt x="130" y="24"/>
                    <a:pt x="131" y="23"/>
                    <a:pt x="132" y="22"/>
                  </a:cubicBezTo>
                  <a:cubicBezTo>
                    <a:pt x="134" y="20"/>
                    <a:pt x="135" y="17"/>
                    <a:pt x="137" y="15"/>
                  </a:cubicBezTo>
                  <a:cubicBezTo>
                    <a:pt x="138" y="15"/>
                    <a:pt x="138" y="14"/>
                    <a:pt x="138" y="14"/>
                  </a:cubicBezTo>
                  <a:cubicBezTo>
                    <a:pt x="138" y="13"/>
                    <a:pt x="137" y="11"/>
                    <a:pt x="136" y="10"/>
                  </a:cubicBezTo>
                  <a:cubicBezTo>
                    <a:pt x="135" y="9"/>
                    <a:pt x="135" y="8"/>
                    <a:pt x="134" y="7"/>
                  </a:cubicBezTo>
                  <a:cubicBezTo>
                    <a:pt x="134" y="6"/>
                    <a:pt x="134" y="6"/>
                    <a:pt x="135" y="5"/>
                  </a:cubicBezTo>
                  <a:cubicBezTo>
                    <a:pt x="136" y="5"/>
                    <a:pt x="136" y="5"/>
                    <a:pt x="136" y="6"/>
                  </a:cubicBezTo>
                  <a:cubicBezTo>
                    <a:pt x="137" y="7"/>
                    <a:pt x="137" y="8"/>
                    <a:pt x="138" y="10"/>
                  </a:cubicBezTo>
                  <a:cubicBezTo>
                    <a:pt x="139" y="7"/>
                    <a:pt x="139" y="4"/>
                    <a:pt x="140" y="1"/>
                  </a:cubicBezTo>
                  <a:cubicBezTo>
                    <a:pt x="139" y="2"/>
                    <a:pt x="139" y="2"/>
                    <a:pt x="139" y="2"/>
                  </a:cubicBezTo>
                  <a:cubicBezTo>
                    <a:pt x="138" y="2"/>
                    <a:pt x="138" y="2"/>
                    <a:pt x="138" y="2"/>
                  </a:cubicBezTo>
                  <a:cubicBezTo>
                    <a:pt x="137" y="1"/>
                    <a:pt x="137" y="1"/>
                    <a:pt x="138" y="0"/>
                  </a:cubicBezTo>
                  <a:cubicBezTo>
                    <a:pt x="139" y="0"/>
                    <a:pt x="140" y="0"/>
                    <a:pt x="141" y="0"/>
                  </a:cubicBezTo>
                  <a:cubicBezTo>
                    <a:pt x="143" y="0"/>
                    <a:pt x="145" y="1"/>
                    <a:pt x="146" y="1"/>
                  </a:cubicBezTo>
                  <a:cubicBezTo>
                    <a:pt x="147" y="2"/>
                    <a:pt x="148" y="2"/>
                    <a:pt x="149" y="3"/>
                  </a:cubicBezTo>
                  <a:cubicBezTo>
                    <a:pt x="152" y="5"/>
                    <a:pt x="154" y="8"/>
                    <a:pt x="155" y="12"/>
                  </a:cubicBezTo>
                  <a:cubicBezTo>
                    <a:pt x="156" y="14"/>
                    <a:pt x="156" y="16"/>
                    <a:pt x="156" y="18"/>
                  </a:cubicBezTo>
                  <a:cubicBezTo>
                    <a:pt x="156" y="19"/>
                    <a:pt x="156" y="20"/>
                    <a:pt x="155" y="21"/>
                  </a:cubicBezTo>
                  <a:cubicBezTo>
                    <a:pt x="154" y="23"/>
                    <a:pt x="153" y="24"/>
                    <a:pt x="151" y="23"/>
                  </a:cubicBezTo>
                  <a:cubicBezTo>
                    <a:pt x="150" y="23"/>
                    <a:pt x="149" y="22"/>
                    <a:pt x="147" y="21"/>
                  </a:cubicBezTo>
                  <a:cubicBezTo>
                    <a:pt x="147" y="21"/>
                    <a:pt x="146" y="21"/>
                    <a:pt x="146" y="20"/>
                  </a:cubicBezTo>
                  <a:close/>
                  <a:moveTo>
                    <a:pt x="145" y="9"/>
                  </a:moveTo>
                  <a:cubicBezTo>
                    <a:pt x="145" y="9"/>
                    <a:pt x="145" y="10"/>
                    <a:pt x="144" y="10"/>
                  </a:cubicBezTo>
                  <a:cubicBezTo>
                    <a:pt x="143" y="11"/>
                    <a:pt x="142" y="12"/>
                    <a:pt x="143" y="14"/>
                  </a:cubicBezTo>
                  <a:cubicBezTo>
                    <a:pt x="142" y="14"/>
                    <a:pt x="142" y="14"/>
                    <a:pt x="142" y="15"/>
                  </a:cubicBezTo>
                  <a:cubicBezTo>
                    <a:pt x="143" y="16"/>
                    <a:pt x="144" y="16"/>
                    <a:pt x="145" y="17"/>
                  </a:cubicBezTo>
                  <a:cubicBezTo>
                    <a:pt x="145" y="14"/>
                    <a:pt x="145" y="12"/>
                    <a:pt x="146" y="9"/>
                  </a:cubicBezTo>
                  <a:cubicBezTo>
                    <a:pt x="146" y="9"/>
                    <a:pt x="146" y="8"/>
                    <a:pt x="146" y="8"/>
                  </a:cubicBezTo>
                  <a:cubicBezTo>
                    <a:pt x="146" y="6"/>
                    <a:pt x="146" y="5"/>
                    <a:pt x="146" y="3"/>
                  </a:cubicBezTo>
                  <a:cubicBezTo>
                    <a:pt x="146" y="3"/>
                    <a:pt x="145" y="3"/>
                    <a:pt x="145" y="3"/>
                  </a:cubicBezTo>
                  <a:cubicBezTo>
                    <a:pt x="144" y="5"/>
                    <a:pt x="144" y="7"/>
                    <a:pt x="143" y="9"/>
                  </a:cubicBezTo>
                  <a:cubicBezTo>
                    <a:pt x="144" y="9"/>
                    <a:pt x="145" y="8"/>
                    <a:pt x="145" y="9"/>
                  </a:cubicBezTo>
                  <a:close/>
                  <a:moveTo>
                    <a:pt x="126" y="34"/>
                  </a:moveTo>
                  <a:cubicBezTo>
                    <a:pt x="128" y="35"/>
                    <a:pt x="129" y="35"/>
                    <a:pt x="130" y="34"/>
                  </a:cubicBezTo>
                  <a:cubicBezTo>
                    <a:pt x="130" y="33"/>
                    <a:pt x="131" y="32"/>
                    <a:pt x="132" y="32"/>
                  </a:cubicBezTo>
                  <a:cubicBezTo>
                    <a:pt x="134" y="30"/>
                    <a:pt x="135" y="28"/>
                    <a:pt x="137" y="27"/>
                  </a:cubicBezTo>
                  <a:cubicBezTo>
                    <a:pt x="138" y="26"/>
                    <a:pt x="138" y="25"/>
                    <a:pt x="139" y="24"/>
                  </a:cubicBezTo>
                  <a:cubicBezTo>
                    <a:pt x="141" y="23"/>
                    <a:pt x="143" y="21"/>
                    <a:pt x="145" y="20"/>
                  </a:cubicBezTo>
                  <a:cubicBezTo>
                    <a:pt x="143" y="18"/>
                    <a:pt x="141" y="17"/>
                    <a:pt x="139" y="15"/>
                  </a:cubicBezTo>
                  <a:cubicBezTo>
                    <a:pt x="139" y="16"/>
                    <a:pt x="138" y="16"/>
                    <a:pt x="138" y="16"/>
                  </a:cubicBezTo>
                  <a:cubicBezTo>
                    <a:pt x="136" y="19"/>
                    <a:pt x="134" y="22"/>
                    <a:pt x="132" y="24"/>
                  </a:cubicBezTo>
                  <a:cubicBezTo>
                    <a:pt x="132" y="24"/>
                    <a:pt x="132" y="24"/>
                    <a:pt x="132" y="25"/>
                  </a:cubicBezTo>
                  <a:cubicBezTo>
                    <a:pt x="131" y="26"/>
                    <a:pt x="130" y="27"/>
                    <a:pt x="129" y="29"/>
                  </a:cubicBezTo>
                  <a:cubicBezTo>
                    <a:pt x="128" y="31"/>
                    <a:pt x="127" y="32"/>
                    <a:pt x="126" y="34"/>
                  </a:cubicBezTo>
                  <a:close/>
                  <a:moveTo>
                    <a:pt x="148" y="5"/>
                  </a:moveTo>
                  <a:cubicBezTo>
                    <a:pt x="148" y="7"/>
                    <a:pt x="147" y="9"/>
                    <a:pt x="147" y="11"/>
                  </a:cubicBezTo>
                  <a:cubicBezTo>
                    <a:pt x="147" y="13"/>
                    <a:pt x="147" y="15"/>
                    <a:pt x="147" y="17"/>
                  </a:cubicBezTo>
                  <a:cubicBezTo>
                    <a:pt x="146" y="17"/>
                    <a:pt x="146" y="17"/>
                    <a:pt x="146" y="18"/>
                  </a:cubicBezTo>
                  <a:cubicBezTo>
                    <a:pt x="146" y="18"/>
                    <a:pt x="147" y="18"/>
                    <a:pt x="147" y="18"/>
                  </a:cubicBezTo>
                  <a:cubicBezTo>
                    <a:pt x="148" y="18"/>
                    <a:pt x="148" y="19"/>
                    <a:pt x="148" y="19"/>
                  </a:cubicBezTo>
                  <a:cubicBezTo>
                    <a:pt x="149" y="20"/>
                    <a:pt x="150" y="20"/>
                    <a:pt x="151" y="21"/>
                  </a:cubicBezTo>
                  <a:cubicBezTo>
                    <a:pt x="153" y="21"/>
                    <a:pt x="154" y="21"/>
                    <a:pt x="154" y="19"/>
                  </a:cubicBezTo>
                  <a:cubicBezTo>
                    <a:pt x="155" y="15"/>
                    <a:pt x="154" y="12"/>
                    <a:pt x="152" y="9"/>
                  </a:cubicBezTo>
                  <a:cubicBezTo>
                    <a:pt x="152" y="9"/>
                    <a:pt x="152" y="9"/>
                    <a:pt x="152" y="9"/>
                  </a:cubicBezTo>
                  <a:cubicBezTo>
                    <a:pt x="152" y="10"/>
                    <a:pt x="152" y="11"/>
                    <a:pt x="152" y="12"/>
                  </a:cubicBezTo>
                  <a:cubicBezTo>
                    <a:pt x="152" y="13"/>
                    <a:pt x="152" y="14"/>
                    <a:pt x="151" y="16"/>
                  </a:cubicBezTo>
                  <a:cubicBezTo>
                    <a:pt x="151" y="16"/>
                    <a:pt x="151" y="16"/>
                    <a:pt x="151" y="16"/>
                  </a:cubicBezTo>
                  <a:cubicBezTo>
                    <a:pt x="151" y="16"/>
                    <a:pt x="150" y="16"/>
                    <a:pt x="150" y="16"/>
                  </a:cubicBezTo>
                  <a:cubicBezTo>
                    <a:pt x="150" y="16"/>
                    <a:pt x="150" y="15"/>
                    <a:pt x="150" y="15"/>
                  </a:cubicBezTo>
                  <a:cubicBezTo>
                    <a:pt x="150" y="14"/>
                    <a:pt x="150" y="12"/>
                    <a:pt x="150" y="11"/>
                  </a:cubicBezTo>
                  <a:cubicBezTo>
                    <a:pt x="149" y="9"/>
                    <a:pt x="150" y="8"/>
                    <a:pt x="151" y="7"/>
                  </a:cubicBezTo>
                  <a:cubicBezTo>
                    <a:pt x="150" y="6"/>
                    <a:pt x="149" y="6"/>
                    <a:pt x="148" y="5"/>
                  </a:cubicBezTo>
                  <a:close/>
                  <a:moveTo>
                    <a:pt x="141" y="2"/>
                  </a:moveTo>
                  <a:cubicBezTo>
                    <a:pt x="141" y="4"/>
                    <a:pt x="141" y="6"/>
                    <a:pt x="141" y="8"/>
                  </a:cubicBezTo>
                  <a:cubicBezTo>
                    <a:pt x="141" y="8"/>
                    <a:pt x="140" y="9"/>
                    <a:pt x="140" y="10"/>
                  </a:cubicBezTo>
                  <a:cubicBezTo>
                    <a:pt x="140" y="10"/>
                    <a:pt x="141" y="10"/>
                    <a:pt x="141" y="11"/>
                  </a:cubicBezTo>
                  <a:cubicBezTo>
                    <a:pt x="141" y="11"/>
                    <a:pt x="141" y="11"/>
                    <a:pt x="141" y="11"/>
                  </a:cubicBezTo>
                  <a:cubicBezTo>
                    <a:pt x="142" y="8"/>
                    <a:pt x="142" y="5"/>
                    <a:pt x="143" y="2"/>
                  </a:cubicBezTo>
                  <a:cubicBezTo>
                    <a:pt x="143" y="1"/>
                    <a:pt x="142" y="1"/>
                    <a:pt x="141"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96" name="Freeform 603">
              <a:extLst>
                <a:ext uri="{FF2B5EF4-FFF2-40B4-BE49-F238E27FC236}">
                  <a16:creationId xmlns:a16="http://schemas.microsoft.com/office/drawing/2014/main" id="{4F4E7AA9-8B34-4A4F-9514-C2C8468B22F1}"/>
                </a:ext>
              </a:extLst>
            </p:cNvPr>
            <p:cNvSpPr>
              <a:spLocks/>
            </p:cNvSpPr>
            <p:nvPr/>
          </p:nvSpPr>
          <p:spPr bwMode="auto">
            <a:xfrm>
              <a:off x="13161963" y="5903913"/>
              <a:ext cx="34925" cy="1423988"/>
            </a:xfrm>
            <a:custGeom>
              <a:avLst/>
              <a:gdLst>
                <a:gd name="T0" fmla="*/ 7 w 8"/>
                <a:gd name="T1" fmla="*/ 327 h 329"/>
                <a:gd name="T2" fmla="*/ 5 w 8"/>
                <a:gd name="T3" fmla="*/ 309 h 329"/>
                <a:gd name="T4" fmla="*/ 4 w 8"/>
                <a:gd name="T5" fmla="*/ 293 h 329"/>
                <a:gd name="T6" fmla="*/ 3 w 8"/>
                <a:gd name="T7" fmla="*/ 276 h 329"/>
                <a:gd name="T8" fmla="*/ 1 w 8"/>
                <a:gd name="T9" fmla="*/ 255 h 329"/>
                <a:gd name="T10" fmla="*/ 1 w 8"/>
                <a:gd name="T11" fmla="*/ 232 h 329"/>
                <a:gd name="T12" fmla="*/ 1 w 8"/>
                <a:gd name="T13" fmla="*/ 212 h 329"/>
                <a:gd name="T14" fmla="*/ 0 w 8"/>
                <a:gd name="T15" fmla="*/ 184 h 329"/>
                <a:gd name="T16" fmla="*/ 1 w 8"/>
                <a:gd name="T17" fmla="*/ 174 h 329"/>
                <a:gd name="T18" fmla="*/ 0 w 8"/>
                <a:gd name="T19" fmla="*/ 165 h 329"/>
                <a:gd name="T20" fmla="*/ 1 w 8"/>
                <a:gd name="T21" fmla="*/ 146 h 329"/>
                <a:gd name="T22" fmla="*/ 0 w 8"/>
                <a:gd name="T23" fmla="*/ 137 h 329"/>
                <a:gd name="T24" fmla="*/ 0 w 8"/>
                <a:gd name="T25" fmla="*/ 119 h 329"/>
                <a:gd name="T26" fmla="*/ 0 w 8"/>
                <a:gd name="T27" fmla="*/ 112 h 329"/>
                <a:gd name="T28" fmla="*/ 0 w 8"/>
                <a:gd name="T29" fmla="*/ 93 h 329"/>
                <a:gd name="T30" fmla="*/ 1 w 8"/>
                <a:gd name="T31" fmla="*/ 70 h 329"/>
                <a:gd name="T32" fmla="*/ 2 w 8"/>
                <a:gd name="T33" fmla="*/ 52 h 329"/>
                <a:gd name="T34" fmla="*/ 4 w 8"/>
                <a:gd name="T35" fmla="*/ 38 h 329"/>
                <a:gd name="T36" fmla="*/ 6 w 8"/>
                <a:gd name="T37" fmla="*/ 15 h 329"/>
                <a:gd name="T38" fmla="*/ 7 w 8"/>
                <a:gd name="T39" fmla="*/ 1 h 329"/>
                <a:gd name="T40" fmla="*/ 8 w 8"/>
                <a:gd name="T41" fmla="*/ 4 h 329"/>
                <a:gd name="T42" fmla="*/ 7 w 8"/>
                <a:gd name="T43" fmla="*/ 23 h 329"/>
                <a:gd name="T44" fmla="*/ 5 w 8"/>
                <a:gd name="T45" fmla="*/ 39 h 329"/>
                <a:gd name="T46" fmla="*/ 4 w 8"/>
                <a:gd name="T47" fmla="*/ 49 h 329"/>
                <a:gd name="T48" fmla="*/ 3 w 8"/>
                <a:gd name="T49" fmla="*/ 64 h 329"/>
                <a:gd name="T50" fmla="*/ 2 w 8"/>
                <a:gd name="T51" fmla="*/ 94 h 329"/>
                <a:gd name="T52" fmla="*/ 2 w 8"/>
                <a:gd name="T53" fmla="*/ 117 h 329"/>
                <a:gd name="T54" fmla="*/ 2 w 8"/>
                <a:gd name="T55" fmla="*/ 141 h 329"/>
                <a:gd name="T56" fmla="*/ 2 w 8"/>
                <a:gd name="T57" fmla="*/ 160 h 329"/>
                <a:gd name="T58" fmla="*/ 2 w 8"/>
                <a:gd name="T59" fmla="*/ 175 h 329"/>
                <a:gd name="T60" fmla="*/ 2 w 8"/>
                <a:gd name="T61" fmla="*/ 191 h 329"/>
                <a:gd name="T62" fmla="*/ 2 w 8"/>
                <a:gd name="T63" fmla="*/ 207 h 329"/>
                <a:gd name="T64" fmla="*/ 3 w 8"/>
                <a:gd name="T65" fmla="*/ 239 h 329"/>
                <a:gd name="T66" fmla="*/ 3 w 8"/>
                <a:gd name="T67" fmla="*/ 261 h 329"/>
                <a:gd name="T68" fmla="*/ 5 w 8"/>
                <a:gd name="T69" fmla="*/ 283 h 329"/>
                <a:gd name="T70" fmla="*/ 6 w 8"/>
                <a:gd name="T71" fmla="*/ 300 h 329"/>
                <a:gd name="T72" fmla="*/ 8 w 8"/>
                <a:gd name="T73" fmla="*/ 325 h 329"/>
                <a:gd name="T74" fmla="*/ 7 w 8"/>
                <a:gd name="T75"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 h="329">
                  <a:moveTo>
                    <a:pt x="7" y="329"/>
                  </a:moveTo>
                  <a:cubicBezTo>
                    <a:pt x="7" y="328"/>
                    <a:pt x="7" y="328"/>
                    <a:pt x="7" y="327"/>
                  </a:cubicBezTo>
                  <a:cubicBezTo>
                    <a:pt x="7" y="324"/>
                    <a:pt x="7" y="321"/>
                    <a:pt x="6" y="318"/>
                  </a:cubicBezTo>
                  <a:cubicBezTo>
                    <a:pt x="6" y="315"/>
                    <a:pt x="6" y="312"/>
                    <a:pt x="5" y="309"/>
                  </a:cubicBezTo>
                  <a:cubicBezTo>
                    <a:pt x="5" y="307"/>
                    <a:pt x="5" y="304"/>
                    <a:pt x="5" y="301"/>
                  </a:cubicBezTo>
                  <a:cubicBezTo>
                    <a:pt x="4" y="298"/>
                    <a:pt x="4" y="296"/>
                    <a:pt x="4" y="293"/>
                  </a:cubicBezTo>
                  <a:cubicBezTo>
                    <a:pt x="4" y="289"/>
                    <a:pt x="4" y="286"/>
                    <a:pt x="3" y="282"/>
                  </a:cubicBezTo>
                  <a:cubicBezTo>
                    <a:pt x="3" y="280"/>
                    <a:pt x="3" y="278"/>
                    <a:pt x="3" y="276"/>
                  </a:cubicBezTo>
                  <a:cubicBezTo>
                    <a:pt x="2" y="272"/>
                    <a:pt x="2" y="268"/>
                    <a:pt x="2" y="264"/>
                  </a:cubicBezTo>
                  <a:cubicBezTo>
                    <a:pt x="1" y="261"/>
                    <a:pt x="1" y="258"/>
                    <a:pt x="1" y="255"/>
                  </a:cubicBezTo>
                  <a:cubicBezTo>
                    <a:pt x="1" y="250"/>
                    <a:pt x="1" y="246"/>
                    <a:pt x="1" y="242"/>
                  </a:cubicBezTo>
                  <a:cubicBezTo>
                    <a:pt x="1" y="238"/>
                    <a:pt x="1" y="235"/>
                    <a:pt x="1" y="232"/>
                  </a:cubicBezTo>
                  <a:cubicBezTo>
                    <a:pt x="1" y="229"/>
                    <a:pt x="1" y="225"/>
                    <a:pt x="1" y="222"/>
                  </a:cubicBezTo>
                  <a:cubicBezTo>
                    <a:pt x="1" y="219"/>
                    <a:pt x="1" y="216"/>
                    <a:pt x="1" y="212"/>
                  </a:cubicBezTo>
                  <a:cubicBezTo>
                    <a:pt x="1" y="208"/>
                    <a:pt x="1" y="203"/>
                    <a:pt x="1" y="199"/>
                  </a:cubicBezTo>
                  <a:cubicBezTo>
                    <a:pt x="1" y="194"/>
                    <a:pt x="0" y="189"/>
                    <a:pt x="0" y="184"/>
                  </a:cubicBezTo>
                  <a:cubicBezTo>
                    <a:pt x="0" y="182"/>
                    <a:pt x="1" y="181"/>
                    <a:pt x="1" y="179"/>
                  </a:cubicBezTo>
                  <a:cubicBezTo>
                    <a:pt x="1" y="178"/>
                    <a:pt x="1" y="176"/>
                    <a:pt x="1" y="174"/>
                  </a:cubicBezTo>
                  <a:cubicBezTo>
                    <a:pt x="1" y="174"/>
                    <a:pt x="1" y="173"/>
                    <a:pt x="1" y="173"/>
                  </a:cubicBezTo>
                  <a:cubicBezTo>
                    <a:pt x="1" y="170"/>
                    <a:pt x="0" y="167"/>
                    <a:pt x="0" y="165"/>
                  </a:cubicBezTo>
                  <a:cubicBezTo>
                    <a:pt x="0" y="161"/>
                    <a:pt x="0" y="157"/>
                    <a:pt x="0" y="153"/>
                  </a:cubicBezTo>
                  <a:cubicBezTo>
                    <a:pt x="0" y="151"/>
                    <a:pt x="1" y="148"/>
                    <a:pt x="1" y="146"/>
                  </a:cubicBezTo>
                  <a:cubicBezTo>
                    <a:pt x="1" y="146"/>
                    <a:pt x="0" y="145"/>
                    <a:pt x="0" y="145"/>
                  </a:cubicBezTo>
                  <a:cubicBezTo>
                    <a:pt x="0" y="142"/>
                    <a:pt x="0" y="140"/>
                    <a:pt x="0" y="137"/>
                  </a:cubicBezTo>
                  <a:cubicBezTo>
                    <a:pt x="0" y="134"/>
                    <a:pt x="0" y="132"/>
                    <a:pt x="0" y="129"/>
                  </a:cubicBezTo>
                  <a:cubicBezTo>
                    <a:pt x="0" y="125"/>
                    <a:pt x="0" y="122"/>
                    <a:pt x="0" y="119"/>
                  </a:cubicBezTo>
                  <a:cubicBezTo>
                    <a:pt x="0" y="117"/>
                    <a:pt x="0" y="116"/>
                    <a:pt x="0" y="115"/>
                  </a:cubicBezTo>
                  <a:cubicBezTo>
                    <a:pt x="0" y="114"/>
                    <a:pt x="0" y="113"/>
                    <a:pt x="0" y="112"/>
                  </a:cubicBezTo>
                  <a:cubicBezTo>
                    <a:pt x="0" y="110"/>
                    <a:pt x="0" y="107"/>
                    <a:pt x="0" y="105"/>
                  </a:cubicBezTo>
                  <a:cubicBezTo>
                    <a:pt x="0" y="101"/>
                    <a:pt x="0" y="97"/>
                    <a:pt x="0" y="93"/>
                  </a:cubicBezTo>
                  <a:cubicBezTo>
                    <a:pt x="0" y="88"/>
                    <a:pt x="0" y="84"/>
                    <a:pt x="1" y="79"/>
                  </a:cubicBezTo>
                  <a:cubicBezTo>
                    <a:pt x="1" y="76"/>
                    <a:pt x="1" y="73"/>
                    <a:pt x="1" y="70"/>
                  </a:cubicBezTo>
                  <a:cubicBezTo>
                    <a:pt x="1" y="66"/>
                    <a:pt x="2" y="63"/>
                    <a:pt x="2" y="60"/>
                  </a:cubicBezTo>
                  <a:cubicBezTo>
                    <a:pt x="2" y="57"/>
                    <a:pt x="2" y="55"/>
                    <a:pt x="2" y="52"/>
                  </a:cubicBezTo>
                  <a:cubicBezTo>
                    <a:pt x="2" y="50"/>
                    <a:pt x="2" y="48"/>
                    <a:pt x="3" y="47"/>
                  </a:cubicBezTo>
                  <a:cubicBezTo>
                    <a:pt x="4" y="44"/>
                    <a:pt x="3" y="40"/>
                    <a:pt x="4" y="38"/>
                  </a:cubicBezTo>
                  <a:cubicBezTo>
                    <a:pt x="4" y="34"/>
                    <a:pt x="4" y="31"/>
                    <a:pt x="5" y="28"/>
                  </a:cubicBezTo>
                  <a:cubicBezTo>
                    <a:pt x="5" y="24"/>
                    <a:pt x="5" y="19"/>
                    <a:pt x="6" y="15"/>
                  </a:cubicBezTo>
                  <a:cubicBezTo>
                    <a:pt x="6" y="12"/>
                    <a:pt x="6" y="9"/>
                    <a:pt x="6" y="6"/>
                  </a:cubicBezTo>
                  <a:cubicBezTo>
                    <a:pt x="6" y="4"/>
                    <a:pt x="6" y="2"/>
                    <a:pt x="7" y="1"/>
                  </a:cubicBezTo>
                  <a:cubicBezTo>
                    <a:pt x="7" y="0"/>
                    <a:pt x="7" y="0"/>
                    <a:pt x="7" y="0"/>
                  </a:cubicBezTo>
                  <a:cubicBezTo>
                    <a:pt x="8" y="1"/>
                    <a:pt x="8" y="2"/>
                    <a:pt x="8" y="4"/>
                  </a:cubicBezTo>
                  <a:cubicBezTo>
                    <a:pt x="8" y="6"/>
                    <a:pt x="8" y="8"/>
                    <a:pt x="8" y="10"/>
                  </a:cubicBezTo>
                  <a:cubicBezTo>
                    <a:pt x="7" y="14"/>
                    <a:pt x="7" y="18"/>
                    <a:pt x="7" y="23"/>
                  </a:cubicBezTo>
                  <a:cubicBezTo>
                    <a:pt x="6" y="26"/>
                    <a:pt x="6" y="29"/>
                    <a:pt x="6" y="32"/>
                  </a:cubicBezTo>
                  <a:cubicBezTo>
                    <a:pt x="5" y="35"/>
                    <a:pt x="5" y="37"/>
                    <a:pt x="5" y="39"/>
                  </a:cubicBezTo>
                  <a:cubicBezTo>
                    <a:pt x="5" y="41"/>
                    <a:pt x="5" y="43"/>
                    <a:pt x="5" y="44"/>
                  </a:cubicBezTo>
                  <a:cubicBezTo>
                    <a:pt x="4" y="46"/>
                    <a:pt x="4" y="48"/>
                    <a:pt x="4" y="49"/>
                  </a:cubicBezTo>
                  <a:cubicBezTo>
                    <a:pt x="4" y="53"/>
                    <a:pt x="4" y="57"/>
                    <a:pt x="3" y="61"/>
                  </a:cubicBezTo>
                  <a:cubicBezTo>
                    <a:pt x="3" y="62"/>
                    <a:pt x="3" y="63"/>
                    <a:pt x="3" y="64"/>
                  </a:cubicBezTo>
                  <a:cubicBezTo>
                    <a:pt x="3" y="70"/>
                    <a:pt x="2" y="76"/>
                    <a:pt x="2" y="81"/>
                  </a:cubicBezTo>
                  <a:cubicBezTo>
                    <a:pt x="2" y="86"/>
                    <a:pt x="2" y="90"/>
                    <a:pt x="2" y="94"/>
                  </a:cubicBezTo>
                  <a:cubicBezTo>
                    <a:pt x="1" y="98"/>
                    <a:pt x="2" y="103"/>
                    <a:pt x="2" y="107"/>
                  </a:cubicBezTo>
                  <a:cubicBezTo>
                    <a:pt x="2" y="110"/>
                    <a:pt x="2" y="114"/>
                    <a:pt x="2" y="117"/>
                  </a:cubicBezTo>
                  <a:cubicBezTo>
                    <a:pt x="2" y="121"/>
                    <a:pt x="2" y="125"/>
                    <a:pt x="2" y="129"/>
                  </a:cubicBezTo>
                  <a:cubicBezTo>
                    <a:pt x="2" y="133"/>
                    <a:pt x="2" y="137"/>
                    <a:pt x="2" y="141"/>
                  </a:cubicBezTo>
                  <a:cubicBezTo>
                    <a:pt x="2" y="145"/>
                    <a:pt x="2" y="149"/>
                    <a:pt x="2" y="152"/>
                  </a:cubicBezTo>
                  <a:cubicBezTo>
                    <a:pt x="2" y="155"/>
                    <a:pt x="2" y="158"/>
                    <a:pt x="2" y="160"/>
                  </a:cubicBezTo>
                  <a:cubicBezTo>
                    <a:pt x="2" y="163"/>
                    <a:pt x="2" y="165"/>
                    <a:pt x="2" y="167"/>
                  </a:cubicBezTo>
                  <a:cubicBezTo>
                    <a:pt x="2" y="170"/>
                    <a:pt x="2" y="173"/>
                    <a:pt x="2" y="175"/>
                  </a:cubicBezTo>
                  <a:cubicBezTo>
                    <a:pt x="2" y="178"/>
                    <a:pt x="2" y="182"/>
                    <a:pt x="2" y="185"/>
                  </a:cubicBezTo>
                  <a:cubicBezTo>
                    <a:pt x="2" y="187"/>
                    <a:pt x="2" y="189"/>
                    <a:pt x="2" y="191"/>
                  </a:cubicBezTo>
                  <a:cubicBezTo>
                    <a:pt x="2" y="193"/>
                    <a:pt x="2" y="195"/>
                    <a:pt x="2" y="197"/>
                  </a:cubicBezTo>
                  <a:cubicBezTo>
                    <a:pt x="2" y="201"/>
                    <a:pt x="2" y="204"/>
                    <a:pt x="2" y="207"/>
                  </a:cubicBezTo>
                  <a:cubicBezTo>
                    <a:pt x="3" y="214"/>
                    <a:pt x="3" y="221"/>
                    <a:pt x="3" y="227"/>
                  </a:cubicBezTo>
                  <a:cubicBezTo>
                    <a:pt x="3" y="231"/>
                    <a:pt x="3" y="235"/>
                    <a:pt x="3" y="239"/>
                  </a:cubicBezTo>
                  <a:cubicBezTo>
                    <a:pt x="3" y="242"/>
                    <a:pt x="3" y="246"/>
                    <a:pt x="3" y="249"/>
                  </a:cubicBezTo>
                  <a:cubicBezTo>
                    <a:pt x="3" y="253"/>
                    <a:pt x="3" y="257"/>
                    <a:pt x="3" y="261"/>
                  </a:cubicBezTo>
                  <a:cubicBezTo>
                    <a:pt x="3" y="264"/>
                    <a:pt x="3" y="268"/>
                    <a:pt x="4" y="271"/>
                  </a:cubicBezTo>
                  <a:cubicBezTo>
                    <a:pt x="4" y="275"/>
                    <a:pt x="4" y="279"/>
                    <a:pt x="5" y="283"/>
                  </a:cubicBezTo>
                  <a:cubicBezTo>
                    <a:pt x="5" y="285"/>
                    <a:pt x="5" y="288"/>
                    <a:pt x="5" y="290"/>
                  </a:cubicBezTo>
                  <a:cubicBezTo>
                    <a:pt x="6" y="294"/>
                    <a:pt x="6" y="297"/>
                    <a:pt x="6" y="300"/>
                  </a:cubicBezTo>
                  <a:cubicBezTo>
                    <a:pt x="7" y="305"/>
                    <a:pt x="7" y="310"/>
                    <a:pt x="8" y="316"/>
                  </a:cubicBezTo>
                  <a:cubicBezTo>
                    <a:pt x="8" y="319"/>
                    <a:pt x="8" y="322"/>
                    <a:pt x="8" y="325"/>
                  </a:cubicBezTo>
                  <a:cubicBezTo>
                    <a:pt x="8" y="326"/>
                    <a:pt x="8" y="327"/>
                    <a:pt x="8" y="329"/>
                  </a:cubicBezTo>
                  <a:cubicBezTo>
                    <a:pt x="8" y="329"/>
                    <a:pt x="7" y="329"/>
                    <a:pt x="7" y="329"/>
                  </a:cubicBezTo>
                  <a:cubicBezTo>
                    <a:pt x="7" y="329"/>
                    <a:pt x="7" y="329"/>
                    <a:pt x="7" y="32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97" name="Freeform 604">
              <a:extLst>
                <a:ext uri="{FF2B5EF4-FFF2-40B4-BE49-F238E27FC236}">
                  <a16:creationId xmlns:a16="http://schemas.microsoft.com/office/drawing/2014/main" id="{3497D1F2-116B-4922-B577-4CA8D52FE71B}"/>
                </a:ext>
              </a:extLst>
            </p:cNvPr>
            <p:cNvSpPr>
              <a:spLocks/>
            </p:cNvSpPr>
            <p:nvPr/>
          </p:nvSpPr>
          <p:spPr bwMode="auto">
            <a:xfrm>
              <a:off x="12150726" y="7327900"/>
              <a:ext cx="1042988" cy="20638"/>
            </a:xfrm>
            <a:custGeom>
              <a:avLst/>
              <a:gdLst>
                <a:gd name="T0" fmla="*/ 241 w 241"/>
                <a:gd name="T1" fmla="*/ 2 h 5"/>
                <a:gd name="T2" fmla="*/ 236 w 241"/>
                <a:gd name="T3" fmla="*/ 4 h 5"/>
                <a:gd name="T4" fmla="*/ 223 w 241"/>
                <a:gd name="T5" fmla="*/ 5 h 5"/>
                <a:gd name="T6" fmla="*/ 206 w 241"/>
                <a:gd name="T7" fmla="*/ 5 h 5"/>
                <a:gd name="T8" fmla="*/ 202 w 241"/>
                <a:gd name="T9" fmla="*/ 5 h 5"/>
                <a:gd name="T10" fmla="*/ 200 w 241"/>
                <a:gd name="T11" fmla="*/ 5 h 5"/>
                <a:gd name="T12" fmla="*/ 187 w 241"/>
                <a:gd name="T13" fmla="*/ 5 h 5"/>
                <a:gd name="T14" fmla="*/ 181 w 241"/>
                <a:gd name="T15" fmla="*/ 4 h 5"/>
                <a:gd name="T16" fmla="*/ 172 w 241"/>
                <a:gd name="T17" fmla="*/ 4 h 5"/>
                <a:gd name="T18" fmla="*/ 160 w 241"/>
                <a:gd name="T19" fmla="*/ 4 h 5"/>
                <a:gd name="T20" fmla="*/ 151 w 241"/>
                <a:gd name="T21" fmla="*/ 4 h 5"/>
                <a:gd name="T22" fmla="*/ 138 w 241"/>
                <a:gd name="T23" fmla="*/ 4 h 5"/>
                <a:gd name="T24" fmla="*/ 132 w 241"/>
                <a:gd name="T25" fmla="*/ 4 h 5"/>
                <a:gd name="T26" fmla="*/ 129 w 241"/>
                <a:gd name="T27" fmla="*/ 4 h 5"/>
                <a:gd name="T28" fmla="*/ 122 w 241"/>
                <a:gd name="T29" fmla="*/ 4 h 5"/>
                <a:gd name="T30" fmla="*/ 113 w 241"/>
                <a:gd name="T31" fmla="*/ 4 h 5"/>
                <a:gd name="T32" fmla="*/ 102 w 241"/>
                <a:gd name="T33" fmla="*/ 4 h 5"/>
                <a:gd name="T34" fmla="*/ 95 w 241"/>
                <a:gd name="T35" fmla="*/ 3 h 5"/>
                <a:gd name="T36" fmla="*/ 94 w 241"/>
                <a:gd name="T37" fmla="*/ 3 h 5"/>
                <a:gd name="T38" fmla="*/ 86 w 241"/>
                <a:gd name="T39" fmla="*/ 3 h 5"/>
                <a:gd name="T40" fmla="*/ 73 w 241"/>
                <a:gd name="T41" fmla="*/ 3 h 5"/>
                <a:gd name="T42" fmla="*/ 63 w 241"/>
                <a:gd name="T43" fmla="*/ 2 h 5"/>
                <a:gd name="T44" fmla="*/ 61 w 241"/>
                <a:gd name="T45" fmla="*/ 2 h 5"/>
                <a:gd name="T46" fmla="*/ 57 w 241"/>
                <a:gd name="T47" fmla="*/ 2 h 5"/>
                <a:gd name="T48" fmla="*/ 54 w 241"/>
                <a:gd name="T49" fmla="*/ 2 h 5"/>
                <a:gd name="T50" fmla="*/ 42 w 241"/>
                <a:gd name="T51" fmla="*/ 2 h 5"/>
                <a:gd name="T52" fmla="*/ 33 w 241"/>
                <a:gd name="T53" fmla="*/ 2 h 5"/>
                <a:gd name="T54" fmla="*/ 28 w 241"/>
                <a:gd name="T55" fmla="*/ 2 h 5"/>
                <a:gd name="T56" fmla="*/ 11 w 241"/>
                <a:gd name="T57" fmla="*/ 3 h 5"/>
                <a:gd name="T58" fmla="*/ 5 w 241"/>
                <a:gd name="T59" fmla="*/ 3 h 5"/>
                <a:gd name="T60" fmla="*/ 1 w 241"/>
                <a:gd name="T61" fmla="*/ 2 h 5"/>
                <a:gd name="T62" fmla="*/ 1 w 241"/>
                <a:gd name="T63" fmla="*/ 0 h 5"/>
                <a:gd name="T64" fmla="*/ 3 w 241"/>
                <a:gd name="T65" fmla="*/ 0 h 5"/>
                <a:gd name="T66" fmla="*/ 17 w 241"/>
                <a:gd name="T67" fmla="*/ 1 h 5"/>
                <a:gd name="T68" fmla="*/ 26 w 241"/>
                <a:gd name="T69" fmla="*/ 1 h 5"/>
                <a:gd name="T70" fmla="*/ 34 w 241"/>
                <a:gd name="T71" fmla="*/ 1 h 5"/>
                <a:gd name="T72" fmla="*/ 46 w 241"/>
                <a:gd name="T73" fmla="*/ 1 h 5"/>
                <a:gd name="T74" fmla="*/ 56 w 241"/>
                <a:gd name="T75" fmla="*/ 1 h 5"/>
                <a:gd name="T76" fmla="*/ 62 w 241"/>
                <a:gd name="T77" fmla="*/ 1 h 5"/>
                <a:gd name="T78" fmla="*/ 76 w 241"/>
                <a:gd name="T79" fmla="*/ 1 h 5"/>
                <a:gd name="T80" fmla="*/ 90 w 241"/>
                <a:gd name="T81" fmla="*/ 2 h 5"/>
                <a:gd name="T82" fmla="*/ 96 w 241"/>
                <a:gd name="T83" fmla="*/ 2 h 5"/>
                <a:gd name="T84" fmla="*/ 104 w 241"/>
                <a:gd name="T85" fmla="*/ 2 h 5"/>
                <a:gd name="T86" fmla="*/ 114 w 241"/>
                <a:gd name="T87" fmla="*/ 2 h 5"/>
                <a:gd name="T88" fmla="*/ 127 w 241"/>
                <a:gd name="T89" fmla="*/ 2 h 5"/>
                <a:gd name="T90" fmla="*/ 136 w 241"/>
                <a:gd name="T91" fmla="*/ 2 h 5"/>
                <a:gd name="T92" fmla="*/ 151 w 241"/>
                <a:gd name="T93" fmla="*/ 2 h 5"/>
                <a:gd name="T94" fmla="*/ 159 w 241"/>
                <a:gd name="T95" fmla="*/ 2 h 5"/>
                <a:gd name="T96" fmla="*/ 174 w 241"/>
                <a:gd name="T97" fmla="*/ 2 h 5"/>
                <a:gd name="T98" fmla="*/ 190 w 241"/>
                <a:gd name="T99" fmla="*/ 3 h 5"/>
                <a:gd name="T100" fmla="*/ 203 w 241"/>
                <a:gd name="T101" fmla="*/ 3 h 5"/>
                <a:gd name="T102" fmla="*/ 223 w 241"/>
                <a:gd name="T103" fmla="*/ 3 h 5"/>
                <a:gd name="T104" fmla="*/ 228 w 241"/>
                <a:gd name="T105" fmla="*/ 3 h 5"/>
                <a:gd name="T106" fmla="*/ 235 w 241"/>
                <a:gd name="T107" fmla="*/ 2 h 5"/>
                <a:gd name="T108" fmla="*/ 240 w 241"/>
                <a:gd name="T109" fmla="*/ 2 h 5"/>
                <a:gd name="T110" fmla="*/ 241 w 241"/>
                <a:gd name="T111"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1" h="5">
                  <a:moveTo>
                    <a:pt x="241" y="2"/>
                  </a:moveTo>
                  <a:cubicBezTo>
                    <a:pt x="239" y="4"/>
                    <a:pt x="238" y="4"/>
                    <a:pt x="236" y="4"/>
                  </a:cubicBezTo>
                  <a:cubicBezTo>
                    <a:pt x="232" y="5"/>
                    <a:pt x="228" y="5"/>
                    <a:pt x="223" y="5"/>
                  </a:cubicBezTo>
                  <a:cubicBezTo>
                    <a:pt x="218" y="5"/>
                    <a:pt x="212" y="5"/>
                    <a:pt x="206" y="5"/>
                  </a:cubicBezTo>
                  <a:cubicBezTo>
                    <a:pt x="205" y="5"/>
                    <a:pt x="204" y="5"/>
                    <a:pt x="202" y="5"/>
                  </a:cubicBezTo>
                  <a:cubicBezTo>
                    <a:pt x="201" y="5"/>
                    <a:pt x="200" y="5"/>
                    <a:pt x="200" y="5"/>
                  </a:cubicBezTo>
                  <a:cubicBezTo>
                    <a:pt x="196" y="5"/>
                    <a:pt x="192" y="5"/>
                    <a:pt x="187" y="5"/>
                  </a:cubicBezTo>
                  <a:cubicBezTo>
                    <a:pt x="185" y="4"/>
                    <a:pt x="183" y="5"/>
                    <a:pt x="181" y="4"/>
                  </a:cubicBezTo>
                  <a:cubicBezTo>
                    <a:pt x="178" y="4"/>
                    <a:pt x="175" y="4"/>
                    <a:pt x="172" y="4"/>
                  </a:cubicBezTo>
                  <a:cubicBezTo>
                    <a:pt x="168" y="4"/>
                    <a:pt x="164" y="4"/>
                    <a:pt x="160" y="4"/>
                  </a:cubicBezTo>
                  <a:cubicBezTo>
                    <a:pt x="157" y="4"/>
                    <a:pt x="154" y="4"/>
                    <a:pt x="151" y="4"/>
                  </a:cubicBezTo>
                  <a:cubicBezTo>
                    <a:pt x="147" y="4"/>
                    <a:pt x="142" y="4"/>
                    <a:pt x="138" y="4"/>
                  </a:cubicBezTo>
                  <a:cubicBezTo>
                    <a:pt x="136" y="4"/>
                    <a:pt x="134" y="4"/>
                    <a:pt x="132" y="4"/>
                  </a:cubicBezTo>
                  <a:cubicBezTo>
                    <a:pt x="131" y="4"/>
                    <a:pt x="130" y="4"/>
                    <a:pt x="129" y="4"/>
                  </a:cubicBezTo>
                  <a:cubicBezTo>
                    <a:pt x="126" y="4"/>
                    <a:pt x="124" y="4"/>
                    <a:pt x="122" y="4"/>
                  </a:cubicBezTo>
                  <a:cubicBezTo>
                    <a:pt x="119" y="4"/>
                    <a:pt x="116" y="4"/>
                    <a:pt x="113" y="4"/>
                  </a:cubicBezTo>
                  <a:cubicBezTo>
                    <a:pt x="109" y="4"/>
                    <a:pt x="106" y="4"/>
                    <a:pt x="102" y="4"/>
                  </a:cubicBezTo>
                  <a:cubicBezTo>
                    <a:pt x="100" y="4"/>
                    <a:pt x="98" y="3"/>
                    <a:pt x="95" y="3"/>
                  </a:cubicBezTo>
                  <a:cubicBezTo>
                    <a:pt x="95" y="3"/>
                    <a:pt x="94" y="3"/>
                    <a:pt x="94" y="3"/>
                  </a:cubicBezTo>
                  <a:cubicBezTo>
                    <a:pt x="91" y="3"/>
                    <a:pt x="88" y="3"/>
                    <a:pt x="86" y="3"/>
                  </a:cubicBezTo>
                  <a:cubicBezTo>
                    <a:pt x="81" y="3"/>
                    <a:pt x="77" y="3"/>
                    <a:pt x="73" y="3"/>
                  </a:cubicBezTo>
                  <a:cubicBezTo>
                    <a:pt x="70" y="3"/>
                    <a:pt x="66" y="2"/>
                    <a:pt x="63" y="2"/>
                  </a:cubicBezTo>
                  <a:cubicBezTo>
                    <a:pt x="63" y="2"/>
                    <a:pt x="62" y="2"/>
                    <a:pt x="61" y="2"/>
                  </a:cubicBezTo>
                  <a:cubicBezTo>
                    <a:pt x="60" y="2"/>
                    <a:pt x="58" y="2"/>
                    <a:pt x="57" y="2"/>
                  </a:cubicBezTo>
                  <a:cubicBezTo>
                    <a:pt x="56" y="2"/>
                    <a:pt x="55" y="2"/>
                    <a:pt x="54" y="2"/>
                  </a:cubicBezTo>
                  <a:cubicBezTo>
                    <a:pt x="50" y="2"/>
                    <a:pt x="46" y="2"/>
                    <a:pt x="42" y="2"/>
                  </a:cubicBezTo>
                  <a:cubicBezTo>
                    <a:pt x="39" y="2"/>
                    <a:pt x="36" y="2"/>
                    <a:pt x="33" y="2"/>
                  </a:cubicBezTo>
                  <a:cubicBezTo>
                    <a:pt x="32" y="2"/>
                    <a:pt x="30" y="2"/>
                    <a:pt x="28" y="2"/>
                  </a:cubicBezTo>
                  <a:cubicBezTo>
                    <a:pt x="22" y="2"/>
                    <a:pt x="16" y="3"/>
                    <a:pt x="11" y="3"/>
                  </a:cubicBezTo>
                  <a:cubicBezTo>
                    <a:pt x="9" y="3"/>
                    <a:pt x="7" y="3"/>
                    <a:pt x="5" y="3"/>
                  </a:cubicBezTo>
                  <a:cubicBezTo>
                    <a:pt x="4" y="2"/>
                    <a:pt x="2" y="2"/>
                    <a:pt x="1" y="2"/>
                  </a:cubicBezTo>
                  <a:cubicBezTo>
                    <a:pt x="0" y="2"/>
                    <a:pt x="0" y="1"/>
                    <a:pt x="1" y="0"/>
                  </a:cubicBezTo>
                  <a:cubicBezTo>
                    <a:pt x="2" y="0"/>
                    <a:pt x="2" y="0"/>
                    <a:pt x="3" y="0"/>
                  </a:cubicBezTo>
                  <a:cubicBezTo>
                    <a:pt x="8" y="1"/>
                    <a:pt x="13" y="1"/>
                    <a:pt x="17" y="1"/>
                  </a:cubicBezTo>
                  <a:cubicBezTo>
                    <a:pt x="20" y="1"/>
                    <a:pt x="23" y="1"/>
                    <a:pt x="26" y="1"/>
                  </a:cubicBezTo>
                  <a:cubicBezTo>
                    <a:pt x="29" y="0"/>
                    <a:pt x="32" y="1"/>
                    <a:pt x="34" y="1"/>
                  </a:cubicBezTo>
                  <a:cubicBezTo>
                    <a:pt x="38" y="1"/>
                    <a:pt x="42" y="1"/>
                    <a:pt x="46" y="1"/>
                  </a:cubicBezTo>
                  <a:cubicBezTo>
                    <a:pt x="49" y="1"/>
                    <a:pt x="52" y="1"/>
                    <a:pt x="56" y="1"/>
                  </a:cubicBezTo>
                  <a:cubicBezTo>
                    <a:pt x="58" y="1"/>
                    <a:pt x="60" y="1"/>
                    <a:pt x="62" y="1"/>
                  </a:cubicBezTo>
                  <a:cubicBezTo>
                    <a:pt x="67" y="1"/>
                    <a:pt x="71" y="1"/>
                    <a:pt x="76" y="1"/>
                  </a:cubicBezTo>
                  <a:cubicBezTo>
                    <a:pt x="81" y="1"/>
                    <a:pt x="85" y="1"/>
                    <a:pt x="90" y="2"/>
                  </a:cubicBezTo>
                  <a:cubicBezTo>
                    <a:pt x="92" y="2"/>
                    <a:pt x="94" y="2"/>
                    <a:pt x="96" y="2"/>
                  </a:cubicBezTo>
                  <a:cubicBezTo>
                    <a:pt x="99" y="2"/>
                    <a:pt x="101" y="2"/>
                    <a:pt x="104" y="2"/>
                  </a:cubicBezTo>
                  <a:cubicBezTo>
                    <a:pt x="108" y="2"/>
                    <a:pt x="111" y="2"/>
                    <a:pt x="114" y="2"/>
                  </a:cubicBezTo>
                  <a:cubicBezTo>
                    <a:pt x="119" y="2"/>
                    <a:pt x="123" y="2"/>
                    <a:pt x="127" y="2"/>
                  </a:cubicBezTo>
                  <a:cubicBezTo>
                    <a:pt x="130" y="2"/>
                    <a:pt x="133" y="2"/>
                    <a:pt x="136" y="2"/>
                  </a:cubicBezTo>
                  <a:cubicBezTo>
                    <a:pt x="141" y="2"/>
                    <a:pt x="146" y="2"/>
                    <a:pt x="151" y="2"/>
                  </a:cubicBezTo>
                  <a:cubicBezTo>
                    <a:pt x="154" y="2"/>
                    <a:pt x="157" y="2"/>
                    <a:pt x="159" y="2"/>
                  </a:cubicBezTo>
                  <a:cubicBezTo>
                    <a:pt x="164" y="2"/>
                    <a:pt x="169" y="2"/>
                    <a:pt x="174" y="2"/>
                  </a:cubicBezTo>
                  <a:cubicBezTo>
                    <a:pt x="179" y="3"/>
                    <a:pt x="184" y="3"/>
                    <a:pt x="190" y="3"/>
                  </a:cubicBezTo>
                  <a:cubicBezTo>
                    <a:pt x="194" y="3"/>
                    <a:pt x="199" y="3"/>
                    <a:pt x="203" y="3"/>
                  </a:cubicBezTo>
                  <a:cubicBezTo>
                    <a:pt x="209" y="3"/>
                    <a:pt x="216" y="3"/>
                    <a:pt x="223" y="3"/>
                  </a:cubicBezTo>
                  <a:cubicBezTo>
                    <a:pt x="224" y="3"/>
                    <a:pt x="226" y="3"/>
                    <a:pt x="228" y="3"/>
                  </a:cubicBezTo>
                  <a:cubicBezTo>
                    <a:pt x="231" y="3"/>
                    <a:pt x="233" y="3"/>
                    <a:pt x="235" y="2"/>
                  </a:cubicBezTo>
                  <a:cubicBezTo>
                    <a:pt x="237" y="2"/>
                    <a:pt x="238" y="2"/>
                    <a:pt x="240" y="2"/>
                  </a:cubicBezTo>
                  <a:cubicBezTo>
                    <a:pt x="240" y="2"/>
                    <a:pt x="240" y="2"/>
                    <a:pt x="241"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98" name="Freeform 605">
              <a:extLst>
                <a:ext uri="{FF2B5EF4-FFF2-40B4-BE49-F238E27FC236}">
                  <a16:creationId xmlns:a16="http://schemas.microsoft.com/office/drawing/2014/main" id="{A4E61066-1AAE-4DBE-95A9-C99AA7918969}"/>
                </a:ext>
              </a:extLst>
            </p:cNvPr>
            <p:cNvSpPr>
              <a:spLocks/>
            </p:cNvSpPr>
            <p:nvPr/>
          </p:nvSpPr>
          <p:spPr bwMode="auto">
            <a:xfrm>
              <a:off x="12138026" y="5916613"/>
              <a:ext cx="17463" cy="1381125"/>
            </a:xfrm>
            <a:custGeom>
              <a:avLst/>
              <a:gdLst>
                <a:gd name="T0" fmla="*/ 3 w 4"/>
                <a:gd name="T1" fmla="*/ 319 h 319"/>
                <a:gd name="T2" fmla="*/ 3 w 4"/>
                <a:gd name="T3" fmla="*/ 305 h 319"/>
                <a:gd name="T4" fmla="*/ 3 w 4"/>
                <a:gd name="T5" fmla="*/ 291 h 319"/>
                <a:gd name="T6" fmla="*/ 3 w 4"/>
                <a:gd name="T7" fmla="*/ 278 h 319"/>
                <a:gd name="T8" fmla="*/ 3 w 4"/>
                <a:gd name="T9" fmla="*/ 255 h 319"/>
                <a:gd name="T10" fmla="*/ 3 w 4"/>
                <a:gd name="T11" fmla="*/ 241 h 319"/>
                <a:gd name="T12" fmla="*/ 2 w 4"/>
                <a:gd name="T13" fmla="*/ 214 h 319"/>
                <a:gd name="T14" fmla="*/ 1 w 4"/>
                <a:gd name="T15" fmla="*/ 191 h 319"/>
                <a:gd name="T16" fmla="*/ 0 w 4"/>
                <a:gd name="T17" fmla="*/ 173 h 319"/>
                <a:gd name="T18" fmla="*/ 0 w 4"/>
                <a:gd name="T19" fmla="*/ 158 h 319"/>
                <a:gd name="T20" fmla="*/ 0 w 4"/>
                <a:gd name="T21" fmla="*/ 145 h 319"/>
                <a:gd name="T22" fmla="*/ 0 w 4"/>
                <a:gd name="T23" fmla="*/ 138 h 319"/>
                <a:gd name="T24" fmla="*/ 0 w 4"/>
                <a:gd name="T25" fmla="*/ 120 h 319"/>
                <a:gd name="T26" fmla="*/ 0 w 4"/>
                <a:gd name="T27" fmla="*/ 98 h 319"/>
                <a:gd name="T28" fmla="*/ 1 w 4"/>
                <a:gd name="T29" fmla="*/ 78 h 319"/>
                <a:gd name="T30" fmla="*/ 1 w 4"/>
                <a:gd name="T31" fmla="*/ 53 h 319"/>
                <a:gd name="T32" fmla="*/ 1 w 4"/>
                <a:gd name="T33" fmla="*/ 36 h 319"/>
                <a:gd name="T34" fmla="*/ 1 w 4"/>
                <a:gd name="T35" fmla="*/ 20 h 319"/>
                <a:gd name="T36" fmla="*/ 1 w 4"/>
                <a:gd name="T37" fmla="*/ 1 h 319"/>
                <a:gd name="T38" fmla="*/ 3 w 4"/>
                <a:gd name="T39" fmla="*/ 5 h 319"/>
                <a:gd name="T40" fmla="*/ 3 w 4"/>
                <a:gd name="T41" fmla="*/ 18 h 319"/>
                <a:gd name="T42" fmla="*/ 3 w 4"/>
                <a:gd name="T43" fmla="*/ 27 h 319"/>
                <a:gd name="T44" fmla="*/ 2 w 4"/>
                <a:gd name="T45" fmla="*/ 41 h 319"/>
                <a:gd name="T46" fmla="*/ 2 w 4"/>
                <a:gd name="T47" fmla="*/ 60 h 319"/>
                <a:gd name="T48" fmla="*/ 2 w 4"/>
                <a:gd name="T49" fmla="*/ 87 h 319"/>
                <a:gd name="T50" fmla="*/ 2 w 4"/>
                <a:gd name="T51" fmla="*/ 106 h 319"/>
                <a:gd name="T52" fmla="*/ 2 w 4"/>
                <a:gd name="T53" fmla="*/ 133 h 319"/>
                <a:gd name="T54" fmla="*/ 2 w 4"/>
                <a:gd name="T55" fmla="*/ 147 h 319"/>
                <a:gd name="T56" fmla="*/ 2 w 4"/>
                <a:gd name="T57" fmla="*/ 166 h 319"/>
                <a:gd name="T58" fmla="*/ 2 w 4"/>
                <a:gd name="T59" fmla="*/ 182 h 319"/>
                <a:gd name="T60" fmla="*/ 2 w 4"/>
                <a:gd name="T61" fmla="*/ 199 h 319"/>
                <a:gd name="T62" fmla="*/ 3 w 4"/>
                <a:gd name="T63" fmla="*/ 221 h 319"/>
                <a:gd name="T64" fmla="*/ 4 w 4"/>
                <a:gd name="T65" fmla="*/ 243 h 319"/>
                <a:gd name="T66" fmla="*/ 4 w 4"/>
                <a:gd name="T67" fmla="*/ 258 h 319"/>
                <a:gd name="T68" fmla="*/ 4 w 4"/>
                <a:gd name="T69" fmla="*/ 269 h 319"/>
                <a:gd name="T70" fmla="*/ 4 w 4"/>
                <a:gd name="T71" fmla="*/ 298 h 319"/>
                <a:gd name="T72" fmla="*/ 3 w 4"/>
                <a:gd name="T73" fmla="*/ 31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319">
                  <a:moveTo>
                    <a:pt x="3" y="319"/>
                  </a:moveTo>
                  <a:cubicBezTo>
                    <a:pt x="3" y="319"/>
                    <a:pt x="3" y="319"/>
                    <a:pt x="3" y="319"/>
                  </a:cubicBezTo>
                  <a:cubicBezTo>
                    <a:pt x="3" y="318"/>
                    <a:pt x="3" y="318"/>
                    <a:pt x="3" y="317"/>
                  </a:cubicBezTo>
                  <a:cubicBezTo>
                    <a:pt x="3" y="313"/>
                    <a:pt x="3" y="309"/>
                    <a:pt x="3" y="305"/>
                  </a:cubicBezTo>
                  <a:cubicBezTo>
                    <a:pt x="3" y="303"/>
                    <a:pt x="3" y="302"/>
                    <a:pt x="3" y="300"/>
                  </a:cubicBezTo>
                  <a:cubicBezTo>
                    <a:pt x="3" y="297"/>
                    <a:pt x="3" y="294"/>
                    <a:pt x="3" y="291"/>
                  </a:cubicBezTo>
                  <a:cubicBezTo>
                    <a:pt x="3" y="288"/>
                    <a:pt x="3" y="285"/>
                    <a:pt x="3" y="282"/>
                  </a:cubicBezTo>
                  <a:cubicBezTo>
                    <a:pt x="3" y="281"/>
                    <a:pt x="3" y="279"/>
                    <a:pt x="3" y="278"/>
                  </a:cubicBezTo>
                  <a:cubicBezTo>
                    <a:pt x="3" y="275"/>
                    <a:pt x="3" y="273"/>
                    <a:pt x="3" y="270"/>
                  </a:cubicBezTo>
                  <a:cubicBezTo>
                    <a:pt x="3" y="265"/>
                    <a:pt x="3" y="260"/>
                    <a:pt x="3" y="255"/>
                  </a:cubicBezTo>
                  <a:cubicBezTo>
                    <a:pt x="3" y="253"/>
                    <a:pt x="3" y="251"/>
                    <a:pt x="3" y="250"/>
                  </a:cubicBezTo>
                  <a:cubicBezTo>
                    <a:pt x="3" y="247"/>
                    <a:pt x="3" y="244"/>
                    <a:pt x="3" y="241"/>
                  </a:cubicBezTo>
                  <a:cubicBezTo>
                    <a:pt x="3" y="238"/>
                    <a:pt x="3" y="234"/>
                    <a:pt x="2" y="231"/>
                  </a:cubicBezTo>
                  <a:cubicBezTo>
                    <a:pt x="2" y="225"/>
                    <a:pt x="2" y="220"/>
                    <a:pt x="2" y="214"/>
                  </a:cubicBezTo>
                  <a:cubicBezTo>
                    <a:pt x="2" y="210"/>
                    <a:pt x="1" y="206"/>
                    <a:pt x="1" y="202"/>
                  </a:cubicBezTo>
                  <a:cubicBezTo>
                    <a:pt x="1" y="198"/>
                    <a:pt x="1" y="195"/>
                    <a:pt x="1" y="191"/>
                  </a:cubicBezTo>
                  <a:cubicBezTo>
                    <a:pt x="1" y="188"/>
                    <a:pt x="0" y="185"/>
                    <a:pt x="0" y="182"/>
                  </a:cubicBezTo>
                  <a:cubicBezTo>
                    <a:pt x="0" y="179"/>
                    <a:pt x="0" y="176"/>
                    <a:pt x="0" y="173"/>
                  </a:cubicBezTo>
                  <a:cubicBezTo>
                    <a:pt x="0" y="170"/>
                    <a:pt x="0" y="166"/>
                    <a:pt x="0" y="163"/>
                  </a:cubicBezTo>
                  <a:cubicBezTo>
                    <a:pt x="0" y="161"/>
                    <a:pt x="0" y="160"/>
                    <a:pt x="0" y="158"/>
                  </a:cubicBezTo>
                  <a:cubicBezTo>
                    <a:pt x="0" y="156"/>
                    <a:pt x="0" y="154"/>
                    <a:pt x="0" y="153"/>
                  </a:cubicBezTo>
                  <a:cubicBezTo>
                    <a:pt x="0" y="150"/>
                    <a:pt x="0" y="147"/>
                    <a:pt x="0" y="145"/>
                  </a:cubicBezTo>
                  <a:cubicBezTo>
                    <a:pt x="0" y="143"/>
                    <a:pt x="0" y="142"/>
                    <a:pt x="0" y="140"/>
                  </a:cubicBezTo>
                  <a:cubicBezTo>
                    <a:pt x="0" y="140"/>
                    <a:pt x="0" y="139"/>
                    <a:pt x="0" y="138"/>
                  </a:cubicBezTo>
                  <a:cubicBezTo>
                    <a:pt x="0" y="136"/>
                    <a:pt x="0" y="134"/>
                    <a:pt x="0" y="132"/>
                  </a:cubicBezTo>
                  <a:cubicBezTo>
                    <a:pt x="0" y="128"/>
                    <a:pt x="0" y="124"/>
                    <a:pt x="0" y="120"/>
                  </a:cubicBezTo>
                  <a:cubicBezTo>
                    <a:pt x="0" y="118"/>
                    <a:pt x="0" y="116"/>
                    <a:pt x="0" y="113"/>
                  </a:cubicBezTo>
                  <a:cubicBezTo>
                    <a:pt x="1" y="108"/>
                    <a:pt x="0" y="103"/>
                    <a:pt x="0" y="98"/>
                  </a:cubicBezTo>
                  <a:cubicBezTo>
                    <a:pt x="1" y="95"/>
                    <a:pt x="1" y="93"/>
                    <a:pt x="1" y="91"/>
                  </a:cubicBezTo>
                  <a:cubicBezTo>
                    <a:pt x="1" y="87"/>
                    <a:pt x="1" y="82"/>
                    <a:pt x="1" y="78"/>
                  </a:cubicBezTo>
                  <a:cubicBezTo>
                    <a:pt x="1" y="75"/>
                    <a:pt x="1" y="71"/>
                    <a:pt x="1" y="67"/>
                  </a:cubicBezTo>
                  <a:cubicBezTo>
                    <a:pt x="1" y="62"/>
                    <a:pt x="1" y="58"/>
                    <a:pt x="1" y="53"/>
                  </a:cubicBezTo>
                  <a:cubicBezTo>
                    <a:pt x="1" y="50"/>
                    <a:pt x="1" y="48"/>
                    <a:pt x="1" y="45"/>
                  </a:cubicBezTo>
                  <a:cubicBezTo>
                    <a:pt x="1" y="42"/>
                    <a:pt x="1" y="39"/>
                    <a:pt x="1" y="36"/>
                  </a:cubicBezTo>
                  <a:cubicBezTo>
                    <a:pt x="1" y="34"/>
                    <a:pt x="1" y="32"/>
                    <a:pt x="1" y="30"/>
                  </a:cubicBezTo>
                  <a:cubicBezTo>
                    <a:pt x="2" y="26"/>
                    <a:pt x="1" y="23"/>
                    <a:pt x="1" y="20"/>
                  </a:cubicBezTo>
                  <a:cubicBezTo>
                    <a:pt x="1" y="16"/>
                    <a:pt x="2" y="13"/>
                    <a:pt x="1" y="9"/>
                  </a:cubicBezTo>
                  <a:cubicBezTo>
                    <a:pt x="1" y="6"/>
                    <a:pt x="1" y="3"/>
                    <a:pt x="1" y="1"/>
                  </a:cubicBezTo>
                  <a:cubicBezTo>
                    <a:pt x="1" y="0"/>
                    <a:pt x="1" y="0"/>
                    <a:pt x="1" y="0"/>
                  </a:cubicBezTo>
                  <a:cubicBezTo>
                    <a:pt x="2" y="1"/>
                    <a:pt x="3" y="3"/>
                    <a:pt x="3" y="5"/>
                  </a:cubicBezTo>
                  <a:cubicBezTo>
                    <a:pt x="3" y="7"/>
                    <a:pt x="3" y="8"/>
                    <a:pt x="3" y="10"/>
                  </a:cubicBezTo>
                  <a:cubicBezTo>
                    <a:pt x="3" y="13"/>
                    <a:pt x="3" y="15"/>
                    <a:pt x="3" y="18"/>
                  </a:cubicBezTo>
                  <a:cubicBezTo>
                    <a:pt x="3" y="20"/>
                    <a:pt x="3" y="22"/>
                    <a:pt x="3" y="24"/>
                  </a:cubicBezTo>
                  <a:cubicBezTo>
                    <a:pt x="3" y="25"/>
                    <a:pt x="3" y="26"/>
                    <a:pt x="3" y="27"/>
                  </a:cubicBezTo>
                  <a:cubicBezTo>
                    <a:pt x="3" y="29"/>
                    <a:pt x="3" y="31"/>
                    <a:pt x="3" y="33"/>
                  </a:cubicBezTo>
                  <a:cubicBezTo>
                    <a:pt x="3" y="35"/>
                    <a:pt x="2" y="38"/>
                    <a:pt x="2" y="41"/>
                  </a:cubicBezTo>
                  <a:cubicBezTo>
                    <a:pt x="3" y="43"/>
                    <a:pt x="2" y="45"/>
                    <a:pt x="2" y="47"/>
                  </a:cubicBezTo>
                  <a:cubicBezTo>
                    <a:pt x="2" y="51"/>
                    <a:pt x="2" y="56"/>
                    <a:pt x="2" y="60"/>
                  </a:cubicBezTo>
                  <a:cubicBezTo>
                    <a:pt x="2" y="65"/>
                    <a:pt x="2" y="69"/>
                    <a:pt x="2" y="73"/>
                  </a:cubicBezTo>
                  <a:cubicBezTo>
                    <a:pt x="2" y="78"/>
                    <a:pt x="2" y="82"/>
                    <a:pt x="2" y="87"/>
                  </a:cubicBezTo>
                  <a:cubicBezTo>
                    <a:pt x="2" y="90"/>
                    <a:pt x="2" y="94"/>
                    <a:pt x="2" y="98"/>
                  </a:cubicBezTo>
                  <a:cubicBezTo>
                    <a:pt x="1" y="100"/>
                    <a:pt x="2" y="103"/>
                    <a:pt x="2" y="106"/>
                  </a:cubicBezTo>
                  <a:cubicBezTo>
                    <a:pt x="2" y="110"/>
                    <a:pt x="2" y="113"/>
                    <a:pt x="1" y="117"/>
                  </a:cubicBezTo>
                  <a:cubicBezTo>
                    <a:pt x="1" y="122"/>
                    <a:pt x="2" y="127"/>
                    <a:pt x="2" y="133"/>
                  </a:cubicBezTo>
                  <a:cubicBezTo>
                    <a:pt x="2" y="136"/>
                    <a:pt x="2" y="139"/>
                    <a:pt x="2" y="143"/>
                  </a:cubicBezTo>
                  <a:cubicBezTo>
                    <a:pt x="2" y="144"/>
                    <a:pt x="2" y="145"/>
                    <a:pt x="2" y="147"/>
                  </a:cubicBezTo>
                  <a:cubicBezTo>
                    <a:pt x="2" y="151"/>
                    <a:pt x="2" y="156"/>
                    <a:pt x="2" y="161"/>
                  </a:cubicBezTo>
                  <a:cubicBezTo>
                    <a:pt x="2" y="163"/>
                    <a:pt x="2" y="164"/>
                    <a:pt x="2" y="166"/>
                  </a:cubicBezTo>
                  <a:cubicBezTo>
                    <a:pt x="2" y="167"/>
                    <a:pt x="2" y="168"/>
                    <a:pt x="2" y="170"/>
                  </a:cubicBezTo>
                  <a:cubicBezTo>
                    <a:pt x="2" y="174"/>
                    <a:pt x="2" y="178"/>
                    <a:pt x="2" y="182"/>
                  </a:cubicBezTo>
                  <a:cubicBezTo>
                    <a:pt x="2" y="185"/>
                    <a:pt x="2" y="188"/>
                    <a:pt x="2" y="191"/>
                  </a:cubicBezTo>
                  <a:cubicBezTo>
                    <a:pt x="2" y="193"/>
                    <a:pt x="2" y="196"/>
                    <a:pt x="2" y="199"/>
                  </a:cubicBezTo>
                  <a:cubicBezTo>
                    <a:pt x="2" y="202"/>
                    <a:pt x="2" y="205"/>
                    <a:pt x="3" y="208"/>
                  </a:cubicBezTo>
                  <a:cubicBezTo>
                    <a:pt x="3" y="212"/>
                    <a:pt x="3" y="217"/>
                    <a:pt x="3" y="221"/>
                  </a:cubicBezTo>
                  <a:cubicBezTo>
                    <a:pt x="3" y="224"/>
                    <a:pt x="3" y="228"/>
                    <a:pt x="3" y="231"/>
                  </a:cubicBezTo>
                  <a:cubicBezTo>
                    <a:pt x="4" y="235"/>
                    <a:pt x="4" y="239"/>
                    <a:pt x="4" y="243"/>
                  </a:cubicBezTo>
                  <a:cubicBezTo>
                    <a:pt x="4" y="246"/>
                    <a:pt x="4" y="248"/>
                    <a:pt x="4" y="250"/>
                  </a:cubicBezTo>
                  <a:cubicBezTo>
                    <a:pt x="4" y="253"/>
                    <a:pt x="4" y="255"/>
                    <a:pt x="4" y="258"/>
                  </a:cubicBezTo>
                  <a:cubicBezTo>
                    <a:pt x="4" y="261"/>
                    <a:pt x="4" y="264"/>
                    <a:pt x="4" y="267"/>
                  </a:cubicBezTo>
                  <a:cubicBezTo>
                    <a:pt x="4" y="268"/>
                    <a:pt x="4" y="268"/>
                    <a:pt x="4" y="269"/>
                  </a:cubicBezTo>
                  <a:cubicBezTo>
                    <a:pt x="4" y="276"/>
                    <a:pt x="4" y="283"/>
                    <a:pt x="4" y="291"/>
                  </a:cubicBezTo>
                  <a:cubicBezTo>
                    <a:pt x="4" y="293"/>
                    <a:pt x="4" y="296"/>
                    <a:pt x="4" y="298"/>
                  </a:cubicBezTo>
                  <a:cubicBezTo>
                    <a:pt x="4" y="301"/>
                    <a:pt x="4" y="305"/>
                    <a:pt x="4" y="308"/>
                  </a:cubicBezTo>
                  <a:cubicBezTo>
                    <a:pt x="4" y="312"/>
                    <a:pt x="4" y="315"/>
                    <a:pt x="3" y="31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99" name="Freeform 606">
              <a:extLst>
                <a:ext uri="{FF2B5EF4-FFF2-40B4-BE49-F238E27FC236}">
                  <a16:creationId xmlns:a16="http://schemas.microsoft.com/office/drawing/2014/main" id="{6226E6ED-E441-4B94-9B08-2AECD960E96B}"/>
                </a:ext>
              </a:extLst>
            </p:cNvPr>
            <p:cNvSpPr>
              <a:spLocks/>
            </p:cNvSpPr>
            <p:nvPr/>
          </p:nvSpPr>
          <p:spPr bwMode="auto">
            <a:xfrm>
              <a:off x="12682538" y="5864225"/>
              <a:ext cx="82550" cy="87313"/>
            </a:xfrm>
            <a:custGeom>
              <a:avLst/>
              <a:gdLst>
                <a:gd name="T0" fmla="*/ 0 w 19"/>
                <a:gd name="T1" fmla="*/ 19 h 20"/>
                <a:gd name="T2" fmla="*/ 3 w 19"/>
                <a:gd name="T3" fmla="*/ 14 h 20"/>
                <a:gd name="T4" fmla="*/ 6 w 19"/>
                <a:gd name="T5" fmla="*/ 10 h 20"/>
                <a:gd name="T6" fmla="*/ 6 w 19"/>
                <a:gd name="T7" fmla="*/ 9 h 20"/>
                <a:gd name="T8" fmla="*/ 12 w 19"/>
                <a:gd name="T9" fmla="*/ 1 h 20"/>
                <a:gd name="T10" fmla="*/ 13 w 19"/>
                <a:gd name="T11" fmla="*/ 0 h 20"/>
                <a:gd name="T12" fmla="*/ 19 w 19"/>
                <a:gd name="T13" fmla="*/ 5 h 20"/>
                <a:gd name="T14" fmla="*/ 13 w 19"/>
                <a:gd name="T15" fmla="*/ 9 h 20"/>
                <a:gd name="T16" fmla="*/ 11 w 19"/>
                <a:gd name="T17" fmla="*/ 12 h 20"/>
                <a:gd name="T18" fmla="*/ 6 w 19"/>
                <a:gd name="T19" fmla="*/ 17 h 20"/>
                <a:gd name="T20" fmla="*/ 4 w 19"/>
                <a:gd name="T21" fmla="*/ 19 h 20"/>
                <a:gd name="T22" fmla="*/ 0 w 19"/>
                <a:gd name="T23"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20">
                  <a:moveTo>
                    <a:pt x="0" y="19"/>
                  </a:moveTo>
                  <a:cubicBezTo>
                    <a:pt x="1" y="17"/>
                    <a:pt x="2" y="16"/>
                    <a:pt x="3" y="14"/>
                  </a:cubicBezTo>
                  <a:cubicBezTo>
                    <a:pt x="4" y="12"/>
                    <a:pt x="5" y="11"/>
                    <a:pt x="6" y="10"/>
                  </a:cubicBezTo>
                  <a:cubicBezTo>
                    <a:pt x="6" y="9"/>
                    <a:pt x="6" y="9"/>
                    <a:pt x="6" y="9"/>
                  </a:cubicBezTo>
                  <a:cubicBezTo>
                    <a:pt x="8" y="7"/>
                    <a:pt x="10" y="4"/>
                    <a:pt x="12" y="1"/>
                  </a:cubicBezTo>
                  <a:cubicBezTo>
                    <a:pt x="12" y="1"/>
                    <a:pt x="13" y="1"/>
                    <a:pt x="13" y="0"/>
                  </a:cubicBezTo>
                  <a:cubicBezTo>
                    <a:pt x="15" y="2"/>
                    <a:pt x="17" y="3"/>
                    <a:pt x="19" y="5"/>
                  </a:cubicBezTo>
                  <a:cubicBezTo>
                    <a:pt x="17" y="6"/>
                    <a:pt x="15" y="8"/>
                    <a:pt x="13" y="9"/>
                  </a:cubicBezTo>
                  <a:cubicBezTo>
                    <a:pt x="12" y="10"/>
                    <a:pt x="12" y="11"/>
                    <a:pt x="11" y="12"/>
                  </a:cubicBezTo>
                  <a:cubicBezTo>
                    <a:pt x="9" y="13"/>
                    <a:pt x="8" y="15"/>
                    <a:pt x="6" y="17"/>
                  </a:cubicBezTo>
                  <a:cubicBezTo>
                    <a:pt x="5" y="17"/>
                    <a:pt x="4" y="18"/>
                    <a:pt x="4" y="19"/>
                  </a:cubicBezTo>
                  <a:cubicBezTo>
                    <a:pt x="3" y="20"/>
                    <a:pt x="2" y="20"/>
                    <a:pt x="0"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100" name="Freeform 608">
              <a:extLst>
                <a:ext uri="{FF2B5EF4-FFF2-40B4-BE49-F238E27FC236}">
                  <a16:creationId xmlns:a16="http://schemas.microsoft.com/office/drawing/2014/main" id="{16F3D3A7-7BE4-4100-BC0B-8FB6D7F063F3}"/>
                </a:ext>
              </a:extLst>
            </p:cNvPr>
            <p:cNvSpPr>
              <a:spLocks/>
            </p:cNvSpPr>
            <p:nvPr/>
          </p:nvSpPr>
          <p:spPr bwMode="auto">
            <a:xfrm>
              <a:off x="12768263" y="5821363"/>
              <a:ext cx="39688" cy="69850"/>
            </a:xfrm>
            <a:custGeom>
              <a:avLst/>
              <a:gdLst>
                <a:gd name="T0" fmla="*/ 2 w 9"/>
                <a:gd name="T1" fmla="*/ 0 h 16"/>
                <a:gd name="T2" fmla="*/ 5 w 9"/>
                <a:gd name="T3" fmla="*/ 2 h 16"/>
                <a:gd name="T4" fmla="*/ 4 w 9"/>
                <a:gd name="T5" fmla="*/ 6 h 16"/>
                <a:gd name="T6" fmla="*/ 4 w 9"/>
                <a:gd name="T7" fmla="*/ 10 h 16"/>
                <a:gd name="T8" fmla="*/ 4 w 9"/>
                <a:gd name="T9" fmla="*/ 11 h 16"/>
                <a:gd name="T10" fmla="*/ 5 w 9"/>
                <a:gd name="T11" fmla="*/ 11 h 16"/>
                <a:gd name="T12" fmla="*/ 5 w 9"/>
                <a:gd name="T13" fmla="*/ 11 h 16"/>
                <a:gd name="T14" fmla="*/ 6 w 9"/>
                <a:gd name="T15" fmla="*/ 7 h 16"/>
                <a:gd name="T16" fmla="*/ 6 w 9"/>
                <a:gd name="T17" fmla="*/ 4 h 16"/>
                <a:gd name="T18" fmla="*/ 6 w 9"/>
                <a:gd name="T19" fmla="*/ 4 h 16"/>
                <a:gd name="T20" fmla="*/ 8 w 9"/>
                <a:gd name="T21" fmla="*/ 14 h 16"/>
                <a:gd name="T22" fmla="*/ 5 w 9"/>
                <a:gd name="T23" fmla="*/ 16 h 16"/>
                <a:gd name="T24" fmla="*/ 2 w 9"/>
                <a:gd name="T25" fmla="*/ 14 h 16"/>
                <a:gd name="T26" fmla="*/ 1 w 9"/>
                <a:gd name="T27" fmla="*/ 13 h 16"/>
                <a:gd name="T28" fmla="*/ 0 w 9"/>
                <a:gd name="T29" fmla="*/ 13 h 16"/>
                <a:gd name="T30" fmla="*/ 1 w 9"/>
                <a:gd name="T31" fmla="*/ 12 h 16"/>
                <a:gd name="T32" fmla="*/ 1 w 9"/>
                <a:gd name="T33" fmla="*/ 6 h 16"/>
                <a:gd name="T34" fmla="*/ 2 w 9"/>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 h="16">
                  <a:moveTo>
                    <a:pt x="2" y="0"/>
                  </a:moveTo>
                  <a:cubicBezTo>
                    <a:pt x="3" y="1"/>
                    <a:pt x="4" y="1"/>
                    <a:pt x="5" y="2"/>
                  </a:cubicBezTo>
                  <a:cubicBezTo>
                    <a:pt x="4" y="3"/>
                    <a:pt x="3" y="4"/>
                    <a:pt x="4" y="6"/>
                  </a:cubicBezTo>
                  <a:cubicBezTo>
                    <a:pt x="4" y="7"/>
                    <a:pt x="4" y="9"/>
                    <a:pt x="4" y="10"/>
                  </a:cubicBezTo>
                  <a:cubicBezTo>
                    <a:pt x="4" y="10"/>
                    <a:pt x="4" y="11"/>
                    <a:pt x="4" y="11"/>
                  </a:cubicBezTo>
                  <a:cubicBezTo>
                    <a:pt x="4" y="11"/>
                    <a:pt x="5" y="11"/>
                    <a:pt x="5" y="11"/>
                  </a:cubicBezTo>
                  <a:cubicBezTo>
                    <a:pt x="5" y="11"/>
                    <a:pt x="5" y="11"/>
                    <a:pt x="5" y="11"/>
                  </a:cubicBezTo>
                  <a:cubicBezTo>
                    <a:pt x="6" y="9"/>
                    <a:pt x="6" y="8"/>
                    <a:pt x="6" y="7"/>
                  </a:cubicBezTo>
                  <a:cubicBezTo>
                    <a:pt x="6" y="6"/>
                    <a:pt x="6" y="5"/>
                    <a:pt x="6" y="4"/>
                  </a:cubicBezTo>
                  <a:cubicBezTo>
                    <a:pt x="6" y="4"/>
                    <a:pt x="6" y="4"/>
                    <a:pt x="6" y="4"/>
                  </a:cubicBezTo>
                  <a:cubicBezTo>
                    <a:pt x="8" y="7"/>
                    <a:pt x="9" y="10"/>
                    <a:pt x="8" y="14"/>
                  </a:cubicBezTo>
                  <a:cubicBezTo>
                    <a:pt x="8" y="16"/>
                    <a:pt x="7" y="16"/>
                    <a:pt x="5" y="16"/>
                  </a:cubicBezTo>
                  <a:cubicBezTo>
                    <a:pt x="4" y="15"/>
                    <a:pt x="3" y="15"/>
                    <a:pt x="2" y="14"/>
                  </a:cubicBezTo>
                  <a:cubicBezTo>
                    <a:pt x="2" y="14"/>
                    <a:pt x="2" y="13"/>
                    <a:pt x="1" y="13"/>
                  </a:cubicBezTo>
                  <a:cubicBezTo>
                    <a:pt x="1" y="13"/>
                    <a:pt x="0" y="13"/>
                    <a:pt x="0" y="13"/>
                  </a:cubicBezTo>
                  <a:cubicBezTo>
                    <a:pt x="0" y="12"/>
                    <a:pt x="0" y="12"/>
                    <a:pt x="1" y="12"/>
                  </a:cubicBezTo>
                  <a:cubicBezTo>
                    <a:pt x="1" y="10"/>
                    <a:pt x="1" y="8"/>
                    <a:pt x="1" y="6"/>
                  </a:cubicBezTo>
                  <a:cubicBezTo>
                    <a:pt x="1" y="4"/>
                    <a:pt x="2" y="2"/>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101" name="Freeform 609">
              <a:extLst>
                <a:ext uri="{FF2B5EF4-FFF2-40B4-BE49-F238E27FC236}">
                  <a16:creationId xmlns:a16="http://schemas.microsoft.com/office/drawing/2014/main" id="{B6EE7505-2A9B-4C3C-8E0C-BD512BA4C6E9}"/>
                </a:ext>
              </a:extLst>
            </p:cNvPr>
            <p:cNvSpPr>
              <a:spLocks/>
            </p:cNvSpPr>
            <p:nvPr/>
          </p:nvSpPr>
          <p:spPr bwMode="auto">
            <a:xfrm>
              <a:off x="12752388" y="5838825"/>
              <a:ext cx="15875" cy="34925"/>
            </a:xfrm>
            <a:custGeom>
              <a:avLst/>
              <a:gdLst>
                <a:gd name="T0" fmla="*/ 4 w 4"/>
                <a:gd name="T1" fmla="*/ 0 h 8"/>
                <a:gd name="T2" fmla="*/ 3 w 4"/>
                <a:gd name="T3" fmla="*/ 8 h 8"/>
                <a:gd name="T4" fmla="*/ 0 w 4"/>
                <a:gd name="T5" fmla="*/ 6 h 8"/>
                <a:gd name="T6" fmla="*/ 1 w 4"/>
                <a:gd name="T7" fmla="*/ 5 h 8"/>
                <a:gd name="T8" fmla="*/ 2 w 4"/>
                <a:gd name="T9" fmla="*/ 1 h 8"/>
                <a:gd name="T10" fmla="*/ 3 w 4"/>
                <a:gd name="T11" fmla="*/ 0 h 8"/>
                <a:gd name="T12" fmla="*/ 4 w 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4" h="8">
                  <a:moveTo>
                    <a:pt x="4" y="0"/>
                  </a:moveTo>
                  <a:cubicBezTo>
                    <a:pt x="3" y="3"/>
                    <a:pt x="3" y="5"/>
                    <a:pt x="3" y="8"/>
                  </a:cubicBezTo>
                  <a:cubicBezTo>
                    <a:pt x="2" y="7"/>
                    <a:pt x="1" y="7"/>
                    <a:pt x="0" y="6"/>
                  </a:cubicBezTo>
                  <a:cubicBezTo>
                    <a:pt x="0" y="5"/>
                    <a:pt x="0" y="5"/>
                    <a:pt x="1" y="5"/>
                  </a:cubicBezTo>
                  <a:cubicBezTo>
                    <a:pt x="0" y="3"/>
                    <a:pt x="1" y="2"/>
                    <a:pt x="2" y="1"/>
                  </a:cubicBezTo>
                  <a:cubicBezTo>
                    <a:pt x="3" y="1"/>
                    <a:pt x="3" y="0"/>
                    <a:pt x="3" y="0"/>
                  </a:cubicBezTo>
                  <a:cubicBezTo>
                    <a:pt x="4" y="0"/>
                    <a:pt x="4" y="0"/>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102" name="Freeform 610">
              <a:extLst>
                <a:ext uri="{FF2B5EF4-FFF2-40B4-BE49-F238E27FC236}">
                  <a16:creationId xmlns:a16="http://schemas.microsoft.com/office/drawing/2014/main" id="{790C70AC-CABE-4847-AC18-057BB12DAF9B}"/>
                </a:ext>
              </a:extLst>
            </p:cNvPr>
            <p:cNvSpPr>
              <a:spLocks/>
            </p:cNvSpPr>
            <p:nvPr/>
          </p:nvSpPr>
          <p:spPr bwMode="auto">
            <a:xfrm>
              <a:off x="12755563" y="5813425"/>
              <a:ext cx="12700" cy="25400"/>
            </a:xfrm>
            <a:custGeom>
              <a:avLst/>
              <a:gdLst>
                <a:gd name="T0" fmla="*/ 2 w 3"/>
                <a:gd name="T1" fmla="*/ 6 h 6"/>
                <a:gd name="T2" fmla="*/ 0 w 3"/>
                <a:gd name="T3" fmla="*/ 6 h 6"/>
                <a:gd name="T4" fmla="*/ 2 w 3"/>
                <a:gd name="T5" fmla="*/ 0 h 6"/>
                <a:gd name="T6" fmla="*/ 3 w 3"/>
                <a:gd name="T7" fmla="*/ 0 h 6"/>
                <a:gd name="T8" fmla="*/ 3 w 3"/>
                <a:gd name="T9" fmla="*/ 5 h 6"/>
                <a:gd name="T10" fmla="*/ 3 w 3"/>
                <a:gd name="T11" fmla="*/ 6 h 6"/>
                <a:gd name="T12" fmla="*/ 2 w 3"/>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 h="6">
                  <a:moveTo>
                    <a:pt x="2" y="6"/>
                  </a:moveTo>
                  <a:cubicBezTo>
                    <a:pt x="2" y="5"/>
                    <a:pt x="1" y="6"/>
                    <a:pt x="0" y="6"/>
                  </a:cubicBezTo>
                  <a:cubicBezTo>
                    <a:pt x="1" y="4"/>
                    <a:pt x="1" y="2"/>
                    <a:pt x="2" y="0"/>
                  </a:cubicBezTo>
                  <a:cubicBezTo>
                    <a:pt x="2" y="0"/>
                    <a:pt x="3" y="0"/>
                    <a:pt x="3" y="0"/>
                  </a:cubicBezTo>
                  <a:cubicBezTo>
                    <a:pt x="3" y="2"/>
                    <a:pt x="3" y="3"/>
                    <a:pt x="3" y="5"/>
                  </a:cubicBezTo>
                  <a:cubicBezTo>
                    <a:pt x="3" y="5"/>
                    <a:pt x="3" y="6"/>
                    <a:pt x="3" y="6"/>
                  </a:cubicBezTo>
                  <a:cubicBezTo>
                    <a:pt x="3" y="6"/>
                    <a:pt x="3" y="6"/>
                    <a:pt x="2"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sp>
          <p:nvSpPr>
            <p:cNvPr id="103" name="Freeform 611">
              <a:extLst>
                <a:ext uri="{FF2B5EF4-FFF2-40B4-BE49-F238E27FC236}">
                  <a16:creationId xmlns:a16="http://schemas.microsoft.com/office/drawing/2014/main" id="{5D787BD0-4347-4EAD-8C94-4AEDD0006A05}"/>
                </a:ext>
              </a:extLst>
            </p:cNvPr>
            <p:cNvSpPr>
              <a:spLocks/>
            </p:cNvSpPr>
            <p:nvPr/>
          </p:nvSpPr>
          <p:spPr bwMode="auto">
            <a:xfrm>
              <a:off x="12742863" y="5803900"/>
              <a:ext cx="12700" cy="44450"/>
            </a:xfrm>
            <a:custGeom>
              <a:avLst/>
              <a:gdLst>
                <a:gd name="T0" fmla="*/ 1 w 3"/>
                <a:gd name="T1" fmla="*/ 1 h 10"/>
                <a:gd name="T2" fmla="*/ 3 w 3"/>
                <a:gd name="T3" fmla="*/ 1 h 10"/>
                <a:gd name="T4" fmla="*/ 1 w 3"/>
                <a:gd name="T5" fmla="*/ 10 h 10"/>
                <a:gd name="T6" fmla="*/ 1 w 3"/>
                <a:gd name="T7" fmla="*/ 10 h 10"/>
                <a:gd name="T8" fmla="*/ 0 w 3"/>
                <a:gd name="T9" fmla="*/ 9 h 10"/>
                <a:gd name="T10" fmla="*/ 1 w 3"/>
                <a:gd name="T11" fmla="*/ 7 h 10"/>
                <a:gd name="T12" fmla="*/ 1 w 3"/>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3" h="10">
                  <a:moveTo>
                    <a:pt x="1" y="1"/>
                  </a:moveTo>
                  <a:cubicBezTo>
                    <a:pt x="2" y="0"/>
                    <a:pt x="3" y="0"/>
                    <a:pt x="3" y="1"/>
                  </a:cubicBezTo>
                  <a:cubicBezTo>
                    <a:pt x="2" y="4"/>
                    <a:pt x="2" y="7"/>
                    <a:pt x="1" y="10"/>
                  </a:cubicBezTo>
                  <a:cubicBezTo>
                    <a:pt x="1" y="10"/>
                    <a:pt x="1" y="10"/>
                    <a:pt x="1" y="10"/>
                  </a:cubicBezTo>
                  <a:cubicBezTo>
                    <a:pt x="1" y="9"/>
                    <a:pt x="0" y="9"/>
                    <a:pt x="0" y="9"/>
                  </a:cubicBezTo>
                  <a:cubicBezTo>
                    <a:pt x="0" y="8"/>
                    <a:pt x="1" y="7"/>
                    <a:pt x="1" y="7"/>
                  </a:cubicBezTo>
                  <a:cubicBezTo>
                    <a:pt x="1" y="5"/>
                    <a:pt x="1" y="3"/>
                    <a:pt x="1"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fontAlgn="base">
                <a:spcBef>
                  <a:spcPct val="20000"/>
                </a:spcBef>
                <a:spcAft>
                  <a:spcPct val="0"/>
                </a:spcAft>
              </a:pPr>
              <a:endParaRPr lang="en-US" sz="1100" b="1">
                <a:solidFill>
                  <a:srgbClr val="002776"/>
                </a:solidFill>
                <a:latin typeface="Arial" pitchFamily="34" charset="0"/>
                <a:cs typeface="Arial" pitchFamily="34" charset="0"/>
              </a:endParaRPr>
            </a:p>
          </p:txBody>
        </p:sp>
      </p:grpSp>
      <p:sp>
        <p:nvSpPr>
          <p:cNvPr id="105" name="TextBox 104">
            <a:extLst>
              <a:ext uri="{FF2B5EF4-FFF2-40B4-BE49-F238E27FC236}">
                <a16:creationId xmlns:a16="http://schemas.microsoft.com/office/drawing/2014/main" id="{339229C8-0F99-4FCB-859C-BB74A835862D}"/>
              </a:ext>
            </a:extLst>
          </p:cNvPr>
          <p:cNvSpPr txBox="1"/>
          <p:nvPr/>
        </p:nvSpPr>
        <p:spPr>
          <a:xfrm>
            <a:off x="844764" y="4376598"/>
            <a:ext cx="1851541" cy="1708160"/>
          </a:xfrm>
          <a:prstGeom prst="rect">
            <a:avLst/>
          </a:prstGeom>
          <a:noFill/>
        </p:spPr>
        <p:txBody>
          <a:bodyPr wrap="square">
            <a:spAutoFit/>
          </a:bodyPr>
          <a:lstStyle/>
          <a:p>
            <a:r>
              <a:rPr lang="en-US" sz="1050" b="1" dirty="0"/>
              <a:t>Success factor of a PX </a:t>
            </a:r>
            <a:r>
              <a:rPr lang="en-US" sz="1050" dirty="0"/>
              <a:t>can be measured with the following</a:t>
            </a:r>
          </a:p>
          <a:p>
            <a:r>
              <a:rPr lang="en-US" sz="1050" dirty="0"/>
              <a:t>inputs:</a:t>
            </a:r>
          </a:p>
          <a:p>
            <a:pPr marL="171450" indent="-171450">
              <a:buFont typeface="Arial" panose="020B0604020202020204" pitchFamily="34" charset="0"/>
              <a:buChar char="•"/>
            </a:pPr>
            <a:r>
              <a:rPr lang="en-US" sz="1050" dirty="0"/>
              <a:t>Number of participants in PX</a:t>
            </a:r>
          </a:p>
          <a:p>
            <a:pPr marL="171450" indent="-171450">
              <a:buFont typeface="Arial" panose="020B0604020202020204" pitchFamily="34" charset="0"/>
              <a:buChar char="•"/>
            </a:pPr>
            <a:r>
              <a:rPr lang="en-US" sz="1050" dirty="0"/>
              <a:t>Liquidity in the market</a:t>
            </a:r>
          </a:p>
          <a:p>
            <a:pPr marL="171450" indent="-171450">
              <a:buFont typeface="Arial" panose="020B0604020202020204" pitchFamily="34" charset="0"/>
              <a:buChar char="•"/>
            </a:pPr>
            <a:r>
              <a:rPr lang="en-US" sz="1050" dirty="0"/>
              <a:t>Market growth in terms of traded volume</a:t>
            </a:r>
          </a:p>
          <a:p>
            <a:pPr marL="171450" indent="-171450">
              <a:buFont typeface="Arial" panose="020B0604020202020204" pitchFamily="34" charset="0"/>
              <a:buChar char="•"/>
            </a:pPr>
            <a:r>
              <a:rPr lang="en-US" sz="1050" dirty="0"/>
              <a:t>Competitiveness of fee structure</a:t>
            </a:r>
          </a:p>
        </p:txBody>
      </p:sp>
      <p:graphicFrame>
        <p:nvGraphicFramePr>
          <p:cNvPr id="108" name="Chart 107">
            <a:extLst>
              <a:ext uri="{FF2B5EF4-FFF2-40B4-BE49-F238E27FC236}">
                <a16:creationId xmlns:a16="http://schemas.microsoft.com/office/drawing/2014/main" id="{B979A46D-90F5-4C4A-B3B8-8B412BBC0EB4}"/>
              </a:ext>
            </a:extLst>
          </p:cNvPr>
          <p:cNvGraphicFramePr/>
          <p:nvPr/>
        </p:nvGraphicFramePr>
        <p:xfrm>
          <a:off x="6377803" y="1182317"/>
          <a:ext cx="5208021" cy="29396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3" name="Chart 112">
            <a:extLst>
              <a:ext uri="{FF2B5EF4-FFF2-40B4-BE49-F238E27FC236}">
                <a16:creationId xmlns:a16="http://schemas.microsoft.com/office/drawing/2014/main" id="{55C5E554-C9C0-4AC8-8333-E5EECFECD04B}"/>
              </a:ext>
            </a:extLst>
          </p:cNvPr>
          <p:cNvGraphicFramePr/>
          <p:nvPr/>
        </p:nvGraphicFramePr>
        <p:xfrm>
          <a:off x="7404938" y="4205354"/>
          <a:ext cx="2978364" cy="2156457"/>
        </p:xfrm>
        <a:graphic>
          <a:graphicData uri="http://schemas.openxmlformats.org/drawingml/2006/chart">
            <c:chart xmlns:c="http://schemas.openxmlformats.org/drawingml/2006/chart" xmlns:r="http://schemas.openxmlformats.org/officeDocument/2006/relationships" r:id="rId3"/>
          </a:graphicData>
        </a:graphic>
      </p:graphicFrame>
      <p:sp>
        <p:nvSpPr>
          <p:cNvPr id="114" name="TextBox 113">
            <a:extLst>
              <a:ext uri="{FF2B5EF4-FFF2-40B4-BE49-F238E27FC236}">
                <a16:creationId xmlns:a16="http://schemas.microsoft.com/office/drawing/2014/main" id="{BE2E8E59-2A5C-4F8C-9F75-1EEFE48AF876}"/>
              </a:ext>
            </a:extLst>
          </p:cNvPr>
          <p:cNvSpPr txBox="1"/>
          <p:nvPr/>
        </p:nvSpPr>
        <p:spPr>
          <a:xfrm>
            <a:off x="7751501" y="6411073"/>
            <a:ext cx="4944139"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CERC Market Monitoring Reports for Apr ’21 to Mar ’22</a:t>
            </a:r>
          </a:p>
        </p:txBody>
      </p:sp>
    </p:spTree>
    <p:extLst>
      <p:ext uri="{BB962C8B-B14F-4D97-AF65-F5344CB8AC3E}">
        <p14:creationId xmlns:p14="http://schemas.microsoft.com/office/powerpoint/2010/main" val="384876335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134620"/>
            <a:ext cx="11188700" cy="334099"/>
          </a:xfrm>
          <a:noFill/>
        </p:spPr>
        <p:txBody>
          <a:bodyPr/>
          <a:lstStyle/>
          <a:p>
            <a:r>
              <a:rPr lang="en-US" sz="2800" b="1" dirty="0"/>
              <a:t>IEX Market Structure: Green Term Ahead Market (G-TAM)</a:t>
            </a:r>
            <a:endParaRPr lang="en-GB" sz="2800" b="1" dirty="0"/>
          </a:p>
        </p:txBody>
      </p:sp>
      <p:sp>
        <p:nvSpPr>
          <p:cNvPr id="4" name="Rectangle: Rounded Corners 3">
            <a:extLst>
              <a:ext uri="{FF2B5EF4-FFF2-40B4-BE49-F238E27FC236}">
                <a16:creationId xmlns:a16="http://schemas.microsoft.com/office/drawing/2014/main" id="{80BECEF3-6640-44BC-9544-22F0AFEE5E7A}"/>
              </a:ext>
            </a:extLst>
          </p:cNvPr>
          <p:cNvSpPr/>
          <p:nvPr/>
        </p:nvSpPr>
        <p:spPr bwMode="gray">
          <a:xfrm>
            <a:off x="501650" y="1027416"/>
            <a:ext cx="5447457" cy="5383657"/>
          </a:xfrm>
          <a:prstGeom prst="roundRect">
            <a:avLst>
              <a:gd name="adj" fmla="val 3780"/>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2C44AAB5-34E7-41D3-AD25-AFD741F06CA4}"/>
              </a:ext>
            </a:extLst>
          </p:cNvPr>
          <p:cNvSpPr/>
          <p:nvPr/>
        </p:nvSpPr>
        <p:spPr bwMode="gray">
          <a:xfrm>
            <a:off x="1968429" y="829152"/>
            <a:ext cx="2563091"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G-TAM Structure</a:t>
            </a:r>
          </a:p>
        </p:txBody>
      </p:sp>
      <p:sp>
        <p:nvSpPr>
          <p:cNvPr id="6" name="Rectangle: Rounded Corners 5">
            <a:extLst>
              <a:ext uri="{FF2B5EF4-FFF2-40B4-BE49-F238E27FC236}">
                <a16:creationId xmlns:a16="http://schemas.microsoft.com/office/drawing/2014/main" id="{499D4A68-B8E2-459F-AF45-FC74249786F9}"/>
              </a:ext>
            </a:extLst>
          </p:cNvPr>
          <p:cNvSpPr/>
          <p:nvPr/>
        </p:nvSpPr>
        <p:spPr bwMode="gray">
          <a:xfrm>
            <a:off x="6242894" y="1027416"/>
            <a:ext cx="5447456" cy="5383657"/>
          </a:xfrm>
          <a:prstGeom prst="roundRect">
            <a:avLst>
              <a:gd name="adj" fmla="val 2402"/>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92362428-B041-4826-85CF-4A58BB42110C}"/>
              </a:ext>
            </a:extLst>
          </p:cNvPr>
          <p:cNvSpPr/>
          <p:nvPr/>
        </p:nvSpPr>
        <p:spPr bwMode="gray">
          <a:xfrm>
            <a:off x="7415886" y="842426"/>
            <a:ext cx="3010316"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Contract Specifications of G-TAM</a:t>
            </a:r>
          </a:p>
        </p:txBody>
      </p:sp>
      <p:sp>
        <p:nvSpPr>
          <p:cNvPr id="15" name="TextBox 14">
            <a:extLst>
              <a:ext uri="{FF2B5EF4-FFF2-40B4-BE49-F238E27FC236}">
                <a16:creationId xmlns:a16="http://schemas.microsoft.com/office/drawing/2014/main" id="{86BB6882-F61F-42A0-BAA4-3FACE25E3B37}"/>
              </a:ext>
            </a:extLst>
          </p:cNvPr>
          <p:cNvSpPr txBox="1"/>
          <p:nvPr/>
        </p:nvSpPr>
        <p:spPr>
          <a:xfrm>
            <a:off x="606176" y="1224183"/>
            <a:ext cx="5243778" cy="830997"/>
          </a:xfrm>
          <a:prstGeom prst="rect">
            <a:avLst/>
          </a:prstGeom>
          <a:noFill/>
        </p:spPr>
        <p:txBody>
          <a:bodyPr wrap="square">
            <a:spAutoFit/>
          </a:bodyPr>
          <a:lstStyle/>
          <a:p>
            <a:pPr algn="just"/>
            <a:r>
              <a:rPr lang="en-US" sz="1200" i="1" dirty="0"/>
              <a:t>The Green-Term Ahead Market (G-TAM) is a new market segment for trading in renewable energy following the CERC approval. The new market segment features contracts such as Green-Intraday, Green-Day-ahead Contingency (DAC), Green-Daily and Green-Weekly. </a:t>
            </a:r>
          </a:p>
        </p:txBody>
      </p:sp>
      <p:grpSp>
        <p:nvGrpSpPr>
          <p:cNvPr id="2" name="Group 1">
            <a:extLst>
              <a:ext uri="{FF2B5EF4-FFF2-40B4-BE49-F238E27FC236}">
                <a16:creationId xmlns:a16="http://schemas.microsoft.com/office/drawing/2014/main" id="{07E2059A-324F-4D63-AFF0-F0F7FDFDA29F}"/>
              </a:ext>
            </a:extLst>
          </p:cNvPr>
          <p:cNvGrpSpPr/>
          <p:nvPr/>
        </p:nvGrpSpPr>
        <p:grpSpPr>
          <a:xfrm>
            <a:off x="787963" y="2790313"/>
            <a:ext cx="4873909" cy="1658120"/>
            <a:chOff x="976045" y="1619239"/>
            <a:chExt cx="9733111" cy="1562686"/>
          </a:xfrm>
        </p:grpSpPr>
        <p:cxnSp>
          <p:nvCxnSpPr>
            <p:cNvPr id="88" name="Elbow Connector 137">
              <a:extLst>
                <a:ext uri="{FF2B5EF4-FFF2-40B4-BE49-F238E27FC236}">
                  <a16:creationId xmlns:a16="http://schemas.microsoft.com/office/drawing/2014/main" id="{80712BBE-5FAF-45AE-A371-4BB8736B5771}"/>
                </a:ext>
              </a:extLst>
            </p:cNvPr>
            <p:cNvCxnSpPr>
              <a:stCxn id="109" idx="2"/>
              <a:endCxn id="119" idx="0"/>
            </p:cNvCxnSpPr>
            <p:nvPr/>
          </p:nvCxnSpPr>
          <p:spPr>
            <a:xfrm rot="16200000" flipH="1">
              <a:off x="7665589" y="808655"/>
              <a:ext cx="517442" cy="3680457"/>
            </a:xfrm>
            <a:prstGeom prst="bentConnector3">
              <a:avLst>
                <a:gd name="adj1" fmla="val 85038"/>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89" name="Text Box 10">
              <a:extLst>
                <a:ext uri="{FF2B5EF4-FFF2-40B4-BE49-F238E27FC236}">
                  <a16:creationId xmlns:a16="http://schemas.microsoft.com/office/drawing/2014/main" id="{CEB7A64D-659D-4911-9143-3670714A03F3}"/>
                </a:ext>
              </a:extLst>
            </p:cNvPr>
            <p:cNvSpPr txBox="1">
              <a:spLocks noChangeArrowheads="1"/>
            </p:cNvSpPr>
            <p:nvPr/>
          </p:nvSpPr>
          <p:spPr bwMode="auto">
            <a:xfrm>
              <a:off x="2696162"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Solar</a:t>
              </a:r>
            </a:p>
          </p:txBody>
        </p:sp>
        <p:sp>
          <p:nvSpPr>
            <p:cNvPr id="90" name="Rectangle 89">
              <a:extLst>
                <a:ext uri="{FF2B5EF4-FFF2-40B4-BE49-F238E27FC236}">
                  <a16:creationId xmlns:a16="http://schemas.microsoft.com/office/drawing/2014/main" id="{7073E565-082B-422A-ADA0-F729B6D4EC96}"/>
                </a:ext>
              </a:extLst>
            </p:cNvPr>
            <p:cNvSpPr>
              <a:spLocks noChangeArrowheads="1"/>
            </p:cNvSpPr>
            <p:nvPr/>
          </p:nvSpPr>
          <p:spPr bwMode="auto">
            <a:xfrm>
              <a:off x="2696162"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Categorized in four types</a:t>
              </a:r>
            </a:p>
          </p:txBody>
        </p:sp>
        <p:cxnSp>
          <p:nvCxnSpPr>
            <p:cNvPr id="91" name="AutoShape 16">
              <a:extLst>
                <a:ext uri="{FF2B5EF4-FFF2-40B4-BE49-F238E27FC236}">
                  <a16:creationId xmlns:a16="http://schemas.microsoft.com/office/drawing/2014/main" id="{4A41E76C-89FA-4AF4-9CFF-350B2565D7E3}"/>
                </a:ext>
              </a:extLst>
            </p:cNvPr>
            <p:cNvCxnSpPr>
              <a:cxnSpLocks noChangeShapeType="1"/>
              <a:stCxn id="109" idx="2"/>
              <a:endCxn id="90" idx="3"/>
            </p:cNvCxnSpPr>
            <p:nvPr/>
          </p:nvCxnSpPr>
          <p:spPr bwMode="auto">
            <a:xfrm rot="5400000">
              <a:off x="5285925" y="1689637"/>
              <a:ext cx="97630" cy="1498684"/>
            </a:xfrm>
            <a:prstGeom prst="bentConnector2">
              <a:avLst/>
            </a:prstGeom>
            <a:noFill/>
            <a:ln w="6350">
              <a:solidFill>
                <a:srgbClr val="BBBCBC"/>
              </a:solidFill>
              <a:miter lim="800000"/>
              <a:headEnd type="none" w="sm" len="sm"/>
              <a:tailEnd type="none" w="med" len="lg"/>
            </a:ln>
          </p:spPr>
        </p:cxnSp>
        <p:cxnSp>
          <p:nvCxnSpPr>
            <p:cNvPr id="92" name="Elbow Connector 125">
              <a:extLst>
                <a:ext uri="{FF2B5EF4-FFF2-40B4-BE49-F238E27FC236}">
                  <a16:creationId xmlns:a16="http://schemas.microsoft.com/office/drawing/2014/main" id="{36154DFB-7073-48A7-B553-1CF81120AEE4}"/>
                </a:ext>
              </a:extLst>
            </p:cNvPr>
            <p:cNvCxnSpPr>
              <a:stCxn id="111" idx="1"/>
              <a:endCxn id="109" idx="2"/>
            </p:cNvCxnSpPr>
            <p:nvPr/>
          </p:nvCxnSpPr>
          <p:spPr>
            <a:xfrm rot="10800000">
              <a:off x="6084084" y="2390163"/>
              <a:ext cx="1517427" cy="97630"/>
            </a:xfrm>
            <a:prstGeom prst="bentConnector2">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93" name="Elbow Connector 128">
              <a:extLst>
                <a:ext uri="{FF2B5EF4-FFF2-40B4-BE49-F238E27FC236}">
                  <a16:creationId xmlns:a16="http://schemas.microsoft.com/office/drawing/2014/main" id="{09A181D9-40F8-47B5-829D-06DC6E54D0BF}"/>
                </a:ext>
              </a:extLst>
            </p:cNvPr>
            <p:cNvCxnSpPr>
              <a:stCxn id="109" idx="2"/>
              <a:endCxn id="112" idx="0"/>
            </p:cNvCxnSpPr>
            <p:nvPr/>
          </p:nvCxnSpPr>
          <p:spPr>
            <a:xfrm rot="5400000">
              <a:off x="3743652" y="567176"/>
              <a:ext cx="517442" cy="4163419"/>
            </a:xfrm>
            <a:prstGeom prst="bentConnector3">
              <a:avLst>
                <a:gd name="adj1" fmla="val 85039"/>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04" name="Elbow Connector 131">
              <a:extLst>
                <a:ext uri="{FF2B5EF4-FFF2-40B4-BE49-F238E27FC236}">
                  <a16:creationId xmlns:a16="http://schemas.microsoft.com/office/drawing/2014/main" id="{23D48ECB-FB35-4042-8631-5AF57FA50D4E}"/>
                </a:ext>
              </a:extLst>
            </p:cNvPr>
            <p:cNvCxnSpPr>
              <a:stCxn id="109" idx="2"/>
              <a:endCxn id="117" idx="0"/>
            </p:cNvCxnSpPr>
            <p:nvPr/>
          </p:nvCxnSpPr>
          <p:spPr>
            <a:xfrm rot="5400000">
              <a:off x="5050964" y="1874489"/>
              <a:ext cx="517442" cy="1548793"/>
            </a:xfrm>
            <a:prstGeom prst="bentConnector3">
              <a:avLst>
                <a:gd name="adj1" fmla="val 85039"/>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06" name="Elbow Connector 134">
              <a:extLst>
                <a:ext uri="{FF2B5EF4-FFF2-40B4-BE49-F238E27FC236}">
                  <a16:creationId xmlns:a16="http://schemas.microsoft.com/office/drawing/2014/main" id="{25E63B9F-139B-40D0-8EB5-0DE618B8CA42}"/>
                </a:ext>
              </a:extLst>
            </p:cNvPr>
            <p:cNvCxnSpPr>
              <a:stCxn id="109" idx="2"/>
              <a:endCxn id="115" idx="0"/>
            </p:cNvCxnSpPr>
            <p:nvPr/>
          </p:nvCxnSpPr>
          <p:spPr>
            <a:xfrm rot="16200000" flipH="1">
              <a:off x="6358276" y="2115968"/>
              <a:ext cx="517442" cy="1065833"/>
            </a:xfrm>
            <a:prstGeom prst="bentConnector3">
              <a:avLst>
                <a:gd name="adj1" fmla="val 85039"/>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107" name="Text Box 10">
              <a:extLst>
                <a:ext uri="{FF2B5EF4-FFF2-40B4-BE49-F238E27FC236}">
                  <a16:creationId xmlns:a16="http://schemas.microsoft.com/office/drawing/2014/main" id="{4897E0F5-A8AE-4B14-BFCC-FC5A490A2EFC}"/>
                </a:ext>
              </a:extLst>
            </p:cNvPr>
            <p:cNvSpPr txBox="1">
              <a:spLocks noChangeArrowheads="1"/>
            </p:cNvSpPr>
            <p:nvPr/>
          </p:nvSpPr>
          <p:spPr bwMode="auto">
            <a:xfrm>
              <a:off x="5139464" y="1619239"/>
              <a:ext cx="1889235" cy="274320"/>
            </a:xfrm>
            <a:prstGeom prst="rect">
              <a:avLst/>
            </a:prstGeom>
            <a:solidFill>
              <a:schemeClr val="accent1"/>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G-TAM</a:t>
              </a:r>
            </a:p>
          </p:txBody>
        </p:sp>
        <p:sp>
          <p:nvSpPr>
            <p:cNvPr id="109" name="Rectangle 108">
              <a:extLst>
                <a:ext uri="{FF2B5EF4-FFF2-40B4-BE49-F238E27FC236}">
                  <a16:creationId xmlns:a16="http://schemas.microsoft.com/office/drawing/2014/main" id="{ED373656-1654-4421-9EBB-9D28D24330A6}"/>
                </a:ext>
              </a:extLst>
            </p:cNvPr>
            <p:cNvSpPr>
              <a:spLocks noChangeArrowheads="1"/>
            </p:cNvSpPr>
            <p:nvPr/>
          </p:nvSpPr>
          <p:spPr bwMode="auto">
            <a:xfrm>
              <a:off x="5139464" y="188724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algn="ctr" defTabSz="957998">
                <a:spcBef>
                  <a:spcPts val="300"/>
                </a:spcBef>
                <a:defRPr/>
              </a:pPr>
              <a:r>
                <a:rPr lang="en-US" sz="1000" dirty="0">
                  <a:latin typeface="+mj-lt"/>
                </a:rPr>
                <a:t>Has both types, Solar &amp; Non-solar</a:t>
              </a:r>
            </a:p>
          </p:txBody>
        </p:sp>
        <p:sp>
          <p:nvSpPr>
            <p:cNvPr id="110" name="Text Box 10">
              <a:extLst>
                <a:ext uri="{FF2B5EF4-FFF2-40B4-BE49-F238E27FC236}">
                  <a16:creationId xmlns:a16="http://schemas.microsoft.com/office/drawing/2014/main" id="{66F27DB5-9186-472B-A315-F7C8D67BF855}"/>
                </a:ext>
              </a:extLst>
            </p:cNvPr>
            <p:cNvSpPr txBox="1">
              <a:spLocks noChangeArrowheads="1"/>
            </p:cNvSpPr>
            <p:nvPr/>
          </p:nvSpPr>
          <p:spPr bwMode="auto">
            <a:xfrm>
              <a:off x="7601508"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Non-Solar</a:t>
              </a:r>
            </a:p>
          </p:txBody>
        </p:sp>
        <p:sp>
          <p:nvSpPr>
            <p:cNvPr id="111" name="Rectangle 110">
              <a:extLst>
                <a:ext uri="{FF2B5EF4-FFF2-40B4-BE49-F238E27FC236}">
                  <a16:creationId xmlns:a16="http://schemas.microsoft.com/office/drawing/2014/main" id="{1949925B-8717-474C-8B2D-90C12C76B944}"/>
                </a:ext>
              </a:extLst>
            </p:cNvPr>
            <p:cNvSpPr>
              <a:spLocks noChangeArrowheads="1"/>
            </p:cNvSpPr>
            <p:nvPr/>
          </p:nvSpPr>
          <p:spPr bwMode="auto">
            <a:xfrm>
              <a:off x="7601508"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Categorized in four types</a:t>
              </a:r>
            </a:p>
          </p:txBody>
        </p:sp>
        <p:sp>
          <p:nvSpPr>
            <p:cNvPr id="112" name="Text Box 10">
              <a:extLst>
                <a:ext uri="{FF2B5EF4-FFF2-40B4-BE49-F238E27FC236}">
                  <a16:creationId xmlns:a16="http://schemas.microsoft.com/office/drawing/2014/main" id="{B9C474A5-9424-4E29-810A-8D788A7F06AB}"/>
                </a:ext>
              </a:extLst>
            </p:cNvPr>
            <p:cNvSpPr txBox="1">
              <a:spLocks noChangeArrowheads="1"/>
            </p:cNvSpPr>
            <p:nvPr/>
          </p:nvSpPr>
          <p:spPr bwMode="auto">
            <a:xfrm>
              <a:off x="976045" y="2907605"/>
              <a:ext cx="1889235" cy="274320"/>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Intraday</a:t>
              </a:r>
            </a:p>
          </p:txBody>
        </p:sp>
        <p:sp>
          <p:nvSpPr>
            <p:cNvPr id="115" name="Text Box 10">
              <a:extLst>
                <a:ext uri="{FF2B5EF4-FFF2-40B4-BE49-F238E27FC236}">
                  <a16:creationId xmlns:a16="http://schemas.microsoft.com/office/drawing/2014/main" id="{F262853B-3602-4506-8A8B-8AF30BBBBA1C}"/>
                </a:ext>
              </a:extLst>
            </p:cNvPr>
            <p:cNvSpPr txBox="1">
              <a:spLocks noChangeArrowheads="1"/>
            </p:cNvSpPr>
            <p:nvPr/>
          </p:nvSpPr>
          <p:spPr bwMode="auto">
            <a:xfrm>
              <a:off x="6205296" y="2907605"/>
              <a:ext cx="1889235" cy="274320"/>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Daily</a:t>
              </a:r>
            </a:p>
          </p:txBody>
        </p:sp>
        <p:sp>
          <p:nvSpPr>
            <p:cNvPr id="117" name="Text Box 10">
              <a:extLst>
                <a:ext uri="{FF2B5EF4-FFF2-40B4-BE49-F238E27FC236}">
                  <a16:creationId xmlns:a16="http://schemas.microsoft.com/office/drawing/2014/main" id="{F9A7B2CF-D9FD-4467-BA01-A22A255CC6E3}"/>
                </a:ext>
              </a:extLst>
            </p:cNvPr>
            <p:cNvSpPr txBox="1">
              <a:spLocks noChangeArrowheads="1"/>
            </p:cNvSpPr>
            <p:nvPr/>
          </p:nvSpPr>
          <p:spPr bwMode="auto">
            <a:xfrm>
              <a:off x="3590671" y="2907605"/>
              <a:ext cx="1889235" cy="274320"/>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DAC</a:t>
              </a:r>
            </a:p>
          </p:txBody>
        </p:sp>
        <p:sp>
          <p:nvSpPr>
            <p:cNvPr id="119" name="Text Box 10">
              <a:extLst>
                <a:ext uri="{FF2B5EF4-FFF2-40B4-BE49-F238E27FC236}">
                  <a16:creationId xmlns:a16="http://schemas.microsoft.com/office/drawing/2014/main" id="{EF344703-861F-47DD-A31B-19631C6D51C2}"/>
                </a:ext>
              </a:extLst>
            </p:cNvPr>
            <p:cNvSpPr txBox="1">
              <a:spLocks noChangeArrowheads="1"/>
            </p:cNvSpPr>
            <p:nvPr/>
          </p:nvSpPr>
          <p:spPr bwMode="auto">
            <a:xfrm>
              <a:off x="8819921" y="2907605"/>
              <a:ext cx="1889235" cy="274320"/>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Weekly</a:t>
              </a:r>
            </a:p>
          </p:txBody>
        </p:sp>
      </p:grpSp>
      <p:grpSp>
        <p:nvGrpSpPr>
          <p:cNvPr id="3" name="Group 2">
            <a:extLst>
              <a:ext uri="{FF2B5EF4-FFF2-40B4-BE49-F238E27FC236}">
                <a16:creationId xmlns:a16="http://schemas.microsoft.com/office/drawing/2014/main" id="{63D9B9FE-901A-4556-A989-77EDDCFCCE96}"/>
              </a:ext>
            </a:extLst>
          </p:cNvPr>
          <p:cNvGrpSpPr/>
          <p:nvPr/>
        </p:nvGrpSpPr>
        <p:grpSpPr>
          <a:xfrm>
            <a:off x="6486255" y="1705440"/>
            <a:ext cx="4994627" cy="4129406"/>
            <a:chOff x="6417675" y="1442550"/>
            <a:chExt cx="4994627" cy="4129406"/>
          </a:xfrm>
        </p:grpSpPr>
        <p:grpSp>
          <p:nvGrpSpPr>
            <p:cNvPr id="121" name="Group 120">
              <a:extLst>
                <a:ext uri="{FF2B5EF4-FFF2-40B4-BE49-F238E27FC236}">
                  <a16:creationId xmlns:a16="http://schemas.microsoft.com/office/drawing/2014/main" id="{997776A9-5C05-403C-A004-0A4CCEACD8E8}"/>
                </a:ext>
              </a:extLst>
            </p:cNvPr>
            <p:cNvGrpSpPr/>
            <p:nvPr/>
          </p:nvGrpSpPr>
          <p:grpSpPr>
            <a:xfrm>
              <a:off x="6417675" y="1442550"/>
              <a:ext cx="4994627" cy="3604096"/>
              <a:chOff x="1886216" y="1394809"/>
              <a:chExt cx="8248807" cy="3837875"/>
            </a:xfrm>
          </p:grpSpPr>
          <p:sp>
            <p:nvSpPr>
              <p:cNvPr id="122" name="Text Box 3">
                <a:extLst>
                  <a:ext uri="{FF2B5EF4-FFF2-40B4-BE49-F238E27FC236}">
                    <a16:creationId xmlns:a16="http://schemas.microsoft.com/office/drawing/2014/main" id="{B1523A0A-DA6C-4CD8-AB51-89CBE079C0E6}"/>
                  </a:ext>
                </a:extLst>
              </p:cNvPr>
              <p:cNvSpPr txBox="1">
                <a:spLocks noChangeArrowheads="1"/>
              </p:cNvSpPr>
              <p:nvPr/>
            </p:nvSpPr>
            <p:spPr bwMode="auto">
              <a:xfrm>
                <a:off x="1920655" y="4821204"/>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Pay-Out</a:t>
                </a:r>
              </a:p>
            </p:txBody>
          </p:sp>
          <p:sp>
            <p:nvSpPr>
              <p:cNvPr id="123" name="AutoShape 4">
                <a:extLst>
                  <a:ext uri="{FF2B5EF4-FFF2-40B4-BE49-F238E27FC236}">
                    <a16:creationId xmlns:a16="http://schemas.microsoft.com/office/drawing/2014/main" id="{548B7A45-A87F-4B72-B033-18772E579D41}"/>
                  </a:ext>
                </a:extLst>
              </p:cNvPr>
              <p:cNvSpPr>
                <a:spLocks noChangeArrowheads="1"/>
              </p:cNvSpPr>
              <p:nvPr/>
            </p:nvSpPr>
            <p:spPr bwMode="auto">
              <a:xfrm>
                <a:off x="6603112" y="1394809"/>
                <a:ext cx="1737360" cy="411481"/>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3. Daily</a:t>
                </a:r>
              </a:p>
            </p:txBody>
          </p:sp>
          <p:sp>
            <p:nvSpPr>
              <p:cNvPr id="124" name="AutoShape 5">
                <a:extLst>
                  <a:ext uri="{FF2B5EF4-FFF2-40B4-BE49-F238E27FC236}">
                    <a16:creationId xmlns:a16="http://schemas.microsoft.com/office/drawing/2014/main" id="{15E3D113-FF5F-456E-A38B-7C7A46709894}"/>
                  </a:ext>
                </a:extLst>
              </p:cNvPr>
              <p:cNvSpPr>
                <a:spLocks noChangeArrowheads="1"/>
              </p:cNvSpPr>
              <p:nvPr/>
            </p:nvSpPr>
            <p:spPr bwMode="auto">
              <a:xfrm>
                <a:off x="8385812" y="1394809"/>
                <a:ext cx="1730006" cy="411480"/>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4. Weekly</a:t>
                </a:r>
              </a:p>
            </p:txBody>
          </p:sp>
          <p:sp>
            <p:nvSpPr>
              <p:cNvPr id="125" name="AutoShape 6">
                <a:extLst>
                  <a:ext uri="{FF2B5EF4-FFF2-40B4-BE49-F238E27FC236}">
                    <a16:creationId xmlns:a16="http://schemas.microsoft.com/office/drawing/2014/main" id="{CB7249A8-3ED7-455A-A131-1B0C38E5A90B}"/>
                  </a:ext>
                </a:extLst>
              </p:cNvPr>
              <p:cNvSpPr>
                <a:spLocks noChangeArrowheads="1"/>
              </p:cNvSpPr>
              <p:nvPr/>
            </p:nvSpPr>
            <p:spPr bwMode="auto">
              <a:xfrm>
                <a:off x="3037712" y="1394809"/>
                <a:ext cx="1737360" cy="411480"/>
              </a:xfrm>
              <a:prstGeom prst="homePlate">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1. Intraday</a:t>
                </a:r>
              </a:p>
            </p:txBody>
          </p:sp>
          <p:sp>
            <p:nvSpPr>
              <p:cNvPr id="126" name="AutoShape 7">
                <a:extLst>
                  <a:ext uri="{FF2B5EF4-FFF2-40B4-BE49-F238E27FC236}">
                    <a16:creationId xmlns:a16="http://schemas.microsoft.com/office/drawing/2014/main" id="{51E4A81A-93E9-47FB-941E-5F7D1895A7DE}"/>
                  </a:ext>
                </a:extLst>
              </p:cNvPr>
              <p:cNvSpPr>
                <a:spLocks noChangeArrowheads="1"/>
              </p:cNvSpPr>
              <p:nvPr/>
            </p:nvSpPr>
            <p:spPr bwMode="auto">
              <a:xfrm>
                <a:off x="4820412" y="1394809"/>
                <a:ext cx="1737360" cy="411481"/>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2.	DAC</a:t>
                </a:r>
              </a:p>
            </p:txBody>
          </p:sp>
          <p:sp>
            <p:nvSpPr>
              <p:cNvPr id="127" name="Rectangle 126">
                <a:extLst>
                  <a:ext uri="{FF2B5EF4-FFF2-40B4-BE49-F238E27FC236}">
                    <a16:creationId xmlns:a16="http://schemas.microsoft.com/office/drawing/2014/main" id="{04D7DFF1-9582-46E3-83BB-0BCB97728CE1}"/>
                  </a:ext>
                </a:extLst>
              </p:cNvPr>
              <p:cNvSpPr>
                <a:spLocks noChangeArrowheads="1"/>
              </p:cNvSpPr>
              <p:nvPr/>
            </p:nvSpPr>
            <p:spPr bwMode="auto">
              <a:xfrm>
                <a:off x="3037710" y="2011549"/>
                <a:ext cx="1737360" cy="411480"/>
              </a:xfrm>
              <a:prstGeom prst="rect">
                <a:avLst/>
              </a:prstGeom>
              <a:solidFill>
                <a:schemeClr val="accent6"/>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15 min-same day delivery</a:t>
                </a:r>
              </a:p>
            </p:txBody>
          </p:sp>
          <p:sp>
            <p:nvSpPr>
              <p:cNvPr id="128" name="Rectangle 127">
                <a:extLst>
                  <a:ext uri="{FF2B5EF4-FFF2-40B4-BE49-F238E27FC236}">
                    <a16:creationId xmlns:a16="http://schemas.microsoft.com/office/drawing/2014/main" id="{8223EB44-B04C-4A8E-B928-178A7A89CE0F}"/>
                  </a:ext>
                </a:extLst>
              </p:cNvPr>
              <p:cNvSpPr>
                <a:spLocks noChangeArrowheads="1"/>
              </p:cNvSpPr>
              <p:nvPr/>
            </p:nvSpPr>
            <p:spPr bwMode="auto">
              <a:xfrm>
                <a:off x="3037708" y="2486979"/>
                <a:ext cx="5302761" cy="359063"/>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Continuous Trading</a:t>
                </a:r>
              </a:p>
            </p:txBody>
          </p:sp>
          <p:sp>
            <p:nvSpPr>
              <p:cNvPr id="129" name="Rectangle 128">
                <a:extLst>
                  <a:ext uri="{FF2B5EF4-FFF2-40B4-BE49-F238E27FC236}">
                    <a16:creationId xmlns:a16="http://schemas.microsoft.com/office/drawing/2014/main" id="{5677B1F5-5BB3-4324-9F60-471E85DFD03B}"/>
                  </a:ext>
                </a:extLst>
              </p:cNvPr>
              <p:cNvSpPr>
                <a:spLocks noChangeArrowheads="1"/>
              </p:cNvSpPr>
              <p:nvPr/>
            </p:nvSpPr>
            <p:spPr bwMode="auto">
              <a:xfrm>
                <a:off x="3034579" y="4356724"/>
                <a:ext cx="1737360" cy="411480"/>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T+1</a:t>
                </a:r>
              </a:p>
            </p:txBody>
          </p:sp>
          <p:sp>
            <p:nvSpPr>
              <p:cNvPr id="130" name="Rectangle 129">
                <a:extLst>
                  <a:ext uri="{FF2B5EF4-FFF2-40B4-BE49-F238E27FC236}">
                    <a16:creationId xmlns:a16="http://schemas.microsoft.com/office/drawing/2014/main" id="{B3A097A8-526F-430E-9495-98278E632AEF}"/>
                  </a:ext>
                </a:extLst>
              </p:cNvPr>
              <p:cNvSpPr>
                <a:spLocks noChangeArrowheads="1"/>
              </p:cNvSpPr>
              <p:nvPr/>
            </p:nvSpPr>
            <p:spPr bwMode="auto">
              <a:xfrm>
                <a:off x="8385810" y="2486979"/>
                <a:ext cx="1730006" cy="3430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Auction</a:t>
                </a:r>
              </a:p>
            </p:txBody>
          </p:sp>
          <p:sp>
            <p:nvSpPr>
              <p:cNvPr id="132" name="Rectangle 131">
                <a:extLst>
                  <a:ext uri="{FF2B5EF4-FFF2-40B4-BE49-F238E27FC236}">
                    <a16:creationId xmlns:a16="http://schemas.microsoft.com/office/drawing/2014/main" id="{7D3B4F79-0C38-4842-AF9B-4A12BB7E614F}"/>
                  </a:ext>
                </a:extLst>
              </p:cNvPr>
              <p:cNvSpPr>
                <a:spLocks noChangeArrowheads="1"/>
              </p:cNvSpPr>
              <p:nvPr/>
            </p:nvSpPr>
            <p:spPr bwMode="auto">
              <a:xfrm>
                <a:off x="3037708" y="2930434"/>
                <a:ext cx="5302761" cy="411480"/>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Daily</a:t>
                </a:r>
              </a:p>
            </p:txBody>
          </p:sp>
          <p:sp>
            <p:nvSpPr>
              <p:cNvPr id="133" name="Rectangle 132">
                <a:extLst>
                  <a:ext uri="{FF2B5EF4-FFF2-40B4-BE49-F238E27FC236}">
                    <a16:creationId xmlns:a16="http://schemas.microsoft.com/office/drawing/2014/main" id="{C78BD6B0-198F-4475-A012-9F915712AD97}"/>
                  </a:ext>
                </a:extLst>
              </p:cNvPr>
              <p:cNvSpPr>
                <a:spLocks noChangeArrowheads="1"/>
              </p:cNvSpPr>
              <p:nvPr/>
            </p:nvSpPr>
            <p:spPr bwMode="auto">
              <a:xfrm>
                <a:off x="3037708" y="3382126"/>
                <a:ext cx="1737360" cy="411480"/>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00:15-19:30</a:t>
                </a:r>
              </a:p>
            </p:txBody>
          </p:sp>
          <p:sp>
            <p:nvSpPr>
              <p:cNvPr id="134" name="Rectangle 133">
                <a:extLst>
                  <a:ext uri="{FF2B5EF4-FFF2-40B4-BE49-F238E27FC236}">
                    <a16:creationId xmlns:a16="http://schemas.microsoft.com/office/drawing/2014/main" id="{AC09D52A-83D6-4F06-BC54-0D506394EA31}"/>
                  </a:ext>
                </a:extLst>
              </p:cNvPr>
              <p:cNvSpPr>
                <a:spLocks noChangeArrowheads="1"/>
              </p:cNvSpPr>
              <p:nvPr/>
            </p:nvSpPr>
            <p:spPr bwMode="auto">
              <a:xfrm>
                <a:off x="4817846" y="4351897"/>
                <a:ext cx="1737360" cy="411480"/>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a:t>
                </a:r>
              </a:p>
            </p:txBody>
          </p:sp>
          <p:sp>
            <p:nvSpPr>
              <p:cNvPr id="135" name="Rectangle 134">
                <a:extLst>
                  <a:ext uri="{FF2B5EF4-FFF2-40B4-BE49-F238E27FC236}">
                    <a16:creationId xmlns:a16="http://schemas.microsoft.com/office/drawing/2014/main" id="{48D9399A-DD46-4284-A3B8-C7FA7C6F21BD}"/>
                  </a:ext>
                </a:extLst>
              </p:cNvPr>
              <p:cNvSpPr>
                <a:spLocks noChangeArrowheads="1"/>
              </p:cNvSpPr>
              <p:nvPr/>
            </p:nvSpPr>
            <p:spPr bwMode="auto">
              <a:xfrm>
                <a:off x="6603111" y="4348264"/>
                <a:ext cx="3512705" cy="411480"/>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D-1</a:t>
                </a:r>
              </a:p>
            </p:txBody>
          </p:sp>
          <p:sp>
            <p:nvSpPr>
              <p:cNvPr id="137" name="Rectangle 136">
                <a:extLst>
                  <a:ext uri="{FF2B5EF4-FFF2-40B4-BE49-F238E27FC236}">
                    <a16:creationId xmlns:a16="http://schemas.microsoft.com/office/drawing/2014/main" id="{AABD0419-A03B-4BCB-BA7A-7EFF162EE51F}"/>
                  </a:ext>
                </a:extLst>
              </p:cNvPr>
              <p:cNvSpPr>
                <a:spLocks noChangeArrowheads="1"/>
              </p:cNvSpPr>
              <p:nvPr/>
            </p:nvSpPr>
            <p:spPr bwMode="auto">
              <a:xfrm>
                <a:off x="6603110" y="2011550"/>
                <a:ext cx="3512705" cy="411479"/>
              </a:xfrm>
              <a:prstGeom prst="rect">
                <a:avLst/>
              </a:prstGeom>
              <a:solidFill>
                <a:schemeClr val="accent6"/>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Energy Traded in MWh (Profile)</a:t>
                </a:r>
              </a:p>
            </p:txBody>
          </p:sp>
          <p:sp>
            <p:nvSpPr>
              <p:cNvPr id="139" name="Text Box 20">
                <a:extLst>
                  <a:ext uri="{FF2B5EF4-FFF2-40B4-BE49-F238E27FC236}">
                    <a16:creationId xmlns:a16="http://schemas.microsoft.com/office/drawing/2014/main" id="{BF5B7DCC-9270-4E5D-9391-636B0A413D04}"/>
                  </a:ext>
                </a:extLst>
              </p:cNvPr>
              <p:cNvSpPr txBox="1">
                <a:spLocks noChangeArrowheads="1"/>
              </p:cNvSpPr>
              <p:nvPr/>
            </p:nvSpPr>
            <p:spPr bwMode="auto">
              <a:xfrm>
                <a:off x="1908804" y="2011549"/>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Contract</a:t>
                </a:r>
              </a:p>
            </p:txBody>
          </p:sp>
          <p:sp>
            <p:nvSpPr>
              <p:cNvPr id="140" name="Text Box 21">
                <a:extLst>
                  <a:ext uri="{FF2B5EF4-FFF2-40B4-BE49-F238E27FC236}">
                    <a16:creationId xmlns:a16="http://schemas.microsoft.com/office/drawing/2014/main" id="{003C586F-EC63-4114-89CB-88B7326E1E90}"/>
                  </a:ext>
                </a:extLst>
              </p:cNvPr>
              <p:cNvSpPr txBox="1">
                <a:spLocks noChangeArrowheads="1"/>
              </p:cNvSpPr>
              <p:nvPr/>
            </p:nvSpPr>
            <p:spPr bwMode="auto">
              <a:xfrm>
                <a:off x="1908804" y="2486979"/>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a:t>
                </a:r>
              </a:p>
            </p:txBody>
          </p:sp>
          <p:sp>
            <p:nvSpPr>
              <p:cNvPr id="141" name="Text Box 22">
                <a:extLst>
                  <a:ext uri="{FF2B5EF4-FFF2-40B4-BE49-F238E27FC236}">
                    <a16:creationId xmlns:a16="http://schemas.microsoft.com/office/drawing/2014/main" id="{D83728B0-B995-455A-A152-463D74436C1D}"/>
                  </a:ext>
                </a:extLst>
              </p:cNvPr>
              <p:cNvSpPr txBox="1">
                <a:spLocks noChangeArrowheads="1"/>
              </p:cNvSpPr>
              <p:nvPr/>
            </p:nvSpPr>
            <p:spPr bwMode="auto">
              <a:xfrm>
                <a:off x="1908802" y="4355888"/>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Pay-in</a:t>
                </a:r>
              </a:p>
            </p:txBody>
          </p:sp>
          <p:sp>
            <p:nvSpPr>
              <p:cNvPr id="142" name="Line 23">
                <a:extLst>
                  <a:ext uri="{FF2B5EF4-FFF2-40B4-BE49-F238E27FC236}">
                    <a16:creationId xmlns:a16="http://schemas.microsoft.com/office/drawing/2014/main" id="{E0B4B08F-26B1-4FA1-9FB2-FC2778B2CC39}"/>
                  </a:ext>
                </a:extLst>
              </p:cNvPr>
              <p:cNvSpPr>
                <a:spLocks noChangeShapeType="1"/>
              </p:cNvSpPr>
              <p:nvPr/>
            </p:nvSpPr>
            <p:spPr bwMode="auto">
              <a:xfrm>
                <a:off x="1893570" y="2455004"/>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3" name="Line 24">
                <a:extLst>
                  <a:ext uri="{FF2B5EF4-FFF2-40B4-BE49-F238E27FC236}">
                    <a16:creationId xmlns:a16="http://schemas.microsoft.com/office/drawing/2014/main" id="{777F1B99-4C16-4F74-9D96-B4B32E11A44C}"/>
                  </a:ext>
                </a:extLst>
              </p:cNvPr>
              <p:cNvSpPr>
                <a:spLocks noChangeShapeType="1"/>
              </p:cNvSpPr>
              <p:nvPr/>
            </p:nvSpPr>
            <p:spPr bwMode="auto">
              <a:xfrm>
                <a:off x="1893570" y="4323914"/>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4" name="Line 25">
                <a:extLst>
                  <a:ext uri="{FF2B5EF4-FFF2-40B4-BE49-F238E27FC236}">
                    <a16:creationId xmlns:a16="http://schemas.microsoft.com/office/drawing/2014/main" id="{A623EA1B-FA2E-47BB-9104-4B75157ADC16}"/>
                  </a:ext>
                </a:extLst>
              </p:cNvPr>
              <p:cNvSpPr>
                <a:spLocks noChangeShapeType="1"/>
              </p:cNvSpPr>
              <p:nvPr/>
            </p:nvSpPr>
            <p:spPr bwMode="auto">
              <a:xfrm>
                <a:off x="1886216" y="3827460"/>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6" name="Text Box 27">
                <a:extLst>
                  <a:ext uri="{FF2B5EF4-FFF2-40B4-BE49-F238E27FC236}">
                    <a16:creationId xmlns:a16="http://schemas.microsoft.com/office/drawing/2014/main" id="{A3E010BF-A1F6-49C7-B7AC-73DF81B76AC9}"/>
                  </a:ext>
                </a:extLst>
              </p:cNvPr>
              <p:cNvSpPr txBox="1">
                <a:spLocks noChangeArrowheads="1"/>
              </p:cNvSpPr>
              <p:nvPr/>
            </p:nvSpPr>
            <p:spPr bwMode="auto">
              <a:xfrm>
                <a:off x="1920655" y="3838320"/>
                <a:ext cx="1005840" cy="36051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Delivery Hours</a:t>
                </a:r>
              </a:p>
            </p:txBody>
          </p:sp>
          <p:sp>
            <p:nvSpPr>
              <p:cNvPr id="147" name="Line 28">
                <a:extLst>
                  <a:ext uri="{FF2B5EF4-FFF2-40B4-BE49-F238E27FC236}">
                    <a16:creationId xmlns:a16="http://schemas.microsoft.com/office/drawing/2014/main" id="{2E47542E-5492-4B52-A98F-9DB54C31F433}"/>
                  </a:ext>
                </a:extLst>
              </p:cNvPr>
              <p:cNvSpPr>
                <a:spLocks noChangeShapeType="1"/>
              </p:cNvSpPr>
              <p:nvPr/>
            </p:nvSpPr>
            <p:spPr bwMode="auto">
              <a:xfrm>
                <a:off x="1905423" y="4789228"/>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8" name="Rectangle 147">
                <a:extLst>
                  <a:ext uri="{FF2B5EF4-FFF2-40B4-BE49-F238E27FC236}">
                    <a16:creationId xmlns:a16="http://schemas.microsoft.com/office/drawing/2014/main" id="{65BB3A1C-08A1-4ECA-A933-A79AA936BF81}"/>
                  </a:ext>
                </a:extLst>
              </p:cNvPr>
              <p:cNvSpPr>
                <a:spLocks noChangeArrowheads="1"/>
              </p:cNvSpPr>
              <p:nvPr/>
            </p:nvSpPr>
            <p:spPr bwMode="auto">
              <a:xfrm>
                <a:off x="3049563" y="4821204"/>
                <a:ext cx="1722375" cy="411480"/>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T+1</a:t>
                </a:r>
              </a:p>
            </p:txBody>
          </p:sp>
          <p:sp>
            <p:nvSpPr>
              <p:cNvPr id="149" name="Rectangle 148">
                <a:extLst>
                  <a:ext uri="{FF2B5EF4-FFF2-40B4-BE49-F238E27FC236}">
                    <a16:creationId xmlns:a16="http://schemas.microsoft.com/office/drawing/2014/main" id="{78D8BA40-B231-44FF-9489-9624628EFFC1}"/>
                  </a:ext>
                </a:extLst>
              </p:cNvPr>
              <p:cNvSpPr>
                <a:spLocks noChangeArrowheads="1"/>
              </p:cNvSpPr>
              <p:nvPr/>
            </p:nvSpPr>
            <p:spPr bwMode="auto">
              <a:xfrm>
                <a:off x="3037708" y="3881294"/>
                <a:ext cx="1737360" cy="411480"/>
              </a:xfrm>
              <a:prstGeom prst="rect">
                <a:avLst/>
              </a:prstGeom>
              <a:solidFill>
                <a:schemeClr val="bg2">
                  <a:lumMod val="7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04:00-24:00</a:t>
                </a:r>
              </a:p>
            </p:txBody>
          </p:sp>
        </p:grpSp>
        <p:sp>
          <p:nvSpPr>
            <p:cNvPr id="151" name="Rectangle 150">
              <a:extLst>
                <a:ext uri="{FF2B5EF4-FFF2-40B4-BE49-F238E27FC236}">
                  <a16:creationId xmlns:a16="http://schemas.microsoft.com/office/drawing/2014/main" id="{282E19BB-24A8-4F06-9F17-69D74D67F9CB}"/>
                </a:ext>
              </a:extLst>
            </p:cNvPr>
            <p:cNvSpPr>
              <a:spLocks noChangeArrowheads="1"/>
            </p:cNvSpPr>
            <p:nvPr/>
          </p:nvSpPr>
          <p:spPr bwMode="auto">
            <a:xfrm>
              <a:off x="8194322" y="2021722"/>
              <a:ext cx="1051966" cy="386415"/>
            </a:xfrm>
            <a:prstGeom prst="rect">
              <a:avLst/>
            </a:prstGeom>
            <a:solidFill>
              <a:schemeClr val="accent6"/>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15 min- next day delivery</a:t>
              </a:r>
            </a:p>
          </p:txBody>
        </p:sp>
        <p:sp>
          <p:nvSpPr>
            <p:cNvPr id="152" name="Line 23">
              <a:extLst>
                <a:ext uri="{FF2B5EF4-FFF2-40B4-BE49-F238E27FC236}">
                  <a16:creationId xmlns:a16="http://schemas.microsoft.com/office/drawing/2014/main" id="{082D8D03-D177-4066-A129-4AABE3D9A19E}"/>
                </a:ext>
              </a:extLst>
            </p:cNvPr>
            <p:cNvSpPr>
              <a:spLocks noChangeShapeType="1"/>
            </p:cNvSpPr>
            <p:nvPr/>
          </p:nvSpPr>
          <p:spPr bwMode="auto">
            <a:xfrm>
              <a:off x="6422128" y="2841181"/>
              <a:ext cx="4982997"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53" name="Text Box 21">
              <a:extLst>
                <a:ext uri="{FF2B5EF4-FFF2-40B4-BE49-F238E27FC236}">
                  <a16:creationId xmlns:a16="http://schemas.microsoft.com/office/drawing/2014/main" id="{96EEB5C4-FD69-4F8C-9443-7D6220C05F1C}"/>
                </a:ext>
              </a:extLst>
            </p:cNvPr>
            <p:cNvSpPr txBox="1">
              <a:spLocks noChangeArrowheads="1"/>
            </p:cNvSpPr>
            <p:nvPr/>
          </p:nvSpPr>
          <p:spPr bwMode="auto">
            <a:xfrm>
              <a:off x="6442981" y="2853770"/>
              <a:ext cx="609033" cy="33855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 Days</a:t>
              </a:r>
            </a:p>
          </p:txBody>
        </p:sp>
        <p:sp>
          <p:nvSpPr>
            <p:cNvPr id="154" name="Rectangle 153">
              <a:extLst>
                <a:ext uri="{FF2B5EF4-FFF2-40B4-BE49-F238E27FC236}">
                  <a16:creationId xmlns:a16="http://schemas.microsoft.com/office/drawing/2014/main" id="{F8906815-DB45-4144-B877-1E8037844AC3}"/>
                </a:ext>
              </a:extLst>
            </p:cNvPr>
            <p:cNvSpPr>
              <a:spLocks noChangeArrowheads="1"/>
            </p:cNvSpPr>
            <p:nvPr/>
          </p:nvSpPr>
          <p:spPr bwMode="auto">
            <a:xfrm>
              <a:off x="10353159" y="2884634"/>
              <a:ext cx="1047513" cy="385108"/>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Wednesday to Friday</a:t>
              </a:r>
            </a:p>
          </p:txBody>
        </p:sp>
        <p:sp>
          <p:nvSpPr>
            <p:cNvPr id="155" name="Line 23">
              <a:extLst>
                <a:ext uri="{FF2B5EF4-FFF2-40B4-BE49-F238E27FC236}">
                  <a16:creationId xmlns:a16="http://schemas.microsoft.com/office/drawing/2014/main" id="{DE38D2A2-360B-4018-B2BF-625370EB24B1}"/>
                </a:ext>
              </a:extLst>
            </p:cNvPr>
            <p:cNvSpPr>
              <a:spLocks noChangeShapeType="1"/>
            </p:cNvSpPr>
            <p:nvPr/>
          </p:nvSpPr>
          <p:spPr bwMode="auto">
            <a:xfrm>
              <a:off x="6417675" y="3286520"/>
              <a:ext cx="4982997"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56" name="Text Box 21">
              <a:extLst>
                <a:ext uri="{FF2B5EF4-FFF2-40B4-BE49-F238E27FC236}">
                  <a16:creationId xmlns:a16="http://schemas.microsoft.com/office/drawing/2014/main" id="{A7FFD8FC-3DFA-4D7E-A466-8E0210B3426C}"/>
                </a:ext>
              </a:extLst>
            </p:cNvPr>
            <p:cNvSpPr txBox="1">
              <a:spLocks noChangeArrowheads="1"/>
            </p:cNvSpPr>
            <p:nvPr/>
          </p:nvSpPr>
          <p:spPr bwMode="auto">
            <a:xfrm>
              <a:off x="6438528" y="3299109"/>
              <a:ext cx="609033" cy="33855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 Hours</a:t>
              </a:r>
            </a:p>
          </p:txBody>
        </p:sp>
        <p:sp>
          <p:nvSpPr>
            <p:cNvPr id="157" name="Rectangle 156">
              <a:extLst>
                <a:ext uri="{FF2B5EF4-FFF2-40B4-BE49-F238E27FC236}">
                  <a16:creationId xmlns:a16="http://schemas.microsoft.com/office/drawing/2014/main" id="{7DD914F5-C6BD-40E6-AD55-AD9D78B16AD3}"/>
                </a:ext>
              </a:extLst>
            </p:cNvPr>
            <p:cNvSpPr>
              <a:spLocks noChangeArrowheads="1"/>
            </p:cNvSpPr>
            <p:nvPr/>
          </p:nvSpPr>
          <p:spPr bwMode="auto">
            <a:xfrm>
              <a:off x="8192768" y="3307145"/>
              <a:ext cx="1051966" cy="3864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15:00-23:30</a:t>
              </a:r>
            </a:p>
          </p:txBody>
        </p:sp>
        <p:sp>
          <p:nvSpPr>
            <p:cNvPr id="158" name="Rectangle 157">
              <a:extLst>
                <a:ext uri="{FF2B5EF4-FFF2-40B4-BE49-F238E27FC236}">
                  <a16:creationId xmlns:a16="http://schemas.microsoft.com/office/drawing/2014/main" id="{7CC1C22F-AA14-45DF-8948-E31BA3E1060F}"/>
                </a:ext>
              </a:extLst>
            </p:cNvPr>
            <p:cNvSpPr>
              <a:spLocks noChangeArrowheads="1"/>
            </p:cNvSpPr>
            <p:nvPr/>
          </p:nvSpPr>
          <p:spPr bwMode="auto">
            <a:xfrm>
              <a:off x="9273740" y="3316547"/>
              <a:ext cx="1051966" cy="3864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Daily</a:t>
              </a:r>
            </a:p>
            <a:p>
              <a:pPr algn="ctr">
                <a:defRPr/>
              </a:pPr>
              <a:r>
                <a:rPr lang="en-US" altLang="ja-JP" sz="1000" dirty="0">
                  <a:ea typeface="ＭＳ Ｐゴシック" pitchFamily="50" charset="-128"/>
                </a:rPr>
                <a:t>1:00-23:00</a:t>
              </a:r>
            </a:p>
          </p:txBody>
        </p:sp>
        <p:sp>
          <p:nvSpPr>
            <p:cNvPr id="159" name="Rectangle 158">
              <a:extLst>
                <a:ext uri="{FF2B5EF4-FFF2-40B4-BE49-F238E27FC236}">
                  <a16:creationId xmlns:a16="http://schemas.microsoft.com/office/drawing/2014/main" id="{992202EF-4438-4700-96DC-228EAAAD7AE8}"/>
                </a:ext>
              </a:extLst>
            </p:cNvPr>
            <p:cNvSpPr>
              <a:spLocks noChangeArrowheads="1"/>
            </p:cNvSpPr>
            <p:nvPr/>
          </p:nvSpPr>
          <p:spPr bwMode="auto">
            <a:xfrm>
              <a:off x="10348706" y="3310764"/>
              <a:ext cx="1051966" cy="3864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Weekly</a:t>
              </a:r>
            </a:p>
            <a:p>
              <a:pPr algn="ctr">
                <a:defRPr/>
              </a:pPr>
              <a:r>
                <a:rPr lang="en-US" altLang="ja-JP" sz="1000" dirty="0">
                  <a:ea typeface="ＭＳ Ｐゴシック" pitchFamily="50" charset="-128"/>
                </a:rPr>
                <a:t>12:00-17:00</a:t>
              </a:r>
            </a:p>
          </p:txBody>
        </p:sp>
        <p:sp>
          <p:nvSpPr>
            <p:cNvPr id="160" name="Rectangle 159">
              <a:extLst>
                <a:ext uri="{FF2B5EF4-FFF2-40B4-BE49-F238E27FC236}">
                  <a16:creationId xmlns:a16="http://schemas.microsoft.com/office/drawing/2014/main" id="{5F5AF52B-C762-40EB-9BFA-B4B4BA2E5760}"/>
                </a:ext>
              </a:extLst>
            </p:cNvPr>
            <p:cNvSpPr>
              <a:spLocks noChangeArrowheads="1"/>
            </p:cNvSpPr>
            <p:nvPr/>
          </p:nvSpPr>
          <p:spPr bwMode="auto">
            <a:xfrm>
              <a:off x="8192768" y="3770945"/>
              <a:ext cx="1051966" cy="386415"/>
            </a:xfrm>
            <a:prstGeom prst="rect">
              <a:avLst/>
            </a:prstGeom>
            <a:solidFill>
              <a:schemeClr val="bg2">
                <a:lumMod val="7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00:00-24:00</a:t>
              </a:r>
            </a:p>
          </p:txBody>
        </p:sp>
        <p:sp>
          <p:nvSpPr>
            <p:cNvPr id="161" name="Rectangle 160">
              <a:extLst>
                <a:ext uri="{FF2B5EF4-FFF2-40B4-BE49-F238E27FC236}">
                  <a16:creationId xmlns:a16="http://schemas.microsoft.com/office/drawing/2014/main" id="{BAAD8A1B-2592-4EFB-BAE2-044E83C4750E}"/>
                </a:ext>
              </a:extLst>
            </p:cNvPr>
            <p:cNvSpPr>
              <a:spLocks noChangeArrowheads="1"/>
            </p:cNvSpPr>
            <p:nvPr/>
          </p:nvSpPr>
          <p:spPr bwMode="auto">
            <a:xfrm>
              <a:off x="9270636" y="3772968"/>
              <a:ext cx="2130036" cy="386415"/>
            </a:xfrm>
            <a:prstGeom prst="rect">
              <a:avLst/>
            </a:prstGeom>
            <a:solidFill>
              <a:schemeClr val="bg2">
                <a:lumMod val="7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As per the Profile</a:t>
              </a:r>
            </a:p>
          </p:txBody>
        </p:sp>
        <p:sp>
          <p:nvSpPr>
            <p:cNvPr id="162" name="Rectangle 161">
              <a:extLst>
                <a:ext uri="{FF2B5EF4-FFF2-40B4-BE49-F238E27FC236}">
                  <a16:creationId xmlns:a16="http://schemas.microsoft.com/office/drawing/2014/main" id="{116AF01F-156C-416C-81B4-87986F584085}"/>
                </a:ext>
              </a:extLst>
            </p:cNvPr>
            <p:cNvSpPr>
              <a:spLocks noChangeArrowheads="1"/>
            </p:cNvSpPr>
            <p:nvPr/>
          </p:nvSpPr>
          <p:spPr bwMode="auto">
            <a:xfrm>
              <a:off x="8197304" y="4660230"/>
              <a:ext cx="3203368" cy="386415"/>
            </a:xfrm>
            <a:prstGeom prst="rect">
              <a:avLst/>
            </a:prstGeom>
            <a:solidFill>
              <a:schemeClr val="accent1"/>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D+1</a:t>
              </a:r>
            </a:p>
          </p:txBody>
        </p:sp>
        <p:sp>
          <p:nvSpPr>
            <p:cNvPr id="163" name="Text Box 3">
              <a:extLst>
                <a:ext uri="{FF2B5EF4-FFF2-40B4-BE49-F238E27FC236}">
                  <a16:creationId xmlns:a16="http://schemas.microsoft.com/office/drawing/2014/main" id="{707607B8-5C9C-4264-B00A-E5F67062CBEB}"/>
                </a:ext>
              </a:extLst>
            </p:cNvPr>
            <p:cNvSpPr txBox="1">
              <a:spLocks noChangeArrowheads="1"/>
            </p:cNvSpPr>
            <p:nvPr/>
          </p:nvSpPr>
          <p:spPr bwMode="auto">
            <a:xfrm>
              <a:off x="6448938" y="5248791"/>
              <a:ext cx="1285712" cy="323165"/>
            </a:xfrm>
            <a:prstGeom prst="rect">
              <a:avLst/>
            </a:prstGeom>
            <a:noFill/>
            <a:ln w="9525" algn="ctr">
              <a:noFill/>
              <a:miter lim="800000"/>
              <a:headEnd/>
              <a:tailEnd/>
            </a:ln>
          </p:spPr>
          <p:txBody>
            <a:bodyPr wrap="square" lIns="0" tIns="0" rIns="0" bIns="0">
              <a:spAutoFit/>
            </a:bodyPr>
            <a:lstStyle/>
            <a:p>
              <a:r>
                <a:rPr lang="en-US" altLang="ja-JP" sz="1050" i="1" dirty="0">
                  <a:ea typeface="ＭＳ Ｐゴシック" charset="-128"/>
                </a:rPr>
                <a:t>T: Trading Day</a:t>
              </a:r>
            </a:p>
            <a:p>
              <a:r>
                <a:rPr lang="en-US" altLang="ja-JP" sz="1050" i="1" dirty="0">
                  <a:ea typeface="ＭＳ Ｐゴシック" charset="-128"/>
                </a:rPr>
                <a:t>D: Delivery Day</a:t>
              </a:r>
            </a:p>
          </p:txBody>
        </p:sp>
      </p:grpSp>
      <p:sp>
        <p:nvSpPr>
          <p:cNvPr id="164" name="TextBox 163">
            <a:extLst>
              <a:ext uri="{FF2B5EF4-FFF2-40B4-BE49-F238E27FC236}">
                <a16:creationId xmlns:a16="http://schemas.microsoft.com/office/drawing/2014/main" id="{654C16AD-9FB7-4F67-9BDC-25F0C1B8C529}"/>
              </a:ext>
            </a:extLst>
          </p:cNvPr>
          <p:cNvSpPr txBox="1"/>
          <p:nvPr/>
        </p:nvSpPr>
        <p:spPr>
          <a:xfrm>
            <a:off x="501650" y="6430099"/>
            <a:ext cx="4944139"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IEX website</a:t>
            </a:r>
          </a:p>
        </p:txBody>
      </p:sp>
    </p:spTree>
    <p:extLst>
      <p:ext uri="{BB962C8B-B14F-4D97-AF65-F5344CB8AC3E}">
        <p14:creationId xmlns:p14="http://schemas.microsoft.com/office/powerpoint/2010/main" val="66973770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134620"/>
            <a:ext cx="11188700" cy="334099"/>
          </a:xfrm>
          <a:noFill/>
        </p:spPr>
        <p:txBody>
          <a:bodyPr/>
          <a:lstStyle/>
          <a:p>
            <a:r>
              <a:rPr lang="en-US" sz="2800" b="1" dirty="0"/>
              <a:t>IEX Market Structure: Green Day Ahead Market (G-DAM)</a:t>
            </a:r>
            <a:endParaRPr lang="en-GB" sz="2800" b="1" dirty="0"/>
          </a:p>
        </p:txBody>
      </p:sp>
      <p:sp>
        <p:nvSpPr>
          <p:cNvPr id="4" name="Rectangle: Rounded Corners 3">
            <a:extLst>
              <a:ext uri="{FF2B5EF4-FFF2-40B4-BE49-F238E27FC236}">
                <a16:creationId xmlns:a16="http://schemas.microsoft.com/office/drawing/2014/main" id="{80BECEF3-6640-44BC-9544-22F0AFEE5E7A}"/>
              </a:ext>
            </a:extLst>
          </p:cNvPr>
          <p:cNvSpPr/>
          <p:nvPr/>
        </p:nvSpPr>
        <p:spPr bwMode="gray">
          <a:xfrm>
            <a:off x="501650" y="1027416"/>
            <a:ext cx="5447457" cy="5383657"/>
          </a:xfrm>
          <a:prstGeom prst="roundRect">
            <a:avLst>
              <a:gd name="adj" fmla="val 3780"/>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2C44AAB5-34E7-41D3-AD25-AFD741F06CA4}"/>
              </a:ext>
            </a:extLst>
          </p:cNvPr>
          <p:cNvSpPr/>
          <p:nvPr/>
        </p:nvSpPr>
        <p:spPr bwMode="gray">
          <a:xfrm>
            <a:off x="1968429" y="829152"/>
            <a:ext cx="2563091"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G-DAM Structure</a:t>
            </a:r>
          </a:p>
        </p:txBody>
      </p:sp>
      <p:sp>
        <p:nvSpPr>
          <p:cNvPr id="6" name="Rectangle: Rounded Corners 5">
            <a:extLst>
              <a:ext uri="{FF2B5EF4-FFF2-40B4-BE49-F238E27FC236}">
                <a16:creationId xmlns:a16="http://schemas.microsoft.com/office/drawing/2014/main" id="{499D4A68-B8E2-459F-AF45-FC74249786F9}"/>
              </a:ext>
            </a:extLst>
          </p:cNvPr>
          <p:cNvSpPr/>
          <p:nvPr/>
        </p:nvSpPr>
        <p:spPr bwMode="gray">
          <a:xfrm>
            <a:off x="6242894" y="1027416"/>
            <a:ext cx="5447456" cy="5383657"/>
          </a:xfrm>
          <a:prstGeom prst="roundRect">
            <a:avLst>
              <a:gd name="adj" fmla="val 2402"/>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92362428-B041-4826-85CF-4A58BB42110C}"/>
              </a:ext>
            </a:extLst>
          </p:cNvPr>
          <p:cNvSpPr/>
          <p:nvPr/>
        </p:nvSpPr>
        <p:spPr bwMode="gray">
          <a:xfrm>
            <a:off x="7415886" y="842426"/>
            <a:ext cx="3010316"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Trading Process</a:t>
            </a:r>
          </a:p>
        </p:txBody>
      </p:sp>
      <p:sp>
        <p:nvSpPr>
          <p:cNvPr id="15" name="TextBox 14">
            <a:extLst>
              <a:ext uri="{FF2B5EF4-FFF2-40B4-BE49-F238E27FC236}">
                <a16:creationId xmlns:a16="http://schemas.microsoft.com/office/drawing/2014/main" id="{86BB6882-F61F-42A0-BAA4-3FACE25E3B37}"/>
              </a:ext>
            </a:extLst>
          </p:cNvPr>
          <p:cNvSpPr txBox="1"/>
          <p:nvPr/>
        </p:nvSpPr>
        <p:spPr>
          <a:xfrm>
            <a:off x="606176" y="1224183"/>
            <a:ext cx="5243778" cy="1200329"/>
          </a:xfrm>
          <a:prstGeom prst="rect">
            <a:avLst/>
          </a:prstGeom>
          <a:noFill/>
        </p:spPr>
        <p:txBody>
          <a:bodyPr wrap="square">
            <a:spAutoFit/>
          </a:bodyPr>
          <a:lstStyle/>
          <a:p>
            <a:pPr algn="just"/>
            <a:r>
              <a:rPr lang="en-US" sz="1200" i="1" dirty="0"/>
              <a:t>Green Day ahead Market allows anonymous &amp; double sided closed collective auction in renewable energy on the day-ahead. The Exchange now invites bids for conventional and renewable in an integrated way through separate bidding windows. The clearing takes place in a sequential manner – first in the renewable segment having the must-run status, considering the availability of the transmission corridor, followed by conventional segment. </a:t>
            </a:r>
          </a:p>
        </p:txBody>
      </p:sp>
      <p:grpSp>
        <p:nvGrpSpPr>
          <p:cNvPr id="2" name="Group 1">
            <a:extLst>
              <a:ext uri="{FF2B5EF4-FFF2-40B4-BE49-F238E27FC236}">
                <a16:creationId xmlns:a16="http://schemas.microsoft.com/office/drawing/2014/main" id="{07E2059A-324F-4D63-AFF0-F0F7FDFDA29F}"/>
              </a:ext>
            </a:extLst>
          </p:cNvPr>
          <p:cNvGrpSpPr/>
          <p:nvPr/>
        </p:nvGrpSpPr>
        <p:grpSpPr>
          <a:xfrm>
            <a:off x="1649322" y="2790313"/>
            <a:ext cx="3402424" cy="1188411"/>
            <a:chOff x="2696162" y="1619239"/>
            <a:chExt cx="6794581" cy="1120014"/>
          </a:xfrm>
        </p:grpSpPr>
        <p:sp>
          <p:nvSpPr>
            <p:cNvPr id="89" name="Text Box 10">
              <a:extLst>
                <a:ext uri="{FF2B5EF4-FFF2-40B4-BE49-F238E27FC236}">
                  <a16:creationId xmlns:a16="http://schemas.microsoft.com/office/drawing/2014/main" id="{CEB7A64D-659D-4911-9143-3670714A03F3}"/>
                </a:ext>
              </a:extLst>
            </p:cNvPr>
            <p:cNvSpPr txBox="1">
              <a:spLocks noChangeArrowheads="1"/>
            </p:cNvSpPr>
            <p:nvPr/>
          </p:nvSpPr>
          <p:spPr bwMode="auto">
            <a:xfrm>
              <a:off x="2696162"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Solar</a:t>
              </a:r>
            </a:p>
          </p:txBody>
        </p:sp>
        <p:sp>
          <p:nvSpPr>
            <p:cNvPr id="90" name="Rectangle 89">
              <a:extLst>
                <a:ext uri="{FF2B5EF4-FFF2-40B4-BE49-F238E27FC236}">
                  <a16:creationId xmlns:a16="http://schemas.microsoft.com/office/drawing/2014/main" id="{7073E565-082B-422A-ADA0-F729B6D4EC96}"/>
                </a:ext>
              </a:extLst>
            </p:cNvPr>
            <p:cNvSpPr>
              <a:spLocks noChangeArrowheads="1"/>
            </p:cNvSpPr>
            <p:nvPr/>
          </p:nvSpPr>
          <p:spPr bwMode="auto">
            <a:xfrm>
              <a:off x="2696162"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Trading of 15-min contracts</a:t>
              </a:r>
            </a:p>
          </p:txBody>
        </p:sp>
        <p:cxnSp>
          <p:nvCxnSpPr>
            <p:cNvPr id="91" name="AutoShape 16">
              <a:extLst>
                <a:ext uri="{FF2B5EF4-FFF2-40B4-BE49-F238E27FC236}">
                  <a16:creationId xmlns:a16="http://schemas.microsoft.com/office/drawing/2014/main" id="{4A41E76C-89FA-4AF4-9CFF-350B2565D7E3}"/>
                </a:ext>
              </a:extLst>
            </p:cNvPr>
            <p:cNvCxnSpPr>
              <a:cxnSpLocks noChangeShapeType="1"/>
              <a:stCxn id="109" idx="2"/>
              <a:endCxn id="90" idx="3"/>
            </p:cNvCxnSpPr>
            <p:nvPr/>
          </p:nvCxnSpPr>
          <p:spPr bwMode="auto">
            <a:xfrm rot="5400000">
              <a:off x="5285925" y="1689637"/>
              <a:ext cx="97630" cy="1498684"/>
            </a:xfrm>
            <a:prstGeom prst="bentConnector2">
              <a:avLst/>
            </a:prstGeom>
            <a:noFill/>
            <a:ln w="6350">
              <a:solidFill>
                <a:srgbClr val="BBBCBC"/>
              </a:solidFill>
              <a:miter lim="800000"/>
              <a:headEnd type="none" w="sm" len="sm"/>
              <a:tailEnd type="none" w="med" len="lg"/>
            </a:ln>
          </p:spPr>
        </p:cxnSp>
        <p:cxnSp>
          <p:nvCxnSpPr>
            <p:cNvPr id="92" name="Elbow Connector 125">
              <a:extLst>
                <a:ext uri="{FF2B5EF4-FFF2-40B4-BE49-F238E27FC236}">
                  <a16:creationId xmlns:a16="http://schemas.microsoft.com/office/drawing/2014/main" id="{36154DFB-7073-48A7-B553-1CF81120AEE4}"/>
                </a:ext>
              </a:extLst>
            </p:cNvPr>
            <p:cNvCxnSpPr>
              <a:stCxn id="111" idx="1"/>
              <a:endCxn id="109" idx="2"/>
            </p:cNvCxnSpPr>
            <p:nvPr/>
          </p:nvCxnSpPr>
          <p:spPr>
            <a:xfrm rot="10800000">
              <a:off x="6084084" y="2390163"/>
              <a:ext cx="1517427" cy="97630"/>
            </a:xfrm>
            <a:prstGeom prst="bentConnector2">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06" name="Elbow Connector 134">
              <a:extLst>
                <a:ext uri="{FF2B5EF4-FFF2-40B4-BE49-F238E27FC236}">
                  <a16:creationId xmlns:a16="http://schemas.microsoft.com/office/drawing/2014/main" id="{25E63B9F-139B-40D0-8EB5-0DE618B8CA42}"/>
                </a:ext>
              </a:extLst>
            </p:cNvPr>
            <p:cNvCxnSpPr>
              <a:cxnSpLocks/>
              <a:stCxn id="109" idx="2"/>
              <a:endCxn id="64" idx="0"/>
            </p:cNvCxnSpPr>
            <p:nvPr/>
          </p:nvCxnSpPr>
          <p:spPr>
            <a:xfrm rot="16200000" flipH="1">
              <a:off x="5947210" y="2527035"/>
              <a:ext cx="276290" cy="2544"/>
            </a:xfrm>
            <a:prstGeom prst="bentConnector3">
              <a:avLst>
                <a:gd name="adj1" fmla="val 50000"/>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107" name="Text Box 10">
              <a:extLst>
                <a:ext uri="{FF2B5EF4-FFF2-40B4-BE49-F238E27FC236}">
                  <a16:creationId xmlns:a16="http://schemas.microsoft.com/office/drawing/2014/main" id="{4897E0F5-A8AE-4B14-BFCC-FC5A490A2EFC}"/>
                </a:ext>
              </a:extLst>
            </p:cNvPr>
            <p:cNvSpPr txBox="1">
              <a:spLocks noChangeArrowheads="1"/>
            </p:cNvSpPr>
            <p:nvPr/>
          </p:nvSpPr>
          <p:spPr bwMode="auto">
            <a:xfrm>
              <a:off x="5139464" y="1619239"/>
              <a:ext cx="1889235" cy="274320"/>
            </a:xfrm>
            <a:prstGeom prst="rect">
              <a:avLst/>
            </a:prstGeom>
            <a:solidFill>
              <a:schemeClr val="accent1"/>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G-DAM</a:t>
              </a:r>
            </a:p>
          </p:txBody>
        </p:sp>
        <p:sp>
          <p:nvSpPr>
            <p:cNvPr id="109" name="Rectangle 108">
              <a:extLst>
                <a:ext uri="{FF2B5EF4-FFF2-40B4-BE49-F238E27FC236}">
                  <a16:creationId xmlns:a16="http://schemas.microsoft.com/office/drawing/2014/main" id="{ED373656-1654-4421-9EBB-9D28D24330A6}"/>
                </a:ext>
              </a:extLst>
            </p:cNvPr>
            <p:cNvSpPr>
              <a:spLocks noChangeArrowheads="1"/>
            </p:cNvSpPr>
            <p:nvPr/>
          </p:nvSpPr>
          <p:spPr bwMode="auto">
            <a:xfrm>
              <a:off x="5139464" y="188724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algn="ctr" defTabSz="957998">
                <a:spcBef>
                  <a:spcPts val="300"/>
                </a:spcBef>
                <a:defRPr/>
              </a:pPr>
              <a:r>
                <a:rPr lang="en-US" sz="1000" dirty="0">
                  <a:latin typeface="+mj-lt"/>
                </a:rPr>
                <a:t>Three Categories</a:t>
              </a:r>
            </a:p>
          </p:txBody>
        </p:sp>
        <p:sp>
          <p:nvSpPr>
            <p:cNvPr id="110" name="Text Box 10">
              <a:extLst>
                <a:ext uri="{FF2B5EF4-FFF2-40B4-BE49-F238E27FC236}">
                  <a16:creationId xmlns:a16="http://schemas.microsoft.com/office/drawing/2014/main" id="{66F27DB5-9186-472B-A315-F7C8D67BF855}"/>
                </a:ext>
              </a:extLst>
            </p:cNvPr>
            <p:cNvSpPr txBox="1">
              <a:spLocks noChangeArrowheads="1"/>
            </p:cNvSpPr>
            <p:nvPr/>
          </p:nvSpPr>
          <p:spPr bwMode="auto">
            <a:xfrm>
              <a:off x="7601508"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Non-Solar</a:t>
              </a:r>
            </a:p>
          </p:txBody>
        </p:sp>
        <p:sp>
          <p:nvSpPr>
            <p:cNvPr id="111" name="Rectangle 110">
              <a:extLst>
                <a:ext uri="{FF2B5EF4-FFF2-40B4-BE49-F238E27FC236}">
                  <a16:creationId xmlns:a16="http://schemas.microsoft.com/office/drawing/2014/main" id="{1949925B-8717-474C-8B2D-90C12C76B944}"/>
                </a:ext>
              </a:extLst>
            </p:cNvPr>
            <p:cNvSpPr>
              <a:spLocks noChangeArrowheads="1"/>
            </p:cNvSpPr>
            <p:nvPr/>
          </p:nvSpPr>
          <p:spPr bwMode="auto">
            <a:xfrm>
              <a:off x="7601508"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Trading of 15-min contracts</a:t>
              </a:r>
            </a:p>
          </p:txBody>
        </p:sp>
      </p:grpSp>
      <p:sp>
        <p:nvSpPr>
          <p:cNvPr id="64" name="Text Box 10">
            <a:extLst>
              <a:ext uri="{FF2B5EF4-FFF2-40B4-BE49-F238E27FC236}">
                <a16:creationId xmlns:a16="http://schemas.microsoft.com/office/drawing/2014/main" id="{4788FF2B-3DB6-4D86-A064-233C0DCC94EA}"/>
              </a:ext>
            </a:extLst>
          </p:cNvPr>
          <p:cNvSpPr txBox="1">
            <a:spLocks noChangeArrowheads="1"/>
          </p:cNvSpPr>
          <p:nvPr/>
        </p:nvSpPr>
        <p:spPr bwMode="auto">
          <a:xfrm>
            <a:off x="2874093" y="3901478"/>
            <a:ext cx="946045" cy="291073"/>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Hydro</a:t>
            </a:r>
          </a:p>
        </p:txBody>
      </p:sp>
      <p:sp>
        <p:nvSpPr>
          <p:cNvPr id="65" name="Rectangle 64">
            <a:extLst>
              <a:ext uri="{FF2B5EF4-FFF2-40B4-BE49-F238E27FC236}">
                <a16:creationId xmlns:a16="http://schemas.microsoft.com/office/drawing/2014/main" id="{56DECB37-221F-4A1A-B74B-00DF49228750}"/>
              </a:ext>
            </a:extLst>
          </p:cNvPr>
          <p:cNvSpPr>
            <a:spLocks noChangeArrowheads="1"/>
          </p:cNvSpPr>
          <p:nvPr/>
        </p:nvSpPr>
        <p:spPr bwMode="auto">
          <a:xfrm>
            <a:off x="2874093" y="4191527"/>
            <a:ext cx="946045" cy="533633"/>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Trading of 15-min contracts</a:t>
            </a:r>
          </a:p>
        </p:txBody>
      </p:sp>
      <p:cxnSp>
        <p:nvCxnSpPr>
          <p:cNvPr id="68" name="Elbow Connector 134">
            <a:extLst>
              <a:ext uri="{FF2B5EF4-FFF2-40B4-BE49-F238E27FC236}">
                <a16:creationId xmlns:a16="http://schemas.microsoft.com/office/drawing/2014/main" id="{C7142EF9-231B-45FE-9390-05F2E7252000}"/>
              </a:ext>
            </a:extLst>
          </p:cNvPr>
          <p:cNvCxnSpPr>
            <a:cxnSpLocks/>
            <a:stCxn id="90" idx="2"/>
          </p:cNvCxnSpPr>
          <p:nvPr/>
        </p:nvCxnSpPr>
        <p:spPr>
          <a:xfrm rot="16200000" flipH="1">
            <a:off x="1971670" y="4129398"/>
            <a:ext cx="1532959" cy="1231609"/>
          </a:xfrm>
          <a:prstGeom prst="bentConnector3">
            <a:avLst>
              <a:gd name="adj1" fmla="val 66403"/>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72" name="Elbow Connector 134">
            <a:extLst>
              <a:ext uri="{FF2B5EF4-FFF2-40B4-BE49-F238E27FC236}">
                <a16:creationId xmlns:a16="http://schemas.microsoft.com/office/drawing/2014/main" id="{35EAE3D3-C5A8-4F01-AAE7-A13988374449}"/>
              </a:ext>
            </a:extLst>
          </p:cNvPr>
          <p:cNvCxnSpPr>
            <a:cxnSpLocks/>
            <a:stCxn id="111" idx="2"/>
          </p:cNvCxnSpPr>
          <p:nvPr/>
        </p:nvCxnSpPr>
        <p:spPr>
          <a:xfrm rot="5400000">
            <a:off x="3199860" y="4132816"/>
            <a:ext cx="1532957" cy="1224772"/>
          </a:xfrm>
          <a:prstGeom prst="bentConnector3">
            <a:avLst>
              <a:gd name="adj1" fmla="val 66404"/>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76" name="Elbow Connector 134">
            <a:extLst>
              <a:ext uri="{FF2B5EF4-FFF2-40B4-BE49-F238E27FC236}">
                <a16:creationId xmlns:a16="http://schemas.microsoft.com/office/drawing/2014/main" id="{9D35EA09-35B5-45F3-B095-66DB9906363C}"/>
              </a:ext>
            </a:extLst>
          </p:cNvPr>
          <p:cNvCxnSpPr>
            <a:cxnSpLocks/>
            <a:stCxn id="65" idx="2"/>
          </p:cNvCxnSpPr>
          <p:nvPr/>
        </p:nvCxnSpPr>
        <p:spPr>
          <a:xfrm rot="16200000" flipH="1">
            <a:off x="2957274" y="5115002"/>
            <a:ext cx="786521" cy="6836"/>
          </a:xfrm>
          <a:prstGeom prst="bentConnector3">
            <a:avLst>
              <a:gd name="adj1" fmla="val 50000"/>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0EC37637-CAC6-4FB4-AEFA-A941B843E09C}"/>
              </a:ext>
            </a:extLst>
          </p:cNvPr>
          <p:cNvSpPr>
            <a:spLocks noChangeArrowheads="1"/>
          </p:cNvSpPr>
          <p:nvPr/>
        </p:nvSpPr>
        <p:spPr bwMode="auto">
          <a:xfrm>
            <a:off x="1370847" y="5175127"/>
            <a:ext cx="3966210" cy="1111373"/>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Key Features:</a:t>
            </a:r>
          </a:p>
          <a:p>
            <a:pPr marL="228600" indent="-228600" defTabSz="957998">
              <a:spcBef>
                <a:spcPts val="300"/>
              </a:spcBef>
              <a:buAutoNum type="arabicPeriod"/>
              <a:defRPr/>
            </a:pPr>
            <a:r>
              <a:rPr lang="en-US" sz="1000" dirty="0">
                <a:latin typeface="+mj-lt"/>
              </a:rPr>
              <a:t>Participants at either premium or discount price can use ‘Order Carry forward (OCF)’ at the time of placing bid to carry forward uncleared bids to conventional DAM</a:t>
            </a:r>
          </a:p>
          <a:p>
            <a:pPr marL="228600" indent="-228600" defTabSz="957998">
              <a:spcBef>
                <a:spcPts val="300"/>
              </a:spcBef>
              <a:buAutoNum type="arabicPeriod"/>
              <a:defRPr/>
            </a:pPr>
            <a:r>
              <a:rPr lang="en-US" sz="1000" dirty="0">
                <a:latin typeface="+mj-lt"/>
              </a:rPr>
              <a:t>Double-sided anonymous closed bidding auction</a:t>
            </a:r>
          </a:p>
          <a:p>
            <a:pPr marL="228600" indent="-228600" defTabSz="957998">
              <a:spcBef>
                <a:spcPts val="300"/>
              </a:spcBef>
              <a:buAutoNum type="arabicPeriod"/>
              <a:defRPr/>
            </a:pPr>
            <a:r>
              <a:rPr lang="en-US" sz="1000" dirty="0">
                <a:latin typeface="+mj-lt"/>
              </a:rPr>
              <a:t>Separate Price forming for Green power</a:t>
            </a:r>
          </a:p>
        </p:txBody>
      </p:sp>
      <p:grpSp>
        <p:nvGrpSpPr>
          <p:cNvPr id="21" name="Group 20">
            <a:extLst>
              <a:ext uri="{FF2B5EF4-FFF2-40B4-BE49-F238E27FC236}">
                <a16:creationId xmlns:a16="http://schemas.microsoft.com/office/drawing/2014/main" id="{60C17F64-B38F-4CC9-8B8A-4ECE94D73FD7}"/>
              </a:ext>
            </a:extLst>
          </p:cNvPr>
          <p:cNvGrpSpPr/>
          <p:nvPr/>
        </p:nvGrpSpPr>
        <p:grpSpPr>
          <a:xfrm>
            <a:off x="6436360" y="2002242"/>
            <a:ext cx="5060524" cy="2853515"/>
            <a:chOff x="6440856" y="1693320"/>
            <a:chExt cx="5060524" cy="2853515"/>
          </a:xfrm>
        </p:grpSpPr>
        <p:sp>
          <p:nvSpPr>
            <p:cNvPr id="123" name="AutoShape 4">
              <a:extLst>
                <a:ext uri="{FF2B5EF4-FFF2-40B4-BE49-F238E27FC236}">
                  <a16:creationId xmlns:a16="http://schemas.microsoft.com/office/drawing/2014/main" id="{548B7A45-A87F-4B72-B033-18772E579D41}"/>
                </a:ext>
              </a:extLst>
            </p:cNvPr>
            <p:cNvSpPr>
              <a:spLocks noChangeArrowheads="1"/>
            </p:cNvSpPr>
            <p:nvPr/>
          </p:nvSpPr>
          <p:spPr bwMode="auto">
            <a:xfrm>
              <a:off x="9598472" y="1820719"/>
              <a:ext cx="1870780" cy="322120"/>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Scheduled as RE Power</a:t>
              </a:r>
            </a:p>
          </p:txBody>
        </p:sp>
        <p:sp>
          <p:nvSpPr>
            <p:cNvPr id="124" name="AutoShape 5">
              <a:extLst>
                <a:ext uri="{FF2B5EF4-FFF2-40B4-BE49-F238E27FC236}">
                  <a16:creationId xmlns:a16="http://schemas.microsoft.com/office/drawing/2014/main" id="{15E3D113-FF5F-456E-A38B-7C7A46709894}"/>
                </a:ext>
              </a:extLst>
            </p:cNvPr>
            <p:cNvSpPr>
              <a:spLocks noChangeArrowheads="1"/>
            </p:cNvSpPr>
            <p:nvPr/>
          </p:nvSpPr>
          <p:spPr bwMode="auto">
            <a:xfrm>
              <a:off x="9598472" y="2508139"/>
              <a:ext cx="1870780" cy="299788"/>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Green power at bundled </a:t>
              </a:r>
            </a:p>
            <a:p>
              <a:pPr marL="171450" indent="-171450"/>
              <a:r>
                <a:rPr lang="en-US" sz="1200" dirty="0">
                  <a:solidFill>
                    <a:schemeClr val="bg1"/>
                  </a:solidFill>
                  <a:cs typeface="Arial" pitchFamily="34" charset="0"/>
                </a:rPr>
                <a:t>price to meet RPO</a:t>
              </a:r>
            </a:p>
          </p:txBody>
        </p:sp>
        <p:sp>
          <p:nvSpPr>
            <p:cNvPr id="125" name="AutoShape 6">
              <a:extLst>
                <a:ext uri="{FF2B5EF4-FFF2-40B4-BE49-F238E27FC236}">
                  <a16:creationId xmlns:a16="http://schemas.microsoft.com/office/drawing/2014/main" id="{CB7249A8-3ED7-455A-A131-1B0C38E5A90B}"/>
                </a:ext>
              </a:extLst>
            </p:cNvPr>
            <p:cNvSpPr>
              <a:spLocks noChangeArrowheads="1"/>
            </p:cNvSpPr>
            <p:nvPr/>
          </p:nvSpPr>
          <p:spPr bwMode="auto">
            <a:xfrm>
              <a:off x="6440856" y="1693320"/>
              <a:ext cx="675285" cy="334319"/>
            </a:xfrm>
            <a:prstGeom prst="homePlate">
              <a:avLst>
                <a:gd name="adj" fmla="val 0"/>
              </a:avLst>
            </a:prstGeom>
            <a:solidFill>
              <a:schemeClr val="accent1"/>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RE Seller</a:t>
              </a:r>
            </a:p>
          </p:txBody>
        </p:sp>
        <p:sp>
          <p:nvSpPr>
            <p:cNvPr id="126" name="AutoShape 7">
              <a:extLst>
                <a:ext uri="{FF2B5EF4-FFF2-40B4-BE49-F238E27FC236}">
                  <a16:creationId xmlns:a16="http://schemas.microsoft.com/office/drawing/2014/main" id="{51E4A81A-93E9-47FB-941E-5F7D1895A7DE}"/>
                </a:ext>
              </a:extLst>
            </p:cNvPr>
            <p:cNvSpPr>
              <a:spLocks noChangeArrowheads="1"/>
            </p:cNvSpPr>
            <p:nvPr/>
          </p:nvSpPr>
          <p:spPr bwMode="auto">
            <a:xfrm>
              <a:off x="7829930" y="1820553"/>
              <a:ext cx="628270" cy="351832"/>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GDAM</a:t>
              </a:r>
            </a:p>
          </p:txBody>
        </p:sp>
        <p:sp>
          <p:nvSpPr>
            <p:cNvPr id="163" name="Text Box 3">
              <a:extLst>
                <a:ext uri="{FF2B5EF4-FFF2-40B4-BE49-F238E27FC236}">
                  <a16:creationId xmlns:a16="http://schemas.microsoft.com/office/drawing/2014/main" id="{707607B8-5C9C-4264-B00A-E5F67062CBEB}"/>
                </a:ext>
              </a:extLst>
            </p:cNvPr>
            <p:cNvSpPr txBox="1">
              <a:spLocks noChangeArrowheads="1"/>
            </p:cNvSpPr>
            <p:nvPr/>
          </p:nvSpPr>
          <p:spPr bwMode="auto">
            <a:xfrm rot="16200000">
              <a:off x="7507785" y="2559883"/>
              <a:ext cx="1030681" cy="323165"/>
            </a:xfrm>
            <a:prstGeom prst="rect">
              <a:avLst/>
            </a:prstGeom>
            <a:noFill/>
            <a:ln w="9525" algn="ctr">
              <a:noFill/>
              <a:miter lim="800000"/>
              <a:headEnd/>
              <a:tailEnd/>
            </a:ln>
          </p:spPr>
          <p:txBody>
            <a:bodyPr wrap="square" lIns="0" tIns="0" rIns="0" bIns="0">
              <a:spAutoFit/>
            </a:bodyPr>
            <a:lstStyle/>
            <a:p>
              <a:r>
                <a:rPr lang="en-US" altLang="ja-JP" sz="1050" i="1" dirty="0">
                  <a:ea typeface="ＭＳ Ｐゴシック" charset="-128"/>
                </a:rPr>
                <a:t>Bidding of Unsold/ uncleared Bids</a:t>
              </a:r>
            </a:p>
          </p:txBody>
        </p:sp>
        <p:sp>
          <p:nvSpPr>
            <p:cNvPr id="80" name="AutoShape 6">
              <a:extLst>
                <a:ext uri="{FF2B5EF4-FFF2-40B4-BE49-F238E27FC236}">
                  <a16:creationId xmlns:a16="http://schemas.microsoft.com/office/drawing/2014/main" id="{92D12522-EA17-4165-8090-1B40B1B55F37}"/>
                </a:ext>
              </a:extLst>
            </p:cNvPr>
            <p:cNvSpPr>
              <a:spLocks noChangeArrowheads="1"/>
            </p:cNvSpPr>
            <p:nvPr/>
          </p:nvSpPr>
          <p:spPr bwMode="auto">
            <a:xfrm>
              <a:off x="6450124" y="2075415"/>
              <a:ext cx="675285" cy="334319"/>
            </a:xfrm>
            <a:prstGeom prst="homePlate">
              <a:avLst>
                <a:gd name="adj" fmla="val 0"/>
              </a:avLst>
            </a:prstGeom>
            <a:solidFill>
              <a:schemeClr val="accent1"/>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RE Buyer</a:t>
              </a:r>
            </a:p>
          </p:txBody>
        </p:sp>
        <p:sp>
          <p:nvSpPr>
            <p:cNvPr id="20" name="Arrow: Right 19">
              <a:extLst>
                <a:ext uri="{FF2B5EF4-FFF2-40B4-BE49-F238E27FC236}">
                  <a16:creationId xmlns:a16="http://schemas.microsoft.com/office/drawing/2014/main" id="{E88AED67-0266-42F2-AF71-6A2552DB9E26}"/>
                </a:ext>
              </a:extLst>
            </p:cNvPr>
            <p:cNvSpPr/>
            <p:nvPr/>
          </p:nvSpPr>
          <p:spPr bwMode="gray">
            <a:xfrm>
              <a:off x="7226158" y="1784068"/>
              <a:ext cx="499460" cy="469963"/>
            </a:xfrm>
            <a:prstGeom prst="rightArrow">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accent5"/>
                  </a:solidFill>
                </a:rPr>
                <a:t>Bid</a:t>
              </a:r>
            </a:p>
          </p:txBody>
        </p:sp>
        <p:sp>
          <p:nvSpPr>
            <p:cNvPr id="82" name="Arrow: Right 81">
              <a:extLst>
                <a:ext uri="{FF2B5EF4-FFF2-40B4-BE49-F238E27FC236}">
                  <a16:creationId xmlns:a16="http://schemas.microsoft.com/office/drawing/2014/main" id="{3858152A-CBB9-4F02-A37B-6FAAEB234B69}"/>
                </a:ext>
              </a:extLst>
            </p:cNvPr>
            <p:cNvSpPr/>
            <p:nvPr/>
          </p:nvSpPr>
          <p:spPr bwMode="gray">
            <a:xfrm>
              <a:off x="8562512" y="1778742"/>
              <a:ext cx="976772" cy="469963"/>
            </a:xfrm>
            <a:prstGeom prst="rightArrow">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accent5"/>
                  </a:solidFill>
                </a:rPr>
                <a:t>Cleared</a:t>
              </a:r>
            </a:p>
          </p:txBody>
        </p:sp>
        <p:sp>
          <p:nvSpPr>
            <p:cNvPr id="83" name="Arrow: Right 82">
              <a:extLst>
                <a:ext uri="{FF2B5EF4-FFF2-40B4-BE49-F238E27FC236}">
                  <a16:creationId xmlns:a16="http://schemas.microsoft.com/office/drawing/2014/main" id="{82323305-4CB8-4E58-BDE5-0CB5CCE49E93}"/>
                </a:ext>
              </a:extLst>
            </p:cNvPr>
            <p:cNvSpPr/>
            <p:nvPr/>
          </p:nvSpPr>
          <p:spPr bwMode="gray">
            <a:xfrm rot="5400000">
              <a:off x="10311730" y="2088166"/>
              <a:ext cx="299790" cy="469963"/>
            </a:xfrm>
            <a:prstGeom prst="rightArrow">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accent5"/>
                </a:solidFill>
              </a:endParaRPr>
            </a:p>
          </p:txBody>
        </p:sp>
        <p:sp>
          <p:nvSpPr>
            <p:cNvPr id="84" name="AutoShape 4">
              <a:extLst>
                <a:ext uri="{FF2B5EF4-FFF2-40B4-BE49-F238E27FC236}">
                  <a16:creationId xmlns:a16="http://schemas.microsoft.com/office/drawing/2014/main" id="{2EBB0CD2-D591-4F4F-B58C-CD56D91BF937}"/>
                </a:ext>
              </a:extLst>
            </p:cNvPr>
            <p:cNvSpPr>
              <a:spLocks noChangeArrowheads="1"/>
            </p:cNvSpPr>
            <p:nvPr/>
          </p:nvSpPr>
          <p:spPr bwMode="auto">
            <a:xfrm>
              <a:off x="9630600" y="3516321"/>
              <a:ext cx="1870780" cy="322120"/>
            </a:xfrm>
            <a:prstGeom prst="chevron">
              <a:avLst>
                <a:gd name="adj" fmla="val 0"/>
              </a:avLst>
            </a:prstGeom>
            <a:solidFill>
              <a:schemeClr val="tx1">
                <a:lumMod val="50000"/>
                <a:lumOff val="50000"/>
              </a:schemeClr>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Scheduled as Conventional</a:t>
              </a:r>
            </a:p>
            <a:p>
              <a:pPr marL="171450" indent="-171450"/>
              <a:r>
                <a:rPr lang="en-US" sz="1200" dirty="0">
                  <a:solidFill>
                    <a:schemeClr val="bg1"/>
                  </a:solidFill>
                  <a:cs typeface="Arial" pitchFamily="34" charset="0"/>
                </a:rPr>
                <a:t>DAM Power</a:t>
              </a:r>
            </a:p>
          </p:txBody>
        </p:sp>
        <p:sp>
          <p:nvSpPr>
            <p:cNvPr id="85" name="AutoShape 5">
              <a:extLst>
                <a:ext uri="{FF2B5EF4-FFF2-40B4-BE49-F238E27FC236}">
                  <a16:creationId xmlns:a16="http://schemas.microsoft.com/office/drawing/2014/main" id="{AAB5CE2A-B0F0-4354-A11C-D3E1104A27F8}"/>
                </a:ext>
              </a:extLst>
            </p:cNvPr>
            <p:cNvSpPr>
              <a:spLocks noChangeArrowheads="1"/>
            </p:cNvSpPr>
            <p:nvPr/>
          </p:nvSpPr>
          <p:spPr bwMode="auto">
            <a:xfrm>
              <a:off x="9630600" y="4203741"/>
              <a:ext cx="1870780" cy="343094"/>
            </a:xfrm>
            <a:prstGeom prst="chevron">
              <a:avLst>
                <a:gd name="adj" fmla="val 0"/>
              </a:avLst>
            </a:prstGeom>
            <a:solidFill>
              <a:schemeClr val="tx1">
                <a:lumMod val="50000"/>
                <a:lumOff val="50000"/>
              </a:schemeClr>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Electricity at DAM ACP+</a:t>
              </a:r>
            </a:p>
            <a:p>
              <a:pPr marL="171450" indent="-171450"/>
              <a:r>
                <a:rPr lang="en-US" sz="1200" dirty="0">
                  <a:solidFill>
                    <a:schemeClr val="bg1"/>
                  </a:solidFill>
                  <a:cs typeface="Arial" pitchFamily="34" charset="0"/>
                </a:rPr>
                <a:t>Tradeable RECs</a:t>
              </a:r>
            </a:p>
          </p:txBody>
        </p:sp>
        <p:sp>
          <p:nvSpPr>
            <p:cNvPr id="86" name="AutoShape 6">
              <a:extLst>
                <a:ext uri="{FF2B5EF4-FFF2-40B4-BE49-F238E27FC236}">
                  <a16:creationId xmlns:a16="http://schemas.microsoft.com/office/drawing/2014/main" id="{25299DC4-044D-40CF-932F-FC605A653200}"/>
                </a:ext>
              </a:extLst>
            </p:cNvPr>
            <p:cNvSpPr>
              <a:spLocks noChangeArrowheads="1"/>
            </p:cNvSpPr>
            <p:nvPr/>
          </p:nvSpPr>
          <p:spPr bwMode="auto">
            <a:xfrm>
              <a:off x="6472984" y="3388922"/>
              <a:ext cx="675285" cy="334319"/>
            </a:xfrm>
            <a:prstGeom prst="homePlate">
              <a:avLst>
                <a:gd name="adj" fmla="val 0"/>
              </a:avLst>
            </a:prstGeom>
            <a:solidFill>
              <a:schemeClr val="tx2"/>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Conv</a:t>
              </a:r>
            </a:p>
            <a:p>
              <a:pPr marL="171450" indent="-171450" algn="ctr"/>
              <a:r>
                <a:rPr lang="en-US" sz="1200" dirty="0">
                  <a:solidFill>
                    <a:schemeClr val="bg1"/>
                  </a:solidFill>
                  <a:cs typeface="Arial" pitchFamily="34" charset="0"/>
                </a:rPr>
                <a:t>Seller</a:t>
              </a:r>
            </a:p>
          </p:txBody>
        </p:sp>
        <p:sp>
          <p:nvSpPr>
            <p:cNvPr id="87" name="AutoShape 7">
              <a:extLst>
                <a:ext uri="{FF2B5EF4-FFF2-40B4-BE49-F238E27FC236}">
                  <a16:creationId xmlns:a16="http://schemas.microsoft.com/office/drawing/2014/main" id="{B979F574-8652-45D8-A99F-07704CF9255E}"/>
                </a:ext>
              </a:extLst>
            </p:cNvPr>
            <p:cNvSpPr>
              <a:spLocks noChangeArrowheads="1"/>
            </p:cNvSpPr>
            <p:nvPr/>
          </p:nvSpPr>
          <p:spPr bwMode="auto">
            <a:xfrm>
              <a:off x="7862058" y="3516155"/>
              <a:ext cx="628270" cy="351832"/>
            </a:xfrm>
            <a:prstGeom prst="chevron">
              <a:avLst>
                <a:gd name="adj" fmla="val 0"/>
              </a:avLst>
            </a:prstGeom>
            <a:solidFill>
              <a:schemeClr val="tx1">
                <a:lumMod val="50000"/>
                <a:lumOff val="50000"/>
              </a:schemeClr>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DAM</a:t>
              </a:r>
            </a:p>
          </p:txBody>
        </p:sp>
        <p:sp>
          <p:nvSpPr>
            <p:cNvPr id="94" name="AutoShape 6">
              <a:extLst>
                <a:ext uri="{FF2B5EF4-FFF2-40B4-BE49-F238E27FC236}">
                  <a16:creationId xmlns:a16="http://schemas.microsoft.com/office/drawing/2014/main" id="{DA9BF94A-2424-49DC-8673-F2D712416148}"/>
                </a:ext>
              </a:extLst>
            </p:cNvPr>
            <p:cNvSpPr>
              <a:spLocks noChangeArrowheads="1"/>
            </p:cNvSpPr>
            <p:nvPr/>
          </p:nvSpPr>
          <p:spPr bwMode="auto">
            <a:xfrm>
              <a:off x="6482252" y="3771017"/>
              <a:ext cx="675285" cy="334319"/>
            </a:xfrm>
            <a:prstGeom prst="homePlate">
              <a:avLst>
                <a:gd name="adj" fmla="val 0"/>
              </a:avLst>
            </a:prstGeom>
            <a:solidFill>
              <a:schemeClr val="tx2"/>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Conv</a:t>
              </a:r>
            </a:p>
            <a:p>
              <a:pPr marL="171450" indent="-171450" algn="ctr"/>
              <a:r>
                <a:rPr lang="en-US" sz="1200" dirty="0">
                  <a:solidFill>
                    <a:schemeClr val="bg1"/>
                  </a:solidFill>
                  <a:cs typeface="Arial" pitchFamily="34" charset="0"/>
                </a:rPr>
                <a:t>Buyer</a:t>
              </a:r>
            </a:p>
          </p:txBody>
        </p:sp>
        <p:sp>
          <p:nvSpPr>
            <p:cNvPr id="95" name="Arrow: Right 94">
              <a:extLst>
                <a:ext uri="{FF2B5EF4-FFF2-40B4-BE49-F238E27FC236}">
                  <a16:creationId xmlns:a16="http://schemas.microsoft.com/office/drawing/2014/main" id="{A9BC8B35-4E4E-4872-97AB-B0E058F24DAA}"/>
                </a:ext>
              </a:extLst>
            </p:cNvPr>
            <p:cNvSpPr/>
            <p:nvPr/>
          </p:nvSpPr>
          <p:spPr bwMode="gray">
            <a:xfrm>
              <a:off x="7258286" y="3479670"/>
              <a:ext cx="499460" cy="469963"/>
            </a:xfrm>
            <a:prstGeom prst="rightArrow">
              <a:avLst/>
            </a:prstGeom>
            <a:solidFill>
              <a:schemeClr val="tx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tx2"/>
                  </a:solidFill>
                </a:rPr>
                <a:t>Bid</a:t>
              </a:r>
            </a:p>
          </p:txBody>
        </p:sp>
        <p:sp>
          <p:nvSpPr>
            <p:cNvPr id="96" name="Arrow: Right 95">
              <a:extLst>
                <a:ext uri="{FF2B5EF4-FFF2-40B4-BE49-F238E27FC236}">
                  <a16:creationId xmlns:a16="http://schemas.microsoft.com/office/drawing/2014/main" id="{9981B686-1B56-45BD-A88F-CACAD56DCEDF}"/>
                </a:ext>
              </a:extLst>
            </p:cNvPr>
            <p:cNvSpPr/>
            <p:nvPr/>
          </p:nvSpPr>
          <p:spPr bwMode="gray">
            <a:xfrm>
              <a:off x="8594640" y="3474344"/>
              <a:ext cx="976772" cy="469963"/>
            </a:xfrm>
            <a:prstGeom prst="rightArrow">
              <a:avLst/>
            </a:prstGeom>
            <a:solidFill>
              <a:schemeClr val="tx2">
                <a:lumMod val="40000"/>
                <a:lumOff val="60000"/>
              </a:schemeClr>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tx2"/>
                  </a:solidFill>
                </a:rPr>
                <a:t>Cleared</a:t>
              </a:r>
            </a:p>
          </p:txBody>
        </p:sp>
        <p:sp>
          <p:nvSpPr>
            <p:cNvPr id="97" name="Arrow: Right 96">
              <a:extLst>
                <a:ext uri="{FF2B5EF4-FFF2-40B4-BE49-F238E27FC236}">
                  <a16:creationId xmlns:a16="http://schemas.microsoft.com/office/drawing/2014/main" id="{60A67DF7-1F69-4F86-B323-B520BD81BA4D}"/>
                </a:ext>
              </a:extLst>
            </p:cNvPr>
            <p:cNvSpPr/>
            <p:nvPr/>
          </p:nvSpPr>
          <p:spPr bwMode="gray">
            <a:xfrm rot="5400000">
              <a:off x="10343858" y="3783768"/>
              <a:ext cx="299790" cy="469963"/>
            </a:xfrm>
            <a:prstGeom prst="rightArrow">
              <a:avLst/>
            </a:prstGeom>
            <a:solidFill>
              <a:schemeClr val="tx2">
                <a:lumMod val="40000"/>
                <a:lumOff val="60000"/>
              </a:schemeClr>
            </a:solidFill>
            <a:ln w="19050" algn="ctr">
              <a:noFill/>
              <a:miter lim="800000"/>
              <a:headEnd/>
              <a:tailEnd/>
            </a:ln>
          </p:spPr>
          <p:txBody>
            <a:bodyPr wrap="square" lIns="88900" tIns="88900" rIns="88900" bIns="88900" rtlCol="0" anchor="ctr"/>
            <a:lstStyle/>
            <a:p>
              <a:pPr algn="ctr">
                <a:lnSpc>
                  <a:spcPct val="106000"/>
                </a:lnSpc>
              </a:pPr>
              <a:endParaRPr lang="en-US" sz="1100" b="1" dirty="0">
                <a:solidFill>
                  <a:schemeClr val="tx2"/>
                </a:solidFill>
              </a:endParaRPr>
            </a:p>
          </p:txBody>
        </p:sp>
        <p:sp>
          <p:nvSpPr>
            <p:cNvPr id="98" name="Arrow: Right 97">
              <a:extLst>
                <a:ext uri="{FF2B5EF4-FFF2-40B4-BE49-F238E27FC236}">
                  <a16:creationId xmlns:a16="http://schemas.microsoft.com/office/drawing/2014/main" id="{2A6DA7D6-AD66-483E-A846-ECCAD09A7FC1}"/>
                </a:ext>
              </a:extLst>
            </p:cNvPr>
            <p:cNvSpPr/>
            <p:nvPr/>
          </p:nvSpPr>
          <p:spPr bwMode="gray">
            <a:xfrm rot="5400000">
              <a:off x="7801094" y="2726301"/>
              <a:ext cx="1030679" cy="292828"/>
            </a:xfrm>
            <a:prstGeom prst="rightArrow">
              <a:avLst/>
            </a:prstGeom>
            <a:solidFill>
              <a:schemeClr val="accent5">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accent5"/>
                </a:solidFill>
              </a:endParaRPr>
            </a:p>
          </p:txBody>
        </p:sp>
      </p:grpSp>
      <p:sp>
        <p:nvSpPr>
          <p:cNvPr id="99" name="TextBox 98">
            <a:extLst>
              <a:ext uri="{FF2B5EF4-FFF2-40B4-BE49-F238E27FC236}">
                <a16:creationId xmlns:a16="http://schemas.microsoft.com/office/drawing/2014/main" id="{F4BCE959-8D32-491E-AE2C-BA07A281DB45}"/>
              </a:ext>
            </a:extLst>
          </p:cNvPr>
          <p:cNvSpPr txBox="1"/>
          <p:nvPr/>
        </p:nvSpPr>
        <p:spPr>
          <a:xfrm>
            <a:off x="501650" y="6430099"/>
            <a:ext cx="4944139"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IEX website</a:t>
            </a:r>
          </a:p>
        </p:txBody>
      </p:sp>
    </p:spTree>
    <p:extLst>
      <p:ext uri="{BB962C8B-B14F-4D97-AF65-F5344CB8AC3E}">
        <p14:creationId xmlns:p14="http://schemas.microsoft.com/office/powerpoint/2010/main" val="262253089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134620"/>
            <a:ext cx="11188700" cy="334099"/>
          </a:xfrm>
          <a:noFill/>
        </p:spPr>
        <p:txBody>
          <a:bodyPr/>
          <a:lstStyle/>
          <a:p>
            <a:r>
              <a:rPr lang="en-US" sz="2800" b="1" dirty="0"/>
              <a:t>PXIL Market Structure: Green Term Ahead Market (G-TAM)</a:t>
            </a:r>
            <a:endParaRPr lang="en-GB" sz="2800" b="1" dirty="0"/>
          </a:p>
        </p:txBody>
      </p:sp>
      <p:sp>
        <p:nvSpPr>
          <p:cNvPr id="4" name="Rectangle: Rounded Corners 3">
            <a:extLst>
              <a:ext uri="{FF2B5EF4-FFF2-40B4-BE49-F238E27FC236}">
                <a16:creationId xmlns:a16="http://schemas.microsoft.com/office/drawing/2014/main" id="{80BECEF3-6640-44BC-9544-22F0AFEE5E7A}"/>
              </a:ext>
            </a:extLst>
          </p:cNvPr>
          <p:cNvSpPr/>
          <p:nvPr/>
        </p:nvSpPr>
        <p:spPr bwMode="gray">
          <a:xfrm>
            <a:off x="501650" y="1027416"/>
            <a:ext cx="5447457" cy="5383657"/>
          </a:xfrm>
          <a:prstGeom prst="roundRect">
            <a:avLst>
              <a:gd name="adj" fmla="val 3780"/>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2C44AAB5-34E7-41D3-AD25-AFD741F06CA4}"/>
              </a:ext>
            </a:extLst>
          </p:cNvPr>
          <p:cNvSpPr/>
          <p:nvPr/>
        </p:nvSpPr>
        <p:spPr bwMode="gray">
          <a:xfrm>
            <a:off x="1968429" y="829152"/>
            <a:ext cx="2563091"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G-TAM Structure</a:t>
            </a:r>
          </a:p>
        </p:txBody>
      </p:sp>
      <p:sp>
        <p:nvSpPr>
          <p:cNvPr id="6" name="Rectangle: Rounded Corners 5">
            <a:extLst>
              <a:ext uri="{FF2B5EF4-FFF2-40B4-BE49-F238E27FC236}">
                <a16:creationId xmlns:a16="http://schemas.microsoft.com/office/drawing/2014/main" id="{499D4A68-B8E2-459F-AF45-FC74249786F9}"/>
              </a:ext>
            </a:extLst>
          </p:cNvPr>
          <p:cNvSpPr/>
          <p:nvPr/>
        </p:nvSpPr>
        <p:spPr bwMode="gray">
          <a:xfrm>
            <a:off x="6242894" y="1027416"/>
            <a:ext cx="5447456" cy="5383657"/>
          </a:xfrm>
          <a:prstGeom prst="roundRect">
            <a:avLst>
              <a:gd name="adj" fmla="val 2402"/>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92362428-B041-4826-85CF-4A58BB42110C}"/>
              </a:ext>
            </a:extLst>
          </p:cNvPr>
          <p:cNvSpPr/>
          <p:nvPr/>
        </p:nvSpPr>
        <p:spPr bwMode="gray">
          <a:xfrm>
            <a:off x="7415886" y="842426"/>
            <a:ext cx="3010316" cy="353165"/>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Contract Specifications of G-TAM</a:t>
            </a:r>
          </a:p>
        </p:txBody>
      </p:sp>
      <p:sp>
        <p:nvSpPr>
          <p:cNvPr id="15" name="TextBox 14">
            <a:extLst>
              <a:ext uri="{FF2B5EF4-FFF2-40B4-BE49-F238E27FC236}">
                <a16:creationId xmlns:a16="http://schemas.microsoft.com/office/drawing/2014/main" id="{86BB6882-F61F-42A0-BAA4-3FACE25E3B37}"/>
              </a:ext>
            </a:extLst>
          </p:cNvPr>
          <p:cNvSpPr txBox="1"/>
          <p:nvPr/>
        </p:nvSpPr>
        <p:spPr>
          <a:xfrm>
            <a:off x="606176" y="1224183"/>
            <a:ext cx="5243778" cy="830997"/>
          </a:xfrm>
          <a:prstGeom prst="rect">
            <a:avLst/>
          </a:prstGeom>
          <a:noFill/>
        </p:spPr>
        <p:txBody>
          <a:bodyPr wrap="square">
            <a:spAutoFit/>
          </a:bodyPr>
          <a:lstStyle/>
          <a:p>
            <a:pPr algn="just"/>
            <a:r>
              <a:rPr lang="en-US" sz="1200" i="1" dirty="0"/>
              <a:t>The Green-Term Ahead Market (G-TAM) is a new market segment for trading in renewable energy following the CERC approval. The new market segment features contracts such as Green-Intraday, Green-Day-ahead Contingency (DAC), Green-Daily and Green-Weekly. </a:t>
            </a:r>
          </a:p>
        </p:txBody>
      </p:sp>
      <p:grpSp>
        <p:nvGrpSpPr>
          <p:cNvPr id="2" name="Group 1">
            <a:extLst>
              <a:ext uri="{FF2B5EF4-FFF2-40B4-BE49-F238E27FC236}">
                <a16:creationId xmlns:a16="http://schemas.microsoft.com/office/drawing/2014/main" id="{07E2059A-324F-4D63-AFF0-F0F7FDFDA29F}"/>
              </a:ext>
            </a:extLst>
          </p:cNvPr>
          <p:cNvGrpSpPr/>
          <p:nvPr/>
        </p:nvGrpSpPr>
        <p:grpSpPr>
          <a:xfrm>
            <a:off x="787963" y="2790313"/>
            <a:ext cx="4873909" cy="1658120"/>
            <a:chOff x="976045" y="1619239"/>
            <a:chExt cx="9733111" cy="1562686"/>
          </a:xfrm>
        </p:grpSpPr>
        <p:cxnSp>
          <p:nvCxnSpPr>
            <p:cNvPr id="88" name="Elbow Connector 137">
              <a:extLst>
                <a:ext uri="{FF2B5EF4-FFF2-40B4-BE49-F238E27FC236}">
                  <a16:creationId xmlns:a16="http://schemas.microsoft.com/office/drawing/2014/main" id="{80712BBE-5FAF-45AE-A371-4BB8736B5771}"/>
                </a:ext>
              </a:extLst>
            </p:cNvPr>
            <p:cNvCxnSpPr>
              <a:stCxn id="109" idx="2"/>
              <a:endCxn id="119" idx="0"/>
            </p:cNvCxnSpPr>
            <p:nvPr/>
          </p:nvCxnSpPr>
          <p:spPr>
            <a:xfrm rot="16200000" flipH="1">
              <a:off x="7665589" y="808655"/>
              <a:ext cx="517442" cy="3680457"/>
            </a:xfrm>
            <a:prstGeom prst="bentConnector3">
              <a:avLst>
                <a:gd name="adj1" fmla="val 85038"/>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89" name="Text Box 10">
              <a:extLst>
                <a:ext uri="{FF2B5EF4-FFF2-40B4-BE49-F238E27FC236}">
                  <a16:creationId xmlns:a16="http://schemas.microsoft.com/office/drawing/2014/main" id="{CEB7A64D-659D-4911-9143-3670714A03F3}"/>
                </a:ext>
              </a:extLst>
            </p:cNvPr>
            <p:cNvSpPr txBox="1">
              <a:spLocks noChangeArrowheads="1"/>
            </p:cNvSpPr>
            <p:nvPr/>
          </p:nvSpPr>
          <p:spPr bwMode="auto">
            <a:xfrm>
              <a:off x="2696162"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Solar</a:t>
              </a:r>
            </a:p>
          </p:txBody>
        </p:sp>
        <p:sp>
          <p:nvSpPr>
            <p:cNvPr id="90" name="Rectangle 89">
              <a:extLst>
                <a:ext uri="{FF2B5EF4-FFF2-40B4-BE49-F238E27FC236}">
                  <a16:creationId xmlns:a16="http://schemas.microsoft.com/office/drawing/2014/main" id="{7073E565-082B-422A-ADA0-F729B6D4EC96}"/>
                </a:ext>
              </a:extLst>
            </p:cNvPr>
            <p:cNvSpPr>
              <a:spLocks noChangeArrowheads="1"/>
            </p:cNvSpPr>
            <p:nvPr/>
          </p:nvSpPr>
          <p:spPr bwMode="auto">
            <a:xfrm>
              <a:off x="2696162"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Categorized in four types</a:t>
              </a:r>
            </a:p>
          </p:txBody>
        </p:sp>
        <p:cxnSp>
          <p:nvCxnSpPr>
            <p:cNvPr id="91" name="AutoShape 16">
              <a:extLst>
                <a:ext uri="{FF2B5EF4-FFF2-40B4-BE49-F238E27FC236}">
                  <a16:creationId xmlns:a16="http://schemas.microsoft.com/office/drawing/2014/main" id="{4A41E76C-89FA-4AF4-9CFF-350B2565D7E3}"/>
                </a:ext>
              </a:extLst>
            </p:cNvPr>
            <p:cNvCxnSpPr>
              <a:cxnSpLocks noChangeShapeType="1"/>
              <a:stCxn id="109" idx="2"/>
              <a:endCxn id="90" idx="3"/>
            </p:cNvCxnSpPr>
            <p:nvPr/>
          </p:nvCxnSpPr>
          <p:spPr bwMode="auto">
            <a:xfrm rot="5400000">
              <a:off x="5285925" y="1689637"/>
              <a:ext cx="97630" cy="1498684"/>
            </a:xfrm>
            <a:prstGeom prst="bentConnector2">
              <a:avLst/>
            </a:prstGeom>
            <a:noFill/>
            <a:ln w="6350">
              <a:solidFill>
                <a:srgbClr val="BBBCBC"/>
              </a:solidFill>
              <a:miter lim="800000"/>
              <a:headEnd type="none" w="sm" len="sm"/>
              <a:tailEnd type="none" w="med" len="lg"/>
            </a:ln>
          </p:spPr>
        </p:cxnSp>
        <p:cxnSp>
          <p:nvCxnSpPr>
            <p:cNvPr id="92" name="Elbow Connector 125">
              <a:extLst>
                <a:ext uri="{FF2B5EF4-FFF2-40B4-BE49-F238E27FC236}">
                  <a16:creationId xmlns:a16="http://schemas.microsoft.com/office/drawing/2014/main" id="{36154DFB-7073-48A7-B553-1CF81120AEE4}"/>
                </a:ext>
              </a:extLst>
            </p:cNvPr>
            <p:cNvCxnSpPr>
              <a:stCxn id="111" idx="1"/>
              <a:endCxn id="109" idx="2"/>
            </p:cNvCxnSpPr>
            <p:nvPr/>
          </p:nvCxnSpPr>
          <p:spPr>
            <a:xfrm rot="10800000">
              <a:off x="6084084" y="2390163"/>
              <a:ext cx="1517427" cy="97630"/>
            </a:xfrm>
            <a:prstGeom prst="bentConnector2">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93" name="Elbow Connector 128">
              <a:extLst>
                <a:ext uri="{FF2B5EF4-FFF2-40B4-BE49-F238E27FC236}">
                  <a16:creationId xmlns:a16="http://schemas.microsoft.com/office/drawing/2014/main" id="{09A181D9-40F8-47B5-829D-06DC6E54D0BF}"/>
                </a:ext>
              </a:extLst>
            </p:cNvPr>
            <p:cNvCxnSpPr>
              <a:cxnSpLocks/>
              <a:stCxn id="109" idx="2"/>
              <a:endCxn id="112" idx="0"/>
            </p:cNvCxnSpPr>
            <p:nvPr/>
          </p:nvCxnSpPr>
          <p:spPr>
            <a:xfrm rot="5400000">
              <a:off x="3860687" y="684208"/>
              <a:ext cx="517443" cy="3929353"/>
            </a:xfrm>
            <a:prstGeom prst="bentConnector3">
              <a:avLst>
                <a:gd name="adj1" fmla="val 85572"/>
              </a:avLst>
            </a:prstGeom>
            <a:ln w="6350">
              <a:solidFill>
                <a:srgbClr val="BBBCBC"/>
              </a:solidFill>
            </a:ln>
          </p:spPr>
          <p:style>
            <a:lnRef idx="1">
              <a:schemeClr val="accent1"/>
            </a:lnRef>
            <a:fillRef idx="0">
              <a:schemeClr val="accent1"/>
            </a:fillRef>
            <a:effectRef idx="0">
              <a:schemeClr val="accent1"/>
            </a:effectRef>
            <a:fontRef idx="minor">
              <a:schemeClr val="tx1"/>
            </a:fontRef>
          </p:style>
        </p:cxnSp>
        <p:sp>
          <p:nvSpPr>
            <p:cNvPr id="107" name="Text Box 10">
              <a:extLst>
                <a:ext uri="{FF2B5EF4-FFF2-40B4-BE49-F238E27FC236}">
                  <a16:creationId xmlns:a16="http://schemas.microsoft.com/office/drawing/2014/main" id="{4897E0F5-A8AE-4B14-BFCC-FC5A490A2EFC}"/>
                </a:ext>
              </a:extLst>
            </p:cNvPr>
            <p:cNvSpPr txBox="1">
              <a:spLocks noChangeArrowheads="1"/>
            </p:cNvSpPr>
            <p:nvPr/>
          </p:nvSpPr>
          <p:spPr bwMode="auto">
            <a:xfrm>
              <a:off x="5139464" y="1619239"/>
              <a:ext cx="1889235" cy="274320"/>
            </a:xfrm>
            <a:prstGeom prst="rect">
              <a:avLst/>
            </a:prstGeom>
            <a:solidFill>
              <a:schemeClr val="accent1"/>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G-TAM</a:t>
              </a:r>
            </a:p>
          </p:txBody>
        </p:sp>
        <p:sp>
          <p:nvSpPr>
            <p:cNvPr id="109" name="Rectangle 108">
              <a:extLst>
                <a:ext uri="{FF2B5EF4-FFF2-40B4-BE49-F238E27FC236}">
                  <a16:creationId xmlns:a16="http://schemas.microsoft.com/office/drawing/2014/main" id="{ED373656-1654-4421-9EBB-9D28D24330A6}"/>
                </a:ext>
              </a:extLst>
            </p:cNvPr>
            <p:cNvSpPr>
              <a:spLocks noChangeArrowheads="1"/>
            </p:cNvSpPr>
            <p:nvPr/>
          </p:nvSpPr>
          <p:spPr bwMode="auto">
            <a:xfrm>
              <a:off x="5139464" y="188724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algn="ctr" defTabSz="957998">
                <a:spcBef>
                  <a:spcPts val="300"/>
                </a:spcBef>
                <a:defRPr/>
              </a:pPr>
              <a:r>
                <a:rPr lang="en-US" sz="1000" dirty="0">
                  <a:latin typeface="+mj-lt"/>
                </a:rPr>
                <a:t>Has both types, Solar &amp; Non-solar</a:t>
              </a:r>
            </a:p>
          </p:txBody>
        </p:sp>
        <p:sp>
          <p:nvSpPr>
            <p:cNvPr id="110" name="Text Box 10">
              <a:extLst>
                <a:ext uri="{FF2B5EF4-FFF2-40B4-BE49-F238E27FC236}">
                  <a16:creationId xmlns:a16="http://schemas.microsoft.com/office/drawing/2014/main" id="{66F27DB5-9186-472B-A315-F7C8D67BF855}"/>
                </a:ext>
              </a:extLst>
            </p:cNvPr>
            <p:cNvSpPr txBox="1">
              <a:spLocks noChangeArrowheads="1"/>
            </p:cNvSpPr>
            <p:nvPr/>
          </p:nvSpPr>
          <p:spPr bwMode="auto">
            <a:xfrm>
              <a:off x="7601508" y="1962978"/>
              <a:ext cx="1889235" cy="274320"/>
            </a:xfrm>
            <a:prstGeom prst="rect">
              <a:avLst/>
            </a:prstGeom>
            <a:solidFill>
              <a:schemeClr val="accent2"/>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Non-Solar</a:t>
              </a:r>
            </a:p>
          </p:txBody>
        </p:sp>
        <p:sp>
          <p:nvSpPr>
            <p:cNvPr id="111" name="Rectangle 110">
              <a:extLst>
                <a:ext uri="{FF2B5EF4-FFF2-40B4-BE49-F238E27FC236}">
                  <a16:creationId xmlns:a16="http://schemas.microsoft.com/office/drawing/2014/main" id="{1949925B-8717-474C-8B2D-90C12C76B944}"/>
                </a:ext>
              </a:extLst>
            </p:cNvPr>
            <p:cNvSpPr>
              <a:spLocks noChangeArrowheads="1"/>
            </p:cNvSpPr>
            <p:nvPr/>
          </p:nvSpPr>
          <p:spPr bwMode="auto">
            <a:xfrm>
              <a:off x="7601508" y="2236333"/>
              <a:ext cx="1889235" cy="502920"/>
            </a:xfrm>
            <a:prstGeom prst="rect">
              <a:avLst/>
            </a:prstGeom>
            <a:solidFill>
              <a:schemeClr val="bg1">
                <a:lumMod val="75000"/>
              </a:schemeClr>
            </a:solidFill>
            <a:ln w="12700" algn="ctr">
              <a:noFill/>
              <a:miter lim="800000"/>
              <a:headEnd/>
              <a:tailEnd/>
            </a:ln>
          </p:spPr>
          <p:txBody>
            <a:bodyPr lIns="88900" tIns="88900" rIns="88900" bIns="88900" anchor="t"/>
            <a:lstStyle/>
            <a:p>
              <a:pPr defTabSz="957998">
                <a:spcBef>
                  <a:spcPts val="300"/>
                </a:spcBef>
                <a:defRPr/>
              </a:pPr>
              <a:r>
                <a:rPr lang="en-US" sz="1000" dirty="0">
                  <a:latin typeface="+mj-lt"/>
                </a:rPr>
                <a:t>Categorized in four types</a:t>
              </a:r>
            </a:p>
          </p:txBody>
        </p:sp>
        <p:sp>
          <p:nvSpPr>
            <p:cNvPr id="112" name="Text Box 10">
              <a:extLst>
                <a:ext uri="{FF2B5EF4-FFF2-40B4-BE49-F238E27FC236}">
                  <a16:creationId xmlns:a16="http://schemas.microsoft.com/office/drawing/2014/main" id="{B9C474A5-9424-4E29-810A-8D788A7F06AB}"/>
                </a:ext>
              </a:extLst>
            </p:cNvPr>
            <p:cNvSpPr txBox="1">
              <a:spLocks noChangeArrowheads="1"/>
            </p:cNvSpPr>
            <p:nvPr/>
          </p:nvSpPr>
          <p:spPr bwMode="auto">
            <a:xfrm>
              <a:off x="976045" y="2907606"/>
              <a:ext cx="2357370" cy="247759"/>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Intraday GTAM</a:t>
              </a:r>
            </a:p>
          </p:txBody>
        </p:sp>
        <p:sp>
          <p:nvSpPr>
            <p:cNvPr id="119" name="Text Box 10">
              <a:extLst>
                <a:ext uri="{FF2B5EF4-FFF2-40B4-BE49-F238E27FC236}">
                  <a16:creationId xmlns:a16="http://schemas.microsoft.com/office/drawing/2014/main" id="{EF344703-861F-47DD-A31B-19631C6D51C2}"/>
                </a:ext>
              </a:extLst>
            </p:cNvPr>
            <p:cNvSpPr txBox="1">
              <a:spLocks noChangeArrowheads="1"/>
            </p:cNvSpPr>
            <p:nvPr/>
          </p:nvSpPr>
          <p:spPr bwMode="auto">
            <a:xfrm>
              <a:off x="8819921" y="2907605"/>
              <a:ext cx="1889235" cy="274320"/>
            </a:xfrm>
            <a:prstGeom prst="rect">
              <a:avLst/>
            </a:prstGeom>
            <a:solidFill>
              <a:schemeClr val="accent3"/>
            </a:solidFill>
            <a:ln w="12700" algn="ctr">
              <a:noFill/>
              <a:miter lim="800000"/>
              <a:headEnd/>
              <a:tailEnd type="none" w="sm" len="med"/>
            </a:ln>
          </p:spPr>
          <p:txBody>
            <a:bodyPr lIns="88900" tIns="88900" rIns="88900" bIns="88900" anchor="ctr" anchorCtr="1"/>
            <a:lstStyle/>
            <a:p>
              <a:pPr defTabSz="957263"/>
              <a:r>
                <a:rPr lang="en-US" sz="1000" dirty="0">
                  <a:solidFill>
                    <a:schemeClr val="bg1"/>
                  </a:solidFill>
                  <a:latin typeface="+mj-lt"/>
                </a:rPr>
                <a:t>Any-day GTAM</a:t>
              </a:r>
            </a:p>
          </p:txBody>
        </p:sp>
      </p:grpSp>
      <p:grpSp>
        <p:nvGrpSpPr>
          <p:cNvPr id="3" name="Group 2">
            <a:extLst>
              <a:ext uri="{FF2B5EF4-FFF2-40B4-BE49-F238E27FC236}">
                <a16:creationId xmlns:a16="http://schemas.microsoft.com/office/drawing/2014/main" id="{63D9B9FE-901A-4556-A989-77EDDCFCCE96}"/>
              </a:ext>
            </a:extLst>
          </p:cNvPr>
          <p:cNvGrpSpPr/>
          <p:nvPr/>
        </p:nvGrpSpPr>
        <p:grpSpPr>
          <a:xfrm>
            <a:off x="6486255" y="1705440"/>
            <a:ext cx="4987450" cy="2935005"/>
            <a:chOff x="6417675" y="1442550"/>
            <a:chExt cx="4987450" cy="2935005"/>
          </a:xfrm>
        </p:grpSpPr>
        <p:grpSp>
          <p:nvGrpSpPr>
            <p:cNvPr id="121" name="Group 120">
              <a:extLst>
                <a:ext uri="{FF2B5EF4-FFF2-40B4-BE49-F238E27FC236}">
                  <a16:creationId xmlns:a16="http://schemas.microsoft.com/office/drawing/2014/main" id="{997776A9-5C05-403C-A004-0A4CCEACD8E8}"/>
                </a:ext>
              </a:extLst>
            </p:cNvPr>
            <p:cNvGrpSpPr/>
            <p:nvPr/>
          </p:nvGrpSpPr>
          <p:grpSpPr>
            <a:xfrm>
              <a:off x="6417675" y="1442550"/>
              <a:ext cx="4987450" cy="2721440"/>
              <a:chOff x="1886216" y="1394809"/>
              <a:chExt cx="8236954" cy="2897965"/>
            </a:xfrm>
          </p:grpSpPr>
          <p:sp>
            <p:nvSpPr>
              <p:cNvPr id="124" name="AutoShape 5">
                <a:extLst>
                  <a:ext uri="{FF2B5EF4-FFF2-40B4-BE49-F238E27FC236}">
                    <a16:creationId xmlns:a16="http://schemas.microsoft.com/office/drawing/2014/main" id="{15E3D113-FF5F-456E-A38B-7C7A46709894}"/>
                  </a:ext>
                </a:extLst>
              </p:cNvPr>
              <p:cNvSpPr>
                <a:spLocks noChangeArrowheads="1"/>
              </p:cNvSpPr>
              <p:nvPr/>
            </p:nvSpPr>
            <p:spPr bwMode="auto">
              <a:xfrm>
                <a:off x="6597984" y="1394809"/>
                <a:ext cx="3517835" cy="411480"/>
              </a:xfrm>
              <a:prstGeom prst="chevron">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2. Any-day GTAM</a:t>
                </a:r>
              </a:p>
            </p:txBody>
          </p:sp>
          <p:sp>
            <p:nvSpPr>
              <p:cNvPr id="125" name="AutoShape 6">
                <a:extLst>
                  <a:ext uri="{FF2B5EF4-FFF2-40B4-BE49-F238E27FC236}">
                    <a16:creationId xmlns:a16="http://schemas.microsoft.com/office/drawing/2014/main" id="{CB7249A8-3ED7-455A-A131-1B0C38E5A90B}"/>
                  </a:ext>
                </a:extLst>
              </p:cNvPr>
              <p:cNvSpPr>
                <a:spLocks noChangeArrowheads="1"/>
              </p:cNvSpPr>
              <p:nvPr/>
            </p:nvSpPr>
            <p:spPr bwMode="auto">
              <a:xfrm>
                <a:off x="3037712" y="1394809"/>
                <a:ext cx="3420074" cy="411480"/>
              </a:xfrm>
              <a:prstGeom prst="homePlate">
                <a:avLst>
                  <a:gd name="adj" fmla="val 0"/>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r>
                  <a:rPr lang="en-US" sz="1200" dirty="0">
                    <a:solidFill>
                      <a:schemeClr val="bg1"/>
                    </a:solidFill>
                    <a:cs typeface="Arial" pitchFamily="34" charset="0"/>
                  </a:rPr>
                  <a:t>1. Intraday GTAM</a:t>
                </a:r>
              </a:p>
            </p:txBody>
          </p:sp>
          <p:sp>
            <p:nvSpPr>
              <p:cNvPr id="127" name="Rectangle 126">
                <a:extLst>
                  <a:ext uri="{FF2B5EF4-FFF2-40B4-BE49-F238E27FC236}">
                    <a16:creationId xmlns:a16="http://schemas.microsoft.com/office/drawing/2014/main" id="{04D7DFF1-9582-46E3-83BB-0BCB97728CE1}"/>
                  </a:ext>
                </a:extLst>
              </p:cNvPr>
              <p:cNvSpPr>
                <a:spLocks noChangeArrowheads="1"/>
              </p:cNvSpPr>
              <p:nvPr/>
            </p:nvSpPr>
            <p:spPr bwMode="auto">
              <a:xfrm>
                <a:off x="3037708" y="2011549"/>
                <a:ext cx="3420072" cy="411480"/>
              </a:xfrm>
              <a:prstGeom prst="rect">
                <a:avLst/>
              </a:prstGeom>
              <a:solidFill>
                <a:schemeClr val="accent6"/>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15 min slab delivery</a:t>
                </a:r>
              </a:p>
            </p:txBody>
          </p:sp>
          <p:sp>
            <p:nvSpPr>
              <p:cNvPr id="130" name="Rectangle 129">
                <a:extLst>
                  <a:ext uri="{FF2B5EF4-FFF2-40B4-BE49-F238E27FC236}">
                    <a16:creationId xmlns:a16="http://schemas.microsoft.com/office/drawing/2014/main" id="{B3A097A8-526F-430E-9495-98278E632AEF}"/>
                  </a:ext>
                </a:extLst>
              </p:cNvPr>
              <p:cNvSpPr>
                <a:spLocks noChangeArrowheads="1"/>
              </p:cNvSpPr>
              <p:nvPr/>
            </p:nvSpPr>
            <p:spPr bwMode="auto">
              <a:xfrm>
                <a:off x="3037710" y="2486979"/>
                <a:ext cx="7078107" cy="3430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Auction</a:t>
                </a:r>
              </a:p>
            </p:txBody>
          </p:sp>
          <p:sp>
            <p:nvSpPr>
              <p:cNvPr id="132" name="Rectangle 131">
                <a:extLst>
                  <a:ext uri="{FF2B5EF4-FFF2-40B4-BE49-F238E27FC236}">
                    <a16:creationId xmlns:a16="http://schemas.microsoft.com/office/drawing/2014/main" id="{7D3B4F79-0C38-4842-AF9B-4A12BB7E614F}"/>
                  </a:ext>
                </a:extLst>
              </p:cNvPr>
              <p:cNvSpPr>
                <a:spLocks noChangeArrowheads="1"/>
              </p:cNvSpPr>
              <p:nvPr/>
            </p:nvSpPr>
            <p:spPr bwMode="auto">
              <a:xfrm>
                <a:off x="3037710" y="2930434"/>
                <a:ext cx="3413349" cy="411480"/>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Daily</a:t>
                </a:r>
              </a:p>
            </p:txBody>
          </p:sp>
          <p:sp>
            <p:nvSpPr>
              <p:cNvPr id="133" name="Rectangle 132">
                <a:extLst>
                  <a:ext uri="{FF2B5EF4-FFF2-40B4-BE49-F238E27FC236}">
                    <a16:creationId xmlns:a16="http://schemas.microsoft.com/office/drawing/2014/main" id="{C78BD6B0-198F-4475-A012-9F915712AD97}"/>
                  </a:ext>
                </a:extLst>
              </p:cNvPr>
              <p:cNvSpPr>
                <a:spLocks noChangeArrowheads="1"/>
              </p:cNvSpPr>
              <p:nvPr/>
            </p:nvSpPr>
            <p:spPr bwMode="auto">
              <a:xfrm>
                <a:off x="3037708" y="3382126"/>
                <a:ext cx="3413349" cy="411480"/>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Starts at 03:15</a:t>
                </a:r>
              </a:p>
            </p:txBody>
          </p:sp>
          <p:sp>
            <p:nvSpPr>
              <p:cNvPr id="137" name="Rectangle 136">
                <a:extLst>
                  <a:ext uri="{FF2B5EF4-FFF2-40B4-BE49-F238E27FC236}">
                    <a16:creationId xmlns:a16="http://schemas.microsoft.com/office/drawing/2014/main" id="{AABD0419-A03B-4BCB-BA7A-7EFF162EE51F}"/>
                  </a:ext>
                </a:extLst>
              </p:cNvPr>
              <p:cNvSpPr>
                <a:spLocks noChangeArrowheads="1"/>
              </p:cNvSpPr>
              <p:nvPr/>
            </p:nvSpPr>
            <p:spPr bwMode="auto">
              <a:xfrm>
                <a:off x="6603110" y="2011550"/>
                <a:ext cx="3512705" cy="411479"/>
              </a:xfrm>
              <a:prstGeom prst="rect">
                <a:avLst/>
              </a:prstGeom>
              <a:solidFill>
                <a:schemeClr val="accent6"/>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15 min slab delivery</a:t>
                </a:r>
              </a:p>
            </p:txBody>
          </p:sp>
          <p:sp>
            <p:nvSpPr>
              <p:cNvPr id="139" name="Text Box 20">
                <a:extLst>
                  <a:ext uri="{FF2B5EF4-FFF2-40B4-BE49-F238E27FC236}">
                    <a16:creationId xmlns:a16="http://schemas.microsoft.com/office/drawing/2014/main" id="{BF5B7DCC-9270-4E5D-9391-636B0A413D04}"/>
                  </a:ext>
                </a:extLst>
              </p:cNvPr>
              <p:cNvSpPr txBox="1">
                <a:spLocks noChangeArrowheads="1"/>
              </p:cNvSpPr>
              <p:nvPr/>
            </p:nvSpPr>
            <p:spPr bwMode="auto">
              <a:xfrm>
                <a:off x="1908804" y="2011549"/>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Contract</a:t>
                </a:r>
              </a:p>
            </p:txBody>
          </p:sp>
          <p:sp>
            <p:nvSpPr>
              <p:cNvPr id="140" name="Text Box 21">
                <a:extLst>
                  <a:ext uri="{FF2B5EF4-FFF2-40B4-BE49-F238E27FC236}">
                    <a16:creationId xmlns:a16="http://schemas.microsoft.com/office/drawing/2014/main" id="{003C586F-EC63-4114-89CB-88B7326E1E90}"/>
                  </a:ext>
                </a:extLst>
              </p:cNvPr>
              <p:cNvSpPr txBox="1">
                <a:spLocks noChangeArrowheads="1"/>
              </p:cNvSpPr>
              <p:nvPr/>
            </p:nvSpPr>
            <p:spPr bwMode="auto">
              <a:xfrm>
                <a:off x="1908804" y="2486979"/>
                <a:ext cx="1005840" cy="180257"/>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a:t>
                </a:r>
              </a:p>
            </p:txBody>
          </p:sp>
          <p:sp>
            <p:nvSpPr>
              <p:cNvPr id="142" name="Line 23">
                <a:extLst>
                  <a:ext uri="{FF2B5EF4-FFF2-40B4-BE49-F238E27FC236}">
                    <a16:creationId xmlns:a16="http://schemas.microsoft.com/office/drawing/2014/main" id="{E0B4B08F-26B1-4FA1-9FB2-FC2778B2CC39}"/>
                  </a:ext>
                </a:extLst>
              </p:cNvPr>
              <p:cNvSpPr>
                <a:spLocks noChangeShapeType="1"/>
              </p:cNvSpPr>
              <p:nvPr/>
            </p:nvSpPr>
            <p:spPr bwMode="auto">
              <a:xfrm>
                <a:off x="1893570" y="2455004"/>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4" name="Line 25">
                <a:extLst>
                  <a:ext uri="{FF2B5EF4-FFF2-40B4-BE49-F238E27FC236}">
                    <a16:creationId xmlns:a16="http://schemas.microsoft.com/office/drawing/2014/main" id="{A623EA1B-FA2E-47BB-9104-4B75157ADC16}"/>
                  </a:ext>
                </a:extLst>
              </p:cNvPr>
              <p:cNvSpPr>
                <a:spLocks noChangeShapeType="1"/>
              </p:cNvSpPr>
              <p:nvPr/>
            </p:nvSpPr>
            <p:spPr bwMode="auto">
              <a:xfrm>
                <a:off x="1886216" y="3827460"/>
                <a:ext cx="8229600"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46" name="Text Box 27">
                <a:extLst>
                  <a:ext uri="{FF2B5EF4-FFF2-40B4-BE49-F238E27FC236}">
                    <a16:creationId xmlns:a16="http://schemas.microsoft.com/office/drawing/2014/main" id="{A3E010BF-A1F6-49C7-B7AC-73DF81B76AC9}"/>
                  </a:ext>
                </a:extLst>
              </p:cNvPr>
              <p:cNvSpPr txBox="1">
                <a:spLocks noChangeArrowheads="1"/>
              </p:cNvSpPr>
              <p:nvPr/>
            </p:nvSpPr>
            <p:spPr bwMode="auto">
              <a:xfrm>
                <a:off x="1920655" y="3838320"/>
                <a:ext cx="1005840" cy="36051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Delivery Hours</a:t>
                </a:r>
              </a:p>
            </p:txBody>
          </p:sp>
          <p:sp>
            <p:nvSpPr>
              <p:cNvPr id="149" name="Rectangle 148">
                <a:extLst>
                  <a:ext uri="{FF2B5EF4-FFF2-40B4-BE49-F238E27FC236}">
                    <a16:creationId xmlns:a16="http://schemas.microsoft.com/office/drawing/2014/main" id="{78D8BA40-B231-44FF-9489-9624628EFFC1}"/>
                  </a:ext>
                </a:extLst>
              </p:cNvPr>
              <p:cNvSpPr>
                <a:spLocks noChangeArrowheads="1"/>
              </p:cNvSpPr>
              <p:nvPr/>
            </p:nvSpPr>
            <p:spPr bwMode="auto">
              <a:xfrm>
                <a:off x="3037708" y="3881294"/>
                <a:ext cx="3413349" cy="411480"/>
              </a:xfrm>
              <a:prstGeom prst="rect">
                <a:avLst/>
              </a:prstGeom>
              <a:solidFill>
                <a:schemeClr val="bg2">
                  <a:lumMod val="7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Till 24:00 next day</a:t>
                </a:r>
              </a:p>
            </p:txBody>
          </p:sp>
        </p:grpSp>
        <p:sp>
          <p:nvSpPr>
            <p:cNvPr id="152" name="Line 23">
              <a:extLst>
                <a:ext uri="{FF2B5EF4-FFF2-40B4-BE49-F238E27FC236}">
                  <a16:creationId xmlns:a16="http://schemas.microsoft.com/office/drawing/2014/main" id="{082D8D03-D177-4066-A129-4AABE3D9A19E}"/>
                </a:ext>
              </a:extLst>
            </p:cNvPr>
            <p:cNvSpPr>
              <a:spLocks noChangeShapeType="1"/>
            </p:cNvSpPr>
            <p:nvPr/>
          </p:nvSpPr>
          <p:spPr bwMode="auto">
            <a:xfrm>
              <a:off x="6422128" y="2841181"/>
              <a:ext cx="4982997"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53" name="Text Box 21">
              <a:extLst>
                <a:ext uri="{FF2B5EF4-FFF2-40B4-BE49-F238E27FC236}">
                  <a16:creationId xmlns:a16="http://schemas.microsoft.com/office/drawing/2014/main" id="{96EEB5C4-FD69-4F8C-9443-7D6220C05F1C}"/>
                </a:ext>
              </a:extLst>
            </p:cNvPr>
            <p:cNvSpPr txBox="1">
              <a:spLocks noChangeArrowheads="1"/>
            </p:cNvSpPr>
            <p:nvPr/>
          </p:nvSpPr>
          <p:spPr bwMode="auto">
            <a:xfrm>
              <a:off x="6442981" y="2853770"/>
              <a:ext cx="609033" cy="33855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 Days</a:t>
              </a:r>
            </a:p>
          </p:txBody>
        </p:sp>
        <p:sp>
          <p:nvSpPr>
            <p:cNvPr id="154" name="Rectangle 153">
              <a:extLst>
                <a:ext uri="{FF2B5EF4-FFF2-40B4-BE49-F238E27FC236}">
                  <a16:creationId xmlns:a16="http://schemas.microsoft.com/office/drawing/2014/main" id="{F8906815-DB45-4144-B877-1E8037844AC3}"/>
                </a:ext>
              </a:extLst>
            </p:cNvPr>
            <p:cNvSpPr>
              <a:spLocks noChangeArrowheads="1"/>
            </p:cNvSpPr>
            <p:nvPr/>
          </p:nvSpPr>
          <p:spPr bwMode="auto">
            <a:xfrm>
              <a:off x="9270637" y="2884634"/>
              <a:ext cx="2130036" cy="385108"/>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Daily or Contiguous days for Single or Multiple Days</a:t>
              </a:r>
            </a:p>
          </p:txBody>
        </p:sp>
        <p:sp>
          <p:nvSpPr>
            <p:cNvPr id="155" name="Line 23">
              <a:extLst>
                <a:ext uri="{FF2B5EF4-FFF2-40B4-BE49-F238E27FC236}">
                  <a16:creationId xmlns:a16="http://schemas.microsoft.com/office/drawing/2014/main" id="{DE38D2A2-360B-4018-B2BF-625370EB24B1}"/>
                </a:ext>
              </a:extLst>
            </p:cNvPr>
            <p:cNvSpPr>
              <a:spLocks noChangeShapeType="1"/>
            </p:cNvSpPr>
            <p:nvPr/>
          </p:nvSpPr>
          <p:spPr bwMode="auto">
            <a:xfrm>
              <a:off x="6417675" y="3286520"/>
              <a:ext cx="4982997" cy="0"/>
            </a:xfrm>
            <a:prstGeom prst="line">
              <a:avLst/>
            </a:prstGeom>
            <a:noFill/>
            <a:ln w="6350">
              <a:solidFill>
                <a:srgbClr val="BBBCBC"/>
              </a:solidFill>
              <a:prstDash val="solid"/>
              <a:round/>
              <a:headEnd/>
              <a:tailEnd/>
            </a:ln>
          </p:spPr>
          <p:txBody>
            <a:bodyPr wrap="square" lIns="36000" tIns="36000" rIns="36000" bIns="36000" anchor="ctr">
              <a:noAutofit/>
            </a:bodyPr>
            <a:lstStyle/>
            <a:p>
              <a:pPr>
                <a:defRPr/>
              </a:pPr>
              <a:endParaRPr lang="en-US" sz="1100" dirty="0"/>
            </a:p>
          </p:txBody>
        </p:sp>
        <p:sp>
          <p:nvSpPr>
            <p:cNvPr id="156" name="Text Box 21">
              <a:extLst>
                <a:ext uri="{FF2B5EF4-FFF2-40B4-BE49-F238E27FC236}">
                  <a16:creationId xmlns:a16="http://schemas.microsoft.com/office/drawing/2014/main" id="{A7FFD8FC-3DFA-4D7E-A466-8E0210B3426C}"/>
                </a:ext>
              </a:extLst>
            </p:cNvPr>
            <p:cNvSpPr txBox="1">
              <a:spLocks noChangeArrowheads="1"/>
            </p:cNvSpPr>
            <p:nvPr/>
          </p:nvSpPr>
          <p:spPr bwMode="auto">
            <a:xfrm>
              <a:off x="6438528" y="3299109"/>
              <a:ext cx="609033" cy="338554"/>
            </a:xfrm>
            <a:prstGeom prst="rect">
              <a:avLst/>
            </a:prstGeom>
            <a:noFill/>
            <a:ln w="9525" algn="ctr">
              <a:noFill/>
              <a:miter lim="800000"/>
              <a:headEnd/>
              <a:tailEnd/>
            </a:ln>
          </p:spPr>
          <p:txBody>
            <a:bodyPr wrap="square" lIns="0" tIns="0" rIns="0" bIns="0">
              <a:spAutoFit/>
            </a:bodyPr>
            <a:lstStyle/>
            <a:p>
              <a:r>
                <a:rPr lang="en-US" altLang="ja-JP" sz="1100" dirty="0">
                  <a:ea typeface="ＭＳ Ｐゴシック" charset="-128"/>
                </a:rPr>
                <a:t>Trading Hours</a:t>
              </a:r>
            </a:p>
          </p:txBody>
        </p:sp>
        <p:sp>
          <p:nvSpPr>
            <p:cNvPr id="158" name="Rectangle 157">
              <a:extLst>
                <a:ext uri="{FF2B5EF4-FFF2-40B4-BE49-F238E27FC236}">
                  <a16:creationId xmlns:a16="http://schemas.microsoft.com/office/drawing/2014/main" id="{7CC1C22F-AA14-45DF-8948-E31BA3E1060F}"/>
                </a:ext>
              </a:extLst>
            </p:cNvPr>
            <p:cNvSpPr>
              <a:spLocks noChangeArrowheads="1"/>
            </p:cNvSpPr>
            <p:nvPr/>
          </p:nvSpPr>
          <p:spPr bwMode="auto">
            <a:xfrm>
              <a:off x="9273740" y="3316547"/>
              <a:ext cx="2126932" cy="386415"/>
            </a:xfrm>
            <a:prstGeom prst="rect">
              <a:avLst/>
            </a:prstGeom>
            <a:solidFill>
              <a:schemeClr val="bg1">
                <a:lumMod val="6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ea typeface="ＭＳ Ｐゴシック" pitchFamily="50" charset="-128"/>
                </a:rPr>
                <a:t>Anytime</a:t>
              </a:r>
            </a:p>
          </p:txBody>
        </p:sp>
        <p:sp>
          <p:nvSpPr>
            <p:cNvPr id="161" name="Rectangle 160">
              <a:extLst>
                <a:ext uri="{FF2B5EF4-FFF2-40B4-BE49-F238E27FC236}">
                  <a16:creationId xmlns:a16="http://schemas.microsoft.com/office/drawing/2014/main" id="{BAAD8A1B-2592-4EFB-BAE2-044E83C4750E}"/>
                </a:ext>
              </a:extLst>
            </p:cNvPr>
            <p:cNvSpPr>
              <a:spLocks noChangeArrowheads="1"/>
            </p:cNvSpPr>
            <p:nvPr/>
          </p:nvSpPr>
          <p:spPr bwMode="auto">
            <a:xfrm>
              <a:off x="9270636" y="3772968"/>
              <a:ext cx="2130036" cy="386415"/>
            </a:xfrm>
            <a:prstGeom prst="rect">
              <a:avLst/>
            </a:prstGeom>
            <a:solidFill>
              <a:schemeClr val="bg2">
                <a:lumMod val="75000"/>
              </a:schemeClr>
            </a:solidFill>
            <a:ln w="12700" algn="ctr">
              <a:noFill/>
              <a:miter lim="800000"/>
              <a:headEnd type="none" w="sm" len="sm"/>
              <a:tailEnd/>
            </a:ln>
          </p:spPr>
          <p:txBody>
            <a:bodyPr wrap="square" lIns="88900" tIns="88900" rIns="88900" bIns="88900" anchor="ctr">
              <a:noAutofit/>
            </a:bodyPr>
            <a:lstStyle/>
            <a:p>
              <a:pPr algn="ctr">
                <a:defRPr/>
              </a:pPr>
              <a:r>
                <a:rPr lang="en-US" altLang="ja-JP" sz="1000" dirty="0">
                  <a:solidFill>
                    <a:schemeClr val="bg1"/>
                  </a:solidFill>
                  <a:ea typeface="ＭＳ Ｐゴシック" pitchFamily="50" charset="-128"/>
                </a:rPr>
                <a:t>Starts at Day after Trade Date</a:t>
              </a:r>
            </a:p>
          </p:txBody>
        </p:sp>
        <p:sp>
          <p:nvSpPr>
            <p:cNvPr id="163" name="Text Box 3">
              <a:extLst>
                <a:ext uri="{FF2B5EF4-FFF2-40B4-BE49-F238E27FC236}">
                  <a16:creationId xmlns:a16="http://schemas.microsoft.com/office/drawing/2014/main" id="{707607B8-5C9C-4264-B00A-E5F67062CBEB}"/>
                </a:ext>
              </a:extLst>
            </p:cNvPr>
            <p:cNvSpPr txBox="1">
              <a:spLocks noChangeArrowheads="1"/>
            </p:cNvSpPr>
            <p:nvPr/>
          </p:nvSpPr>
          <p:spPr bwMode="auto">
            <a:xfrm>
              <a:off x="8627780" y="4215972"/>
              <a:ext cx="1285712" cy="161583"/>
            </a:xfrm>
            <a:prstGeom prst="rect">
              <a:avLst/>
            </a:prstGeom>
            <a:noFill/>
            <a:ln w="9525" algn="ctr">
              <a:noFill/>
              <a:miter lim="800000"/>
              <a:headEnd/>
              <a:tailEnd/>
            </a:ln>
          </p:spPr>
          <p:txBody>
            <a:bodyPr wrap="square" lIns="0" tIns="0" rIns="0" bIns="0">
              <a:spAutoFit/>
            </a:bodyPr>
            <a:lstStyle/>
            <a:p>
              <a:r>
                <a:rPr lang="en-US" altLang="ja-JP" sz="1050" i="1" dirty="0">
                  <a:ea typeface="ＭＳ Ｐゴシック" charset="-128"/>
                </a:rPr>
                <a:t>Bilateral basis Trading</a:t>
              </a:r>
            </a:p>
          </p:txBody>
        </p:sp>
      </p:grpSp>
      <p:sp>
        <p:nvSpPr>
          <p:cNvPr id="67" name="TextBox 66">
            <a:extLst>
              <a:ext uri="{FF2B5EF4-FFF2-40B4-BE49-F238E27FC236}">
                <a16:creationId xmlns:a16="http://schemas.microsoft.com/office/drawing/2014/main" id="{CD7384A4-A92E-44F2-834E-D02B4F3B16BB}"/>
              </a:ext>
            </a:extLst>
          </p:cNvPr>
          <p:cNvSpPr txBox="1"/>
          <p:nvPr/>
        </p:nvSpPr>
        <p:spPr>
          <a:xfrm>
            <a:off x="501650" y="6430099"/>
            <a:ext cx="4944139"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PXIL website</a:t>
            </a:r>
          </a:p>
        </p:txBody>
      </p:sp>
    </p:spTree>
    <p:extLst>
      <p:ext uri="{BB962C8B-B14F-4D97-AF65-F5344CB8AC3E}">
        <p14:creationId xmlns:p14="http://schemas.microsoft.com/office/powerpoint/2010/main" val="116204927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134620"/>
            <a:ext cx="11188700" cy="334099"/>
          </a:xfrm>
          <a:noFill/>
        </p:spPr>
        <p:txBody>
          <a:bodyPr/>
          <a:lstStyle/>
          <a:p>
            <a:r>
              <a:rPr lang="en-US" sz="2800" b="1" dirty="0"/>
              <a:t>IEX Market Trends</a:t>
            </a:r>
            <a:endParaRPr lang="en-GB" sz="2800" b="1" dirty="0"/>
          </a:p>
        </p:txBody>
      </p:sp>
      <p:sp>
        <p:nvSpPr>
          <p:cNvPr id="4" name="Rectangle: Rounded Corners 3">
            <a:extLst>
              <a:ext uri="{FF2B5EF4-FFF2-40B4-BE49-F238E27FC236}">
                <a16:creationId xmlns:a16="http://schemas.microsoft.com/office/drawing/2014/main" id="{80BECEF3-6640-44BC-9544-22F0AFEE5E7A}"/>
              </a:ext>
            </a:extLst>
          </p:cNvPr>
          <p:cNvSpPr/>
          <p:nvPr/>
        </p:nvSpPr>
        <p:spPr bwMode="gray">
          <a:xfrm>
            <a:off x="501650" y="1027417"/>
            <a:ext cx="5447457" cy="4785146"/>
          </a:xfrm>
          <a:prstGeom prst="roundRect">
            <a:avLst>
              <a:gd name="adj" fmla="val 3780"/>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2C44AAB5-34E7-41D3-AD25-AFD741F06CA4}"/>
              </a:ext>
            </a:extLst>
          </p:cNvPr>
          <p:cNvSpPr/>
          <p:nvPr/>
        </p:nvSpPr>
        <p:spPr bwMode="gray">
          <a:xfrm>
            <a:off x="1428534" y="840678"/>
            <a:ext cx="3720646" cy="334099"/>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G-DAM Trends (since inception in Oct’21)</a:t>
            </a:r>
          </a:p>
        </p:txBody>
      </p:sp>
      <p:sp>
        <p:nvSpPr>
          <p:cNvPr id="6" name="Rectangle: Rounded Corners 5">
            <a:extLst>
              <a:ext uri="{FF2B5EF4-FFF2-40B4-BE49-F238E27FC236}">
                <a16:creationId xmlns:a16="http://schemas.microsoft.com/office/drawing/2014/main" id="{499D4A68-B8E2-459F-AF45-FC74249786F9}"/>
              </a:ext>
            </a:extLst>
          </p:cNvPr>
          <p:cNvSpPr/>
          <p:nvPr/>
        </p:nvSpPr>
        <p:spPr bwMode="gray">
          <a:xfrm>
            <a:off x="6242894" y="1027417"/>
            <a:ext cx="5447456" cy="4785146"/>
          </a:xfrm>
          <a:prstGeom prst="roundRect">
            <a:avLst>
              <a:gd name="adj" fmla="val 2402"/>
            </a:avLst>
          </a:prstGeom>
          <a:noFill/>
          <a:ln w="19050" algn="ctr">
            <a:solidFill>
              <a:schemeClr val="tx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92362428-B041-4826-85CF-4A58BB42110C}"/>
              </a:ext>
            </a:extLst>
          </p:cNvPr>
          <p:cNvSpPr/>
          <p:nvPr/>
        </p:nvSpPr>
        <p:spPr bwMode="gray">
          <a:xfrm>
            <a:off x="7160704" y="842426"/>
            <a:ext cx="3720645" cy="332351"/>
          </a:xfrm>
          <a:prstGeom prst="roundRect">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G-TAM Trends (DAC) (for Past 12 Months)</a:t>
            </a:r>
          </a:p>
        </p:txBody>
      </p:sp>
      <p:graphicFrame>
        <p:nvGraphicFramePr>
          <p:cNvPr id="44" name="Chart 43">
            <a:extLst>
              <a:ext uri="{FF2B5EF4-FFF2-40B4-BE49-F238E27FC236}">
                <a16:creationId xmlns:a16="http://schemas.microsoft.com/office/drawing/2014/main" id="{FBCB5959-F98F-4AA8-B5C2-BE955D3A7DF6}"/>
              </a:ext>
            </a:extLst>
          </p:cNvPr>
          <p:cNvGraphicFramePr>
            <a:graphicFrameLocks/>
          </p:cNvGraphicFramePr>
          <p:nvPr/>
        </p:nvGraphicFramePr>
        <p:xfrm>
          <a:off x="649156" y="3769584"/>
          <a:ext cx="5058037" cy="2042978"/>
        </p:xfrm>
        <a:graphic>
          <a:graphicData uri="http://schemas.openxmlformats.org/drawingml/2006/chart">
            <c:chart xmlns:c="http://schemas.openxmlformats.org/drawingml/2006/chart" xmlns:r="http://schemas.openxmlformats.org/officeDocument/2006/relationships" r:id="rId2"/>
          </a:graphicData>
        </a:graphic>
      </p:graphicFrame>
      <p:sp>
        <p:nvSpPr>
          <p:cNvPr id="45" name="Rectangle: Rounded Corners 44">
            <a:extLst>
              <a:ext uri="{FF2B5EF4-FFF2-40B4-BE49-F238E27FC236}">
                <a16:creationId xmlns:a16="http://schemas.microsoft.com/office/drawing/2014/main" id="{21BE15DF-3894-4E36-AB85-F9CA99B67731}"/>
              </a:ext>
            </a:extLst>
          </p:cNvPr>
          <p:cNvSpPr/>
          <p:nvPr/>
        </p:nvSpPr>
        <p:spPr bwMode="gray">
          <a:xfrm>
            <a:off x="649156" y="3689889"/>
            <a:ext cx="5200449" cy="1985794"/>
          </a:xfrm>
          <a:prstGeom prst="roundRect">
            <a:avLst>
              <a:gd name="adj" fmla="val 3780"/>
            </a:avLst>
          </a:prstGeom>
          <a:noFill/>
          <a:ln w="19050" algn="ctr">
            <a:solidFill>
              <a:schemeClr val="tx2"/>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Rectangle: Rounded Corners 45">
            <a:extLst>
              <a:ext uri="{FF2B5EF4-FFF2-40B4-BE49-F238E27FC236}">
                <a16:creationId xmlns:a16="http://schemas.microsoft.com/office/drawing/2014/main" id="{C27E8D69-7240-445A-B8A7-7AF56FA5B642}"/>
              </a:ext>
            </a:extLst>
          </p:cNvPr>
          <p:cNvSpPr/>
          <p:nvPr/>
        </p:nvSpPr>
        <p:spPr bwMode="gray">
          <a:xfrm>
            <a:off x="649156" y="1218422"/>
            <a:ext cx="5200449" cy="2393905"/>
          </a:xfrm>
          <a:prstGeom prst="roundRect">
            <a:avLst>
              <a:gd name="adj" fmla="val 3780"/>
            </a:avLst>
          </a:prstGeom>
          <a:noFill/>
          <a:ln w="19050" algn="ctr">
            <a:solidFill>
              <a:schemeClr val="tx2"/>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47" name="Chart 46">
            <a:extLst>
              <a:ext uri="{FF2B5EF4-FFF2-40B4-BE49-F238E27FC236}">
                <a16:creationId xmlns:a16="http://schemas.microsoft.com/office/drawing/2014/main" id="{CE0B716F-68CB-4FDD-AD77-EB88D909E924}"/>
              </a:ext>
            </a:extLst>
          </p:cNvPr>
          <p:cNvGraphicFramePr>
            <a:graphicFrameLocks/>
          </p:cNvGraphicFramePr>
          <p:nvPr/>
        </p:nvGraphicFramePr>
        <p:xfrm>
          <a:off x="762965" y="1182317"/>
          <a:ext cx="5051785" cy="2350315"/>
        </p:xfrm>
        <a:graphic>
          <a:graphicData uri="http://schemas.openxmlformats.org/drawingml/2006/chart">
            <c:chart xmlns:c="http://schemas.openxmlformats.org/drawingml/2006/chart" xmlns:r="http://schemas.openxmlformats.org/officeDocument/2006/relationships" r:id="rId3"/>
          </a:graphicData>
        </a:graphic>
      </p:graphicFrame>
      <p:sp>
        <p:nvSpPr>
          <p:cNvPr id="48" name="Rectangle: Rounded Corners 47">
            <a:extLst>
              <a:ext uri="{FF2B5EF4-FFF2-40B4-BE49-F238E27FC236}">
                <a16:creationId xmlns:a16="http://schemas.microsoft.com/office/drawing/2014/main" id="{F2D425B6-BD02-4103-A623-7EADD9290574}"/>
              </a:ext>
            </a:extLst>
          </p:cNvPr>
          <p:cNvSpPr/>
          <p:nvPr/>
        </p:nvSpPr>
        <p:spPr bwMode="gray">
          <a:xfrm>
            <a:off x="501650" y="5956254"/>
            <a:ext cx="11188700" cy="690518"/>
          </a:xfrm>
          <a:prstGeom prst="roundRect">
            <a:avLst/>
          </a:prstGeom>
          <a:solidFill>
            <a:srgbClr val="75787B">
              <a:lumMod val="20000"/>
              <a:lumOff val="80000"/>
            </a:srgbClr>
          </a:solidFill>
          <a:ln w="19050" algn="ctr">
            <a:no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Key Takeaways</a:t>
            </a:r>
          </a:p>
          <a:p>
            <a:pPr marL="171450" marR="0" lvl="0" indent="-171450" defTabSz="91440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1100" kern="0" dirty="0">
                <a:solidFill>
                  <a:prstClr val="black"/>
                </a:solidFill>
                <a:latin typeface="Calibri Light" panose="020F0302020204030204" pitchFamily="34" charset="0"/>
                <a:cs typeface="Calibri Light" panose="020F0302020204030204" pitchFamily="34" charset="0"/>
              </a:rPr>
              <a:t>For G-DAM, the highest weighted average tariff was Rs. 15.90/kWh, while the average tariff since inception was Rs. 5.77/kWh and the average sell bid was 6.95 GWh and settled volume was 3.42 GWh.</a:t>
            </a:r>
          </a:p>
          <a:p>
            <a:pPr marL="171450" marR="0" lvl="0" indent="-171450" defTabSz="91440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i="0" u="none" strike="noStrike" kern="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For G-TAM, in DAC category the highest weighted average tariff was Rs. 18.24/kWh, while the average tariff was Rs. 4.90/kWh, the total traded volume was 828 GWh for DAC mode</a:t>
            </a:r>
          </a:p>
        </p:txBody>
      </p:sp>
      <p:sp>
        <p:nvSpPr>
          <p:cNvPr id="49" name="TextBox 48">
            <a:extLst>
              <a:ext uri="{FF2B5EF4-FFF2-40B4-BE49-F238E27FC236}">
                <a16:creationId xmlns:a16="http://schemas.microsoft.com/office/drawing/2014/main" id="{5293C79C-478C-4EE0-AEEE-B3D89B56A6FD}"/>
              </a:ext>
            </a:extLst>
          </p:cNvPr>
          <p:cNvSpPr txBox="1"/>
          <p:nvPr/>
        </p:nvSpPr>
        <p:spPr>
          <a:xfrm>
            <a:off x="501650" y="5782797"/>
            <a:ext cx="4944139"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IEX</a:t>
            </a:r>
          </a:p>
        </p:txBody>
      </p:sp>
      <p:graphicFrame>
        <p:nvGraphicFramePr>
          <p:cNvPr id="50" name="Chart 49">
            <a:extLst>
              <a:ext uri="{FF2B5EF4-FFF2-40B4-BE49-F238E27FC236}">
                <a16:creationId xmlns:a16="http://schemas.microsoft.com/office/drawing/2014/main" id="{07BDBB67-BDE8-4BEA-B1A3-240F3EC58825}"/>
              </a:ext>
            </a:extLst>
          </p:cNvPr>
          <p:cNvGraphicFramePr>
            <a:graphicFrameLocks/>
          </p:cNvGraphicFramePr>
          <p:nvPr/>
        </p:nvGraphicFramePr>
        <p:xfrm>
          <a:off x="6490011" y="1254113"/>
          <a:ext cx="5052833" cy="2206722"/>
        </p:xfrm>
        <a:graphic>
          <a:graphicData uri="http://schemas.openxmlformats.org/drawingml/2006/chart">
            <c:chart xmlns:c="http://schemas.openxmlformats.org/drawingml/2006/chart" xmlns:r="http://schemas.openxmlformats.org/officeDocument/2006/relationships" r:id="rId4"/>
          </a:graphicData>
        </a:graphic>
      </p:graphicFrame>
      <p:sp>
        <p:nvSpPr>
          <p:cNvPr id="51" name="Rectangle: Rounded Corners 50">
            <a:extLst>
              <a:ext uri="{FF2B5EF4-FFF2-40B4-BE49-F238E27FC236}">
                <a16:creationId xmlns:a16="http://schemas.microsoft.com/office/drawing/2014/main" id="{F14888C4-0057-4C97-98EF-6C1457B93E29}"/>
              </a:ext>
            </a:extLst>
          </p:cNvPr>
          <p:cNvSpPr/>
          <p:nvPr/>
        </p:nvSpPr>
        <p:spPr bwMode="gray">
          <a:xfrm>
            <a:off x="6416202" y="1222084"/>
            <a:ext cx="5200449" cy="2393905"/>
          </a:xfrm>
          <a:prstGeom prst="roundRect">
            <a:avLst>
              <a:gd name="adj" fmla="val 3780"/>
            </a:avLst>
          </a:prstGeom>
          <a:noFill/>
          <a:ln w="19050" algn="ctr">
            <a:solidFill>
              <a:schemeClr val="tx2"/>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2" name="Rectangle: Rounded Corners 51">
            <a:extLst>
              <a:ext uri="{FF2B5EF4-FFF2-40B4-BE49-F238E27FC236}">
                <a16:creationId xmlns:a16="http://schemas.microsoft.com/office/drawing/2014/main" id="{7BF4789E-E6F1-44D0-A2D3-73060371BE1C}"/>
              </a:ext>
            </a:extLst>
          </p:cNvPr>
          <p:cNvSpPr/>
          <p:nvPr/>
        </p:nvSpPr>
        <p:spPr bwMode="gray">
          <a:xfrm>
            <a:off x="6416201" y="3689889"/>
            <a:ext cx="5200449" cy="1985794"/>
          </a:xfrm>
          <a:prstGeom prst="roundRect">
            <a:avLst>
              <a:gd name="adj" fmla="val 3780"/>
            </a:avLst>
          </a:prstGeom>
          <a:noFill/>
          <a:ln w="19050" algn="ctr">
            <a:solidFill>
              <a:schemeClr val="tx2"/>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54" name="Chart 53">
            <a:extLst>
              <a:ext uri="{FF2B5EF4-FFF2-40B4-BE49-F238E27FC236}">
                <a16:creationId xmlns:a16="http://schemas.microsoft.com/office/drawing/2014/main" id="{07BDBB67-BDE8-4BEA-B1A3-240F3EC58825}"/>
              </a:ext>
            </a:extLst>
          </p:cNvPr>
          <p:cNvGraphicFramePr>
            <a:graphicFrameLocks/>
          </p:cNvGraphicFramePr>
          <p:nvPr/>
        </p:nvGraphicFramePr>
        <p:xfrm>
          <a:off x="6484807" y="3689889"/>
          <a:ext cx="5058037" cy="191399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8462439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800" b="1" dirty="0"/>
              <a:t>Sale through Power Exchanges– Implications for CIL</a:t>
            </a:r>
            <a:endParaRPr lang="en-GB" sz="2800" b="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2448910" y="3070410"/>
            <a:ext cx="9241438" cy="70012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Sale to power traders will be commercially viable for CIL only when the selling tariff is greater than the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0" y="4021534"/>
            <a:ext cx="9241437" cy="1394850"/>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The prices are highly volatile, and the risk factors are high</a:t>
            </a:r>
          </a:p>
          <a:p>
            <a:pPr marL="285750" indent="-285750" algn="just">
              <a:lnSpc>
                <a:spcPct val="114000"/>
              </a:lnSpc>
              <a:spcAft>
                <a:spcPts val="600"/>
              </a:spcAft>
              <a:buSzPct val="100000"/>
              <a:buFont typeface="Arial" panose="020B0604020202020204" pitchFamily="34" charset="0"/>
              <a:buChar char="•"/>
            </a:pPr>
            <a:r>
              <a:rPr lang="en-US" sz="1600" dirty="0"/>
              <a:t>Majorly a short-term solution</a:t>
            </a:r>
          </a:p>
          <a:p>
            <a:pPr marL="285750" indent="-285750" algn="just">
              <a:lnSpc>
                <a:spcPct val="114000"/>
              </a:lnSpc>
              <a:spcAft>
                <a:spcPts val="600"/>
              </a:spcAft>
              <a:buSzPct val="100000"/>
              <a:buFont typeface="Arial" panose="020B0604020202020204" pitchFamily="34" charset="0"/>
              <a:buChar char="•"/>
            </a:pPr>
            <a:r>
              <a:rPr lang="en-US" sz="1600" dirty="0"/>
              <a:t>Since, long term open access consumers get first preference over short term consumers, the availability of open access is a key challenge in such short-term sales </a:t>
            </a:r>
          </a:p>
        </p:txBody>
      </p:sp>
      <p:sp>
        <p:nvSpPr>
          <p:cNvPr id="10" name="TextBox 9">
            <a:extLst>
              <a:ext uri="{FF2B5EF4-FFF2-40B4-BE49-F238E27FC236}">
                <a16:creationId xmlns:a16="http://schemas.microsoft.com/office/drawing/2014/main" id="{71A7B91D-AB2D-4A78-BC2B-FCE1B115E006}"/>
              </a:ext>
            </a:extLst>
          </p:cNvPr>
          <p:cNvSpPr txBox="1"/>
          <p:nvPr/>
        </p:nvSpPr>
        <p:spPr>
          <a:xfrm>
            <a:off x="524908" y="2206337"/>
            <a:ext cx="1724307" cy="613076"/>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524908" y="3070410"/>
            <a:ext cx="1724307" cy="70012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Commercial implication for CIL</a:t>
            </a:r>
          </a:p>
        </p:txBody>
      </p:sp>
      <p:sp>
        <p:nvSpPr>
          <p:cNvPr id="12" name="TextBox 11">
            <a:extLst>
              <a:ext uri="{FF2B5EF4-FFF2-40B4-BE49-F238E27FC236}">
                <a16:creationId xmlns:a16="http://schemas.microsoft.com/office/drawing/2014/main" id="{43457097-F038-44CC-B0DF-692D09F99818}"/>
              </a:ext>
            </a:extLst>
          </p:cNvPr>
          <p:cNvSpPr txBox="1"/>
          <p:nvPr/>
        </p:nvSpPr>
        <p:spPr>
          <a:xfrm>
            <a:off x="524907" y="4021533"/>
            <a:ext cx="1724307" cy="1394850"/>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Demerit</a:t>
            </a:r>
          </a:p>
        </p:txBody>
      </p:sp>
      <p:sp>
        <p:nvSpPr>
          <p:cNvPr id="13" name="TextBox 12">
            <a:extLst>
              <a:ext uri="{FF2B5EF4-FFF2-40B4-BE49-F238E27FC236}">
                <a16:creationId xmlns:a16="http://schemas.microsoft.com/office/drawing/2014/main" id="{028EE6DD-5A35-4217-87CD-D729AE3F999A}"/>
              </a:ext>
            </a:extLst>
          </p:cNvPr>
          <p:cNvSpPr txBox="1"/>
          <p:nvPr/>
        </p:nvSpPr>
        <p:spPr>
          <a:xfrm>
            <a:off x="2448910" y="2165173"/>
            <a:ext cx="9241438" cy="613076"/>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solar energy through energy exchanges</a:t>
            </a:r>
          </a:p>
        </p:txBody>
      </p:sp>
    </p:spTree>
    <p:extLst>
      <p:ext uri="{BB962C8B-B14F-4D97-AF65-F5344CB8AC3E}">
        <p14:creationId xmlns:p14="http://schemas.microsoft.com/office/powerpoint/2010/main" val="88376696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7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7" y="2736849"/>
            <a:ext cx="11575075" cy="692151"/>
          </a:xfrm>
        </p:spPr>
        <p:txBody>
          <a:bodyPr/>
          <a:lstStyle/>
          <a:p>
            <a:pPr marL="990600" indent="-990600"/>
            <a:r>
              <a:rPr lang="en-US" sz="2800" i="0" dirty="0">
                <a:solidFill>
                  <a:schemeClr val="tx1"/>
                </a:solidFill>
              </a:rPr>
              <a:t>B. Captive Consumption</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952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41378EE-F68E-49C2-9E79-8A32B5868BA1}"/>
              </a:ext>
            </a:extLst>
          </p:cNvPr>
          <p:cNvSpPr/>
          <p:nvPr/>
        </p:nvSpPr>
        <p:spPr bwMode="gray">
          <a:xfrm>
            <a:off x="1186022" y="4155699"/>
            <a:ext cx="568960" cy="568960"/>
          </a:xfrm>
          <a:prstGeom prst="ellipse">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Freeform: Shape 4">
            <a:extLst>
              <a:ext uri="{FF2B5EF4-FFF2-40B4-BE49-F238E27FC236}">
                <a16:creationId xmlns:a16="http://schemas.microsoft.com/office/drawing/2014/main" id="{B6ED1377-2E19-4C5E-AB23-50882DE6CEA7}"/>
              </a:ext>
            </a:extLst>
          </p:cNvPr>
          <p:cNvSpPr/>
          <p:nvPr/>
        </p:nvSpPr>
        <p:spPr bwMode="gray">
          <a:xfrm>
            <a:off x="1318480" y="4369376"/>
            <a:ext cx="293885" cy="150064"/>
          </a:xfrm>
          <a:custGeom>
            <a:avLst/>
            <a:gdLst>
              <a:gd name="connsiteX0" fmla="*/ 0 w 355600"/>
              <a:gd name="connsiteY0" fmla="*/ 166769 h 321676"/>
              <a:gd name="connsiteX1" fmla="*/ 121920 w 355600"/>
              <a:gd name="connsiteY1" fmla="*/ 4209 h 321676"/>
              <a:gd name="connsiteX2" fmla="*/ 243840 w 355600"/>
              <a:gd name="connsiteY2" fmla="*/ 319169 h 321676"/>
              <a:gd name="connsiteX3" fmla="*/ 355600 w 355600"/>
              <a:gd name="connsiteY3" fmla="*/ 126129 h 321676"/>
            </a:gdLst>
            <a:ahLst/>
            <a:cxnLst>
              <a:cxn ang="0">
                <a:pos x="connsiteX0" y="connsiteY0"/>
              </a:cxn>
              <a:cxn ang="0">
                <a:pos x="connsiteX1" y="connsiteY1"/>
              </a:cxn>
              <a:cxn ang="0">
                <a:pos x="connsiteX2" y="connsiteY2"/>
              </a:cxn>
              <a:cxn ang="0">
                <a:pos x="connsiteX3" y="connsiteY3"/>
              </a:cxn>
            </a:cxnLst>
            <a:rect l="l" t="t" r="r" b="b"/>
            <a:pathLst>
              <a:path w="355600" h="321676">
                <a:moveTo>
                  <a:pt x="0" y="166769"/>
                </a:moveTo>
                <a:cubicBezTo>
                  <a:pt x="40640" y="72789"/>
                  <a:pt x="81280" y="-21191"/>
                  <a:pt x="121920" y="4209"/>
                </a:cubicBezTo>
                <a:cubicBezTo>
                  <a:pt x="162560" y="29609"/>
                  <a:pt x="204893" y="298849"/>
                  <a:pt x="243840" y="319169"/>
                </a:cubicBezTo>
                <a:cubicBezTo>
                  <a:pt x="282787" y="339489"/>
                  <a:pt x="319193" y="232809"/>
                  <a:pt x="355600" y="126129"/>
                </a:cubicBezTo>
              </a:path>
            </a:pathLst>
          </a:custGeom>
          <a:noFill/>
          <a:ln w="19050" algn="ctr">
            <a:solidFill>
              <a:schemeClr val="tx1"/>
            </a:solidFill>
            <a:miter lim="800000"/>
            <a:headEnd/>
            <a:tailEnd/>
          </a:ln>
        </p:spPr>
        <p:txBody>
          <a:bodyPr rtlCol="0" anchor="ctr"/>
          <a:lstStyle/>
          <a:p>
            <a:pPr algn="ctr"/>
            <a:endParaRPr lang="en-US"/>
          </a:p>
        </p:txBody>
      </p:sp>
      <p:sp>
        <p:nvSpPr>
          <p:cNvPr id="7" name="Rectangle 6">
            <a:extLst>
              <a:ext uri="{FF2B5EF4-FFF2-40B4-BE49-F238E27FC236}">
                <a16:creationId xmlns:a16="http://schemas.microsoft.com/office/drawing/2014/main" id="{A84C332D-8A34-4542-8F8D-3E49847DE902}"/>
              </a:ext>
            </a:extLst>
          </p:cNvPr>
          <p:cNvSpPr/>
          <p:nvPr/>
        </p:nvSpPr>
        <p:spPr bwMode="gray">
          <a:xfrm>
            <a:off x="509458" y="4007123"/>
            <a:ext cx="1911927" cy="1435071"/>
          </a:xfrm>
          <a:prstGeom prst="rect">
            <a:avLst/>
          </a:prstGeom>
          <a:noFill/>
          <a:ln w="19050"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 name="TextBox 7">
            <a:extLst>
              <a:ext uri="{FF2B5EF4-FFF2-40B4-BE49-F238E27FC236}">
                <a16:creationId xmlns:a16="http://schemas.microsoft.com/office/drawing/2014/main" id="{6647ADFC-39E9-4941-BE20-C8B01E9B9A89}"/>
              </a:ext>
            </a:extLst>
          </p:cNvPr>
          <p:cNvSpPr txBox="1"/>
          <p:nvPr/>
        </p:nvSpPr>
        <p:spPr>
          <a:xfrm>
            <a:off x="566262" y="4836419"/>
            <a:ext cx="1808480" cy="430887"/>
          </a:xfrm>
          <a:prstGeom prst="rect">
            <a:avLst/>
          </a:prstGeom>
          <a:noFill/>
        </p:spPr>
        <p:txBody>
          <a:bodyPr wrap="square" lIns="0" tIns="0" rIns="0" bIns="0" rtlCol="0">
            <a:spAutoFit/>
          </a:bodyPr>
          <a:lstStyle/>
          <a:p>
            <a:pPr algn="ctr">
              <a:spcBef>
                <a:spcPts val="600"/>
              </a:spcBef>
              <a:buSzPct val="100000"/>
            </a:pPr>
            <a:r>
              <a:rPr lang="en-US" sz="1400" dirty="0">
                <a:solidFill>
                  <a:srgbClr val="313131"/>
                </a:solidFill>
              </a:rPr>
              <a:t>Solar Power Plant in Rajasthan</a:t>
            </a:r>
          </a:p>
        </p:txBody>
      </p:sp>
      <p:sp>
        <p:nvSpPr>
          <p:cNvPr id="9" name="TextBox 8">
            <a:extLst>
              <a:ext uri="{FF2B5EF4-FFF2-40B4-BE49-F238E27FC236}">
                <a16:creationId xmlns:a16="http://schemas.microsoft.com/office/drawing/2014/main" id="{80F86C8E-5D5E-4A2C-A33A-DC2EED4F5DC4}"/>
              </a:ext>
            </a:extLst>
          </p:cNvPr>
          <p:cNvSpPr txBox="1"/>
          <p:nvPr/>
        </p:nvSpPr>
        <p:spPr>
          <a:xfrm>
            <a:off x="570418" y="5493311"/>
            <a:ext cx="1808480" cy="430887"/>
          </a:xfrm>
          <a:prstGeom prst="rect">
            <a:avLst/>
          </a:prstGeom>
          <a:noFill/>
        </p:spPr>
        <p:txBody>
          <a:bodyPr wrap="square" lIns="0" tIns="0" rIns="0" bIns="0" rtlCol="0">
            <a:spAutoFit/>
          </a:bodyPr>
          <a:lstStyle/>
          <a:p>
            <a:pPr algn="ctr">
              <a:spcBef>
                <a:spcPts val="600"/>
              </a:spcBef>
              <a:buSzPct val="100000"/>
            </a:pPr>
            <a:r>
              <a:rPr lang="en-US" sz="1400" b="1" dirty="0">
                <a:solidFill>
                  <a:srgbClr val="313131"/>
                </a:solidFill>
              </a:rPr>
              <a:t>SPECIAL PURPOSE VEHICLE</a:t>
            </a:r>
          </a:p>
        </p:txBody>
      </p:sp>
      <p:cxnSp>
        <p:nvCxnSpPr>
          <p:cNvPr id="11" name="Straight Connector 10">
            <a:extLst>
              <a:ext uri="{FF2B5EF4-FFF2-40B4-BE49-F238E27FC236}">
                <a16:creationId xmlns:a16="http://schemas.microsoft.com/office/drawing/2014/main" id="{D5277D1E-896D-4B56-B3F4-A948676616FD}"/>
              </a:ext>
            </a:extLst>
          </p:cNvPr>
          <p:cNvCxnSpPr/>
          <p:nvPr/>
        </p:nvCxnSpPr>
        <p:spPr>
          <a:xfrm>
            <a:off x="2693308" y="3210819"/>
            <a:ext cx="0" cy="65024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D1E0D6-43A8-4385-8491-DC0009D6D78A}"/>
              </a:ext>
            </a:extLst>
          </p:cNvPr>
          <p:cNvCxnSpPr>
            <a:cxnSpLocks/>
          </p:cNvCxnSpPr>
          <p:nvPr/>
        </p:nvCxnSpPr>
        <p:spPr>
          <a:xfrm>
            <a:off x="2606220" y="3535939"/>
            <a:ext cx="121503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6DB9B14-3C3E-4DAF-8800-19CADE66BF96}"/>
              </a:ext>
            </a:extLst>
          </p:cNvPr>
          <p:cNvCxnSpPr>
            <a:cxnSpLocks/>
          </p:cNvCxnSpPr>
          <p:nvPr/>
        </p:nvCxnSpPr>
        <p:spPr>
          <a:xfrm flipV="1">
            <a:off x="1470506" y="3533593"/>
            <a:ext cx="1114161" cy="622107"/>
          </a:xfrm>
          <a:prstGeom prst="bentConnector3">
            <a:avLst>
              <a:gd name="adj1" fmla="val -87"/>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9CB0FA-A17D-47AB-8D5E-058273B135F3}"/>
              </a:ext>
            </a:extLst>
          </p:cNvPr>
          <p:cNvCxnSpPr>
            <a:cxnSpLocks/>
          </p:cNvCxnSpPr>
          <p:nvPr/>
        </p:nvCxnSpPr>
        <p:spPr>
          <a:xfrm>
            <a:off x="4043158" y="1124980"/>
            <a:ext cx="0" cy="479790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CB8DF88-D57E-442C-9851-3E3B3F2DA5F0}"/>
              </a:ext>
            </a:extLst>
          </p:cNvPr>
          <p:cNvCxnSpPr>
            <a:cxnSpLocks/>
          </p:cNvCxnSpPr>
          <p:nvPr/>
        </p:nvCxnSpPr>
        <p:spPr>
          <a:xfrm>
            <a:off x="4038976" y="1124980"/>
            <a:ext cx="7180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2BBE86-50ED-40CB-B02A-5FADCFDFF4B1}"/>
              </a:ext>
            </a:extLst>
          </p:cNvPr>
          <p:cNvCxnSpPr>
            <a:cxnSpLocks/>
          </p:cNvCxnSpPr>
          <p:nvPr/>
        </p:nvCxnSpPr>
        <p:spPr>
          <a:xfrm>
            <a:off x="4038976" y="2135521"/>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86D643-B33F-423E-A9DB-F0C4F84CA0AE}"/>
              </a:ext>
            </a:extLst>
          </p:cNvPr>
          <p:cNvCxnSpPr>
            <a:cxnSpLocks/>
          </p:cNvCxnSpPr>
          <p:nvPr/>
        </p:nvCxnSpPr>
        <p:spPr>
          <a:xfrm>
            <a:off x="4038976" y="3184885"/>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6B0281-786C-4B02-82CD-2D163B9A805F}"/>
              </a:ext>
            </a:extLst>
          </p:cNvPr>
          <p:cNvCxnSpPr>
            <a:cxnSpLocks/>
          </p:cNvCxnSpPr>
          <p:nvPr/>
        </p:nvCxnSpPr>
        <p:spPr>
          <a:xfrm>
            <a:off x="4038976" y="3869595"/>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DA228E-2570-4479-8895-382C5E237E40}"/>
              </a:ext>
            </a:extLst>
          </p:cNvPr>
          <p:cNvCxnSpPr>
            <a:cxnSpLocks/>
          </p:cNvCxnSpPr>
          <p:nvPr/>
        </p:nvCxnSpPr>
        <p:spPr>
          <a:xfrm>
            <a:off x="4038976" y="4557140"/>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06D3BE-CE75-40CB-982C-4EB15439C334}"/>
              </a:ext>
            </a:extLst>
          </p:cNvPr>
          <p:cNvCxnSpPr>
            <a:cxnSpLocks/>
          </p:cNvCxnSpPr>
          <p:nvPr/>
        </p:nvCxnSpPr>
        <p:spPr>
          <a:xfrm>
            <a:off x="4038976" y="5242563"/>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7F1D44-B7B4-4184-BEB0-5F3AD6A04118}"/>
              </a:ext>
            </a:extLst>
          </p:cNvPr>
          <p:cNvCxnSpPr>
            <a:cxnSpLocks/>
            <a:endCxn id="26" idx="1"/>
          </p:cNvCxnSpPr>
          <p:nvPr/>
        </p:nvCxnSpPr>
        <p:spPr>
          <a:xfrm>
            <a:off x="4757072" y="1124980"/>
            <a:ext cx="189917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3FD630C-8FE9-4184-A2A3-5C96193D7227}"/>
              </a:ext>
            </a:extLst>
          </p:cNvPr>
          <p:cNvSpPr txBox="1"/>
          <p:nvPr/>
        </p:nvSpPr>
        <p:spPr>
          <a:xfrm>
            <a:off x="6656248" y="96726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SECL</a:t>
            </a:r>
          </a:p>
        </p:txBody>
      </p:sp>
      <p:cxnSp>
        <p:nvCxnSpPr>
          <p:cNvPr id="28" name="Straight Connector 27">
            <a:extLst>
              <a:ext uri="{FF2B5EF4-FFF2-40B4-BE49-F238E27FC236}">
                <a16:creationId xmlns:a16="http://schemas.microsoft.com/office/drawing/2014/main" id="{043E3CF5-439E-47C1-BA8A-8FD1BA6946A7}"/>
              </a:ext>
            </a:extLst>
          </p:cNvPr>
          <p:cNvCxnSpPr>
            <a:cxnSpLocks/>
          </p:cNvCxnSpPr>
          <p:nvPr/>
        </p:nvCxnSpPr>
        <p:spPr>
          <a:xfrm>
            <a:off x="4762911" y="1632980"/>
            <a:ext cx="0" cy="10547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9D7BD1F-734D-4B97-A687-F0EE884D49C9}"/>
              </a:ext>
            </a:extLst>
          </p:cNvPr>
          <p:cNvCxnSpPr>
            <a:cxnSpLocks/>
            <a:endCxn id="27" idx="1"/>
          </p:cNvCxnSpPr>
          <p:nvPr/>
        </p:nvCxnSpPr>
        <p:spPr>
          <a:xfrm>
            <a:off x="4757072" y="1811400"/>
            <a:ext cx="189917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04373BD-7AA4-4439-983B-7C72C0963F1B}"/>
              </a:ext>
            </a:extLst>
          </p:cNvPr>
          <p:cNvSpPr txBox="1"/>
          <p:nvPr/>
        </p:nvSpPr>
        <p:spPr>
          <a:xfrm>
            <a:off x="6656248" y="165368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SECL</a:t>
            </a:r>
          </a:p>
        </p:txBody>
      </p:sp>
      <p:cxnSp>
        <p:nvCxnSpPr>
          <p:cNvPr id="29" name="Straight Connector 28">
            <a:extLst>
              <a:ext uri="{FF2B5EF4-FFF2-40B4-BE49-F238E27FC236}">
                <a16:creationId xmlns:a16="http://schemas.microsoft.com/office/drawing/2014/main" id="{70976542-1FED-4ACD-878D-53B9191E35D8}"/>
              </a:ext>
            </a:extLst>
          </p:cNvPr>
          <p:cNvCxnSpPr>
            <a:cxnSpLocks/>
            <a:endCxn id="30" idx="1"/>
          </p:cNvCxnSpPr>
          <p:nvPr/>
        </p:nvCxnSpPr>
        <p:spPr>
          <a:xfrm>
            <a:off x="4775094" y="2497820"/>
            <a:ext cx="188115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91C5547-C09A-4BB9-83FC-F3A049A31AF2}"/>
              </a:ext>
            </a:extLst>
          </p:cNvPr>
          <p:cNvSpPr txBox="1"/>
          <p:nvPr/>
        </p:nvSpPr>
        <p:spPr>
          <a:xfrm>
            <a:off x="6656248" y="234010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NCL</a:t>
            </a:r>
          </a:p>
        </p:txBody>
      </p:sp>
      <p:cxnSp>
        <p:nvCxnSpPr>
          <p:cNvPr id="31" name="Straight Connector 30">
            <a:extLst>
              <a:ext uri="{FF2B5EF4-FFF2-40B4-BE49-F238E27FC236}">
                <a16:creationId xmlns:a16="http://schemas.microsoft.com/office/drawing/2014/main" id="{FA8BE43F-73A2-459E-949F-8D734D6ED071}"/>
              </a:ext>
            </a:extLst>
          </p:cNvPr>
          <p:cNvCxnSpPr>
            <a:cxnSpLocks/>
          </p:cNvCxnSpPr>
          <p:nvPr/>
        </p:nvCxnSpPr>
        <p:spPr>
          <a:xfrm flipV="1">
            <a:off x="4761114" y="3184871"/>
            <a:ext cx="1899176"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3340444-0FEA-4F09-AB68-733FE34A139C}"/>
              </a:ext>
            </a:extLst>
          </p:cNvPr>
          <p:cNvSpPr txBox="1"/>
          <p:nvPr/>
        </p:nvSpPr>
        <p:spPr>
          <a:xfrm>
            <a:off x="6656248" y="302652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ECL</a:t>
            </a:r>
          </a:p>
        </p:txBody>
      </p:sp>
      <p:cxnSp>
        <p:nvCxnSpPr>
          <p:cNvPr id="34" name="Straight Connector 33">
            <a:extLst>
              <a:ext uri="{FF2B5EF4-FFF2-40B4-BE49-F238E27FC236}">
                <a16:creationId xmlns:a16="http://schemas.microsoft.com/office/drawing/2014/main" id="{5EF200C3-BB41-409D-A055-0F4CBB1719E6}"/>
              </a:ext>
            </a:extLst>
          </p:cNvPr>
          <p:cNvCxnSpPr/>
          <p:nvPr/>
        </p:nvCxnSpPr>
        <p:spPr>
          <a:xfrm>
            <a:off x="4773784" y="3648421"/>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4756DC4-C04F-46A1-A33B-35C03802D063}"/>
              </a:ext>
            </a:extLst>
          </p:cNvPr>
          <p:cNvCxnSpPr>
            <a:cxnSpLocks/>
          </p:cNvCxnSpPr>
          <p:nvPr/>
        </p:nvCxnSpPr>
        <p:spPr>
          <a:xfrm flipV="1">
            <a:off x="4787333" y="3868758"/>
            <a:ext cx="1842083" cy="83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8CAA8AF-3A82-4832-8175-CB1A4A937CFB}"/>
              </a:ext>
            </a:extLst>
          </p:cNvPr>
          <p:cNvSpPr txBox="1"/>
          <p:nvPr/>
        </p:nvSpPr>
        <p:spPr>
          <a:xfrm>
            <a:off x="6656248" y="371294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BCCL / CCL</a:t>
            </a:r>
          </a:p>
        </p:txBody>
      </p:sp>
      <p:cxnSp>
        <p:nvCxnSpPr>
          <p:cNvPr id="39" name="Straight Connector 38">
            <a:extLst>
              <a:ext uri="{FF2B5EF4-FFF2-40B4-BE49-F238E27FC236}">
                <a16:creationId xmlns:a16="http://schemas.microsoft.com/office/drawing/2014/main" id="{BCB2A06F-EA16-4E9E-B784-AFE98CD6D623}"/>
              </a:ext>
            </a:extLst>
          </p:cNvPr>
          <p:cNvCxnSpPr>
            <a:cxnSpLocks/>
            <a:endCxn id="40" idx="1"/>
          </p:cNvCxnSpPr>
          <p:nvPr/>
        </p:nvCxnSpPr>
        <p:spPr>
          <a:xfrm>
            <a:off x="4787333" y="4557080"/>
            <a:ext cx="186891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1CE97E7-845C-4658-96C6-F87AF96CDF28}"/>
              </a:ext>
            </a:extLst>
          </p:cNvPr>
          <p:cNvSpPr txBox="1"/>
          <p:nvPr/>
        </p:nvSpPr>
        <p:spPr>
          <a:xfrm>
            <a:off x="6656248" y="439936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BCCL / CCL</a:t>
            </a:r>
          </a:p>
        </p:txBody>
      </p:sp>
      <p:cxnSp>
        <p:nvCxnSpPr>
          <p:cNvPr id="41" name="Straight Connector 40">
            <a:extLst>
              <a:ext uri="{FF2B5EF4-FFF2-40B4-BE49-F238E27FC236}">
                <a16:creationId xmlns:a16="http://schemas.microsoft.com/office/drawing/2014/main" id="{C43FFC6C-FC66-4058-ACF0-F788EEBD12C4}"/>
              </a:ext>
            </a:extLst>
          </p:cNvPr>
          <p:cNvCxnSpPr>
            <a:cxnSpLocks/>
            <a:endCxn id="42" idx="1"/>
          </p:cNvCxnSpPr>
          <p:nvPr/>
        </p:nvCxnSpPr>
        <p:spPr>
          <a:xfrm>
            <a:off x="4773784" y="5243500"/>
            <a:ext cx="188246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9B5477A-7672-4343-A2C1-FD4F72229F84}"/>
              </a:ext>
            </a:extLst>
          </p:cNvPr>
          <p:cNvSpPr txBox="1"/>
          <p:nvPr/>
        </p:nvSpPr>
        <p:spPr>
          <a:xfrm>
            <a:off x="6656248" y="5085784"/>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WCL</a:t>
            </a:r>
          </a:p>
        </p:txBody>
      </p:sp>
      <p:cxnSp>
        <p:nvCxnSpPr>
          <p:cNvPr id="43" name="Straight Connector 42">
            <a:extLst>
              <a:ext uri="{FF2B5EF4-FFF2-40B4-BE49-F238E27FC236}">
                <a16:creationId xmlns:a16="http://schemas.microsoft.com/office/drawing/2014/main" id="{8BDBC391-6F87-4C1F-BB22-2CD0886C1F5A}"/>
              </a:ext>
            </a:extLst>
          </p:cNvPr>
          <p:cNvCxnSpPr>
            <a:cxnSpLocks/>
          </p:cNvCxnSpPr>
          <p:nvPr/>
        </p:nvCxnSpPr>
        <p:spPr>
          <a:xfrm>
            <a:off x="4038976" y="5931979"/>
            <a:ext cx="7289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BD24E2C-E710-45EE-B6DF-B435D501B0E8}"/>
              </a:ext>
            </a:extLst>
          </p:cNvPr>
          <p:cNvCxnSpPr>
            <a:cxnSpLocks/>
            <a:endCxn id="46" idx="1"/>
          </p:cNvCxnSpPr>
          <p:nvPr/>
        </p:nvCxnSpPr>
        <p:spPr>
          <a:xfrm>
            <a:off x="4787333" y="5929919"/>
            <a:ext cx="186891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7FBC59F-07AE-406C-9B3D-B8EDBC0F5C26}"/>
              </a:ext>
            </a:extLst>
          </p:cNvPr>
          <p:cNvSpPr txBox="1"/>
          <p:nvPr/>
        </p:nvSpPr>
        <p:spPr>
          <a:xfrm>
            <a:off x="6656248" y="5772203"/>
            <a:ext cx="1133518" cy="315432"/>
          </a:xfrm>
          <a:prstGeom prst="rect">
            <a:avLst/>
          </a:prstGeom>
          <a:noFill/>
          <a:ln>
            <a:solidFill>
              <a:schemeClr val="tx1"/>
            </a:solidFill>
          </a:ln>
        </p:spPr>
        <p:txBody>
          <a:bodyPr wrap="square" lIns="0" tIns="0" rIns="0" bIns="0" rtlCol="0" anchor="ctr" anchorCtr="0">
            <a:noAutofit/>
          </a:bodyPr>
          <a:lstStyle/>
          <a:p>
            <a:pPr algn="ctr">
              <a:spcBef>
                <a:spcPts val="600"/>
              </a:spcBef>
              <a:buSzPct val="100000"/>
            </a:pPr>
            <a:r>
              <a:rPr lang="en-US" sz="1400" dirty="0">
                <a:solidFill>
                  <a:srgbClr val="313131"/>
                </a:solidFill>
              </a:rPr>
              <a:t>MCL</a:t>
            </a:r>
          </a:p>
        </p:txBody>
      </p:sp>
      <p:sp>
        <p:nvSpPr>
          <p:cNvPr id="47" name="TextBox 46">
            <a:extLst>
              <a:ext uri="{FF2B5EF4-FFF2-40B4-BE49-F238E27FC236}">
                <a16:creationId xmlns:a16="http://schemas.microsoft.com/office/drawing/2014/main" id="{B37D67C3-F3BF-47D1-BFA1-BF2EAEF89FDC}"/>
              </a:ext>
            </a:extLst>
          </p:cNvPr>
          <p:cNvSpPr txBox="1"/>
          <p:nvPr/>
        </p:nvSpPr>
        <p:spPr>
          <a:xfrm>
            <a:off x="2701605" y="3279968"/>
            <a:ext cx="928036"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PGCIL grid</a:t>
            </a:r>
          </a:p>
        </p:txBody>
      </p:sp>
      <p:sp>
        <p:nvSpPr>
          <p:cNvPr id="55" name="TextBox 54">
            <a:extLst>
              <a:ext uri="{FF2B5EF4-FFF2-40B4-BE49-F238E27FC236}">
                <a16:creationId xmlns:a16="http://schemas.microsoft.com/office/drawing/2014/main" id="{18D30A47-8715-4D4F-99E0-1E01E36C3330}"/>
              </a:ext>
            </a:extLst>
          </p:cNvPr>
          <p:cNvSpPr txBox="1"/>
          <p:nvPr/>
        </p:nvSpPr>
        <p:spPr>
          <a:xfrm>
            <a:off x="5006421" y="874045"/>
            <a:ext cx="1325037"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CG T&amp;D Network</a:t>
            </a:r>
          </a:p>
        </p:txBody>
      </p:sp>
      <p:cxnSp>
        <p:nvCxnSpPr>
          <p:cNvPr id="56" name="Straight Connector 55">
            <a:extLst>
              <a:ext uri="{FF2B5EF4-FFF2-40B4-BE49-F238E27FC236}">
                <a16:creationId xmlns:a16="http://schemas.microsoft.com/office/drawing/2014/main" id="{337DF1C5-5769-4316-8F8B-1B75F76A64E0}"/>
              </a:ext>
            </a:extLst>
          </p:cNvPr>
          <p:cNvCxnSpPr/>
          <p:nvPr/>
        </p:nvCxnSpPr>
        <p:spPr>
          <a:xfrm>
            <a:off x="4792797" y="4353456"/>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4B677F48-5B4C-48D4-90A9-6F3F3C228B8C}"/>
              </a:ext>
            </a:extLst>
          </p:cNvPr>
          <p:cNvSpPr txBox="1"/>
          <p:nvPr/>
        </p:nvSpPr>
        <p:spPr>
          <a:xfrm>
            <a:off x="5075856" y="4347359"/>
            <a:ext cx="1261608"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JH T&amp;D Network</a:t>
            </a:r>
          </a:p>
        </p:txBody>
      </p:sp>
      <p:cxnSp>
        <p:nvCxnSpPr>
          <p:cNvPr id="59" name="Straight Connector 58">
            <a:extLst>
              <a:ext uri="{FF2B5EF4-FFF2-40B4-BE49-F238E27FC236}">
                <a16:creationId xmlns:a16="http://schemas.microsoft.com/office/drawing/2014/main" id="{F1975141-20E0-41AC-AC17-927FDB8F1F95}"/>
              </a:ext>
            </a:extLst>
          </p:cNvPr>
          <p:cNvCxnSpPr/>
          <p:nvPr/>
        </p:nvCxnSpPr>
        <p:spPr>
          <a:xfrm>
            <a:off x="4792797" y="5054059"/>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B010D73-515D-4968-B51B-65C16897672B}"/>
              </a:ext>
            </a:extLst>
          </p:cNvPr>
          <p:cNvCxnSpPr/>
          <p:nvPr/>
        </p:nvCxnSpPr>
        <p:spPr>
          <a:xfrm>
            <a:off x="4787333" y="5737478"/>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ACF6473-AA93-4DD9-83DB-11D9EFDB90AC}"/>
              </a:ext>
            </a:extLst>
          </p:cNvPr>
          <p:cNvSpPr txBox="1"/>
          <p:nvPr/>
        </p:nvSpPr>
        <p:spPr>
          <a:xfrm>
            <a:off x="5073788" y="5004793"/>
            <a:ext cx="1320435"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MH T&amp;D Network</a:t>
            </a:r>
          </a:p>
        </p:txBody>
      </p:sp>
      <p:sp>
        <p:nvSpPr>
          <p:cNvPr id="63" name="TextBox 62">
            <a:extLst>
              <a:ext uri="{FF2B5EF4-FFF2-40B4-BE49-F238E27FC236}">
                <a16:creationId xmlns:a16="http://schemas.microsoft.com/office/drawing/2014/main" id="{C4F713B6-96BA-4FBE-AE9C-8ABE212687FB}"/>
              </a:ext>
            </a:extLst>
          </p:cNvPr>
          <p:cNvSpPr txBox="1"/>
          <p:nvPr/>
        </p:nvSpPr>
        <p:spPr>
          <a:xfrm>
            <a:off x="5001790" y="5679053"/>
            <a:ext cx="1439999"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OD T&amp;D Network</a:t>
            </a:r>
          </a:p>
        </p:txBody>
      </p:sp>
      <p:sp>
        <p:nvSpPr>
          <p:cNvPr id="65" name="TextBox 64">
            <a:extLst>
              <a:ext uri="{FF2B5EF4-FFF2-40B4-BE49-F238E27FC236}">
                <a16:creationId xmlns:a16="http://schemas.microsoft.com/office/drawing/2014/main" id="{C2A41344-04A6-432C-B16C-F4FD59E4A290}"/>
              </a:ext>
            </a:extLst>
          </p:cNvPr>
          <p:cNvSpPr txBox="1"/>
          <p:nvPr/>
        </p:nvSpPr>
        <p:spPr>
          <a:xfrm>
            <a:off x="4994803" y="1588580"/>
            <a:ext cx="1380321"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MP T&amp;D Network</a:t>
            </a:r>
          </a:p>
        </p:txBody>
      </p:sp>
      <p:sp>
        <p:nvSpPr>
          <p:cNvPr id="67" name="TextBox 66">
            <a:extLst>
              <a:ext uri="{FF2B5EF4-FFF2-40B4-BE49-F238E27FC236}">
                <a16:creationId xmlns:a16="http://schemas.microsoft.com/office/drawing/2014/main" id="{FD9B08F9-BCA2-4290-AE6A-4C4214EF2E0D}"/>
              </a:ext>
            </a:extLst>
          </p:cNvPr>
          <p:cNvSpPr txBox="1"/>
          <p:nvPr/>
        </p:nvSpPr>
        <p:spPr>
          <a:xfrm>
            <a:off x="5050677" y="2943388"/>
            <a:ext cx="1299089"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WB T&amp;D Network</a:t>
            </a:r>
          </a:p>
        </p:txBody>
      </p:sp>
      <p:cxnSp>
        <p:nvCxnSpPr>
          <p:cNvPr id="68" name="Straight Connector 67">
            <a:extLst>
              <a:ext uri="{FF2B5EF4-FFF2-40B4-BE49-F238E27FC236}">
                <a16:creationId xmlns:a16="http://schemas.microsoft.com/office/drawing/2014/main" id="{CD5985D1-724E-425F-9B3A-C8D0103CE032}"/>
              </a:ext>
            </a:extLst>
          </p:cNvPr>
          <p:cNvCxnSpPr/>
          <p:nvPr/>
        </p:nvCxnSpPr>
        <p:spPr>
          <a:xfrm>
            <a:off x="4775094" y="3008945"/>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D1BA446-A465-44D1-A641-2FE888746E87}"/>
              </a:ext>
            </a:extLst>
          </p:cNvPr>
          <p:cNvSpPr txBox="1"/>
          <p:nvPr/>
        </p:nvSpPr>
        <p:spPr>
          <a:xfrm>
            <a:off x="5031608" y="3624451"/>
            <a:ext cx="1435747"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DVC T&amp;D Network</a:t>
            </a:r>
          </a:p>
        </p:txBody>
      </p:sp>
      <p:sp>
        <p:nvSpPr>
          <p:cNvPr id="89" name="Rectangle 88">
            <a:extLst>
              <a:ext uri="{FF2B5EF4-FFF2-40B4-BE49-F238E27FC236}">
                <a16:creationId xmlns:a16="http://schemas.microsoft.com/office/drawing/2014/main" id="{CD8E4BFB-0C19-4846-9A30-F47D51F82D35}"/>
              </a:ext>
            </a:extLst>
          </p:cNvPr>
          <p:cNvSpPr/>
          <p:nvPr/>
        </p:nvSpPr>
        <p:spPr bwMode="gray">
          <a:xfrm>
            <a:off x="6501305" y="833802"/>
            <a:ext cx="1440000" cy="5400000"/>
          </a:xfrm>
          <a:prstGeom prst="rect">
            <a:avLst/>
          </a:prstGeom>
          <a:noFill/>
          <a:ln w="19050"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93" name="Connector: Elbow 92">
            <a:extLst>
              <a:ext uri="{FF2B5EF4-FFF2-40B4-BE49-F238E27FC236}">
                <a16:creationId xmlns:a16="http://schemas.microsoft.com/office/drawing/2014/main" id="{755069F1-AD20-4362-B97C-44EC57273FBD}"/>
              </a:ext>
            </a:extLst>
          </p:cNvPr>
          <p:cNvCxnSpPr>
            <a:stCxn id="89" idx="2"/>
            <a:endCxn id="9" idx="2"/>
          </p:cNvCxnSpPr>
          <p:nvPr/>
        </p:nvCxnSpPr>
        <p:spPr>
          <a:xfrm rot="5400000" flipH="1">
            <a:off x="4193180" y="3205677"/>
            <a:ext cx="309604" cy="5746647"/>
          </a:xfrm>
          <a:prstGeom prst="bentConnector3">
            <a:avLst>
              <a:gd name="adj1" fmla="val -73836"/>
            </a:avLst>
          </a:prstGeom>
          <a:ln w="19050">
            <a:solidFill>
              <a:srgbClr val="26890D"/>
            </a:solidFill>
            <a:prstDash val="sysDash"/>
            <a:tailEnd type="arrow" w="med" len="lg"/>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68DFBC02-D349-4DD1-B68F-C7F103266798}"/>
              </a:ext>
            </a:extLst>
          </p:cNvPr>
          <p:cNvSpPr txBox="1"/>
          <p:nvPr/>
        </p:nvSpPr>
        <p:spPr>
          <a:xfrm>
            <a:off x="1159525" y="3068527"/>
            <a:ext cx="1494612" cy="430887"/>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Dedicated transmission line</a:t>
            </a:r>
          </a:p>
        </p:txBody>
      </p:sp>
      <p:cxnSp>
        <p:nvCxnSpPr>
          <p:cNvPr id="98" name="Connector: Elbow 97">
            <a:extLst>
              <a:ext uri="{FF2B5EF4-FFF2-40B4-BE49-F238E27FC236}">
                <a16:creationId xmlns:a16="http://schemas.microsoft.com/office/drawing/2014/main" id="{11659BC1-2142-4D1D-AD57-B26F6148FE7F}"/>
              </a:ext>
            </a:extLst>
          </p:cNvPr>
          <p:cNvCxnSpPr>
            <a:cxnSpLocks/>
          </p:cNvCxnSpPr>
          <p:nvPr/>
        </p:nvCxnSpPr>
        <p:spPr>
          <a:xfrm flipV="1">
            <a:off x="1533883" y="3637797"/>
            <a:ext cx="1029346" cy="200095"/>
          </a:xfrm>
          <a:prstGeom prst="bentConnector3">
            <a:avLst>
              <a:gd name="adj1" fmla="val 818"/>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FAF251E6-F826-4E42-A6E7-C5509B2AD537}"/>
              </a:ext>
            </a:extLst>
          </p:cNvPr>
          <p:cNvCxnSpPr>
            <a:cxnSpLocks/>
          </p:cNvCxnSpPr>
          <p:nvPr/>
        </p:nvCxnSpPr>
        <p:spPr>
          <a:xfrm flipV="1">
            <a:off x="3713256" y="2134200"/>
            <a:ext cx="216000" cy="1296000"/>
          </a:xfrm>
          <a:prstGeom prst="bentConnector2">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47F56C2F-E394-4EDC-9960-C4562EE98DC1}"/>
              </a:ext>
            </a:extLst>
          </p:cNvPr>
          <p:cNvCxnSpPr>
            <a:cxnSpLocks/>
          </p:cNvCxnSpPr>
          <p:nvPr/>
        </p:nvCxnSpPr>
        <p:spPr>
          <a:xfrm>
            <a:off x="3714153" y="3668349"/>
            <a:ext cx="216000" cy="1296000"/>
          </a:xfrm>
          <a:prstGeom prst="bentConnector2">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6BD4CB89-5B3C-4568-96F4-8CACEC30E4C4}"/>
              </a:ext>
            </a:extLst>
          </p:cNvPr>
          <p:cNvCxnSpPr>
            <a:cxnSpLocks/>
          </p:cNvCxnSpPr>
          <p:nvPr/>
        </p:nvCxnSpPr>
        <p:spPr>
          <a:xfrm rot="5400000" flipH="1" flipV="1">
            <a:off x="3824388" y="1117867"/>
            <a:ext cx="720000" cy="504000"/>
          </a:xfrm>
          <a:prstGeom prst="bentConnector2">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A2587779-0C95-4E80-9BB8-789825926345}"/>
              </a:ext>
            </a:extLst>
          </p:cNvPr>
          <p:cNvCxnSpPr>
            <a:cxnSpLocks/>
          </p:cNvCxnSpPr>
          <p:nvPr/>
        </p:nvCxnSpPr>
        <p:spPr>
          <a:xfrm rot="16200000" flipH="1">
            <a:off x="3817268" y="5461587"/>
            <a:ext cx="720000" cy="504000"/>
          </a:xfrm>
          <a:prstGeom prst="bentConnector2">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C2772C9-574A-44A0-A334-B065AFA5BAA1}"/>
              </a:ext>
            </a:extLst>
          </p:cNvPr>
          <p:cNvCxnSpPr/>
          <p:nvPr/>
        </p:nvCxnSpPr>
        <p:spPr>
          <a:xfrm>
            <a:off x="4142543" y="2250222"/>
            <a:ext cx="336589"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058FE56D-CCBE-49B9-A0CB-8E8D8876FD21}"/>
              </a:ext>
            </a:extLst>
          </p:cNvPr>
          <p:cNvCxnSpPr/>
          <p:nvPr/>
        </p:nvCxnSpPr>
        <p:spPr>
          <a:xfrm>
            <a:off x="4099799" y="3068527"/>
            <a:ext cx="336589"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0AE35AA3-A4BD-4C5C-B07C-DAE9B5698001}"/>
              </a:ext>
            </a:extLst>
          </p:cNvPr>
          <p:cNvCxnSpPr/>
          <p:nvPr/>
        </p:nvCxnSpPr>
        <p:spPr>
          <a:xfrm>
            <a:off x="4099799" y="3985884"/>
            <a:ext cx="336589"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E1161297-7FAF-4D2F-B723-191E1B0AA12C}"/>
              </a:ext>
            </a:extLst>
          </p:cNvPr>
          <p:cNvCxnSpPr/>
          <p:nvPr/>
        </p:nvCxnSpPr>
        <p:spPr>
          <a:xfrm>
            <a:off x="4099799" y="4686192"/>
            <a:ext cx="336589"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650BEC78-84D0-4067-9DC7-4FD6528E9767}"/>
              </a:ext>
            </a:extLst>
          </p:cNvPr>
          <p:cNvCxnSpPr/>
          <p:nvPr/>
        </p:nvCxnSpPr>
        <p:spPr>
          <a:xfrm>
            <a:off x="4099799" y="5378439"/>
            <a:ext cx="336589"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FB18D480-A328-41EA-8E75-BF25F1588C24}"/>
              </a:ext>
            </a:extLst>
          </p:cNvPr>
          <p:cNvCxnSpPr/>
          <p:nvPr/>
        </p:nvCxnSpPr>
        <p:spPr>
          <a:xfrm>
            <a:off x="5639141" y="1255852"/>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83844A8-E944-4B6A-8B15-F9D9950C35F2}"/>
              </a:ext>
            </a:extLst>
          </p:cNvPr>
          <p:cNvCxnSpPr/>
          <p:nvPr/>
        </p:nvCxnSpPr>
        <p:spPr>
          <a:xfrm>
            <a:off x="5639141" y="1969116"/>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45742849-FF7E-459E-9004-876C75FEFF9C}"/>
              </a:ext>
            </a:extLst>
          </p:cNvPr>
          <p:cNvCxnSpPr/>
          <p:nvPr/>
        </p:nvCxnSpPr>
        <p:spPr>
          <a:xfrm>
            <a:off x="5639141" y="2655536"/>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4BCE5C8E-4FAA-4A3F-854A-BF3A898D3FA7}"/>
              </a:ext>
            </a:extLst>
          </p:cNvPr>
          <p:cNvCxnSpPr/>
          <p:nvPr/>
        </p:nvCxnSpPr>
        <p:spPr>
          <a:xfrm>
            <a:off x="5639657" y="3304905"/>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854E4DB-0EB4-43A4-8A90-35D70FC5B39F}"/>
              </a:ext>
            </a:extLst>
          </p:cNvPr>
          <p:cNvCxnSpPr/>
          <p:nvPr/>
        </p:nvCxnSpPr>
        <p:spPr>
          <a:xfrm>
            <a:off x="5639657" y="3971800"/>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C243C834-3128-4F47-9082-A9E9A062B481}"/>
              </a:ext>
            </a:extLst>
          </p:cNvPr>
          <p:cNvCxnSpPr/>
          <p:nvPr/>
        </p:nvCxnSpPr>
        <p:spPr>
          <a:xfrm>
            <a:off x="5620841" y="4684172"/>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BDEB7486-64B4-4069-ABFC-DFB0D401AE85}"/>
              </a:ext>
            </a:extLst>
          </p:cNvPr>
          <p:cNvCxnSpPr/>
          <p:nvPr/>
        </p:nvCxnSpPr>
        <p:spPr>
          <a:xfrm>
            <a:off x="5609266" y="5378439"/>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82B0D53E-0394-41A8-AA39-61F8D4D3C326}"/>
              </a:ext>
            </a:extLst>
          </p:cNvPr>
          <p:cNvCxnSpPr/>
          <p:nvPr/>
        </p:nvCxnSpPr>
        <p:spPr>
          <a:xfrm>
            <a:off x="5639141" y="6060151"/>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3CBF6D5A-AC23-401A-AF45-F687BFF12BB4}"/>
              </a:ext>
            </a:extLst>
          </p:cNvPr>
          <p:cNvSpPr txBox="1"/>
          <p:nvPr/>
        </p:nvSpPr>
        <p:spPr>
          <a:xfrm>
            <a:off x="4285309" y="6527230"/>
            <a:ext cx="2912576"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Shareholding by subsidiaries in SPV</a:t>
            </a:r>
          </a:p>
        </p:txBody>
      </p:sp>
      <p:cxnSp>
        <p:nvCxnSpPr>
          <p:cNvPr id="119" name="Straight Arrow Connector 118">
            <a:extLst>
              <a:ext uri="{FF2B5EF4-FFF2-40B4-BE49-F238E27FC236}">
                <a16:creationId xmlns:a16="http://schemas.microsoft.com/office/drawing/2014/main" id="{EDB8682F-43DF-4FD3-806F-560FA41D1172}"/>
              </a:ext>
            </a:extLst>
          </p:cNvPr>
          <p:cNvCxnSpPr/>
          <p:nvPr/>
        </p:nvCxnSpPr>
        <p:spPr>
          <a:xfrm>
            <a:off x="549408" y="1746431"/>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4EF569F-D5AD-4557-9895-06B511FFD0E5}"/>
              </a:ext>
            </a:extLst>
          </p:cNvPr>
          <p:cNvCxnSpPr/>
          <p:nvPr/>
        </p:nvCxnSpPr>
        <p:spPr>
          <a:xfrm>
            <a:off x="550348" y="2076692"/>
            <a:ext cx="648000" cy="0"/>
          </a:xfrm>
          <a:prstGeom prst="straightConnector1">
            <a:avLst/>
          </a:prstGeom>
          <a:ln w="19050">
            <a:solidFill>
              <a:srgbClr val="26890D"/>
            </a:solidFill>
            <a:prstDash val="sysDash"/>
            <a:tailEnd type="arrow" w="med" len="lg"/>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7909C2CC-1587-4F44-AE6D-8523A2D26113}"/>
              </a:ext>
            </a:extLst>
          </p:cNvPr>
          <p:cNvSpPr txBox="1"/>
          <p:nvPr/>
        </p:nvSpPr>
        <p:spPr>
          <a:xfrm>
            <a:off x="1281776" y="1637399"/>
            <a:ext cx="111600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Electricity flow</a:t>
            </a:r>
          </a:p>
        </p:txBody>
      </p:sp>
      <p:sp>
        <p:nvSpPr>
          <p:cNvPr id="122" name="TextBox 121">
            <a:extLst>
              <a:ext uri="{FF2B5EF4-FFF2-40B4-BE49-F238E27FC236}">
                <a16:creationId xmlns:a16="http://schemas.microsoft.com/office/drawing/2014/main" id="{77217921-8C6E-4609-BBCB-7820DAAAC1A0}"/>
              </a:ext>
            </a:extLst>
          </p:cNvPr>
          <p:cNvSpPr txBox="1"/>
          <p:nvPr/>
        </p:nvSpPr>
        <p:spPr>
          <a:xfrm>
            <a:off x="1272130" y="1974995"/>
            <a:ext cx="111600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Shareholding</a:t>
            </a:r>
          </a:p>
        </p:txBody>
      </p:sp>
      <p:sp>
        <p:nvSpPr>
          <p:cNvPr id="123" name="TextBox 122">
            <a:extLst>
              <a:ext uri="{FF2B5EF4-FFF2-40B4-BE49-F238E27FC236}">
                <a16:creationId xmlns:a16="http://schemas.microsoft.com/office/drawing/2014/main" id="{72C1CFB4-617D-4E43-8BEE-3E6693127B9A}"/>
              </a:ext>
            </a:extLst>
          </p:cNvPr>
          <p:cNvSpPr txBox="1"/>
          <p:nvPr/>
        </p:nvSpPr>
        <p:spPr>
          <a:xfrm>
            <a:off x="531480" y="1291707"/>
            <a:ext cx="928036" cy="215444"/>
          </a:xfrm>
          <a:prstGeom prst="rect">
            <a:avLst/>
          </a:prstGeom>
          <a:noFill/>
        </p:spPr>
        <p:txBody>
          <a:bodyPr wrap="square" lIns="0" tIns="0" rIns="0" bIns="0" rtlCol="0">
            <a:spAutoFit/>
          </a:bodyPr>
          <a:lstStyle/>
          <a:p>
            <a:pPr>
              <a:spcBef>
                <a:spcPts val="600"/>
              </a:spcBef>
              <a:buSzPct val="100000"/>
            </a:pPr>
            <a:r>
              <a:rPr lang="en-US" sz="1400" b="1" dirty="0">
                <a:solidFill>
                  <a:srgbClr val="313131"/>
                </a:solidFill>
              </a:rPr>
              <a:t>Legends:</a:t>
            </a:r>
          </a:p>
        </p:txBody>
      </p:sp>
      <p:sp>
        <p:nvSpPr>
          <p:cNvPr id="124" name="Rectangle 123">
            <a:extLst>
              <a:ext uri="{FF2B5EF4-FFF2-40B4-BE49-F238E27FC236}">
                <a16:creationId xmlns:a16="http://schemas.microsoft.com/office/drawing/2014/main" id="{BCFE15C3-E9B3-4C8B-802F-06063A42CB43}"/>
              </a:ext>
            </a:extLst>
          </p:cNvPr>
          <p:cNvSpPr/>
          <p:nvPr/>
        </p:nvSpPr>
        <p:spPr bwMode="gray">
          <a:xfrm>
            <a:off x="413255" y="1239308"/>
            <a:ext cx="2052000" cy="1008000"/>
          </a:xfrm>
          <a:prstGeom prst="rect">
            <a:avLst/>
          </a:prstGeom>
          <a:noFill/>
          <a:ln w="12700" algn="ctr">
            <a:solidFill>
              <a:schemeClr val="tx1"/>
            </a:solidFill>
            <a:prstDash val="solid"/>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4" name="Title 5">
            <a:extLst>
              <a:ext uri="{FF2B5EF4-FFF2-40B4-BE49-F238E27FC236}">
                <a16:creationId xmlns:a16="http://schemas.microsoft.com/office/drawing/2014/main" id="{F805B2DF-B202-4426-BAC7-0E2ED7A7656A}"/>
              </a:ext>
            </a:extLst>
          </p:cNvPr>
          <p:cNvSpPr>
            <a:spLocks noGrp="1"/>
          </p:cNvSpPr>
          <p:nvPr>
            <p:ph type="title"/>
          </p:nvPr>
        </p:nvSpPr>
        <p:spPr>
          <a:xfrm>
            <a:off x="501650" y="317500"/>
            <a:ext cx="11188700" cy="334099"/>
          </a:xfrm>
        </p:spPr>
        <p:txBody>
          <a:bodyPr/>
          <a:lstStyle/>
          <a:p>
            <a:r>
              <a:rPr lang="en-US" sz="2400" b="1" dirty="0"/>
              <a:t>B. Captive Consumption by CIL’s subsidiaries from Rajasthan Solar Power Plant</a:t>
            </a:r>
            <a:endParaRPr lang="en-GB" b="1" dirty="0"/>
          </a:p>
        </p:txBody>
      </p:sp>
      <p:cxnSp>
        <p:nvCxnSpPr>
          <p:cNvPr id="128" name="Straight Arrow Connector 127">
            <a:extLst>
              <a:ext uri="{FF2B5EF4-FFF2-40B4-BE49-F238E27FC236}">
                <a16:creationId xmlns:a16="http://schemas.microsoft.com/office/drawing/2014/main" id="{380B1596-AC14-40B1-AF3E-EB3155F9E8B4}"/>
              </a:ext>
            </a:extLst>
          </p:cNvPr>
          <p:cNvCxnSpPr/>
          <p:nvPr/>
        </p:nvCxnSpPr>
        <p:spPr>
          <a:xfrm>
            <a:off x="5639141" y="3303565"/>
            <a:ext cx="648000" cy="0"/>
          </a:xfrm>
          <a:prstGeom prst="straightConnector1">
            <a:avLst/>
          </a:prstGeom>
          <a:ln w="19050">
            <a:solidFill>
              <a:srgbClr val="00B0F0"/>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01204C8-10F4-41E9-BEF6-28CFF1956A88}"/>
              </a:ext>
            </a:extLst>
          </p:cNvPr>
          <p:cNvCxnSpPr/>
          <p:nvPr/>
        </p:nvCxnSpPr>
        <p:spPr>
          <a:xfrm>
            <a:off x="4757072" y="942389"/>
            <a:ext cx="0" cy="4037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A1300D60-99EB-4752-BD22-14399F8116B7}"/>
              </a:ext>
            </a:extLst>
          </p:cNvPr>
          <p:cNvSpPr txBox="1"/>
          <p:nvPr/>
        </p:nvSpPr>
        <p:spPr>
          <a:xfrm>
            <a:off x="4995376" y="2253172"/>
            <a:ext cx="1380321" cy="215444"/>
          </a:xfrm>
          <a:prstGeom prst="rect">
            <a:avLst/>
          </a:prstGeom>
          <a:noFill/>
        </p:spPr>
        <p:txBody>
          <a:bodyPr wrap="square" lIns="0" tIns="0" rIns="0" bIns="0" rtlCol="0">
            <a:spAutoFit/>
          </a:bodyPr>
          <a:lstStyle/>
          <a:p>
            <a:pPr algn="ctr">
              <a:spcBef>
                <a:spcPts val="600"/>
              </a:spcBef>
              <a:buSzPct val="100000"/>
            </a:pPr>
            <a:r>
              <a:rPr lang="en-US" sz="1400" i="1" dirty="0">
                <a:solidFill>
                  <a:srgbClr val="313131"/>
                </a:solidFill>
              </a:rPr>
              <a:t>MP T&amp;D Network</a:t>
            </a:r>
          </a:p>
        </p:txBody>
      </p:sp>
      <p:sp>
        <p:nvSpPr>
          <p:cNvPr id="135" name="TextBox 134">
            <a:extLst>
              <a:ext uri="{FF2B5EF4-FFF2-40B4-BE49-F238E27FC236}">
                <a16:creationId xmlns:a16="http://schemas.microsoft.com/office/drawing/2014/main" id="{4AC25626-E2BA-4CB6-AD25-3220CEEE500D}"/>
              </a:ext>
            </a:extLst>
          </p:cNvPr>
          <p:cNvSpPr txBox="1"/>
          <p:nvPr/>
        </p:nvSpPr>
        <p:spPr>
          <a:xfrm>
            <a:off x="8176211" y="5786388"/>
            <a:ext cx="3528738" cy="307777"/>
          </a:xfrm>
          <a:prstGeom prst="rect">
            <a:avLst/>
          </a:prstGeom>
          <a:noFill/>
        </p:spPr>
        <p:txBody>
          <a:bodyPr wrap="square">
            <a:spAutoFit/>
          </a:bodyPr>
          <a:lstStyle/>
          <a:p>
            <a:r>
              <a:rPr lang="en-US" sz="1400" i="1" dirty="0"/>
              <a:t>CPP criteria is summarized in </a:t>
            </a:r>
            <a:r>
              <a:rPr lang="en-US" sz="1400" i="1" dirty="0">
                <a:hlinkClick r:id="rId2" action="ppaction://hlinksldjump"/>
              </a:rPr>
              <a:t>Annexure 8</a:t>
            </a:r>
            <a:endParaRPr lang="en-US" sz="1400" i="1" dirty="0"/>
          </a:p>
        </p:txBody>
      </p:sp>
      <p:sp>
        <p:nvSpPr>
          <p:cNvPr id="83" name="Rectangle 82">
            <a:extLst>
              <a:ext uri="{FF2B5EF4-FFF2-40B4-BE49-F238E27FC236}">
                <a16:creationId xmlns:a16="http://schemas.microsoft.com/office/drawing/2014/main" id="{9FE39E28-E579-4271-851E-05D151D0B0BC}"/>
              </a:ext>
            </a:extLst>
          </p:cNvPr>
          <p:cNvSpPr/>
          <p:nvPr/>
        </p:nvSpPr>
        <p:spPr bwMode="gray">
          <a:xfrm>
            <a:off x="8185344" y="853301"/>
            <a:ext cx="3528738" cy="1127899"/>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400" dirty="0">
                <a:ln w="0"/>
                <a:solidFill>
                  <a:schemeClr val="tx1"/>
                </a:solidFill>
              </a:rPr>
              <a:t>Electricity generated from the solar power plant in Rajasthan can be used for captive consumption by CIL's subsidiaries.</a:t>
            </a:r>
          </a:p>
        </p:txBody>
      </p:sp>
      <p:sp>
        <p:nvSpPr>
          <p:cNvPr id="84" name="Rectangle 83">
            <a:extLst>
              <a:ext uri="{FF2B5EF4-FFF2-40B4-BE49-F238E27FC236}">
                <a16:creationId xmlns:a16="http://schemas.microsoft.com/office/drawing/2014/main" id="{F7B5ABA0-2697-436A-9257-3ABD379B95D0}"/>
              </a:ext>
            </a:extLst>
          </p:cNvPr>
          <p:cNvSpPr/>
          <p:nvPr/>
        </p:nvSpPr>
        <p:spPr bwMode="gray">
          <a:xfrm>
            <a:off x="8188007" y="2746973"/>
            <a:ext cx="3526075" cy="3025230"/>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342900" indent="-342900" algn="just">
              <a:lnSpc>
                <a:spcPct val="106000"/>
              </a:lnSpc>
              <a:spcAft>
                <a:spcPts val="600"/>
              </a:spcAft>
              <a:buFont typeface="+mj-lt"/>
              <a:buAutoNum type="arabicPeriod"/>
            </a:pPr>
            <a:r>
              <a:rPr lang="en-US" sz="1400" dirty="0">
                <a:ln w="0"/>
                <a:solidFill>
                  <a:schemeClr val="tx1"/>
                </a:solidFill>
              </a:rPr>
              <a:t>All the electricity consuming entities (CIL subsidiaries) shall collectively </a:t>
            </a:r>
            <a:r>
              <a:rPr lang="en-US" sz="1400" b="1" dirty="0">
                <a:ln w="0"/>
                <a:solidFill>
                  <a:schemeClr val="tx1"/>
                </a:solidFill>
              </a:rPr>
              <a:t>hold at least 26% equity </a:t>
            </a:r>
            <a:r>
              <a:rPr lang="en-US" sz="1400" dirty="0">
                <a:ln w="0"/>
                <a:solidFill>
                  <a:schemeClr val="tx1"/>
                </a:solidFill>
              </a:rPr>
              <a:t>in the solar power plant SPV.</a:t>
            </a:r>
          </a:p>
          <a:p>
            <a:pPr marL="342900" indent="-342900" algn="just">
              <a:lnSpc>
                <a:spcPct val="106000"/>
              </a:lnSpc>
              <a:spcAft>
                <a:spcPts val="600"/>
              </a:spcAft>
              <a:buFont typeface="+mj-lt"/>
              <a:buAutoNum type="arabicPeriod"/>
            </a:pPr>
            <a:r>
              <a:rPr lang="en-US" sz="1400" dirty="0">
                <a:ln w="0"/>
                <a:solidFill>
                  <a:schemeClr val="tx1"/>
                </a:solidFill>
              </a:rPr>
              <a:t>The </a:t>
            </a:r>
            <a:r>
              <a:rPr lang="en-US" sz="1400" b="1" dirty="0">
                <a:ln w="0"/>
                <a:solidFill>
                  <a:schemeClr val="tx1"/>
                </a:solidFill>
              </a:rPr>
              <a:t>annual electricity consumed </a:t>
            </a:r>
            <a:r>
              <a:rPr lang="en-US" sz="1400" dirty="0">
                <a:ln w="0"/>
                <a:solidFill>
                  <a:schemeClr val="tx1"/>
                </a:solidFill>
              </a:rPr>
              <a:t>from the solar power plant by CIL subsidiaries </a:t>
            </a:r>
            <a:r>
              <a:rPr lang="en-US" sz="1400" b="1" dirty="0">
                <a:ln w="0"/>
                <a:solidFill>
                  <a:schemeClr val="tx1"/>
                </a:solidFill>
              </a:rPr>
              <a:t>shall be at least 51% </a:t>
            </a:r>
            <a:r>
              <a:rPr lang="en-US" sz="1400" dirty="0">
                <a:ln w="0"/>
                <a:solidFill>
                  <a:schemeClr val="tx1"/>
                </a:solidFill>
              </a:rPr>
              <a:t>of the total annual generation from the plant</a:t>
            </a:r>
            <a:endParaRPr lang="en-US" sz="1400" b="1" dirty="0">
              <a:ln w="0"/>
              <a:solidFill>
                <a:schemeClr val="tx1"/>
              </a:solidFill>
            </a:endParaRPr>
          </a:p>
          <a:p>
            <a:pPr marL="342900" indent="-342900" algn="just">
              <a:lnSpc>
                <a:spcPct val="106000"/>
              </a:lnSpc>
              <a:spcAft>
                <a:spcPts val="600"/>
              </a:spcAft>
              <a:buFont typeface="+mj-lt"/>
              <a:buAutoNum type="arabicPeriod"/>
            </a:pPr>
            <a:r>
              <a:rPr lang="en-US" sz="1400" dirty="0">
                <a:ln w="0"/>
                <a:solidFill>
                  <a:schemeClr val="tx1"/>
                </a:solidFill>
              </a:rPr>
              <a:t>Electricity consumed by individual subsidiary of CIL </a:t>
            </a:r>
            <a:r>
              <a:rPr lang="en-US" sz="1400" b="1" dirty="0">
                <a:ln w="0"/>
                <a:solidFill>
                  <a:schemeClr val="tx1"/>
                </a:solidFill>
              </a:rPr>
              <a:t>shall be in proportion to its shareholding in the SPV </a:t>
            </a:r>
            <a:r>
              <a:rPr lang="en-US" sz="1400" dirty="0">
                <a:ln w="0"/>
                <a:solidFill>
                  <a:schemeClr val="tx1"/>
                </a:solidFill>
              </a:rPr>
              <a:t>with a permissible variation of +/- 10%</a:t>
            </a:r>
          </a:p>
        </p:txBody>
      </p:sp>
      <p:sp>
        <p:nvSpPr>
          <p:cNvPr id="85" name="Rectangle 84">
            <a:extLst>
              <a:ext uri="{FF2B5EF4-FFF2-40B4-BE49-F238E27FC236}">
                <a16:creationId xmlns:a16="http://schemas.microsoft.com/office/drawing/2014/main" id="{C8447E28-E7B9-46D2-98EA-D3117D952AC6}"/>
              </a:ext>
            </a:extLst>
          </p:cNvPr>
          <p:cNvSpPr/>
          <p:nvPr/>
        </p:nvSpPr>
        <p:spPr bwMode="gray">
          <a:xfrm>
            <a:off x="8181326" y="2190439"/>
            <a:ext cx="3526075" cy="568712"/>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Criteria to be fulfilled for qualifying as Captive power plant</a:t>
            </a:r>
          </a:p>
        </p:txBody>
      </p:sp>
    </p:spTree>
    <p:extLst>
      <p:ext uri="{BB962C8B-B14F-4D97-AF65-F5344CB8AC3E}">
        <p14:creationId xmlns:p14="http://schemas.microsoft.com/office/powerpoint/2010/main" val="92419490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ea typeface="Calibri" panose="020F0502020204030204" pitchFamily="34" charset="0"/>
              </a:rPr>
              <a:t>Key </a:t>
            </a:r>
            <a:r>
              <a:rPr lang="en-US" sz="2400" b="1" dirty="0">
                <a:effectLst/>
                <a:latin typeface="Calibri" panose="020F0502020204030204" pitchFamily="34" charset="0"/>
                <a:ea typeface="Calibri" panose="020F0502020204030204" pitchFamily="34" charset="0"/>
              </a:rPr>
              <a:t>Requisites for Financial Viability of the Captive Power Plant</a:t>
            </a:r>
            <a:endParaRPr lang="en-US" sz="2400" dirty="0">
              <a:effectLst/>
              <a:latin typeface="Calibri" panose="020F0502020204030204" pitchFamily="34" charset="0"/>
              <a:ea typeface="Calibri" panose="020F0502020204030204" pitchFamily="34" charset="0"/>
            </a:endParaRPr>
          </a:p>
        </p:txBody>
      </p:sp>
      <p:sp>
        <p:nvSpPr>
          <p:cNvPr id="8" name="Rectangle 7">
            <a:extLst>
              <a:ext uri="{FF2B5EF4-FFF2-40B4-BE49-F238E27FC236}">
                <a16:creationId xmlns:a16="http://schemas.microsoft.com/office/drawing/2014/main" id="{31774CC8-67B7-4E71-AB25-849F85B65D2B}"/>
              </a:ext>
            </a:extLst>
          </p:cNvPr>
          <p:cNvSpPr/>
          <p:nvPr/>
        </p:nvSpPr>
        <p:spPr bwMode="gray">
          <a:xfrm>
            <a:off x="501650" y="885959"/>
            <a:ext cx="11188700" cy="779556"/>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600" dirty="0">
                <a:ln w="0"/>
                <a:solidFill>
                  <a:schemeClr val="tx1"/>
                </a:solidFill>
              </a:rPr>
              <a:t>Landed Solar tariff at consumption points of CIL subsidiaries should be less than the  DISCOM Energy Charge Rate payable by the Consumer Subsidiaries</a:t>
            </a:r>
          </a:p>
        </p:txBody>
      </p:sp>
      <p:sp>
        <p:nvSpPr>
          <p:cNvPr id="9" name="Title 3">
            <a:extLst>
              <a:ext uri="{FF2B5EF4-FFF2-40B4-BE49-F238E27FC236}">
                <a16:creationId xmlns:a16="http://schemas.microsoft.com/office/drawing/2014/main" id="{7A20E150-353F-48BE-987E-AEDE747D9276}"/>
              </a:ext>
            </a:extLst>
          </p:cNvPr>
          <p:cNvSpPr txBox="1">
            <a:spLocks/>
          </p:cNvSpPr>
          <p:nvPr/>
        </p:nvSpPr>
        <p:spPr bwMode="gray">
          <a:xfrm>
            <a:off x="501650" y="1850144"/>
            <a:ext cx="11004553"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600" b="1" dirty="0">
                <a:latin typeface="Calibri" panose="020F0502020204030204" pitchFamily="34" charset="0"/>
                <a:ea typeface="Calibri" panose="020F0502020204030204" pitchFamily="34" charset="0"/>
              </a:rPr>
              <a:t>Stacking up of charges from Generation end to Consumption end to arrive at Landed Solar Tariff:</a:t>
            </a:r>
            <a:endParaRPr lang="en-US" sz="1600" dirty="0">
              <a:latin typeface="Calibri" panose="020F0502020204030204" pitchFamily="34" charset="0"/>
              <a:ea typeface="Calibri" panose="020F0502020204030204" pitchFamily="34" charset="0"/>
            </a:endParaRPr>
          </a:p>
        </p:txBody>
      </p:sp>
      <p:sp>
        <p:nvSpPr>
          <p:cNvPr id="2" name="Oval 1">
            <a:extLst>
              <a:ext uri="{FF2B5EF4-FFF2-40B4-BE49-F238E27FC236}">
                <a16:creationId xmlns:a16="http://schemas.microsoft.com/office/drawing/2014/main" id="{E3587E32-3291-4FDB-B0F4-1C4C82EDC301}"/>
              </a:ext>
            </a:extLst>
          </p:cNvPr>
          <p:cNvSpPr/>
          <p:nvPr/>
        </p:nvSpPr>
        <p:spPr bwMode="gray">
          <a:xfrm>
            <a:off x="587828" y="2460171"/>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Solar Generation Tariff in Rajasthan</a:t>
            </a:r>
          </a:p>
        </p:txBody>
      </p:sp>
      <p:sp>
        <p:nvSpPr>
          <p:cNvPr id="13" name="Oval 12">
            <a:extLst>
              <a:ext uri="{FF2B5EF4-FFF2-40B4-BE49-F238E27FC236}">
                <a16:creationId xmlns:a16="http://schemas.microsoft.com/office/drawing/2014/main" id="{8B7D938B-2D5F-49AF-A392-FD765071D02E}"/>
              </a:ext>
            </a:extLst>
          </p:cNvPr>
          <p:cNvSpPr/>
          <p:nvPr/>
        </p:nvSpPr>
        <p:spPr bwMode="gray">
          <a:xfrm>
            <a:off x="2667001" y="2460171"/>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ISTS Charges and Losses</a:t>
            </a:r>
          </a:p>
        </p:txBody>
      </p:sp>
      <p:sp>
        <p:nvSpPr>
          <p:cNvPr id="14" name="Oval 13">
            <a:extLst>
              <a:ext uri="{FF2B5EF4-FFF2-40B4-BE49-F238E27FC236}">
                <a16:creationId xmlns:a16="http://schemas.microsoft.com/office/drawing/2014/main" id="{AEB8B617-1011-45A2-B193-CB05249DF69D}"/>
              </a:ext>
            </a:extLst>
          </p:cNvPr>
          <p:cNvSpPr/>
          <p:nvPr/>
        </p:nvSpPr>
        <p:spPr bwMode="gray">
          <a:xfrm>
            <a:off x="4789714" y="2460171"/>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STU Charges and Losses</a:t>
            </a:r>
          </a:p>
        </p:txBody>
      </p:sp>
      <p:sp>
        <p:nvSpPr>
          <p:cNvPr id="15" name="Oval 14">
            <a:extLst>
              <a:ext uri="{FF2B5EF4-FFF2-40B4-BE49-F238E27FC236}">
                <a16:creationId xmlns:a16="http://schemas.microsoft.com/office/drawing/2014/main" id="{61A17759-E4EB-4D29-8191-84C88C3178AC}"/>
              </a:ext>
            </a:extLst>
          </p:cNvPr>
          <p:cNvSpPr/>
          <p:nvPr/>
        </p:nvSpPr>
        <p:spPr bwMode="gray">
          <a:xfrm>
            <a:off x="6887023" y="2460171"/>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DISCOM Wheeling Charges and Losses</a:t>
            </a:r>
          </a:p>
        </p:txBody>
      </p:sp>
      <p:sp>
        <p:nvSpPr>
          <p:cNvPr id="3" name="Rectangle: Rounded Corners 2">
            <a:extLst>
              <a:ext uri="{FF2B5EF4-FFF2-40B4-BE49-F238E27FC236}">
                <a16:creationId xmlns:a16="http://schemas.microsoft.com/office/drawing/2014/main" id="{4434DFC9-E226-4FAD-B8C3-7539DFDAEE9D}"/>
              </a:ext>
            </a:extLst>
          </p:cNvPr>
          <p:cNvSpPr/>
          <p:nvPr/>
        </p:nvSpPr>
        <p:spPr bwMode="gray">
          <a:xfrm>
            <a:off x="9235188" y="2460171"/>
            <a:ext cx="2455162" cy="1437967"/>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Landed Solar Tariff at consumption-end</a:t>
            </a:r>
          </a:p>
        </p:txBody>
      </p:sp>
      <p:sp>
        <p:nvSpPr>
          <p:cNvPr id="4" name="Plus Sign 3">
            <a:extLst>
              <a:ext uri="{FF2B5EF4-FFF2-40B4-BE49-F238E27FC236}">
                <a16:creationId xmlns:a16="http://schemas.microsoft.com/office/drawing/2014/main" id="{03798D2B-9FC0-41E0-8807-A1190FBD6A9F}"/>
              </a:ext>
            </a:extLst>
          </p:cNvPr>
          <p:cNvSpPr/>
          <p:nvPr/>
        </p:nvSpPr>
        <p:spPr bwMode="gray">
          <a:xfrm>
            <a:off x="2250619" y="2950029"/>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6" name="Plus Sign 15">
            <a:extLst>
              <a:ext uri="{FF2B5EF4-FFF2-40B4-BE49-F238E27FC236}">
                <a16:creationId xmlns:a16="http://schemas.microsoft.com/office/drawing/2014/main" id="{2996F920-5DE5-43D1-B07C-7CE1707DF38F}"/>
              </a:ext>
            </a:extLst>
          </p:cNvPr>
          <p:cNvSpPr/>
          <p:nvPr/>
        </p:nvSpPr>
        <p:spPr bwMode="gray">
          <a:xfrm>
            <a:off x="4329792" y="2952212"/>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7" name="Plus Sign 16">
            <a:extLst>
              <a:ext uri="{FF2B5EF4-FFF2-40B4-BE49-F238E27FC236}">
                <a16:creationId xmlns:a16="http://schemas.microsoft.com/office/drawing/2014/main" id="{CEB8215E-B567-4071-8AAE-EAD9F0CB34D5}"/>
              </a:ext>
            </a:extLst>
          </p:cNvPr>
          <p:cNvSpPr/>
          <p:nvPr/>
        </p:nvSpPr>
        <p:spPr bwMode="gray">
          <a:xfrm>
            <a:off x="6441620" y="2941326"/>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5" name="Equals 4">
            <a:extLst>
              <a:ext uri="{FF2B5EF4-FFF2-40B4-BE49-F238E27FC236}">
                <a16:creationId xmlns:a16="http://schemas.microsoft.com/office/drawing/2014/main" id="{F3E35A22-E14C-476F-B71A-5610B2293F02}"/>
              </a:ext>
            </a:extLst>
          </p:cNvPr>
          <p:cNvSpPr/>
          <p:nvPr/>
        </p:nvSpPr>
        <p:spPr bwMode="gray">
          <a:xfrm>
            <a:off x="8567525" y="2941327"/>
            <a:ext cx="532933" cy="377208"/>
          </a:xfrm>
          <a:prstGeom prst="mathEqual">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8" name="Rectangle 17">
            <a:extLst>
              <a:ext uri="{FF2B5EF4-FFF2-40B4-BE49-F238E27FC236}">
                <a16:creationId xmlns:a16="http://schemas.microsoft.com/office/drawing/2014/main" id="{2F274E00-B0C2-429B-85A1-8A6814121B35}"/>
              </a:ext>
            </a:extLst>
          </p:cNvPr>
          <p:cNvSpPr/>
          <p:nvPr/>
        </p:nvSpPr>
        <p:spPr bwMode="gray">
          <a:xfrm>
            <a:off x="587828" y="4840806"/>
            <a:ext cx="11102522" cy="1690624"/>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600" dirty="0">
                <a:ln w="0"/>
                <a:solidFill>
                  <a:schemeClr val="tx1"/>
                </a:solidFill>
              </a:rPr>
              <a:t>The </a:t>
            </a:r>
            <a:r>
              <a:rPr lang="en-US" sz="1600" dirty="0" err="1">
                <a:ln w="0"/>
                <a:solidFill>
                  <a:schemeClr val="tx1"/>
                </a:solidFill>
              </a:rPr>
              <a:t>MoP</a:t>
            </a:r>
            <a:r>
              <a:rPr lang="en-US" sz="1600" dirty="0">
                <a:ln w="0"/>
                <a:solidFill>
                  <a:schemeClr val="tx1"/>
                </a:solidFill>
              </a:rPr>
              <a:t> Order no. 23/12/2016-R&amp;R dated 23.11.2021 provides for waiver of Inter State Transmission charges (ISTS) on solar energy generation projects (including captive projects) for projects commissioned within 30.06.2025</a:t>
            </a:r>
          </a:p>
          <a:p>
            <a:pPr marL="285750" indent="-285750" algn="just">
              <a:lnSpc>
                <a:spcPct val="106000"/>
              </a:lnSpc>
              <a:spcAft>
                <a:spcPts val="600"/>
              </a:spcAft>
              <a:buFont typeface="Arial" panose="020B0604020202020204" pitchFamily="34" charset="0"/>
              <a:buChar char="•"/>
            </a:pPr>
            <a:r>
              <a:rPr lang="en-US" sz="1600" b="1" dirty="0">
                <a:ln w="0"/>
                <a:solidFill>
                  <a:schemeClr val="tx1"/>
                </a:solidFill>
              </a:rPr>
              <a:t>However, same notification is not currently available on </a:t>
            </a:r>
            <a:r>
              <a:rPr lang="en-US" sz="1600" b="1" dirty="0" err="1">
                <a:ln w="0"/>
                <a:solidFill>
                  <a:schemeClr val="tx1"/>
                </a:solidFill>
              </a:rPr>
              <a:t>MoP</a:t>
            </a:r>
            <a:r>
              <a:rPr lang="en-US" sz="1600" b="1" dirty="0">
                <a:ln w="0"/>
                <a:solidFill>
                  <a:schemeClr val="tx1"/>
                </a:solidFill>
              </a:rPr>
              <a:t> website, and therefore it is suggested that a formal confirmation may be obtained from the Ministry of Power on applicability of the said order so as to ensure that the said waiver is applicable for the proposed captive project</a:t>
            </a:r>
          </a:p>
        </p:txBody>
      </p:sp>
      <p:sp>
        <p:nvSpPr>
          <p:cNvPr id="19" name="Rectangle 18">
            <a:extLst>
              <a:ext uri="{FF2B5EF4-FFF2-40B4-BE49-F238E27FC236}">
                <a16:creationId xmlns:a16="http://schemas.microsoft.com/office/drawing/2014/main" id="{823E8C3A-7D0F-4657-995E-41A150BB95B7}"/>
              </a:ext>
            </a:extLst>
          </p:cNvPr>
          <p:cNvSpPr/>
          <p:nvPr/>
        </p:nvSpPr>
        <p:spPr bwMode="gray">
          <a:xfrm>
            <a:off x="587828" y="4506708"/>
            <a:ext cx="3526075" cy="334099"/>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ISTS Waiver</a:t>
            </a:r>
          </a:p>
        </p:txBody>
      </p:sp>
      <p:sp>
        <p:nvSpPr>
          <p:cNvPr id="20" name="TextBox 19">
            <a:extLst>
              <a:ext uri="{FF2B5EF4-FFF2-40B4-BE49-F238E27FC236}">
                <a16:creationId xmlns:a16="http://schemas.microsoft.com/office/drawing/2014/main" id="{ECDDC593-398B-4FC5-B0B2-75A8DDD20A74}"/>
              </a:ext>
            </a:extLst>
          </p:cNvPr>
          <p:cNvSpPr txBox="1"/>
          <p:nvPr/>
        </p:nvSpPr>
        <p:spPr>
          <a:xfrm>
            <a:off x="618093" y="4153481"/>
            <a:ext cx="8343242"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Illustrative computation of landed solar tariff for Chhattisgarh and Maharashtra are provided in </a:t>
            </a:r>
            <a:r>
              <a:rPr lang="en-US" sz="1400" i="1" dirty="0">
                <a:solidFill>
                  <a:srgbClr val="313131"/>
                </a:solidFill>
                <a:hlinkClick r:id="rId2" action="ppaction://hlinksldjump"/>
              </a:rPr>
              <a:t>Annexure 9</a:t>
            </a:r>
            <a:endParaRPr lang="en-US" sz="1400" i="1" dirty="0">
              <a:solidFill>
                <a:srgbClr val="313131"/>
              </a:solidFill>
            </a:endParaRPr>
          </a:p>
        </p:txBody>
      </p:sp>
    </p:spTree>
    <p:extLst>
      <p:ext uri="{BB962C8B-B14F-4D97-AF65-F5344CB8AC3E}">
        <p14:creationId xmlns:p14="http://schemas.microsoft.com/office/powerpoint/2010/main" val="336015045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Key Requisites to assess commercial Viability of the Captive Solar Power Plant</a:t>
            </a:r>
            <a:endParaRPr lang="en-US" sz="2400" dirty="0">
              <a:effectLst/>
              <a:latin typeface="Calibri" panose="020F050202020403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72D27976-2C13-43F7-80F1-DE258D3BB458}"/>
              </a:ext>
            </a:extLst>
          </p:cNvPr>
          <p:cNvSpPr txBox="1"/>
          <p:nvPr/>
        </p:nvSpPr>
        <p:spPr>
          <a:xfrm>
            <a:off x="501650" y="1510212"/>
            <a:ext cx="11188700" cy="3786229"/>
          </a:xfrm>
          <a:prstGeom prst="rect">
            <a:avLst/>
          </a:prstGeom>
          <a:noFill/>
          <a:ln>
            <a:solidFill>
              <a:srgbClr val="002060"/>
            </a:solidFill>
          </a:ln>
        </p:spPr>
        <p:txBody>
          <a:bodyPr wrap="square" lIns="91440" tIns="91440" rIns="91440" bIns="91440" rtlCol="0">
            <a:spAutoFit/>
          </a:bodyPr>
          <a:lstStyle/>
          <a:p>
            <a:pPr marL="342900" indent="-342900" algn="just">
              <a:lnSpc>
                <a:spcPct val="114000"/>
              </a:lnSpc>
              <a:spcAft>
                <a:spcPts val="1200"/>
              </a:spcAft>
              <a:buSzPct val="100000"/>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The current electricity requirement and the future growth potential of electricity demand by the CIL subsidiaries need to be assessed</a:t>
            </a:r>
          </a:p>
          <a:p>
            <a:pPr marL="342900" indent="-342900" algn="just">
              <a:lnSpc>
                <a:spcPct val="114000"/>
              </a:lnSpc>
              <a:spcAft>
                <a:spcPts val="1200"/>
              </a:spcAft>
              <a:buSzPct val="100000"/>
              <a:buFont typeface="Arial" panose="020B0604020202020204" pitchFamily="34" charset="0"/>
              <a:buChar char="•"/>
            </a:pPr>
            <a:r>
              <a:rPr lang="en-US" dirty="0">
                <a:solidFill>
                  <a:srgbClr val="313131"/>
                </a:solidFill>
              </a:rPr>
              <a:t>The solar power plants already under construction or planning under the various subsidiaries of CIL need to be taken into consideration</a:t>
            </a:r>
          </a:p>
          <a:p>
            <a:pPr marL="342900" indent="-342900" algn="just">
              <a:lnSpc>
                <a:spcPct val="114000"/>
              </a:lnSpc>
              <a:spcAft>
                <a:spcPts val="1200"/>
              </a:spcAft>
              <a:buSzPct val="100000"/>
              <a:buFont typeface="Arial" panose="020B0604020202020204" pitchFamily="34" charset="0"/>
              <a:buChar char="•"/>
            </a:pPr>
            <a:r>
              <a:rPr lang="en-US" dirty="0">
                <a:solidFill>
                  <a:srgbClr val="313131"/>
                </a:solidFill>
              </a:rPr>
              <a:t>The voltage level of connectivity for each connection points of the CIL subsidiaries need to be mapped to assess the exact applicable DISCOM tariff as well as the applicable open access charges and losses for assessment of landed solar tariff</a:t>
            </a:r>
          </a:p>
          <a:p>
            <a:pPr marL="342900" indent="-342900" algn="just">
              <a:lnSpc>
                <a:spcPct val="114000"/>
              </a:lnSpc>
              <a:spcAft>
                <a:spcPts val="1200"/>
              </a:spcAft>
              <a:buSzPct val="100000"/>
              <a:buFont typeface="Arial" panose="020B0604020202020204" pitchFamily="34" charset="0"/>
              <a:buChar char="•"/>
            </a:pPr>
            <a:r>
              <a:rPr lang="en-US" dirty="0">
                <a:solidFill>
                  <a:srgbClr val="313131"/>
                </a:solidFill>
              </a:rPr>
              <a:t>Since the solar tariff will reduce over the lifespan of the solar power plant whereas the DISCOM tariff and open access charges will increase, the savings estimation needs to be carried out considering the entire 25 years of plant life  (Year-wise estimated solar tariff provided in </a:t>
            </a:r>
            <a:r>
              <a:rPr lang="en-US" dirty="0">
                <a:solidFill>
                  <a:srgbClr val="313131"/>
                </a:solidFill>
                <a:hlinkClick r:id="rId2" action="ppaction://hlinksldjump"/>
              </a:rPr>
              <a:t>Annexure 10</a:t>
            </a:r>
            <a:r>
              <a:rPr lang="en-US" dirty="0">
                <a:solidFill>
                  <a:srgbClr val="313131"/>
                </a:solidFill>
              </a:rPr>
              <a:t>)</a:t>
            </a:r>
          </a:p>
        </p:txBody>
      </p:sp>
    </p:spTree>
    <p:extLst>
      <p:ext uri="{BB962C8B-B14F-4D97-AF65-F5344CB8AC3E}">
        <p14:creationId xmlns:p14="http://schemas.microsoft.com/office/powerpoint/2010/main" val="12898636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9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Construction Modalities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40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rrow: Right 8">
            <a:extLst>
              <a:ext uri="{FF2B5EF4-FFF2-40B4-BE49-F238E27FC236}">
                <a16:creationId xmlns:a16="http://schemas.microsoft.com/office/drawing/2014/main" id="{67A57DB5-1495-4FD6-A16A-9BB4EBCFA09A}"/>
              </a:ext>
            </a:extLst>
          </p:cNvPr>
          <p:cNvSpPr/>
          <p:nvPr/>
        </p:nvSpPr>
        <p:spPr bwMode="gray">
          <a:xfrm rot="5400000">
            <a:off x="1476435" y="1641915"/>
            <a:ext cx="421699"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0" name="Arrow: Right 9">
            <a:extLst>
              <a:ext uri="{FF2B5EF4-FFF2-40B4-BE49-F238E27FC236}">
                <a16:creationId xmlns:a16="http://schemas.microsoft.com/office/drawing/2014/main" id="{91C178A0-AF67-4853-8217-BC3D0D5795FC}"/>
              </a:ext>
            </a:extLst>
          </p:cNvPr>
          <p:cNvSpPr/>
          <p:nvPr/>
        </p:nvSpPr>
        <p:spPr bwMode="gray">
          <a:xfrm rot="5400000">
            <a:off x="10515505" y="1653774"/>
            <a:ext cx="421699"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9" name="Arrow: Right 18">
            <a:extLst>
              <a:ext uri="{FF2B5EF4-FFF2-40B4-BE49-F238E27FC236}">
                <a16:creationId xmlns:a16="http://schemas.microsoft.com/office/drawing/2014/main" id="{F46BEFD6-04C5-4BE7-A2B6-786D90DE53B6}"/>
              </a:ext>
            </a:extLst>
          </p:cNvPr>
          <p:cNvSpPr/>
          <p:nvPr/>
        </p:nvSpPr>
        <p:spPr bwMode="gray">
          <a:xfrm rot="5400000">
            <a:off x="7509717" y="1652303"/>
            <a:ext cx="421699"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1" name="Arrow: Right 10">
            <a:extLst>
              <a:ext uri="{FF2B5EF4-FFF2-40B4-BE49-F238E27FC236}">
                <a16:creationId xmlns:a16="http://schemas.microsoft.com/office/drawing/2014/main" id="{EA365360-A07B-444C-9373-784A9E95467D}"/>
              </a:ext>
            </a:extLst>
          </p:cNvPr>
          <p:cNvSpPr/>
          <p:nvPr/>
        </p:nvSpPr>
        <p:spPr bwMode="gray">
          <a:xfrm rot="5400000">
            <a:off x="4363075" y="1641417"/>
            <a:ext cx="421699"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Modalities for Construction of project</a:t>
            </a:r>
            <a:endParaRPr lang="en-US" sz="2400" dirty="0">
              <a:effectLst/>
              <a:latin typeface="Calibri" panose="020F0502020204030204" pitchFamily="34" charset="0"/>
              <a:ea typeface="Calibri" panose="020F0502020204030204" pitchFamily="34" charset="0"/>
            </a:endParaRPr>
          </a:p>
        </p:txBody>
      </p:sp>
      <p:sp>
        <p:nvSpPr>
          <p:cNvPr id="6" name="Rectangle: Rounded Corners 5">
            <a:extLst>
              <a:ext uri="{FF2B5EF4-FFF2-40B4-BE49-F238E27FC236}">
                <a16:creationId xmlns:a16="http://schemas.microsoft.com/office/drawing/2014/main" id="{36DAAE98-2D13-431D-8CC2-08EB103DDA84}"/>
              </a:ext>
            </a:extLst>
          </p:cNvPr>
          <p:cNvSpPr/>
          <p:nvPr/>
        </p:nvSpPr>
        <p:spPr bwMode="gray">
          <a:xfrm>
            <a:off x="3899802" y="730292"/>
            <a:ext cx="4593771" cy="527853"/>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Calibri" panose="020F0502020204030204" pitchFamily="34" charset="0"/>
              </a:rPr>
              <a:t>Options</a:t>
            </a:r>
            <a:endParaRPr lang="en-US" sz="1400" b="1" dirty="0">
              <a:solidFill>
                <a:schemeClr val="bg1"/>
              </a:solidFill>
            </a:endParaRPr>
          </a:p>
        </p:txBody>
      </p:sp>
      <p:sp>
        <p:nvSpPr>
          <p:cNvPr id="7" name="Arrow: Right 6">
            <a:extLst>
              <a:ext uri="{FF2B5EF4-FFF2-40B4-BE49-F238E27FC236}">
                <a16:creationId xmlns:a16="http://schemas.microsoft.com/office/drawing/2014/main" id="{4D4A598E-BB89-4089-AB75-511CF6F004F5}"/>
              </a:ext>
            </a:extLst>
          </p:cNvPr>
          <p:cNvSpPr/>
          <p:nvPr/>
        </p:nvSpPr>
        <p:spPr bwMode="gray">
          <a:xfrm rot="5400000">
            <a:off x="6071986" y="1299780"/>
            <a:ext cx="270004" cy="221978"/>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8" name="Rectangle 7">
            <a:extLst>
              <a:ext uri="{FF2B5EF4-FFF2-40B4-BE49-F238E27FC236}">
                <a16:creationId xmlns:a16="http://schemas.microsoft.com/office/drawing/2014/main" id="{59820712-9C40-4E10-9C4B-40687BB2E86A}"/>
              </a:ext>
            </a:extLst>
          </p:cNvPr>
          <p:cNvSpPr/>
          <p:nvPr/>
        </p:nvSpPr>
        <p:spPr bwMode="gray">
          <a:xfrm rot="5400000">
            <a:off x="6155386" y="-2904602"/>
            <a:ext cx="153373" cy="9111346"/>
          </a:xfrm>
          <a:prstGeom prst="rect">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2" name="Rectangle: Rounded Corners 11">
            <a:extLst>
              <a:ext uri="{FF2B5EF4-FFF2-40B4-BE49-F238E27FC236}">
                <a16:creationId xmlns:a16="http://schemas.microsoft.com/office/drawing/2014/main" id="{FB5A825E-A687-42B6-94BA-4EA8A5997E66}"/>
              </a:ext>
            </a:extLst>
          </p:cNvPr>
          <p:cNvSpPr/>
          <p:nvPr/>
        </p:nvSpPr>
        <p:spPr bwMode="gray">
          <a:xfrm>
            <a:off x="371232" y="2011730"/>
            <a:ext cx="2469939" cy="55882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Build Own Operate</a:t>
            </a:r>
          </a:p>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(BOO)</a:t>
            </a:r>
          </a:p>
        </p:txBody>
      </p:sp>
      <p:sp>
        <p:nvSpPr>
          <p:cNvPr id="13" name="Rectangle: Rounded Corners 12">
            <a:extLst>
              <a:ext uri="{FF2B5EF4-FFF2-40B4-BE49-F238E27FC236}">
                <a16:creationId xmlns:a16="http://schemas.microsoft.com/office/drawing/2014/main" id="{B677E69D-1259-4121-B986-634DC0FBD535}"/>
              </a:ext>
            </a:extLst>
          </p:cNvPr>
          <p:cNvSpPr/>
          <p:nvPr/>
        </p:nvSpPr>
        <p:spPr bwMode="gray">
          <a:xfrm>
            <a:off x="3323222" y="1999289"/>
            <a:ext cx="2469939" cy="558825"/>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Build Own Operate &amp; Transfer (BOOT)</a:t>
            </a:r>
          </a:p>
        </p:txBody>
      </p:sp>
      <p:sp>
        <p:nvSpPr>
          <p:cNvPr id="14" name="Rectangle: Rounded Corners 13">
            <a:extLst>
              <a:ext uri="{FF2B5EF4-FFF2-40B4-BE49-F238E27FC236}">
                <a16:creationId xmlns:a16="http://schemas.microsoft.com/office/drawing/2014/main" id="{0EFA1DB4-0356-466A-8B73-8F70AB4C5F7C}"/>
              </a:ext>
            </a:extLst>
          </p:cNvPr>
          <p:cNvSpPr/>
          <p:nvPr/>
        </p:nvSpPr>
        <p:spPr bwMode="gray">
          <a:xfrm>
            <a:off x="9524041" y="2025553"/>
            <a:ext cx="2407239" cy="558825"/>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Package-wise EPC</a:t>
            </a:r>
          </a:p>
        </p:txBody>
      </p:sp>
      <p:sp>
        <p:nvSpPr>
          <p:cNvPr id="2" name="Rectangle 1">
            <a:extLst>
              <a:ext uri="{FF2B5EF4-FFF2-40B4-BE49-F238E27FC236}">
                <a16:creationId xmlns:a16="http://schemas.microsoft.com/office/drawing/2014/main" id="{D80917EB-F010-4E32-9ED4-1917DE483519}"/>
              </a:ext>
            </a:extLst>
          </p:cNvPr>
          <p:cNvSpPr/>
          <p:nvPr/>
        </p:nvSpPr>
        <p:spPr bwMode="gray">
          <a:xfrm>
            <a:off x="260720" y="2911395"/>
            <a:ext cx="2656651" cy="3424089"/>
          </a:xfrm>
          <a:prstGeom prst="rect">
            <a:avLst/>
          </a:prstGeom>
          <a:noFill/>
          <a:ln w="6350" algn="ctr">
            <a:solidFill>
              <a:schemeClr val="tx1">
                <a:lumMod val="65000"/>
                <a:lumOff val="35000"/>
              </a:schemeClr>
            </a:solidFill>
            <a:miter lim="800000"/>
            <a:headEnd/>
            <a:tailEnd/>
          </a:ln>
        </p:spPr>
        <p:txBody>
          <a:bodyPr wrap="square" lIns="88900" tIns="88900" rIns="88900" bIns="88900" rtlCol="0" anchor="ctr"/>
          <a:lstStyle/>
          <a:p>
            <a:pPr marL="285750" indent="-285750" algn="just">
              <a:spcAft>
                <a:spcPts val="400"/>
              </a:spcAft>
              <a:buFont typeface="Arial" panose="020B0604020202020204" pitchFamily="34" charset="0"/>
              <a:buChar char="•"/>
            </a:pPr>
            <a:r>
              <a:rPr lang="en-US" sz="1400" i="1" dirty="0"/>
              <a:t>PPP Model</a:t>
            </a:r>
          </a:p>
          <a:p>
            <a:pPr marL="285750" indent="-285750" algn="just">
              <a:spcAft>
                <a:spcPts val="400"/>
              </a:spcAft>
              <a:buFont typeface="Arial" panose="020B0604020202020204" pitchFamily="34" charset="0"/>
              <a:buChar char="•"/>
            </a:pPr>
            <a:r>
              <a:rPr lang="en-US" sz="1400" i="1" dirty="0"/>
              <a:t>Private Player finances, develops, owns and operates the project; no transfer of assets to Public entity</a:t>
            </a:r>
          </a:p>
          <a:p>
            <a:pPr marL="285750" indent="-285750" algn="just">
              <a:spcAft>
                <a:spcPts val="400"/>
              </a:spcAft>
              <a:buFont typeface="Arial" panose="020B0604020202020204" pitchFamily="34" charset="0"/>
              <a:buChar char="•"/>
            </a:pPr>
            <a:r>
              <a:rPr lang="en-US" sz="1400" i="1" dirty="0"/>
              <a:t>For current solar power project, CIL will select private player through TBCB*</a:t>
            </a:r>
          </a:p>
          <a:p>
            <a:pPr marL="285750" indent="-285750" algn="just">
              <a:spcAft>
                <a:spcPts val="400"/>
              </a:spcAft>
              <a:buFont typeface="Arial" panose="020B0604020202020204" pitchFamily="34" charset="0"/>
              <a:buChar char="•"/>
            </a:pPr>
            <a:r>
              <a:rPr lang="en-US" sz="1400" i="1" dirty="0"/>
              <a:t>CIL would procure the generated power and consume and/or sell the same</a:t>
            </a:r>
          </a:p>
          <a:p>
            <a:pPr marL="285750" indent="-285750" algn="just">
              <a:spcAft>
                <a:spcPts val="400"/>
              </a:spcAft>
              <a:buFont typeface="Arial" panose="020B0604020202020204" pitchFamily="34" charset="0"/>
              <a:buChar char="•"/>
            </a:pPr>
            <a:r>
              <a:rPr lang="en-US" sz="1400" i="1" dirty="0"/>
              <a:t>For commercial sale, CIL would require to undertake trading of power and hence need a trading license</a:t>
            </a:r>
          </a:p>
        </p:txBody>
      </p:sp>
      <p:sp>
        <p:nvSpPr>
          <p:cNvPr id="16" name="Arrow: Right 15">
            <a:extLst>
              <a:ext uri="{FF2B5EF4-FFF2-40B4-BE49-F238E27FC236}">
                <a16:creationId xmlns:a16="http://schemas.microsoft.com/office/drawing/2014/main" id="{6EE0E325-9B9B-4BBD-B942-A4B041D3223A}"/>
              </a:ext>
            </a:extLst>
          </p:cNvPr>
          <p:cNvSpPr/>
          <p:nvPr/>
        </p:nvSpPr>
        <p:spPr bwMode="gray">
          <a:xfrm rot="5400000">
            <a:off x="1528561" y="2611357"/>
            <a:ext cx="267280" cy="281008"/>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7" name="Arrow: Right 16">
            <a:extLst>
              <a:ext uri="{FF2B5EF4-FFF2-40B4-BE49-F238E27FC236}">
                <a16:creationId xmlns:a16="http://schemas.microsoft.com/office/drawing/2014/main" id="{4A1AEC8A-0645-431E-8C04-C0352208D37A}"/>
              </a:ext>
            </a:extLst>
          </p:cNvPr>
          <p:cNvSpPr/>
          <p:nvPr/>
        </p:nvSpPr>
        <p:spPr bwMode="gray">
          <a:xfrm rot="5400000">
            <a:off x="4432709" y="2552494"/>
            <a:ext cx="267280" cy="281008"/>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8" name="Arrow: Right 17">
            <a:extLst>
              <a:ext uri="{FF2B5EF4-FFF2-40B4-BE49-F238E27FC236}">
                <a16:creationId xmlns:a16="http://schemas.microsoft.com/office/drawing/2014/main" id="{C4EF33A0-F643-4C82-A004-7AF86AAD0E3D}"/>
              </a:ext>
            </a:extLst>
          </p:cNvPr>
          <p:cNvSpPr/>
          <p:nvPr/>
        </p:nvSpPr>
        <p:spPr bwMode="gray">
          <a:xfrm rot="5400000">
            <a:off x="10578998" y="2589669"/>
            <a:ext cx="267280" cy="281008"/>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0" name="Rectangle: Rounded Corners 19">
            <a:extLst>
              <a:ext uri="{FF2B5EF4-FFF2-40B4-BE49-F238E27FC236}">
                <a16:creationId xmlns:a16="http://schemas.microsoft.com/office/drawing/2014/main" id="{0BA8F654-F4AA-4778-A198-7FD9B7547224}"/>
              </a:ext>
            </a:extLst>
          </p:cNvPr>
          <p:cNvSpPr/>
          <p:nvPr/>
        </p:nvSpPr>
        <p:spPr bwMode="gray">
          <a:xfrm>
            <a:off x="6517773" y="2010175"/>
            <a:ext cx="2469939" cy="558825"/>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Turnkey EPC with initial O&amp;M</a:t>
            </a:r>
          </a:p>
        </p:txBody>
      </p:sp>
      <p:sp>
        <p:nvSpPr>
          <p:cNvPr id="21" name="Arrow: Right 20">
            <a:extLst>
              <a:ext uri="{FF2B5EF4-FFF2-40B4-BE49-F238E27FC236}">
                <a16:creationId xmlns:a16="http://schemas.microsoft.com/office/drawing/2014/main" id="{D008F930-F973-48A8-BB5B-EDE2618AB3B5}"/>
              </a:ext>
            </a:extLst>
          </p:cNvPr>
          <p:cNvSpPr/>
          <p:nvPr/>
        </p:nvSpPr>
        <p:spPr bwMode="gray">
          <a:xfrm rot="5400000">
            <a:off x="7572729" y="2574266"/>
            <a:ext cx="267280" cy="281008"/>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23">
            <a:extLst>
              <a:ext uri="{FF2B5EF4-FFF2-40B4-BE49-F238E27FC236}">
                <a16:creationId xmlns:a16="http://schemas.microsoft.com/office/drawing/2014/main" id="{DFCC2EC5-D412-4FFF-96D0-BC2296B0EAD5}"/>
              </a:ext>
            </a:extLst>
          </p:cNvPr>
          <p:cNvSpPr/>
          <p:nvPr/>
        </p:nvSpPr>
        <p:spPr bwMode="gray">
          <a:xfrm>
            <a:off x="6523217" y="2911395"/>
            <a:ext cx="2469939" cy="3424089"/>
          </a:xfrm>
          <a:prstGeom prst="rect">
            <a:avLst/>
          </a:prstGeom>
          <a:noFill/>
          <a:ln w="6350" algn="ctr">
            <a:solidFill>
              <a:schemeClr val="tx1">
                <a:lumMod val="65000"/>
                <a:lumOff val="35000"/>
              </a:schemeClr>
            </a:solidFill>
            <a:miter lim="800000"/>
            <a:headEnd/>
            <a:tailEnd/>
          </a:ln>
        </p:spPr>
        <p:txBody>
          <a:bodyPr wrap="square" lIns="88900" tIns="88900" rIns="88900" bIns="88900" rtlCol="0" anchor="t"/>
          <a:lstStyle/>
          <a:p>
            <a:pPr marL="285750" indent="-285750" algn="just">
              <a:spcAft>
                <a:spcPts val="600"/>
              </a:spcAft>
              <a:buFont typeface="Arial" panose="020B0604020202020204" pitchFamily="34" charset="0"/>
              <a:buChar char="•"/>
            </a:pPr>
            <a:r>
              <a:rPr lang="en-US" sz="1400" i="1" dirty="0"/>
              <a:t>Design, procurement, construction and  commissioning of project executed by EPC Contractor</a:t>
            </a:r>
          </a:p>
          <a:p>
            <a:pPr marL="285750" indent="-285750" algn="just">
              <a:spcAft>
                <a:spcPts val="600"/>
              </a:spcAft>
              <a:buFont typeface="Arial" panose="020B0604020202020204" pitchFamily="34" charset="0"/>
              <a:buChar char="•"/>
            </a:pPr>
            <a:r>
              <a:rPr lang="en-US" sz="1400" i="1" dirty="0"/>
              <a:t>EPC player would be selected by CIL through competitive bidding</a:t>
            </a:r>
          </a:p>
          <a:p>
            <a:pPr marL="285750" indent="-285750" algn="just">
              <a:spcAft>
                <a:spcPts val="600"/>
              </a:spcAft>
              <a:buFont typeface="Arial" panose="020B0604020202020204" pitchFamily="34" charset="0"/>
              <a:buChar char="•"/>
            </a:pPr>
            <a:r>
              <a:rPr lang="en-US" sz="1400" i="1" dirty="0"/>
              <a:t>In-built O&amp;M Contract for initial period</a:t>
            </a:r>
          </a:p>
          <a:p>
            <a:pPr marL="285750" indent="-285750" algn="just">
              <a:spcAft>
                <a:spcPts val="600"/>
              </a:spcAft>
              <a:buFont typeface="Arial" panose="020B0604020202020204" pitchFamily="34" charset="0"/>
              <a:buChar char="•"/>
            </a:pPr>
            <a:r>
              <a:rPr lang="en-US" sz="1400" i="1" dirty="0"/>
              <a:t>Upfront CAPEX investment and ownership of assets required by CIL</a:t>
            </a:r>
          </a:p>
          <a:p>
            <a:pPr marL="285750" indent="-285750" algn="just">
              <a:spcAft>
                <a:spcPts val="600"/>
              </a:spcAft>
              <a:buFont typeface="Arial" panose="020B0604020202020204" pitchFamily="34" charset="0"/>
              <a:buChar char="•"/>
            </a:pPr>
            <a:r>
              <a:rPr lang="en-US" sz="1400" i="1" dirty="0"/>
              <a:t>Ownership of assets would be with CIL</a:t>
            </a:r>
          </a:p>
        </p:txBody>
      </p:sp>
      <p:sp>
        <p:nvSpPr>
          <p:cNvPr id="25" name="Rectangle 24">
            <a:extLst>
              <a:ext uri="{FF2B5EF4-FFF2-40B4-BE49-F238E27FC236}">
                <a16:creationId xmlns:a16="http://schemas.microsoft.com/office/drawing/2014/main" id="{94747F84-4F36-49B8-99A5-41190B095D85}"/>
              </a:ext>
            </a:extLst>
          </p:cNvPr>
          <p:cNvSpPr/>
          <p:nvPr/>
        </p:nvSpPr>
        <p:spPr bwMode="gray">
          <a:xfrm>
            <a:off x="9461341" y="2911395"/>
            <a:ext cx="2469939" cy="3424089"/>
          </a:xfrm>
          <a:prstGeom prst="rect">
            <a:avLst/>
          </a:prstGeom>
          <a:noFill/>
          <a:ln w="6350" algn="ctr">
            <a:solidFill>
              <a:schemeClr val="tx1">
                <a:lumMod val="65000"/>
                <a:lumOff val="35000"/>
              </a:schemeClr>
            </a:solidFill>
            <a:miter lim="800000"/>
            <a:headEnd/>
            <a:tailEnd/>
          </a:ln>
        </p:spPr>
        <p:txBody>
          <a:bodyPr wrap="square" lIns="88900" tIns="88900" rIns="88900" bIns="88900" rtlCol="0" anchor="t"/>
          <a:lstStyle/>
          <a:p>
            <a:pPr marL="285750" indent="-285750" algn="just">
              <a:lnSpc>
                <a:spcPct val="106000"/>
              </a:lnSpc>
              <a:spcAft>
                <a:spcPts val="600"/>
              </a:spcAft>
              <a:buFont typeface="Arial" panose="020B0604020202020204" pitchFamily="34" charset="0"/>
              <a:buChar char="•"/>
            </a:pPr>
            <a:r>
              <a:rPr lang="en-US" sz="1400" i="1" dirty="0"/>
              <a:t>Award of separate packages (Module, BOS </a:t>
            </a:r>
            <a:r>
              <a:rPr lang="en-US" sz="1400" i="1" dirty="0" err="1"/>
              <a:t>etc</a:t>
            </a:r>
            <a:r>
              <a:rPr lang="en-US" sz="1400" i="1" dirty="0"/>
              <a:t>) </a:t>
            </a:r>
          </a:p>
          <a:p>
            <a:pPr marL="285750" indent="-285750" algn="just">
              <a:lnSpc>
                <a:spcPct val="106000"/>
              </a:lnSpc>
              <a:spcAft>
                <a:spcPts val="600"/>
              </a:spcAft>
              <a:buFont typeface="Arial" panose="020B0604020202020204" pitchFamily="34" charset="0"/>
              <a:buChar char="•"/>
            </a:pPr>
            <a:r>
              <a:rPr lang="en-US" sz="1400" i="1" dirty="0"/>
              <a:t>Requirement to manage / control multiple vendors simultaneously</a:t>
            </a:r>
          </a:p>
          <a:p>
            <a:pPr marL="285750" indent="-285750" algn="just">
              <a:lnSpc>
                <a:spcPct val="106000"/>
              </a:lnSpc>
              <a:spcAft>
                <a:spcPts val="600"/>
              </a:spcAft>
              <a:buFont typeface="Arial" panose="020B0604020202020204" pitchFamily="34" charset="0"/>
              <a:buChar char="•"/>
            </a:pPr>
            <a:r>
              <a:rPr lang="en-US" sz="1400" i="1" dirty="0"/>
              <a:t>Challenge for interfacing/integrating multiple packages in case of performance deviation</a:t>
            </a:r>
          </a:p>
        </p:txBody>
      </p:sp>
      <p:sp>
        <p:nvSpPr>
          <p:cNvPr id="26" name="Rectangle 25">
            <a:extLst>
              <a:ext uri="{FF2B5EF4-FFF2-40B4-BE49-F238E27FC236}">
                <a16:creationId xmlns:a16="http://schemas.microsoft.com/office/drawing/2014/main" id="{0D051529-6E36-4DBC-B95E-526E3011926B}"/>
              </a:ext>
            </a:extLst>
          </p:cNvPr>
          <p:cNvSpPr/>
          <p:nvPr/>
        </p:nvSpPr>
        <p:spPr bwMode="gray">
          <a:xfrm>
            <a:off x="3245598" y="2911395"/>
            <a:ext cx="2656651" cy="3424089"/>
          </a:xfrm>
          <a:prstGeom prst="rect">
            <a:avLst/>
          </a:prstGeom>
          <a:noFill/>
          <a:ln w="6350" algn="ctr">
            <a:solidFill>
              <a:schemeClr val="tx1">
                <a:lumMod val="65000"/>
                <a:lumOff val="35000"/>
              </a:schemeClr>
            </a:solidFill>
            <a:miter lim="800000"/>
            <a:headEnd/>
            <a:tailEnd/>
          </a:ln>
        </p:spPr>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400" i="1" dirty="0"/>
              <a:t>PPP  Model</a:t>
            </a:r>
          </a:p>
          <a:p>
            <a:pPr marL="285750" indent="-285750" algn="just">
              <a:spcAft>
                <a:spcPts val="400"/>
              </a:spcAft>
              <a:buFont typeface="Arial" panose="020B0604020202020204" pitchFamily="34" charset="0"/>
              <a:buChar char="•"/>
            </a:pPr>
            <a:r>
              <a:rPr lang="en-US" sz="1400" i="1" dirty="0"/>
              <a:t>Private Player finances, develops, owns and operates the project and transfers the  assets to Public entity after an agreed tenure</a:t>
            </a:r>
          </a:p>
          <a:p>
            <a:pPr marL="285750" indent="-285750" algn="just">
              <a:spcAft>
                <a:spcPts val="400"/>
              </a:spcAft>
              <a:buFont typeface="Arial" panose="020B0604020202020204" pitchFamily="34" charset="0"/>
              <a:buChar char="•"/>
            </a:pPr>
            <a:r>
              <a:rPr lang="en-US" sz="1400" i="1" dirty="0"/>
              <a:t>For current solar power project, CIL will select private player through TBCB*</a:t>
            </a:r>
          </a:p>
          <a:p>
            <a:pPr marL="285750" indent="-285750" algn="just">
              <a:spcAft>
                <a:spcPts val="400"/>
              </a:spcAft>
              <a:buFont typeface="Arial" panose="020B0604020202020204" pitchFamily="34" charset="0"/>
              <a:buChar char="•"/>
            </a:pPr>
            <a:r>
              <a:rPr lang="en-US" sz="1400" i="1" dirty="0"/>
              <a:t>CIL would procure the generated power and consume and/or sell the same</a:t>
            </a:r>
          </a:p>
          <a:p>
            <a:pPr marL="285750" indent="-285750" algn="just">
              <a:spcAft>
                <a:spcPts val="400"/>
              </a:spcAft>
              <a:buFont typeface="Arial" panose="020B0604020202020204" pitchFamily="34" charset="0"/>
              <a:buChar char="•"/>
            </a:pPr>
            <a:r>
              <a:rPr lang="en-US" sz="1400" i="1" dirty="0"/>
              <a:t>CIL would need to obtain trading license for commercial sale of power</a:t>
            </a:r>
          </a:p>
        </p:txBody>
      </p:sp>
      <p:sp>
        <p:nvSpPr>
          <p:cNvPr id="5" name="TextBox 4">
            <a:extLst>
              <a:ext uri="{FF2B5EF4-FFF2-40B4-BE49-F238E27FC236}">
                <a16:creationId xmlns:a16="http://schemas.microsoft.com/office/drawing/2014/main" id="{28D42318-1C2B-48EA-819E-C64BDA9EA9E6}"/>
              </a:ext>
            </a:extLst>
          </p:cNvPr>
          <p:cNvSpPr txBox="1"/>
          <p:nvPr/>
        </p:nvSpPr>
        <p:spPr>
          <a:xfrm>
            <a:off x="260720" y="6437580"/>
            <a:ext cx="3712029" cy="184666"/>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*TBCB - Tariff Based Competitive Bidding</a:t>
            </a:r>
          </a:p>
        </p:txBody>
      </p:sp>
      <p:sp>
        <p:nvSpPr>
          <p:cNvPr id="23" name="TextBox 22">
            <a:extLst>
              <a:ext uri="{FF2B5EF4-FFF2-40B4-BE49-F238E27FC236}">
                <a16:creationId xmlns:a16="http://schemas.microsoft.com/office/drawing/2014/main" id="{6C9E1C44-4EA8-46B4-8BF4-B079AA77D2D3}"/>
              </a:ext>
            </a:extLst>
          </p:cNvPr>
          <p:cNvSpPr txBox="1"/>
          <p:nvPr/>
        </p:nvSpPr>
        <p:spPr>
          <a:xfrm>
            <a:off x="2940798" y="6573158"/>
            <a:ext cx="5441202"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Examples of BOO, BOOT and Package-wise EPC are provided in </a:t>
            </a:r>
            <a:r>
              <a:rPr lang="en-US" sz="1400" i="1" dirty="0">
                <a:solidFill>
                  <a:srgbClr val="313131"/>
                </a:solidFill>
                <a:hlinkClick r:id="rId2" action="ppaction://hlinksldjump"/>
              </a:rPr>
              <a:t>Annexure 1</a:t>
            </a:r>
            <a:endParaRPr lang="en-US" sz="1400" i="1" dirty="0">
              <a:solidFill>
                <a:srgbClr val="313131"/>
              </a:solidFill>
            </a:endParaRPr>
          </a:p>
        </p:txBody>
      </p:sp>
    </p:spTree>
    <p:extLst>
      <p:ext uri="{BB962C8B-B14F-4D97-AF65-F5344CB8AC3E}">
        <p14:creationId xmlns:p14="http://schemas.microsoft.com/office/powerpoint/2010/main" val="157101891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solidFill>
                  <a:srgbClr val="046A38"/>
                </a:solidFill>
                <a:latin typeface="Calibri" panose="020F0502020204030204" pitchFamily="34" charset="0"/>
              </a:rPr>
              <a:t>Assessment Matrix of Different Project Construction Modalities</a:t>
            </a:r>
            <a:endParaRPr lang="en-US" sz="2400" dirty="0">
              <a:solidFill>
                <a:srgbClr val="046A38"/>
              </a:solidFill>
              <a:effectLst/>
              <a:latin typeface="Calibri" panose="020F0502020204030204" pitchFamily="34" charset="0"/>
              <a:ea typeface="Calibri" panose="020F0502020204030204" pitchFamily="34" charset="0"/>
            </a:endParaRPr>
          </a:p>
        </p:txBody>
      </p:sp>
      <p:grpSp>
        <p:nvGrpSpPr>
          <p:cNvPr id="19" name="Group 18">
            <a:extLst>
              <a:ext uri="{FF2B5EF4-FFF2-40B4-BE49-F238E27FC236}">
                <a16:creationId xmlns:a16="http://schemas.microsoft.com/office/drawing/2014/main" id="{DC2085CA-FBD0-4606-A971-55B1587A0DF3}"/>
              </a:ext>
            </a:extLst>
          </p:cNvPr>
          <p:cNvGrpSpPr/>
          <p:nvPr/>
        </p:nvGrpSpPr>
        <p:grpSpPr>
          <a:xfrm>
            <a:off x="387208" y="933147"/>
            <a:ext cx="5970052" cy="295133"/>
            <a:chOff x="560389" y="2101850"/>
            <a:chExt cx="11129959" cy="333317"/>
          </a:xfrm>
        </p:grpSpPr>
        <p:sp>
          <p:nvSpPr>
            <p:cNvPr id="20" name="Freeform 40">
              <a:extLst>
                <a:ext uri="{FF2B5EF4-FFF2-40B4-BE49-F238E27FC236}">
                  <a16:creationId xmlns:a16="http://schemas.microsoft.com/office/drawing/2014/main" id="{7466F72D-CBBE-423F-8726-2E6BB10DA658}"/>
                </a:ext>
              </a:extLst>
            </p:cNvPr>
            <p:cNvSpPr>
              <a:spLocks/>
            </p:cNvSpPr>
            <p:nvPr/>
          </p:nvSpPr>
          <p:spPr bwMode="auto">
            <a:xfrm>
              <a:off x="2528581" y="2101851"/>
              <a:ext cx="9161767" cy="223216"/>
            </a:xfrm>
            <a:custGeom>
              <a:avLst/>
              <a:gdLst>
                <a:gd name="T0" fmla="*/ 6689 w 6826"/>
                <a:gd name="T1" fmla="*/ 0 h 272"/>
                <a:gd name="T2" fmla="*/ 6689 w 6826"/>
                <a:gd name="T3" fmla="*/ 0 h 272"/>
                <a:gd name="T4" fmla="*/ 0 w 6826"/>
                <a:gd name="T5" fmla="*/ 0 h 272"/>
                <a:gd name="T6" fmla="*/ 0 w 6826"/>
                <a:gd name="T7" fmla="*/ 272 h 272"/>
                <a:gd name="T8" fmla="*/ 6689 w 6826"/>
                <a:gd name="T9" fmla="*/ 272 h 272"/>
                <a:gd name="T10" fmla="*/ 6826 w 6826"/>
                <a:gd name="T11" fmla="*/ 136 h 272"/>
                <a:gd name="T12" fmla="*/ 6689 w 6826"/>
                <a:gd name="T13" fmla="*/ 0 h 272"/>
              </a:gdLst>
              <a:ahLst/>
              <a:cxnLst>
                <a:cxn ang="0">
                  <a:pos x="T0" y="T1"/>
                </a:cxn>
                <a:cxn ang="0">
                  <a:pos x="T2" y="T3"/>
                </a:cxn>
                <a:cxn ang="0">
                  <a:pos x="T4" y="T5"/>
                </a:cxn>
                <a:cxn ang="0">
                  <a:pos x="T6" y="T7"/>
                </a:cxn>
                <a:cxn ang="0">
                  <a:pos x="T8" y="T9"/>
                </a:cxn>
                <a:cxn ang="0">
                  <a:pos x="T10" y="T11"/>
                </a:cxn>
                <a:cxn ang="0">
                  <a:pos x="T12" y="T13"/>
                </a:cxn>
              </a:cxnLst>
              <a:rect l="0" t="0" r="r" b="b"/>
              <a:pathLst>
                <a:path w="6826" h="272">
                  <a:moveTo>
                    <a:pt x="6689" y="0"/>
                  </a:moveTo>
                  <a:lnTo>
                    <a:pt x="6689" y="0"/>
                  </a:lnTo>
                  <a:lnTo>
                    <a:pt x="0" y="0"/>
                  </a:lnTo>
                  <a:lnTo>
                    <a:pt x="0" y="272"/>
                  </a:lnTo>
                  <a:lnTo>
                    <a:pt x="6689" y="272"/>
                  </a:lnTo>
                  <a:lnTo>
                    <a:pt x="6826" y="136"/>
                  </a:lnTo>
                  <a:lnTo>
                    <a:pt x="6689" y="0"/>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600" dirty="0">
                <a:solidFill>
                  <a:prstClr val="black"/>
                </a:solidFill>
                <a:latin typeface="+mj-lt"/>
              </a:endParaRPr>
            </a:p>
          </p:txBody>
        </p:sp>
        <p:sp>
          <p:nvSpPr>
            <p:cNvPr id="21" name="Freeform 42">
              <a:extLst>
                <a:ext uri="{FF2B5EF4-FFF2-40B4-BE49-F238E27FC236}">
                  <a16:creationId xmlns:a16="http://schemas.microsoft.com/office/drawing/2014/main" id="{E867BA5B-5FB5-4B35-9FDC-93B1776C8AA9}"/>
                </a:ext>
              </a:extLst>
            </p:cNvPr>
            <p:cNvSpPr>
              <a:spLocks/>
            </p:cNvSpPr>
            <p:nvPr/>
          </p:nvSpPr>
          <p:spPr bwMode="auto">
            <a:xfrm>
              <a:off x="2324606" y="2101850"/>
              <a:ext cx="203981" cy="333317"/>
            </a:xfrm>
            <a:custGeom>
              <a:avLst/>
              <a:gdLst>
                <a:gd name="T0" fmla="*/ 172 w 172"/>
                <a:gd name="T1" fmla="*/ 0 h 407"/>
                <a:gd name="T2" fmla="*/ 172 w 172"/>
                <a:gd name="T3" fmla="*/ 0 h 407"/>
                <a:gd name="T4" fmla="*/ 0 w 172"/>
                <a:gd name="T5" fmla="*/ 136 h 407"/>
                <a:gd name="T6" fmla="*/ 0 w 172"/>
                <a:gd name="T7" fmla="*/ 407 h 407"/>
                <a:gd name="T8" fmla="*/ 172 w 172"/>
                <a:gd name="T9" fmla="*/ 270 h 407"/>
                <a:gd name="T10" fmla="*/ 172 w 172"/>
                <a:gd name="T11" fmla="*/ 0 h 407"/>
              </a:gdLst>
              <a:ahLst/>
              <a:cxnLst>
                <a:cxn ang="0">
                  <a:pos x="T0" y="T1"/>
                </a:cxn>
                <a:cxn ang="0">
                  <a:pos x="T2" y="T3"/>
                </a:cxn>
                <a:cxn ang="0">
                  <a:pos x="T4" y="T5"/>
                </a:cxn>
                <a:cxn ang="0">
                  <a:pos x="T6" y="T7"/>
                </a:cxn>
                <a:cxn ang="0">
                  <a:pos x="T8" y="T9"/>
                </a:cxn>
                <a:cxn ang="0">
                  <a:pos x="T10" y="T11"/>
                </a:cxn>
              </a:cxnLst>
              <a:rect l="0" t="0" r="r" b="b"/>
              <a:pathLst>
                <a:path w="172" h="407">
                  <a:moveTo>
                    <a:pt x="172" y="0"/>
                  </a:moveTo>
                  <a:lnTo>
                    <a:pt x="172" y="0"/>
                  </a:lnTo>
                  <a:lnTo>
                    <a:pt x="0" y="136"/>
                  </a:lnTo>
                  <a:lnTo>
                    <a:pt x="0" y="407"/>
                  </a:lnTo>
                  <a:lnTo>
                    <a:pt x="172" y="270"/>
                  </a:lnTo>
                  <a:lnTo>
                    <a:pt x="172" y="0"/>
                  </a:lnTo>
                  <a:close/>
                </a:path>
              </a:pathLst>
            </a:custGeom>
            <a:solidFill>
              <a:srgbClr val="53565A"/>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600" dirty="0">
                <a:solidFill>
                  <a:prstClr val="black"/>
                </a:solidFill>
                <a:latin typeface="+mj-lt"/>
              </a:endParaRPr>
            </a:p>
          </p:txBody>
        </p:sp>
        <p:sp>
          <p:nvSpPr>
            <p:cNvPr id="22" name="Freeform 44">
              <a:extLst>
                <a:ext uri="{FF2B5EF4-FFF2-40B4-BE49-F238E27FC236}">
                  <a16:creationId xmlns:a16="http://schemas.microsoft.com/office/drawing/2014/main" id="{C1C8854E-97EB-4CC1-8FAF-A88FB1BB03EF}"/>
                </a:ext>
              </a:extLst>
            </p:cNvPr>
            <p:cNvSpPr>
              <a:spLocks/>
            </p:cNvSpPr>
            <p:nvPr/>
          </p:nvSpPr>
          <p:spPr bwMode="auto">
            <a:xfrm>
              <a:off x="560389" y="2211950"/>
              <a:ext cx="1766385" cy="223216"/>
            </a:xfrm>
            <a:custGeom>
              <a:avLst/>
              <a:gdLst>
                <a:gd name="T0" fmla="*/ 0 w 1500"/>
                <a:gd name="T1" fmla="*/ 273 h 273"/>
                <a:gd name="T2" fmla="*/ 0 w 1500"/>
                <a:gd name="T3" fmla="*/ 273 h 273"/>
                <a:gd name="T4" fmla="*/ 1500 w 1500"/>
                <a:gd name="T5" fmla="*/ 273 h 273"/>
                <a:gd name="T6" fmla="*/ 1500 w 1500"/>
                <a:gd name="T7" fmla="*/ 0 h 273"/>
                <a:gd name="T8" fmla="*/ 0 w 1500"/>
                <a:gd name="T9" fmla="*/ 0 h 273"/>
                <a:gd name="T10" fmla="*/ 0 w 1500"/>
                <a:gd name="T11" fmla="*/ 273 h 273"/>
              </a:gdLst>
              <a:ahLst/>
              <a:cxnLst>
                <a:cxn ang="0">
                  <a:pos x="T0" y="T1"/>
                </a:cxn>
                <a:cxn ang="0">
                  <a:pos x="T2" y="T3"/>
                </a:cxn>
                <a:cxn ang="0">
                  <a:pos x="T4" y="T5"/>
                </a:cxn>
                <a:cxn ang="0">
                  <a:pos x="T6" y="T7"/>
                </a:cxn>
                <a:cxn ang="0">
                  <a:pos x="T8" y="T9"/>
                </a:cxn>
                <a:cxn ang="0">
                  <a:pos x="T10" y="T11"/>
                </a:cxn>
              </a:cxnLst>
              <a:rect l="0" t="0" r="r" b="b"/>
              <a:pathLst>
                <a:path w="1500" h="273">
                  <a:moveTo>
                    <a:pt x="0" y="273"/>
                  </a:moveTo>
                  <a:lnTo>
                    <a:pt x="0" y="273"/>
                  </a:lnTo>
                  <a:lnTo>
                    <a:pt x="1500" y="273"/>
                  </a:lnTo>
                  <a:lnTo>
                    <a:pt x="1500" y="0"/>
                  </a:lnTo>
                  <a:lnTo>
                    <a:pt x="0" y="0"/>
                  </a:lnTo>
                  <a:lnTo>
                    <a:pt x="0" y="273"/>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endParaRPr lang="en-US" sz="1600" dirty="0">
                <a:solidFill>
                  <a:prstClr val="black"/>
                </a:solidFill>
                <a:latin typeface="+mj-lt"/>
              </a:endParaRPr>
            </a:p>
          </p:txBody>
        </p:sp>
      </p:grpSp>
      <p:grpSp>
        <p:nvGrpSpPr>
          <p:cNvPr id="23" name="Group 22">
            <a:extLst>
              <a:ext uri="{FF2B5EF4-FFF2-40B4-BE49-F238E27FC236}">
                <a16:creationId xmlns:a16="http://schemas.microsoft.com/office/drawing/2014/main" id="{4F85834B-B3F4-49A3-8679-AD1483168FDB}"/>
              </a:ext>
            </a:extLst>
          </p:cNvPr>
          <p:cNvGrpSpPr/>
          <p:nvPr/>
        </p:nvGrpSpPr>
        <p:grpSpPr>
          <a:xfrm>
            <a:off x="382864" y="1839476"/>
            <a:ext cx="5970054" cy="481854"/>
            <a:chOff x="560386" y="3300593"/>
            <a:chExt cx="11129963" cy="775995"/>
          </a:xfrm>
        </p:grpSpPr>
        <p:sp>
          <p:nvSpPr>
            <p:cNvPr id="24" name="Freeform 45">
              <a:extLst>
                <a:ext uri="{FF2B5EF4-FFF2-40B4-BE49-F238E27FC236}">
                  <a16:creationId xmlns:a16="http://schemas.microsoft.com/office/drawing/2014/main" id="{93C50D7A-91C5-4FB9-B8B2-26859017C1E5}"/>
                </a:ext>
              </a:extLst>
            </p:cNvPr>
            <p:cNvSpPr>
              <a:spLocks/>
            </p:cNvSpPr>
            <p:nvPr/>
          </p:nvSpPr>
          <p:spPr bwMode="auto">
            <a:xfrm>
              <a:off x="2528582" y="3300594"/>
              <a:ext cx="9161767" cy="671587"/>
            </a:xfrm>
            <a:custGeom>
              <a:avLst/>
              <a:gdLst>
                <a:gd name="T0" fmla="*/ 0 w 6988"/>
                <a:gd name="T1" fmla="*/ 0 h 878"/>
                <a:gd name="T2" fmla="*/ 0 w 6988"/>
                <a:gd name="T3" fmla="*/ 0 h 878"/>
                <a:gd name="T4" fmla="*/ 0 w 6988"/>
                <a:gd name="T5" fmla="*/ 878 h 878"/>
                <a:gd name="T6" fmla="*/ 6688 w 6988"/>
                <a:gd name="T7" fmla="*/ 878 h 878"/>
                <a:gd name="T8" fmla="*/ 6988 w 6988"/>
                <a:gd name="T9" fmla="*/ 440 h 878"/>
                <a:gd name="T10" fmla="*/ 6688 w 6988"/>
                <a:gd name="T11" fmla="*/ 0 h 878"/>
                <a:gd name="T12" fmla="*/ 0 w 6988"/>
                <a:gd name="T13" fmla="*/ 0 h 878"/>
              </a:gdLst>
              <a:ahLst/>
              <a:cxnLst>
                <a:cxn ang="0">
                  <a:pos x="T0" y="T1"/>
                </a:cxn>
                <a:cxn ang="0">
                  <a:pos x="T2" y="T3"/>
                </a:cxn>
                <a:cxn ang="0">
                  <a:pos x="T4" y="T5"/>
                </a:cxn>
                <a:cxn ang="0">
                  <a:pos x="T6" y="T7"/>
                </a:cxn>
                <a:cxn ang="0">
                  <a:pos x="T8" y="T9"/>
                </a:cxn>
                <a:cxn ang="0">
                  <a:pos x="T10" y="T11"/>
                </a:cxn>
                <a:cxn ang="0">
                  <a:pos x="T12" y="T13"/>
                </a:cxn>
              </a:cxnLst>
              <a:rect l="0" t="0" r="r" b="b"/>
              <a:pathLst>
                <a:path w="6988" h="878">
                  <a:moveTo>
                    <a:pt x="0" y="0"/>
                  </a:moveTo>
                  <a:lnTo>
                    <a:pt x="0" y="0"/>
                  </a:lnTo>
                  <a:lnTo>
                    <a:pt x="0" y="878"/>
                  </a:lnTo>
                  <a:lnTo>
                    <a:pt x="6688" y="878"/>
                  </a:lnTo>
                  <a:lnTo>
                    <a:pt x="6988" y="440"/>
                  </a:lnTo>
                  <a:lnTo>
                    <a:pt x="6688" y="0"/>
                  </a:lnTo>
                  <a:lnTo>
                    <a:pt x="0" y="0"/>
                  </a:lnTo>
                  <a:close/>
                </a:path>
              </a:pathLst>
            </a:custGeom>
            <a:solidFill>
              <a:srgbClr val="86BC25"/>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da-DK" sz="1600" b="1" dirty="0">
                  <a:solidFill>
                    <a:srgbClr val="FFFFFF"/>
                  </a:solidFill>
                  <a:latin typeface="+mj-lt"/>
                  <a:ea typeface="Verdana" panose="020B0604030504040204" pitchFamily="34" charset="0"/>
                </a:rPr>
                <a:t>Upfront capex by CIL </a:t>
              </a:r>
            </a:p>
          </p:txBody>
        </p:sp>
        <p:sp>
          <p:nvSpPr>
            <p:cNvPr id="25" name="Freeform 47">
              <a:extLst>
                <a:ext uri="{FF2B5EF4-FFF2-40B4-BE49-F238E27FC236}">
                  <a16:creationId xmlns:a16="http://schemas.microsoft.com/office/drawing/2014/main" id="{47E90611-CBF8-4022-A9F5-9120D3E31E2B}"/>
                </a:ext>
              </a:extLst>
            </p:cNvPr>
            <p:cNvSpPr>
              <a:spLocks/>
            </p:cNvSpPr>
            <p:nvPr/>
          </p:nvSpPr>
          <p:spPr bwMode="auto">
            <a:xfrm>
              <a:off x="2326772" y="3300593"/>
              <a:ext cx="201811" cy="775995"/>
            </a:xfrm>
            <a:custGeom>
              <a:avLst/>
              <a:gdLst>
                <a:gd name="T0" fmla="*/ 0 w 172"/>
                <a:gd name="T1" fmla="*/ 137 h 1014"/>
                <a:gd name="T2" fmla="*/ 0 w 172"/>
                <a:gd name="T3" fmla="*/ 137 h 1014"/>
                <a:gd name="T4" fmla="*/ 0 w 172"/>
                <a:gd name="T5" fmla="*/ 1014 h 1014"/>
                <a:gd name="T6" fmla="*/ 172 w 172"/>
                <a:gd name="T7" fmla="*/ 876 h 1014"/>
                <a:gd name="T8" fmla="*/ 172 w 172"/>
                <a:gd name="T9" fmla="*/ 0 h 1014"/>
                <a:gd name="T10" fmla="*/ 0 w 172"/>
                <a:gd name="T11" fmla="*/ 137 h 1014"/>
              </a:gdLst>
              <a:ahLst/>
              <a:cxnLst>
                <a:cxn ang="0">
                  <a:pos x="T0" y="T1"/>
                </a:cxn>
                <a:cxn ang="0">
                  <a:pos x="T2" y="T3"/>
                </a:cxn>
                <a:cxn ang="0">
                  <a:pos x="T4" y="T5"/>
                </a:cxn>
                <a:cxn ang="0">
                  <a:pos x="T6" y="T7"/>
                </a:cxn>
                <a:cxn ang="0">
                  <a:pos x="T8" y="T9"/>
                </a:cxn>
                <a:cxn ang="0">
                  <a:pos x="T10" y="T11"/>
                </a:cxn>
              </a:cxnLst>
              <a:rect l="0" t="0" r="r" b="b"/>
              <a:pathLst>
                <a:path w="172" h="1014">
                  <a:moveTo>
                    <a:pt x="0" y="137"/>
                  </a:moveTo>
                  <a:lnTo>
                    <a:pt x="0" y="137"/>
                  </a:lnTo>
                  <a:lnTo>
                    <a:pt x="0" y="1014"/>
                  </a:lnTo>
                  <a:lnTo>
                    <a:pt x="172" y="876"/>
                  </a:lnTo>
                  <a:lnTo>
                    <a:pt x="172" y="0"/>
                  </a:lnTo>
                  <a:lnTo>
                    <a:pt x="0" y="137"/>
                  </a:lnTo>
                  <a:close/>
                </a:path>
              </a:pathLst>
            </a:custGeom>
            <a:solidFill>
              <a:schemeClr val="accent1">
                <a:lumMod val="40000"/>
                <a:lumOff val="6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26" name="Freeform 49">
              <a:extLst>
                <a:ext uri="{FF2B5EF4-FFF2-40B4-BE49-F238E27FC236}">
                  <a16:creationId xmlns:a16="http://schemas.microsoft.com/office/drawing/2014/main" id="{3BF8452C-25FD-4F90-B2A2-063AB48B85DF}"/>
                </a:ext>
              </a:extLst>
            </p:cNvPr>
            <p:cNvSpPr>
              <a:spLocks/>
            </p:cNvSpPr>
            <p:nvPr/>
          </p:nvSpPr>
          <p:spPr bwMode="auto">
            <a:xfrm>
              <a:off x="560386" y="3405000"/>
              <a:ext cx="1766385" cy="671588"/>
            </a:xfrm>
            <a:custGeom>
              <a:avLst/>
              <a:gdLst>
                <a:gd name="T0" fmla="*/ 0 w 1500"/>
                <a:gd name="T1" fmla="*/ 878 h 878"/>
                <a:gd name="T2" fmla="*/ 0 w 1500"/>
                <a:gd name="T3" fmla="*/ 878 h 878"/>
                <a:gd name="T4" fmla="*/ 1500 w 1500"/>
                <a:gd name="T5" fmla="*/ 878 h 878"/>
                <a:gd name="T6" fmla="*/ 1500 w 1500"/>
                <a:gd name="T7" fmla="*/ 0 h 878"/>
                <a:gd name="T8" fmla="*/ 0 w 1500"/>
                <a:gd name="T9" fmla="*/ 0 h 878"/>
                <a:gd name="T10" fmla="*/ 0 w 1500"/>
                <a:gd name="T11" fmla="*/ 878 h 878"/>
              </a:gdLst>
              <a:ahLst/>
              <a:cxnLst>
                <a:cxn ang="0">
                  <a:pos x="T0" y="T1"/>
                </a:cxn>
                <a:cxn ang="0">
                  <a:pos x="T2" y="T3"/>
                </a:cxn>
                <a:cxn ang="0">
                  <a:pos x="T4" y="T5"/>
                </a:cxn>
                <a:cxn ang="0">
                  <a:pos x="T6" y="T7"/>
                </a:cxn>
                <a:cxn ang="0">
                  <a:pos x="T8" y="T9"/>
                </a:cxn>
                <a:cxn ang="0">
                  <a:pos x="T10" y="T11"/>
                </a:cxn>
              </a:cxnLst>
              <a:rect l="0" t="0" r="r" b="b"/>
              <a:pathLst>
                <a:path w="1500" h="878">
                  <a:moveTo>
                    <a:pt x="0" y="878"/>
                  </a:moveTo>
                  <a:lnTo>
                    <a:pt x="0" y="878"/>
                  </a:lnTo>
                  <a:lnTo>
                    <a:pt x="1500" y="878"/>
                  </a:lnTo>
                  <a:lnTo>
                    <a:pt x="1500" y="0"/>
                  </a:lnTo>
                  <a:lnTo>
                    <a:pt x="0" y="0"/>
                  </a:lnTo>
                  <a:lnTo>
                    <a:pt x="0" y="878"/>
                  </a:lnTo>
                  <a:close/>
                </a:path>
              </a:pathLst>
            </a:custGeom>
            <a:solidFill>
              <a:srgbClr val="86BC25"/>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#2</a:t>
              </a:r>
            </a:p>
          </p:txBody>
        </p:sp>
      </p:grpSp>
      <p:grpSp>
        <p:nvGrpSpPr>
          <p:cNvPr id="27" name="Group 26">
            <a:extLst>
              <a:ext uri="{FF2B5EF4-FFF2-40B4-BE49-F238E27FC236}">
                <a16:creationId xmlns:a16="http://schemas.microsoft.com/office/drawing/2014/main" id="{B0F22F0B-991B-4613-9353-6DBC1D08A0A6}"/>
              </a:ext>
            </a:extLst>
          </p:cNvPr>
          <p:cNvGrpSpPr/>
          <p:nvPr/>
        </p:nvGrpSpPr>
        <p:grpSpPr>
          <a:xfrm>
            <a:off x="387204" y="1298431"/>
            <a:ext cx="5970054" cy="456448"/>
            <a:chOff x="560386" y="2487734"/>
            <a:chExt cx="11129963" cy="735080"/>
          </a:xfrm>
          <a:solidFill>
            <a:schemeClr val="accent6">
              <a:lumMod val="20000"/>
              <a:lumOff val="80000"/>
            </a:schemeClr>
          </a:solidFill>
        </p:grpSpPr>
        <p:sp>
          <p:nvSpPr>
            <p:cNvPr id="28" name="Freeform 50">
              <a:extLst>
                <a:ext uri="{FF2B5EF4-FFF2-40B4-BE49-F238E27FC236}">
                  <a16:creationId xmlns:a16="http://schemas.microsoft.com/office/drawing/2014/main" id="{CC2AAC17-4292-4CE9-A52B-CC2D8D435FCB}"/>
                </a:ext>
              </a:extLst>
            </p:cNvPr>
            <p:cNvSpPr>
              <a:spLocks/>
            </p:cNvSpPr>
            <p:nvPr/>
          </p:nvSpPr>
          <p:spPr bwMode="auto">
            <a:xfrm>
              <a:off x="2528582" y="2487734"/>
              <a:ext cx="9161767" cy="630672"/>
            </a:xfrm>
            <a:custGeom>
              <a:avLst/>
              <a:gdLst>
                <a:gd name="T0" fmla="*/ 0 w 6988"/>
                <a:gd name="T1" fmla="*/ 0 h 822"/>
                <a:gd name="T2" fmla="*/ 0 w 6988"/>
                <a:gd name="T3" fmla="*/ 0 h 822"/>
                <a:gd name="T4" fmla="*/ 0 w 6988"/>
                <a:gd name="T5" fmla="*/ 822 h 822"/>
                <a:gd name="T6" fmla="*/ 6688 w 6988"/>
                <a:gd name="T7" fmla="*/ 822 h 822"/>
                <a:gd name="T8" fmla="*/ 6988 w 6988"/>
                <a:gd name="T9" fmla="*/ 415 h 822"/>
                <a:gd name="T10" fmla="*/ 6685 w 6988"/>
                <a:gd name="T11" fmla="*/ 0 h 822"/>
                <a:gd name="T12" fmla="*/ 0 w 6988"/>
                <a:gd name="T13" fmla="*/ 0 h 822"/>
              </a:gdLst>
              <a:ahLst/>
              <a:cxnLst>
                <a:cxn ang="0">
                  <a:pos x="T0" y="T1"/>
                </a:cxn>
                <a:cxn ang="0">
                  <a:pos x="T2" y="T3"/>
                </a:cxn>
                <a:cxn ang="0">
                  <a:pos x="T4" y="T5"/>
                </a:cxn>
                <a:cxn ang="0">
                  <a:pos x="T6" y="T7"/>
                </a:cxn>
                <a:cxn ang="0">
                  <a:pos x="T8" y="T9"/>
                </a:cxn>
                <a:cxn ang="0">
                  <a:pos x="T10" y="T11"/>
                </a:cxn>
                <a:cxn ang="0">
                  <a:pos x="T12" y="T13"/>
                </a:cxn>
              </a:cxnLst>
              <a:rect l="0" t="0" r="r" b="b"/>
              <a:pathLst>
                <a:path w="6988" h="822">
                  <a:moveTo>
                    <a:pt x="0" y="0"/>
                  </a:moveTo>
                  <a:lnTo>
                    <a:pt x="0" y="0"/>
                  </a:lnTo>
                  <a:lnTo>
                    <a:pt x="0" y="822"/>
                  </a:lnTo>
                  <a:lnTo>
                    <a:pt x="6688" y="822"/>
                  </a:lnTo>
                  <a:lnTo>
                    <a:pt x="6988" y="415"/>
                  </a:lnTo>
                  <a:lnTo>
                    <a:pt x="6685" y="0"/>
                  </a:lnTo>
                  <a:lnTo>
                    <a:pt x="0" y="0"/>
                  </a:lnTo>
                  <a:close/>
                </a:path>
              </a:pathLst>
            </a:custGeom>
            <a:grpFill/>
            <a:ln w="0">
              <a:noFill/>
              <a:prstDash val="solid"/>
              <a:round/>
              <a:headEnd/>
              <a:tailEnd/>
            </a:ln>
          </p:spPr>
          <p:txBody>
            <a:bodyPr vert="horz" wrap="square" lIns="91440" tIns="45720" rIns="360000" bIns="45720" numCol="1" anchor="ctr" anchorCtr="0" compatLnSpc="1">
              <a:prstTxWarp prst="textNoShape">
                <a:avLst/>
              </a:prstTxWarp>
            </a:bodyPr>
            <a:lstStyle/>
            <a:p>
              <a:r>
                <a:rPr lang="da-DK" sz="1600" b="1" dirty="0">
                  <a:solidFill>
                    <a:srgbClr val="000000"/>
                  </a:solidFill>
                  <a:latin typeface="+mj-lt"/>
                  <a:ea typeface="Verdana" panose="020B0604030504040204" pitchFamily="34" charset="0"/>
                </a:rPr>
                <a:t>Project Ownership on CIL’s Balance Sheet</a:t>
              </a:r>
            </a:p>
          </p:txBody>
        </p:sp>
        <p:sp>
          <p:nvSpPr>
            <p:cNvPr id="29" name="Freeform 52">
              <a:extLst>
                <a:ext uri="{FF2B5EF4-FFF2-40B4-BE49-F238E27FC236}">
                  <a16:creationId xmlns:a16="http://schemas.microsoft.com/office/drawing/2014/main" id="{A94A0BC1-CCBD-4761-A03A-8408E1F021DB}"/>
                </a:ext>
              </a:extLst>
            </p:cNvPr>
            <p:cNvSpPr>
              <a:spLocks/>
            </p:cNvSpPr>
            <p:nvPr/>
          </p:nvSpPr>
          <p:spPr bwMode="auto">
            <a:xfrm>
              <a:off x="2326772" y="2487734"/>
              <a:ext cx="201811" cy="735079"/>
            </a:xfrm>
            <a:custGeom>
              <a:avLst/>
              <a:gdLst>
                <a:gd name="T0" fmla="*/ 0 w 172"/>
                <a:gd name="T1" fmla="*/ 138 h 959"/>
                <a:gd name="T2" fmla="*/ 0 w 172"/>
                <a:gd name="T3" fmla="*/ 138 h 959"/>
                <a:gd name="T4" fmla="*/ 0 w 172"/>
                <a:gd name="T5" fmla="*/ 959 h 959"/>
                <a:gd name="T6" fmla="*/ 172 w 172"/>
                <a:gd name="T7" fmla="*/ 822 h 959"/>
                <a:gd name="T8" fmla="*/ 172 w 172"/>
                <a:gd name="T9" fmla="*/ 0 h 959"/>
                <a:gd name="T10" fmla="*/ 0 w 172"/>
                <a:gd name="T11" fmla="*/ 138 h 959"/>
              </a:gdLst>
              <a:ahLst/>
              <a:cxnLst>
                <a:cxn ang="0">
                  <a:pos x="T0" y="T1"/>
                </a:cxn>
                <a:cxn ang="0">
                  <a:pos x="T2" y="T3"/>
                </a:cxn>
                <a:cxn ang="0">
                  <a:pos x="T4" y="T5"/>
                </a:cxn>
                <a:cxn ang="0">
                  <a:pos x="T6" y="T7"/>
                </a:cxn>
                <a:cxn ang="0">
                  <a:pos x="T8" y="T9"/>
                </a:cxn>
                <a:cxn ang="0">
                  <a:pos x="T10" y="T11"/>
                </a:cxn>
              </a:cxnLst>
              <a:rect l="0" t="0" r="r" b="b"/>
              <a:pathLst>
                <a:path w="172" h="959">
                  <a:moveTo>
                    <a:pt x="0" y="138"/>
                  </a:moveTo>
                  <a:lnTo>
                    <a:pt x="0" y="138"/>
                  </a:lnTo>
                  <a:lnTo>
                    <a:pt x="0" y="959"/>
                  </a:lnTo>
                  <a:lnTo>
                    <a:pt x="172" y="822"/>
                  </a:lnTo>
                  <a:lnTo>
                    <a:pt x="172" y="0"/>
                  </a:lnTo>
                  <a:lnTo>
                    <a:pt x="0" y="138"/>
                  </a:lnTo>
                  <a:close/>
                </a:path>
              </a:pathLst>
            </a:custGeom>
            <a:solidFill>
              <a:schemeClr val="accent6">
                <a:lumMod val="40000"/>
                <a:lumOff val="6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prstClr val="black"/>
                </a:solidFill>
                <a:latin typeface="+mj-lt"/>
                <a:ea typeface="Verdana" panose="020B0604030504040204" pitchFamily="34" charset="0"/>
              </a:endParaRPr>
            </a:p>
          </p:txBody>
        </p:sp>
        <p:sp>
          <p:nvSpPr>
            <p:cNvPr id="30" name="Freeform 54">
              <a:extLst>
                <a:ext uri="{FF2B5EF4-FFF2-40B4-BE49-F238E27FC236}">
                  <a16:creationId xmlns:a16="http://schemas.microsoft.com/office/drawing/2014/main" id="{5401DCF9-95C3-4114-98CB-DD3C589D933D}"/>
                </a:ext>
              </a:extLst>
            </p:cNvPr>
            <p:cNvSpPr>
              <a:spLocks/>
            </p:cNvSpPr>
            <p:nvPr/>
          </p:nvSpPr>
          <p:spPr bwMode="auto">
            <a:xfrm>
              <a:off x="560386" y="2592142"/>
              <a:ext cx="1766385" cy="630672"/>
            </a:xfrm>
            <a:custGeom>
              <a:avLst/>
              <a:gdLst>
                <a:gd name="T0" fmla="*/ 0 w 1500"/>
                <a:gd name="T1" fmla="*/ 823 h 823"/>
                <a:gd name="T2" fmla="*/ 0 w 1500"/>
                <a:gd name="T3" fmla="*/ 823 h 823"/>
                <a:gd name="T4" fmla="*/ 1500 w 1500"/>
                <a:gd name="T5" fmla="*/ 823 h 823"/>
                <a:gd name="T6" fmla="*/ 1500 w 1500"/>
                <a:gd name="T7" fmla="*/ 0 h 823"/>
                <a:gd name="T8" fmla="*/ 0 w 1500"/>
                <a:gd name="T9" fmla="*/ 0 h 823"/>
                <a:gd name="T10" fmla="*/ 0 w 1500"/>
                <a:gd name="T11" fmla="*/ 823 h 823"/>
              </a:gdLst>
              <a:ahLst/>
              <a:cxnLst>
                <a:cxn ang="0">
                  <a:pos x="T0" y="T1"/>
                </a:cxn>
                <a:cxn ang="0">
                  <a:pos x="T2" y="T3"/>
                </a:cxn>
                <a:cxn ang="0">
                  <a:pos x="T4" y="T5"/>
                </a:cxn>
                <a:cxn ang="0">
                  <a:pos x="T6" y="T7"/>
                </a:cxn>
                <a:cxn ang="0">
                  <a:pos x="T8" y="T9"/>
                </a:cxn>
                <a:cxn ang="0">
                  <a:pos x="T10" y="T11"/>
                </a:cxn>
              </a:cxnLst>
              <a:rect l="0" t="0" r="r" b="b"/>
              <a:pathLst>
                <a:path w="1500" h="823">
                  <a:moveTo>
                    <a:pt x="0" y="823"/>
                  </a:moveTo>
                  <a:lnTo>
                    <a:pt x="0" y="823"/>
                  </a:lnTo>
                  <a:lnTo>
                    <a:pt x="1500" y="823"/>
                  </a:lnTo>
                  <a:lnTo>
                    <a:pt x="1500" y="0"/>
                  </a:lnTo>
                  <a:lnTo>
                    <a:pt x="0" y="0"/>
                  </a:lnTo>
                  <a:lnTo>
                    <a:pt x="0" y="823"/>
                  </a:lnTo>
                  <a:close/>
                </a:path>
              </a:pathLst>
            </a:custGeom>
            <a:grp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rgbClr val="000000"/>
                  </a:solidFill>
                  <a:latin typeface="+mj-lt"/>
                  <a:ea typeface="Verdana" panose="020B0604030504040204" pitchFamily="34" charset="0"/>
                </a:rPr>
                <a:t>#1</a:t>
              </a:r>
            </a:p>
          </p:txBody>
        </p:sp>
      </p:grpSp>
      <p:grpSp>
        <p:nvGrpSpPr>
          <p:cNvPr id="31" name="Group 30">
            <a:extLst>
              <a:ext uri="{FF2B5EF4-FFF2-40B4-BE49-F238E27FC236}">
                <a16:creationId xmlns:a16="http://schemas.microsoft.com/office/drawing/2014/main" id="{02BC7C0F-20A0-498E-81C9-DBF207F38EBC}"/>
              </a:ext>
            </a:extLst>
          </p:cNvPr>
          <p:cNvGrpSpPr/>
          <p:nvPr/>
        </p:nvGrpSpPr>
        <p:grpSpPr>
          <a:xfrm>
            <a:off x="382864" y="2462122"/>
            <a:ext cx="5970054" cy="489436"/>
            <a:chOff x="560386" y="4154368"/>
            <a:chExt cx="11129963" cy="692754"/>
          </a:xfrm>
          <a:solidFill>
            <a:schemeClr val="tx2">
              <a:lumMod val="20000"/>
              <a:lumOff val="80000"/>
            </a:schemeClr>
          </a:solidFill>
        </p:grpSpPr>
        <p:sp>
          <p:nvSpPr>
            <p:cNvPr id="32" name="Freeform 55">
              <a:extLst>
                <a:ext uri="{FF2B5EF4-FFF2-40B4-BE49-F238E27FC236}">
                  <a16:creationId xmlns:a16="http://schemas.microsoft.com/office/drawing/2014/main" id="{32EA1173-A3EA-43C5-9706-B016BF71CAAC}"/>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grp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latin typeface="+mj-lt"/>
                  <a:ea typeface="Verdana" panose="020B0604030504040204" pitchFamily="34" charset="0"/>
                </a:rPr>
                <a:t>Construction risk on part of CIL</a:t>
              </a:r>
            </a:p>
          </p:txBody>
        </p:sp>
        <p:sp>
          <p:nvSpPr>
            <p:cNvPr id="33" name="Freeform 57">
              <a:extLst>
                <a:ext uri="{FF2B5EF4-FFF2-40B4-BE49-F238E27FC236}">
                  <a16:creationId xmlns:a16="http://schemas.microsoft.com/office/drawing/2014/main" id="{52F163FA-1F3B-4FE0-8CD3-4D2808423EC0}"/>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tx1">
                <a:lumMod val="50000"/>
                <a:lumOff val="5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latin typeface="+mj-lt"/>
                <a:ea typeface="Verdana" panose="020B0604030504040204" pitchFamily="34" charset="0"/>
              </a:endParaRPr>
            </a:p>
          </p:txBody>
        </p:sp>
        <p:sp>
          <p:nvSpPr>
            <p:cNvPr id="34" name="Freeform 59">
              <a:extLst>
                <a:ext uri="{FF2B5EF4-FFF2-40B4-BE49-F238E27FC236}">
                  <a16:creationId xmlns:a16="http://schemas.microsoft.com/office/drawing/2014/main" id="{34E74376-D178-4446-872D-E5E1792CD105}"/>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grp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latin typeface="+mj-lt"/>
                  <a:ea typeface="Verdana" panose="020B0604030504040204" pitchFamily="34" charset="0"/>
                </a:rPr>
                <a:t>#3</a:t>
              </a:r>
            </a:p>
          </p:txBody>
        </p:sp>
      </p:grpSp>
      <p:graphicFrame>
        <p:nvGraphicFramePr>
          <p:cNvPr id="35" name="Table 3">
            <a:extLst>
              <a:ext uri="{FF2B5EF4-FFF2-40B4-BE49-F238E27FC236}">
                <a16:creationId xmlns:a16="http://schemas.microsoft.com/office/drawing/2014/main" id="{9A4748E9-A344-4BA7-ABC3-9139869832E3}"/>
              </a:ext>
            </a:extLst>
          </p:cNvPr>
          <p:cNvGraphicFramePr>
            <a:graphicFrameLocks noGrp="1"/>
          </p:cNvGraphicFramePr>
          <p:nvPr>
            <p:extLst>
              <p:ext uri="{D42A27DB-BD31-4B8C-83A1-F6EECF244321}">
                <p14:modId xmlns:p14="http://schemas.microsoft.com/office/powerpoint/2010/main" val="3087811487"/>
              </p:ext>
            </p:extLst>
          </p:nvPr>
        </p:nvGraphicFramePr>
        <p:xfrm>
          <a:off x="6970351" y="677786"/>
          <a:ext cx="4914324" cy="518160"/>
        </p:xfrm>
        <a:graphic>
          <a:graphicData uri="http://schemas.openxmlformats.org/drawingml/2006/table">
            <a:tbl>
              <a:tblPr firstRow="1" bandRow="1">
                <a:tableStyleId>{5940675A-B579-460E-94D1-54222C63F5DA}</a:tableStyleId>
              </a:tblPr>
              <a:tblGrid>
                <a:gridCol w="1228581">
                  <a:extLst>
                    <a:ext uri="{9D8B030D-6E8A-4147-A177-3AD203B41FA5}">
                      <a16:colId xmlns:a16="http://schemas.microsoft.com/office/drawing/2014/main" val="3219699750"/>
                    </a:ext>
                  </a:extLst>
                </a:gridCol>
                <a:gridCol w="1293411">
                  <a:extLst>
                    <a:ext uri="{9D8B030D-6E8A-4147-A177-3AD203B41FA5}">
                      <a16:colId xmlns:a16="http://schemas.microsoft.com/office/drawing/2014/main" val="451294794"/>
                    </a:ext>
                  </a:extLst>
                </a:gridCol>
                <a:gridCol w="1306286">
                  <a:extLst>
                    <a:ext uri="{9D8B030D-6E8A-4147-A177-3AD203B41FA5}">
                      <a16:colId xmlns:a16="http://schemas.microsoft.com/office/drawing/2014/main" val="3324674203"/>
                    </a:ext>
                  </a:extLst>
                </a:gridCol>
                <a:gridCol w="1086046">
                  <a:extLst>
                    <a:ext uri="{9D8B030D-6E8A-4147-A177-3AD203B41FA5}">
                      <a16:colId xmlns:a16="http://schemas.microsoft.com/office/drawing/2014/main" val="3541825872"/>
                    </a:ext>
                  </a:extLst>
                </a:gridCol>
              </a:tblGrid>
              <a:tr h="412389">
                <a:tc>
                  <a:txBody>
                    <a:bodyPr/>
                    <a:lstStyle/>
                    <a:p>
                      <a:pPr algn="ctr"/>
                      <a:r>
                        <a:rPr lang="en-US" sz="1400" b="1" dirty="0"/>
                        <a:t>BOO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t>BOOT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t>TURNKEY EPC + INITIAL O&amp;M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t>PACKAGE-WISE EPC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8400697"/>
                  </a:ext>
                </a:extLst>
              </a:tr>
            </a:tbl>
          </a:graphicData>
        </a:graphic>
      </p:graphicFrame>
      <p:grpSp>
        <p:nvGrpSpPr>
          <p:cNvPr id="48" name="Group 47">
            <a:extLst>
              <a:ext uri="{FF2B5EF4-FFF2-40B4-BE49-F238E27FC236}">
                <a16:creationId xmlns:a16="http://schemas.microsoft.com/office/drawing/2014/main" id="{01C62DAB-B54D-4875-B0FC-67104B9060D8}"/>
              </a:ext>
            </a:extLst>
          </p:cNvPr>
          <p:cNvGrpSpPr/>
          <p:nvPr/>
        </p:nvGrpSpPr>
        <p:grpSpPr>
          <a:xfrm>
            <a:off x="382864" y="3059684"/>
            <a:ext cx="5970054" cy="576293"/>
            <a:chOff x="560386" y="4154368"/>
            <a:chExt cx="11129963" cy="692754"/>
          </a:xfrm>
          <a:solidFill>
            <a:schemeClr val="tx1">
              <a:lumMod val="75000"/>
              <a:lumOff val="25000"/>
            </a:schemeClr>
          </a:solidFill>
        </p:grpSpPr>
        <p:sp>
          <p:nvSpPr>
            <p:cNvPr id="49" name="Freeform 55">
              <a:extLst>
                <a:ext uri="{FF2B5EF4-FFF2-40B4-BE49-F238E27FC236}">
                  <a16:creationId xmlns:a16="http://schemas.microsoft.com/office/drawing/2014/main" id="{C04AF2FD-FA60-4F7B-8681-A3559F890DD6}"/>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chemeClr val="tx1">
                <a:lumMod val="50000"/>
                <a:lumOff val="50000"/>
              </a:schemeClr>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solidFill>
                    <a:srgbClr val="FFFFFF"/>
                  </a:solidFill>
                  <a:latin typeface="+mj-lt"/>
                  <a:ea typeface="Verdana" panose="020B0604030504040204" pitchFamily="34" charset="0"/>
                </a:rPr>
                <a:t>Management control on day-to-day decision making</a:t>
              </a:r>
            </a:p>
          </p:txBody>
        </p:sp>
        <p:sp>
          <p:nvSpPr>
            <p:cNvPr id="50" name="Freeform 57">
              <a:extLst>
                <a:ext uri="{FF2B5EF4-FFF2-40B4-BE49-F238E27FC236}">
                  <a16:creationId xmlns:a16="http://schemas.microsoft.com/office/drawing/2014/main" id="{F8654F99-6E41-44CB-B25E-065B55307346}"/>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tx1"/>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51" name="Freeform 59">
              <a:extLst>
                <a:ext uri="{FF2B5EF4-FFF2-40B4-BE49-F238E27FC236}">
                  <a16:creationId xmlns:a16="http://schemas.microsoft.com/office/drawing/2014/main" id="{23610C6B-50F4-467A-9B8B-707D0F042070}"/>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solidFill>
              <a:schemeClr val="tx1">
                <a:lumMod val="50000"/>
                <a:lumOff val="50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#4</a:t>
              </a:r>
            </a:p>
          </p:txBody>
        </p:sp>
      </p:grpSp>
      <p:sp>
        <p:nvSpPr>
          <p:cNvPr id="52" name="Rectangle 51">
            <a:extLst>
              <a:ext uri="{FF2B5EF4-FFF2-40B4-BE49-F238E27FC236}">
                <a16:creationId xmlns:a16="http://schemas.microsoft.com/office/drawing/2014/main" id="{5E5272FA-310B-4A09-BB3C-C2DA8A1418DC}"/>
              </a:ext>
            </a:extLst>
          </p:cNvPr>
          <p:cNvSpPr/>
          <p:nvPr/>
        </p:nvSpPr>
        <p:spPr bwMode="gray">
          <a:xfrm>
            <a:off x="7263688" y="310902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3" name="Rectangle 52">
            <a:extLst>
              <a:ext uri="{FF2B5EF4-FFF2-40B4-BE49-F238E27FC236}">
                <a16:creationId xmlns:a16="http://schemas.microsoft.com/office/drawing/2014/main" id="{452CD76E-1E90-4197-B76F-253653A82F6A}"/>
              </a:ext>
            </a:extLst>
          </p:cNvPr>
          <p:cNvSpPr/>
          <p:nvPr/>
        </p:nvSpPr>
        <p:spPr bwMode="gray">
          <a:xfrm>
            <a:off x="8551831" y="310902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4" name="Rectangle 53">
            <a:extLst>
              <a:ext uri="{FF2B5EF4-FFF2-40B4-BE49-F238E27FC236}">
                <a16:creationId xmlns:a16="http://schemas.microsoft.com/office/drawing/2014/main" id="{A00CB147-E645-46EB-9929-FA535B331E56}"/>
              </a:ext>
            </a:extLst>
          </p:cNvPr>
          <p:cNvSpPr/>
          <p:nvPr/>
        </p:nvSpPr>
        <p:spPr bwMode="gray">
          <a:xfrm>
            <a:off x="9807316" y="310760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5" name="Rectangle 54">
            <a:extLst>
              <a:ext uri="{FF2B5EF4-FFF2-40B4-BE49-F238E27FC236}">
                <a16:creationId xmlns:a16="http://schemas.microsoft.com/office/drawing/2014/main" id="{A8B73A2D-DB35-4012-91D0-3D4E249E4509}"/>
              </a:ext>
            </a:extLst>
          </p:cNvPr>
          <p:cNvSpPr/>
          <p:nvPr/>
        </p:nvSpPr>
        <p:spPr bwMode="gray">
          <a:xfrm>
            <a:off x="10985258" y="310760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67" name="Group 66">
            <a:extLst>
              <a:ext uri="{FF2B5EF4-FFF2-40B4-BE49-F238E27FC236}">
                <a16:creationId xmlns:a16="http://schemas.microsoft.com/office/drawing/2014/main" id="{8F7BE536-F96C-4DD5-A0A8-8A8B4AB8B9D1}"/>
              </a:ext>
            </a:extLst>
          </p:cNvPr>
          <p:cNvGrpSpPr/>
          <p:nvPr/>
        </p:nvGrpSpPr>
        <p:grpSpPr>
          <a:xfrm>
            <a:off x="382864" y="3715144"/>
            <a:ext cx="5970054" cy="576293"/>
            <a:chOff x="560386" y="4154368"/>
            <a:chExt cx="11129963" cy="692754"/>
          </a:xfrm>
          <a:solidFill>
            <a:schemeClr val="tx1">
              <a:lumMod val="75000"/>
              <a:lumOff val="25000"/>
            </a:schemeClr>
          </a:solidFill>
        </p:grpSpPr>
        <p:sp>
          <p:nvSpPr>
            <p:cNvPr id="68" name="Freeform 55">
              <a:extLst>
                <a:ext uri="{FF2B5EF4-FFF2-40B4-BE49-F238E27FC236}">
                  <a16:creationId xmlns:a16="http://schemas.microsoft.com/office/drawing/2014/main" id="{FBA354DD-4AF7-46A0-B957-E2EBDDABA988}"/>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grp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solidFill>
                    <a:srgbClr val="FFFFFF"/>
                  </a:solidFill>
                  <a:latin typeface="+mj-lt"/>
                  <a:ea typeface="Verdana" panose="020B0604030504040204" pitchFamily="34" charset="0"/>
                </a:rPr>
                <a:t>Integration challenge for multiple packages</a:t>
              </a:r>
            </a:p>
          </p:txBody>
        </p:sp>
        <p:sp>
          <p:nvSpPr>
            <p:cNvPr id="69" name="Freeform 57">
              <a:extLst>
                <a:ext uri="{FF2B5EF4-FFF2-40B4-BE49-F238E27FC236}">
                  <a16:creationId xmlns:a16="http://schemas.microsoft.com/office/drawing/2014/main" id="{FB5AD42E-F434-4EF8-A715-A802D8EF388F}"/>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bg2">
                <a:lumMod val="75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70" name="Freeform 59">
              <a:extLst>
                <a:ext uri="{FF2B5EF4-FFF2-40B4-BE49-F238E27FC236}">
                  <a16:creationId xmlns:a16="http://schemas.microsoft.com/office/drawing/2014/main" id="{B08B46A1-329A-4837-B593-32184C5D2D9E}"/>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grp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#5</a:t>
              </a:r>
            </a:p>
          </p:txBody>
        </p:sp>
      </p:grpSp>
      <p:sp>
        <p:nvSpPr>
          <p:cNvPr id="71" name="Rectangle 70">
            <a:extLst>
              <a:ext uri="{FF2B5EF4-FFF2-40B4-BE49-F238E27FC236}">
                <a16:creationId xmlns:a16="http://schemas.microsoft.com/office/drawing/2014/main" id="{CC8144ED-364B-4187-8C75-731DFB0F4E3D}"/>
              </a:ext>
            </a:extLst>
          </p:cNvPr>
          <p:cNvSpPr/>
          <p:nvPr/>
        </p:nvSpPr>
        <p:spPr bwMode="gray">
          <a:xfrm>
            <a:off x="7263688" y="376448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2" name="Rectangle 71">
            <a:extLst>
              <a:ext uri="{FF2B5EF4-FFF2-40B4-BE49-F238E27FC236}">
                <a16:creationId xmlns:a16="http://schemas.microsoft.com/office/drawing/2014/main" id="{BA9759FD-F621-4D40-B2AF-2783C52E0846}"/>
              </a:ext>
            </a:extLst>
          </p:cNvPr>
          <p:cNvSpPr/>
          <p:nvPr/>
        </p:nvSpPr>
        <p:spPr bwMode="gray">
          <a:xfrm>
            <a:off x="8551831" y="376448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3" name="Rectangle 72">
            <a:extLst>
              <a:ext uri="{FF2B5EF4-FFF2-40B4-BE49-F238E27FC236}">
                <a16:creationId xmlns:a16="http://schemas.microsoft.com/office/drawing/2014/main" id="{F3CB078F-FEB9-42F1-AC51-9A30F260B4DC}"/>
              </a:ext>
            </a:extLst>
          </p:cNvPr>
          <p:cNvSpPr/>
          <p:nvPr/>
        </p:nvSpPr>
        <p:spPr bwMode="gray">
          <a:xfrm>
            <a:off x="9807316" y="376306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4" name="Rectangle 73">
            <a:extLst>
              <a:ext uri="{FF2B5EF4-FFF2-40B4-BE49-F238E27FC236}">
                <a16:creationId xmlns:a16="http://schemas.microsoft.com/office/drawing/2014/main" id="{FE54C541-9F97-4026-9700-79334489AE8D}"/>
              </a:ext>
            </a:extLst>
          </p:cNvPr>
          <p:cNvSpPr/>
          <p:nvPr/>
        </p:nvSpPr>
        <p:spPr bwMode="gray">
          <a:xfrm>
            <a:off x="10985258" y="376306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78" name="Group 77">
            <a:extLst>
              <a:ext uri="{FF2B5EF4-FFF2-40B4-BE49-F238E27FC236}">
                <a16:creationId xmlns:a16="http://schemas.microsoft.com/office/drawing/2014/main" id="{22B7E0B8-491D-478E-8EC8-AA2013F46168}"/>
              </a:ext>
            </a:extLst>
          </p:cNvPr>
          <p:cNvGrpSpPr/>
          <p:nvPr/>
        </p:nvGrpSpPr>
        <p:grpSpPr>
          <a:xfrm>
            <a:off x="376755" y="4348839"/>
            <a:ext cx="5970054" cy="576293"/>
            <a:chOff x="560386" y="4154368"/>
            <a:chExt cx="11129963" cy="692754"/>
          </a:xfrm>
          <a:solidFill>
            <a:schemeClr val="tx1">
              <a:lumMod val="75000"/>
              <a:lumOff val="25000"/>
            </a:schemeClr>
          </a:solidFill>
        </p:grpSpPr>
        <p:sp>
          <p:nvSpPr>
            <p:cNvPr id="79" name="Freeform 55">
              <a:extLst>
                <a:ext uri="{FF2B5EF4-FFF2-40B4-BE49-F238E27FC236}">
                  <a16:creationId xmlns:a16="http://schemas.microsoft.com/office/drawing/2014/main" id="{FBE6A305-40B1-4C26-86A3-06B453E00743}"/>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chemeClr val="tx1"/>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solidFill>
                    <a:srgbClr val="FFFFFF"/>
                  </a:solidFill>
                  <a:latin typeface="+mj-lt"/>
                  <a:ea typeface="Verdana" panose="020B0604030504040204" pitchFamily="34" charset="0"/>
                </a:rPr>
                <a:t>Multiple vendor management</a:t>
              </a:r>
            </a:p>
          </p:txBody>
        </p:sp>
        <p:sp>
          <p:nvSpPr>
            <p:cNvPr id="80" name="Freeform 57">
              <a:extLst>
                <a:ext uri="{FF2B5EF4-FFF2-40B4-BE49-F238E27FC236}">
                  <a16:creationId xmlns:a16="http://schemas.microsoft.com/office/drawing/2014/main" id="{6C807E17-AB3B-4B8C-BFA8-EC5B0B0798B8}"/>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tx2">
                <a:lumMod val="75000"/>
              </a:schemeClr>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81" name="Freeform 59">
              <a:extLst>
                <a:ext uri="{FF2B5EF4-FFF2-40B4-BE49-F238E27FC236}">
                  <a16:creationId xmlns:a16="http://schemas.microsoft.com/office/drawing/2014/main" id="{447F3ECF-5120-47F4-A460-61554468FB52}"/>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solidFill>
              <a:schemeClr val="tx1"/>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#6</a:t>
              </a:r>
            </a:p>
          </p:txBody>
        </p:sp>
      </p:grpSp>
      <p:sp>
        <p:nvSpPr>
          <p:cNvPr id="97" name="Oval 96">
            <a:extLst>
              <a:ext uri="{FF2B5EF4-FFF2-40B4-BE49-F238E27FC236}">
                <a16:creationId xmlns:a16="http://schemas.microsoft.com/office/drawing/2014/main" id="{161C7041-7DBC-4B9C-8A2A-843352F907EF}"/>
              </a:ext>
            </a:extLst>
          </p:cNvPr>
          <p:cNvSpPr/>
          <p:nvPr/>
        </p:nvSpPr>
        <p:spPr bwMode="gray">
          <a:xfrm>
            <a:off x="7471150" y="3175764"/>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8" name="Oval 97">
            <a:extLst>
              <a:ext uri="{FF2B5EF4-FFF2-40B4-BE49-F238E27FC236}">
                <a16:creationId xmlns:a16="http://schemas.microsoft.com/office/drawing/2014/main" id="{E7E546F9-EC5F-4A9E-A8D4-AD52AC6F5BD7}"/>
              </a:ext>
            </a:extLst>
          </p:cNvPr>
          <p:cNvSpPr/>
          <p:nvPr/>
        </p:nvSpPr>
        <p:spPr bwMode="gray">
          <a:xfrm>
            <a:off x="8754080" y="3186674"/>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0" name="Oval 99">
            <a:extLst>
              <a:ext uri="{FF2B5EF4-FFF2-40B4-BE49-F238E27FC236}">
                <a16:creationId xmlns:a16="http://schemas.microsoft.com/office/drawing/2014/main" id="{7EC9D69D-1180-4253-940A-E4404D9A2462}"/>
              </a:ext>
            </a:extLst>
          </p:cNvPr>
          <p:cNvSpPr/>
          <p:nvPr/>
        </p:nvSpPr>
        <p:spPr bwMode="gray">
          <a:xfrm>
            <a:off x="11188706" y="3189181"/>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1" name="Oval 100">
            <a:extLst>
              <a:ext uri="{FF2B5EF4-FFF2-40B4-BE49-F238E27FC236}">
                <a16:creationId xmlns:a16="http://schemas.microsoft.com/office/drawing/2014/main" id="{41658007-8B49-46C7-8F29-895EA1D83CA3}"/>
              </a:ext>
            </a:extLst>
          </p:cNvPr>
          <p:cNvSpPr/>
          <p:nvPr/>
        </p:nvSpPr>
        <p:spPr bwMode="gray">
          <a:xfrm>
            <a:off x="11188706" y="3840685"/>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2" name="Oval 101">
            <a:extLst>
              <a:ext uri="{FF2B5EF4-FFF2-40B4-BE49-F238E27FC236}">
                <a16:creationId xmlns:a16="http://schemas.microsoft.com/office/drawing/2014/main" id="{35C16469-398D-479F-A7EB-327693F74A26}"/>
              </a:ext>
            </a:extLst>
          </p:cNvPr>
          <p:cNvSpPr/>
          <p:nvPr/>
        </p:nvSpPr>
        <p:spPr bwMode="gray">
          <a:xfrm>
            <a:off x="7482036" y="3841479"/>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3" name="Oval 102">
            <a:extLst>
              <a:ext uri="{FF2B5EF4-FFF2-40B4-BE49-F238E27FC236}">
                <a16:creationId xmlns:a16="http://schemas.microsoft.com/office/drawing/2014/main" id="{EA9E3186-80EE-4D79-AB8E-A7D929843F8D}"/>
              </a:ext>
            </a:extLst>
          </p:cNvPr>
          <p:cNvSpPr/>
          <p:nvPr/>
        </p:nvSpPr>
        <p:spPr bwMode="gray">
          <a:xfrm>
            <a:off x="8744912" y="3843938"/>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4" name="Oval 103">
            <a:extLst>
              <a:ext uri="{FF2B5EF4-FFF2-40B4-BE49-F238E27FC236}">
                <a16:creationId xmlns:a16="http://schemas.microsoft.com/office/drawing/2014/main" id="{49302744-9DAC-4414-A61F-5B18ECAB3BB4}"/>
              </a:ext>
            </a:extLst>
          </p:cNvPr>
          <p:cNvSpPr/>
          <p:nvPr/>
        </p:nvSpPr>
        <p:spPr bwMode="gray">
          <a:xfrm>
            <a:off x="10007520" y="3837888"/>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09" name="Group 108">
            <a:extLst>
              <a:ext uri="{FF2B5EF4-FFF2-40B4-BE49-F238E27FC236}">
                <a16:creationId xmlns:a16="http://schemas.microsoft.com/office/drawing/2014/main" id="{7D4BAB2D-2F3F-4BF7-A392-8520779B8F6F}"/>
              </a:ext>
            </a:extLst>
          </p:cNvPr>
          <p:cNvGrpSpPr/>
          <p:nvPr/>
        </p:nvGrpSpPr>
        <p:grpSpPr>
          <a:xfrm>
            <a:off x="376755" y="5000542"/>
            <a:ext cx="5970054" cy="576293"/>
            <a:chOff x="560386" y="4154368"/>
            <a:chExt cx="11129963" cy="692754"/>
          </a:xfrm>
          <a:solidFill>
            <a:schemeClr val="tx1">
              <a:lumMod val="75000"/>
              <a:lumOff val="25000"/>
            </a:schemeClr>
          </a:solidFill>
        </p:grpSpPr>
        <p:sp>
          <p:nvSpPr>
            <p:cNvPr id="110" name="Freeform 55">
              <a:extLst>
                <a:ext uri="{FF2B5EF4-FFF2-40B4-BE49-F238E27FC236}">
                  <a16:creationId xmlns:a16="http://schemas.microsoft.com/office/drawing/2014/main" id="{8844C094-4BC2-456C-9387-DEEA065EBC12}"/>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rgbClr val="2C5234"/>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solidFill>
                    <a:srgbClr val="FFFFFF"/>
                  </a:solidFill>
                  <a:latin typeface="+mj-lt"/>
                  <a:ea typeface="Verdana" panose="020B0604030504040204" pitchFamily="34" charset="0"/>
                </a:rPr>
                <a:t>Cost optimization opportunity</a:t>
              </a:r>
            </a:p>
          </p:txBody>
        </p:sp>
        <p:sp>
          <p:nvSpPr>
            <p:cNvPr id="111" name="Freeform 57">
              <a:extLst>
                <a:ext uri="{FF2B5EF4-FFF2-40B4-BE49-F238E27FC236}">
                  <a16:creationId xmlns:a16="http://schemas.microsoft.com/office/drawing/2014/main" id="{35CE7AC0-5164-4E11-BDAF-8A48A9717D3A}"/>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chemeClr val="accent3"/>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112" name="Freeform 59">
              <a:extLst>
                <a:ext uri="{FF2B5EF4-FFF2-40B4-BE49-F238E27FC236}">
                  <a16:creationId xmlns:a16="http://schemas.microsoft.com/office/drawing/2014/main" id="{6E74AA46-9601-4CDF-A173-55A33F8DBF4B}"/>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solidFill>
              <a:srgbClr val="2C5234"/>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#7</a:t>
              </a:r>
            </a:p>
          </p:txBody>
        </p:sp>
      </p:grpSp>
      <p:sp>
        <p:nvSpPr>
          <p:cNvPr id="113" name="Rectangle 112">
            <a:extLst>
              <a:ext uri="{FF2B5EF4-FFF2-40B4-BE49-F238E27FC236}">
                <a16:creationId xmlns:a16="http://schemas.microsoft.com/office/drawing/2014/main" id="{3EE5FA95-421F-4997-8615-02924721A16D}"/>
              </a:ext>
            </a:extLst>
          </p:cNvPr>
          <p:cNvSpPr/>
          <p:nvPr/>
        </p:nvSpPr>
        <p:spPr bwMode="gray">
          <a:xfrm>
            <a:off x="7257579" y="504981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4" name="Rectangle 113">
            <a:extLst>
              <a:ext uri="{FF2B5EF4-FFF2-40B4-BE49-F238E27FC236}">
                <a16:creationId xmlns:a16="http://schemas.microsoft.com/office/drawing/2014/main" id="{ABEB0E96-7A6D-48E0-BC38-BCBC8F4BAF1E}"/>
              </a:ext>
            </a:extLst>
          </p:cNvPr>
          <p:cNvSpPr/>
          <p:nvPr/>
        </p:nvSpPr>
        <p:spPr bwMode="gray">
          <a:xfrm>
            <a:off x="8545722" y="504981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5" name="Rectangle 114">
            <a:extLst>
              <a:ext uri="{FF2B5EF4-FFF2-40B4-BE49-F238E27FC236}">
                <a16:creationId xmlns:a16="http://schemas.microsoft.com/office/drawing/2014/main" id="{C7CF842E-BA97-4F9F-A0BC-863985BE8784}"/>
              </a:ext>
            </a:extLst>
          </p:cNvPr>
          <p:cNvSpPr/>
          <p:nvPr/>
        </p:nvSpPr>
        <p:spPr bwMode="gray">
          <a:xfrm>
            <a:off x="9801207" y="504839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6" name="Rectangle 115">
            <a:extLst>
              <a:ext uri="{FF2B5EF4-FFF2-40B4-BE49-F238E27FC236}">
                <a16:creationId xmlns:a16="http://schemas.microsoft.com/office/drawing/2014/main" id="{E8D26215-6BF4-491D-A7A1-8D84D9717537}"/>
              </a:ext>
            </a:extLst>
          </p:cNvPr>
          <p:cNvSpPr/>
          <p:nvPr/>
        </p:nvSpPr>
        <p:spPr bwMode="gray">
          <a:xfrm>
            <a:off x="10979149" y="5059285"/>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7" name="Oval 116">
            <a:extLst>
              <a:ext uri="{FF2B5EF4-FFF2-40B4-BE49-F238E27FC236}">
                <a16:creationId xmlns:a16="http://schemas.microsoft.com/office/drawing/2014/main" id="{0972E93F-D5CA-4F7F-B0B9-683A0A473E2B}"/>
              </a:ext>
            </a:extLst>
          </p:cNvPr>
          <p:cNvSpPr/>
          <p:nvPr/>
        </p:nvSpPr>
        <p:spPr bwMode="gray">
          <a:xfrm>
            <a:off x="7482036" y="5126017"/>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8" name="Oval 117">
            <a:extLst>
              <a:ext uri="{FF2B5EF4-FFF2-40B4-BE49-F238E27FC236}">
                <a16:creationId xmlns:a16="http://schemas.microsoft.com/office/drawing/2014/main" id="{FBF48DBB-5597-424C-BF19-0531079757C0}"/>
              </a:ext>
            </a:extLst>
          </p:cNvPr>
          <p:cNvSpPr/>
          <p:nvPr/>
        </p:nvSpPr>
        <p:spPr bwMode="gray">
          <a:xfrm>
            <a:off x="8744912" y="5126017"/>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9" name="Oval 118">
            <a:extLst>
              <a:ext uri="{FF2B5EF4-FFF2-40B4-BE49-F238E27FC236}">
                <a16:creationId xmlns:a16="http://schemas.microsoft.com/office/drawing/2014/main" id="{C34E10D5-DE11-4795-9873-0962149FE3C3}"/>
              </a:ext>
            </a:extLst>
          </p:cNvPr>
          <p:cNvSpPr/>
          <p:nvPr/>
        </p:nvSpPr>
        <p:spPr bwMode="gray">
          <a:xfrm>
            <a:off x="10019356" y="5124269"/>
            <a:ext cx="284930" cy="2751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21" name="Group 120">
            <a:extLst>
              <a:ext uri="{FF2B5EF4-FFF2-40B4-BE49-F238E27FC236}">
                <a16:creationId xmlns:a16="http://schemas.microsoft.com/office/drawing/2014/main" id="{A6E80644-CCA8-4A3E-B834-A5575DCC96E9}"/>
              </a:ext>
            </a:extLst>
          </p:cNvPr>
          <p:cNvGrpSpPr/>
          <p:nvPr/>
        </p:nvGrpSpPr>
        <p:grpSpPr>
          <a:xfrm>
            <a:off x="365865" y="5621031"/>
            <a:ext cx="5970054" cy="576293"/>
            <a:chOff x="560386" y="4154368"/>
            <a:chExt cx="11129963" cy="692754"/>
          </a:xfrm>
          <a:solidFill>
            <a:schemeClr val="tx1">
              <a:lumMod val="75000"/>
              <a:lumOff val="25000"/>
            </a:schemeClr>
          </a:solidFill>
        </p:grpSpPr>
        <p:sp>
          <p:nvSpPr>
            <p:cNvPr id="122" name="Freeform 55">
              <a:extLst>
                <a:ext uri="{FF2B5EF4-FFF2-40B4-BE49-F238E27FC236}">
                  <a16:creationId xmlns:a16="http://schemas.microsoft.com/office/drawing/2014/main" id="{3AA7F821-770C-4F14-9C20-55DB33F32AEC}"/>
                </a:ext>
              </a:extLst>
            </p:cNvPr>
            <p:cNvSpPr>
              <a:spLocks/>
            </p:cNvSpPr>
            <p:nvPr/>
          </p:nvSpPr>
          <p:spPr bwMode="auto">
            <a:xfrm>
              <a:off x="2528582" y="4154368"/>
              <a:ext cx="9161767" cy="589756"/>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rgbClr val="004F59"/>
            </a:solidFill>
            <a:ln w="0">
              <a:noFill/>
              <a:prstDash val="solid"/>
              <a:round/>
              <a:headEnd/>
              <a:tailEnd/>
            </a:ln>
          </p:spPr>
          <p:txBody>
            <a:bodyPr vert="horz" wrap="square" lIns="91440" tIns="45720" rIns="360000" bIns="45720" numCol="1" anchor="ctr" anchorCtr="0" compatLnSpc="1">
              <a:prstTxWarp prst="textNoShape">
                <a:avLst/>
              </a:prstTxWarp>
            </a:bodyPr>
            <a:lstStyle/>
            <a:p>
              <a:r>
                <a:rPr lang="en-US" sz="1600" b="1" dirty="0">
                  <a:solidFill>
                    <a:srgbClr val="FFFFFF"/>
                  </a:solidFill>
                  <a:latin typeface="+mj-lt"/>
                  <a:ea typeface="Verdana" panose="020B0604030504040204" pitchFamily="34" charset="0"/>
                </a:rPr>
                <a:t>Requirement for separate trading license</a:t>
              </a:r>
            </a:p>
          </p:txBody>
        </p:sp>
        <p:sp>
          <p:nvSpPr>
            <p:cNvPr id="123" name="Freeform 57">
              <a:extLst>
                <a:ext uri="{FF2B5EF4-FFF2-40B4-BE49-F238E27FC236}">
                  <a16:creationId xmlns:a16="http://schemas.microsoft.com/office/drawing/2014/main" id="{082DE485-B7F0-44BC-A7CD-893250B1F2FB}"/>
                </a:ext>
              </a:extLst>
            </p:cNvPr>
            <p:cNvSpPr>
              <a:spLocks/>
            </p:cNvSpPr>
            <p:nvPr/>
          </p:nvSpPr>
          <p:spPr bwMode="auto">
            <a:xfrm>
              <a:off x="2326772" y="4154368"/>
              <a:ext cx="201811" cy="692753"/>
            </a:xfrm>
            <a:custGeom>
              <a:avLst/>
              <a:gdLst>
                <a:gd name="T0" fmla="*/ 0 w 172"/>
                <a:gd name="T1" fmla="*/ 137 h 904"/>
                <a:gd name="T2" fmla="*/ 0 w 172"/>
                <a:gd name="T3" fmla="*/ 137 h 904"/>
                <a:gd name="T4" fmla="*/ 0 w 172"/>
                <a:gd name="T5" fmla="*/ 904 h 904"/>
                <a:gd name="T6" fmla="*/ 172 w 172"/>
                <a:gd name="T7" fmla="*/ 767 h 904"/>
                <a:gd name="T8" fmla="*/ 172 w 172"/>
                <a:gd name="T9" fmla="*/ 0 h 904"/>
                <a:gd name="T10" fmla="*/ 0 w 172"/>
                <a:gd name="T11" fmla="*/ 137 h 904"/>
              </a:gdLst>
              <a:ahLst/>
              <a:cxnLst>
                <a:cxn ang="0">
                  <a:pos x="T0" y="T1"/>
                </a:cxn>
                <a:cxn ang="0">
                  <a:pos x="T2" y="T3"/>
                </a:cxn>
                <a:cxn ang="0">
                  <a:pos x="T4" y="T5"/>
                </a:cxn>
                <a:cxn ang="0">
                  <a:pos x="T6" y="T7"/>
                </a:cxn>
                <a:cxn ang="0">
                  <a:pos x="T8" y="T9"/>
                </a:cxn>
                <a:cxn ang="0">
                  <a:pos x="T10" y="T11"/>
                </a:cxn>
              </a:cxnLst>
              <a:rect l="0" t="0" r="r" b="b"/>
              <a:pathLst>
                <a:path w="172" h="904">
                  <a:moveTo>
                    <a:pt x="0" y="137"/>
                  </a:moveTo>
                  <a:lnTo>
                    <a:pt x="0" y="137"/>
                  </a:lnTo>
                  <a:lnTo>
                    <a:pt x="0" y="904"/>
                  </a:lnTo>
                  <a:lnTo>
                    <a:pt x="172" y="767"/>
                  </a:lnTo>
                  <a:lnTo>
                    <a:pt x="172" y="0"/>
                  </a:lnTo>
                  <a:lnTo>
                    <a:pt x="0" y="137"/>
                  </a:lnTo>
                  <a:close/>
                </a:path>
              </a:pathLst>
            </a:custGeom>
            <a:solidFill>
              <a:srgbClr val="007680"/>
            </a:solidFill>
            <a:ln w="0">
              <a:noFill/>
              <a:prstDash val="solid"/>
              <a:round/>
              <a:headEnd/>
              <a:tailEnd/>
            </a:ln>
          </p:spPr>
          <p:txBody>
            <a:bodyPr vert="horz" wrap="square" lIns="91440" tIns="45720" rIns="91440" bIns="45720" numCol="1" anchor="ctr" anchorCtr="0" compatLnSpc="1">
              <a:prstTxWarp prst="textNoShape">
                <a:avLst/>
              </a:prstTxWarp>
            </a:bodyPr>
            <a:lstStyle/>
            <a:p>
              <a:endParaRPr lang="en-US" sz="1600" dirty="0">
                <a:solidFill>
                  <a:srgbClr val="FFFFFF"/>
                </a:solidFill>
                <a:latin typeface="+mj-lt"/>
                <a:ea typeface="Verdana" panose="020B0604030504040204" pitchFamily="34" charset="0"/>
              </a:endParaRPr>
            </a:p>
          </p:txBody>
        </p:sp>
        <p:sp>
          <p:nvSpPr>
            <p:cNvPr id="124" name="Freeform 59">
              <a:extLst>
                <a:ext uri="{FF2B5EF4-FFF2-40B4-BE49-F238E27FC236}">
                  <a16:creationId xmlns:a16="http://schemas.microsoft.com/office/drawing/2014/main" id="{61820534-464E-4250-997B-C8BCB748B3BB}"/>
                </a:ext>
              </a:extLst>
            </p:cNvPr>
            <p:cNvSpPr>
              <a:spLocks/>
            </p:cNvSpPr>
            <p:nvPr/>
          </p:nvSpPr>
          <p:spPr bwMode="auto">
            <a:xfrm>
              <a:off x="560386" y="4258777"/>
              <a:ext cx="1766385" cy="588345"/>
            </a:xfrm>
            <a:custGeom>
              <a:avLst/>
              <a:gdLst>
                <a:gd name="T0" fmla="*/ 0 w 1500"/>
                <a:gd name="T1" fmla="*/ 768 h 768"/>
                <a:gd name="T2" fmla="*/ 0 w 1500"/>
                <a:gd name="T3" fmla="*/ 768 h 768"/>
                <a:gd name="T4" fmla="*/ 1500 w 1500"/>
                <a:gd name="T5" fmla="*/ 768 h 768"/>
                <a:gd name="T6" fmla="*/ 1500 w 1500"/>
                <a:gd name="T7" fmla="*/ 0 h 768"/>
                <a:gd name="T8" fmla="*/ 0 w 1500"/>
                <a:gd name="T9" fmla="*/ 0 h 768"/>
                <a:gd name="T10" fmla="*/ 0 w 1500"/>
                <a:gd name="T11" fmla="*/ 768 h 768"/>
              </a:gdLst>
              <a:ahLst/>
              <a:cxnLst>
                <a:cxn ang="0">
                  <a:pos x="T0" y="T1"/>
                </a:cxn>
                <a:cxn ang="0">
                  <a:pos x="T2" y="T3"/>
                </a:cxn>
                <a:cxn ang="0">
                  <a:pos x="T4" y="T5"/>
                </a:cxn>
                <a:cxn ang="0">
                  <a:pos x="T6" y="T7"/>
                </a:cxn>
                <a:cxn ang="0">
                  <a:pos x="T8" y="T9"/>
                </a:cxn>
                <a:cxn ang="0">
                  <a:pos x="T10" y="T11"/>
                </a:cxn>
              </a:cxnLst>
              <a:rect l="0" t="0" r="r" b="b"/>
              <a:pathLst>
                <a:path w="1500" h="768">
                  <a:moveTo>
                    <a:pt x="0" y="768"/>
                  </a:moveTo>
                  <a:lnTo>
                    <a:pt x="0" y="768"/>
                  </a:lnTo>
                  <a:lnTo>
                    <a:pt x="1500" y="768"/>
                  </a:lnTo>
                  <a:lnTo>
                    <a:pt x="1500" y="0"/>
                  </a:lnTo>
                  <a:lnTo>
                    <a:pt x="0" y="0"/>
                  </a:lnTo>
                  <a:lnTo>
                    <a:pt x="0" y="768"/>
                  </a:lnTo>
                  <a:close/>
                </a:path>
              </a:pathLst>
            </a:custGeom>
            <a:solidFill>
              <a:srgbClr val="004F59"/>
            </a:solidFill>
            <a:ln w="0">
              <a:noFill/>
              <a:prstDash val="solid"/>
              <a:round/>
              <a:headEnd/>
              <a:tailEnd/>
            </a:ln>
          </p:spPr>
          <p:txBody>
            <a:bodyPr vert="horz" wrap="square" lIns="91440" tIns="45720" rIns="91440" bIns="45720" numCol="1" anchor="ctr" anchorCtr="0" compatLnSpc="1">
              <a:prstTxWarp prst="textNoShape">
                <a:avLst/>
              </a:prstTxWarp>
            </a:bodyPr>
            <a:lstStyle/>
            <a:p>
              <a:pPr algn="ctr"/>
              <a:r>
                <a:rPr lang="en-US" sz="1600" b="1" dirty="0">
                  <a:solidFill>
                    <a:schemeClr val="bg1"/>
                  </a:solidFill>
                  <a:latin typeface="+mj-lt"/>
                  <a:ea typeface="Verdana" panose="020B0604030504040204" pitchFamily="34" charset="0"/>
                </a:rPr>
                <a:t>#8</a:t>
              </a:r>
            </a:p>
          </p:txBody>
        </p:sp>
      </p:grpSp>
      <p:sp>
        <p:nvSpPr>
          <p:cNvPr id="134" name="Rectangle 133">
            <a:extLst>
              <a:ext uri="{FF2B5EF4-FFF2-40B4-BE49-F238E27FC236}">
                <a16:creationId xmlns:a16="http://schemas.microsoft.com/office/drawing/2014/main" id="{E43C61D2-7352-4F55-84FA-2BDE7813D8CF}"/>
              </a:ext>
            </a:extLst>
          </p:cNvPr>
          <p:cNvSpPr/>
          <p:nvPr/>
        </p:nvSpPr>
        <p:spPr bwMode="gray">
          <a:xfrm>
            <a:off x="7268028" y="1290923"/>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5" name="Rectangle 134">
            <a:extLst>
              <a:ext uri="{FF2B5EF4-FFF2-40B4-BE49-F238E27FC236}">
                <a16:creationId xmlns:a16="http://schemas.microsoft.com/office/drawing/2014/main" id="{B6C0F9EB-2282-4BE6-A258-04FC92C1C09E}"/>
              </a:ext>
            </a:extLst>
          </p:cNvPr>
          <p:cNvSpPr/>
          <p:nvPr/>
        </p:nvSpPr>
        <p:spPr bwMode="gray">
          <a:xfrm>
            <a:off x="8556171" y="1290923"/>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6" name="Rectangle 135">
            <a:extLst>
              <a:ext uri="{FF2B5EF4-FFF2-40B4-BE49-F238E27FC236}">
                <a16:creationId xmlns:a16="http://schemas.microsoft.com/office/drawing/2014/main" id="{EFB5C94B-5567-4EC9-89F7-75FB8C74C71C}"/>
              </a:ext>
            </a:extLst>
          </p:cNvPr>
          <p:cNvSpPr/>
          <p:nvPr/>
        </p:nvSpPr>
        <p:spPr bwMode="gray">
          <a:xfrm>
            <a:off x="9789884" y="1289508"/>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7" name="Rectangle 136">
            <a:extLst>
              <a:ext uri="{FF2B5EF4-FFF2-40B4-BE49-F238E27FC236}">
                <a16:creationId xmlns:a16="http://schemas.microsoft.com/office/drawing/2014/main" id="{7F879E69-3FCB-43BA-A8C7-174E4B3AA433}"/>
              </a:ext>
            </a:extLst>
          </p:cNvPr>
          <p:cNvSpPr/>
          <p:nvPr/>
        </p:nvSpPr>
        <p:spPr bwMode="gray">
          <a:xfrm>
            <a:off x="10989598" y="1289508"/>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8" name="Oval 137">
            <a:extLst>
              <a:ext uri="{FF2B5EF4-FFF2-40B4-BE49-F238E27FC236}">
                <a16:creationId xmlns:a16="http://schemas.microsoft.com/office/drawing/2014/main" id="{6AA90B83-F144-44E5-9206-A85697CAAC6F}"/>
              </a:ext>
            </a:extLst>
          </p:cNvPr>
          <p:cNvSpPr/>
          <p:nvPr/>
        </p:nvSpPr>
        <p:spPr bwMode="gray">
          <a:xfrm>
            <a:off x="7475490" y="1357665"/>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9" name="Oval 138">
            <a:extLst>
              <a:ext uri="{FF2B5EF4-FFF2-40B4-BE49-F238E27FC236}">
                <a16:creationId xmlns:a16="http://schemas.microsoft.com/office/drawing/2014/main" id="{64E89246-0D7B-4CC1-B7FD-1D4F276C04A5}"/>
              </a:ext>
            </a:extLst>
          </p:cNvPr>
          <p:cNvSpPr/>
          <p:nvPr/>
        </p:nvSpPr>
        <p:spPr bwMode="gray">
          <a:xfrm>
            <a:off x="8758420" y="1368575"/>
            <a:ext cx="284930" cy="27516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0" name="Oval 139">
            <a:extLst>
              <a:ext uri="{FF2B5EF4-FFF2-40B4-BE49-F238E27FC236}">
                <a16:creationId xmlns:a16="http://schemas.microsoft.com/office/drawing/2014/main" id="{D5DFC08D-E0D8-4DA7-9B15-6EE247F78C0E}"/>
              </a:ext>
            </a:extLst>
          </p:cNvPr>
          <p:cNvSpPr/>
          <p:nvPr/>
        </p:nvSpPr>
        <p:spPr bwMode="gray">
          <a:xfrm>
            <a:off x="10018245" y="1368575"/>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1" name="Oval 140">
            <a:extLst>
              <a:ext uri="{FF2B5EF4-FFF2-40B4-BE49-F238E27FC236}">
                <a16:creationId xmlns:a16="http://schemas.microsoft.com/office/drawing/2014/main" id="{3B2BD308-714F-4B19-AB04-57B3C7AD3EA5}"/>
              </a:ext>
            </a:extLst>
          </p:cNvPr>
          <p:cNvSpPr/>
          <p:nvPr/>
        </p:nvSpPr>
        <p:spPr bwMode="gray">
          <a:xfrm>
            <a:off x="11193046" y="1371082"/>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2" name="Rectangle 141">
            <a:extLst>
              <a:ext uri="{FF2B5EF4-FFF2-40B4-BE49-F238E27FC236}">
                <a16:creationId xmlns:a16="http://schemas.microsoft.com/office/drawing/2014/main" id="{90F99852-08E3-4B92-B724-D77F9A7574B7}"/>
              </a:ext>
            </a:extLst>
          </p:cNvPr>
          <p:cNvSpPr/>
          <p:nvPr/>
        </p:nvSpPr>
        <p:spPr bwMode="gray">
          <a:xfrm>
            <a:off x="7257579" y="185039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3" name="Rectangle 142">
            <a:extLst>
              <a:ext uri="{FF2B5EF4-FFF2-40B4-BE49-F238E27FC236}">
                <a16:creationId xmlns:a16="http://schemas.microsoft.com/office/drawing/2014/main" id="{8240DDD5-3C81-49F9-A02D-32D3E87096C4}"/>
              </a:ext>
            </a:extLst>
          </p:cNvPr>
          <p:cNvSpPr/>
          <p:nvPr/>
        </p:nvSpPr>
        <p:spPr bwMode="gray">
          <a:xfrm>
            <a:off x="8545722" y="185039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4" name="Rectangle 143">
            <a:extLst>
              <a:ext uri="{FF2B5EF4-FFF2-40B4-BE49-F238E27FC236}">
                <a16:creationId xmlns:a16="http://schemas.microsoft.com/office/drawing/2014/main" id="{82F5EC6B-1F5B-4C82-9F76-89184A1FE038}"/>
              </a:ext>
            </a:extLst>
          </p:cNvPr>
          <p:cNvSpPr/>
          <p:nvPr/>
        </p:nvSpPr>
        <p:spPr bwMode="gray">
          <a:xfrm>
            <a:off x="9801207" y="184898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5" name="Rectangle 144">
            <a:extLst>
              <a:ext uri="{FF2B5EF4-FFF2-40B4-BE49-F238E27FC236}">
                <a16:creationId xmlns:a16="http://schemas.microsoft.com/office/drawing/2014/main" id="{438D6888-B8BD-43C5-A946-EBE60AB382A8}"/>
              </a:ext>
            </a:extLst>
          </p:cNvPr>
          <p:cNvSpPr/>
          <p:nvPr/>
        </p:nvSpPr>
        <p:spPr bwMode="gray">
          <a:xfrm>
            <a:off x="10979149" y="184898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6" name="Oval 145">
            <a:extLst>
              <a:ext uri="{FF2B5EF4-FFF2-40B4-BE49-F238E27FC236}">
                <a16:creationId xmlns:a16="http://schemas.microsoft.com/office/drawing/2014/main" id="{B65503B2-7DB7-4D04-AE5C-A9CC75883AA4}"/>
              </a:ext>
            </a:extLst>
          </p:cNvPr>
          <p:cNvSpPr/>
          <p:nvPr/>
        </p:nvSpPr>
        <p:spPr bwMode="gray">
          <a:xfrm>
            <a:off x="7482036" y="1926602"/>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7" name="Oval 146">
            <a:extLst>
              <a:ext uri="{FF2B5EF4-FFF2-40B4-BE49-F238E27FC236}">
                <a16:creationId xmlns:a16="http://schemas.microsoft.com/office/drawing/2014/main" id="{FD28EEFA-C467-4368-873D-F7062D1105AD}"/>
              </a:ext>
            </a:extLst>
          </p:cNvPr>
          <p:cNvSpPr/>
          <p:nvPr/>
        </p:nvSpPr>
        <p:spPr bwMode="gray">
          <a:xfrm>
            <a:off x="8744912" y="1926602"/>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8" name="Oval 147">
            <a:extLst>
              <a:ext uri="{FF2B5EF4-FFF2-40B4-BE49-F238E27FC236}">
                <a16:creationId xmlns:a16="http://schemas.microsoft.com/office/drawing/2014/main" id="{D1540C80-4825-48B1-A57B-E6A20D8AC616}"/>
              </a:ext>
            </a:extLst>
          </p:cNvPr>
          <p:cNvSpPr/>
          <p:nvPr/>
        </p:nvSpPr>
        <p:spPr bwMode="gray">
          <a:xfrm>
            <a:off x="10019356" y="1924854"/>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9" name="Oval 148">
            <a:extLst>
              <a:ext uri="{FF2B5EF4-FFF2-40B4-BE49-F238E27FC236}">
                <a16:creationId xmlns:a16="http://schemas.microsoft.com/office/drawing/2014/main" id="{B2C91B29-FE31-408F-AA65-EE680DFB5625}"/>
              </a:ext>
            </a:extLst>
          </p:cNvPr>
          <p:cNvSpPr/>
          <p:nvPr/>
        </p:nvSpPr>
        <p:spPr bwMode="gray">
          <a:xfrm>
            <a:off x="11183269" y="1908852"/>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0" name="Rectangle 149">
            <a:extLst>
              <a:ext uri="{FF2B5EF4-FFF2-40B4-BE49-F238E27FC236}">
                <a16:creationId xmlns:a16="http://schemas.microsoft.com/office/drawing/2014/main" id="{C8B50C00-9A11-436D-AD3D-C4D9553AB01C}"/>
              </a:ext>
            </a:extLst>
          </p:cNvPr>
          <p:cNvSpPr/>
          <p:nvPr/>
        </p:nvSpPr>
        <p:spPr bwMode="gray">
          <a:xfrm>
            <a:off x="7257579" y="243864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1" name="Rectangle 150">
            <a:extLst>
              <a:ext uri="{FF2B5EF4-FFF2-40B4-BE49-F238E27FC236}">
                <a16:creationId xmlns:a16="http://schemas.microsoft.com/office/drawing/2014/main" id="{893B0889-2E5F-42C9-8C82-5692767BE6EA}"/>
              </a:ext>
            </a:extLst>
          </p:cNvPr>
          <p:cNvSpPr/>
          <p:nvPr/>
        </p:nvSpPr>
        <p:spPr bwMode="gray">
          <a:xfrm>
            <a:off x="8545722" y="2438642"/>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2" name="Rectangle 151">
            <a:extLst>
              <a:ext uri="{FF2B5EF4-FFF2-40B4-BE49-F238E27FC236}">
                <a16:creationId xmlns:a16="http://schemas.microsoft.com/office/drawing/2014/main" id="{A4D458BF-DDF3-443C-A9C3-4932732287BB}"/>
              </a:ext>
            </a:extLst>
          </p:cNvPr>
          <p:cNvSpPr/>
          <p:nvPr/>
        </p:nvSpPr>
        <p:spPr bwMode="gray">
          <a:xfrm>
            <a:off x="9801207" y="243722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3" name="Rectangle 152">
            <a:extLst>
              <a:ext uri="{FF2B5EF4-FFF2-40B4-BE49-F238E27FC236}">
                <a16:creationId xmlns:a16="http://schemas.microsoft.com/office/drawing/2014/main" id="{DE7D7409-19C6-4182-A669-BD8FB45DFDEF}"/>
              </a:ext>
            </a:extLst>
          </p:cNvPr>
          <p:cNvSpPr/>
          <p:nvPr/>
        </p:nvSpPr>
        <p:spPr bwMode="gray">
          <a:xfrm>
            <a:off x="10979149" y="2437227"/>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4" name="Oval 153">
            <a:extLst>
              <a:ext uri="{FF2B5EF4-FFF2-40B4-BE49-F238E27FC236}">
                <a16:creationId xmlns:a16="http://schemas.microsoft.com/office/drawing/2014/main" id="{ADA231FC-9A3D-4BC8-A89C-1CDE5D0E3D14}"/>
              </a:ext>
            </a:extLst>
          </p:cNvPr>
          <p:cNvSpPr/>
          <p:nvPr/>
        </p:nvSpPr>
        <p:spPr bwMode="gray">
          <a:xfrm>
            <a:off x="7482036" y="2514845"/>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5" name="Oval 154">
            <a:extLst>
              <a:ext uri="{FF2B5EF4-FFF2-40B4-BE49-F238E27FC236}">
                <a16:creationId xmlns:a16="http://schemas.microsoft.com/office/drawing/2014/main" id="{2FA5DAA7-5985-43AB-83BD-A4101645D17D}"/>
              </a:ext>
            </a:extLst>
          </p:cNvPr>
          <p:cNvSpPr/>
          <p:nvPr/>
        </p:nvSpPr>
        <p:spPr bwMode="gray">
          <a:xfrm>
            <a:off x="8744912" y="2514845"/>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6" name="Oval 155">
            <a:extLst>
              <a:ext uri="{FF2B5EF4-FFF2-40B4-BE49-F238E27FC236}">
                <a16:creationId xmlns:a16="http://schemas.microsoft.com/office/drawing/2014/main" id="{FFB883EE-B2F0-4938-B06E-0E89557D20EC}"/>
              </a:ext>
            </a:extLst>
          </p:cNvPr>
          <p:cNvSpPr/>
          <p:nvPr/>
        </p:nvSpPr>
        <p:spPr bwMode="gray">
          <a:xfrm>
            <a:off x="10019356" y="2513097"/>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7" name="Oval 156">
            <a:extLst>
              <a:ext uri="{FF2B5EF4-FFF2-40B4-BE49-F238E27FC236}">
                <a16:creationId xmlns:a16="http://schemas.microsoft.com/office/drawing/2014/main" id="{AA94CD3A-BCBB-4CE2-9E3D-ADC52CA0EB3F}"/>
              </a:ext>
            </a:extLst>
          </p:cNvPr>
          <p:cNvSpPr/>
          <p:nvPr/>
        </p:nvSpPr>
        <p:spPr bwMode="gray">
          <a:xfrm>
            <a:off x="11183269" y="2497095"/>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8" name="Rectangle 157">
            <a:extLst>
              <a:ext uri="{FF2B5EF4-FFF2-40B4-BE49-F238E27FC236}">
                <a16:creationId xmlns:a16="http://schemas.microsoft.com/office/drawing/2014/main" id="{DA2BB9D5-24E8-4827-815F-445E26671FDC}"/>
              </a:ext>
            </a:extLst>
          </p:cNvPr>
          <p:cNvSpPr/>
          <p:nvPr/>
        </p:nvSpPr>
        <p:spPr bwMode="gray">
          <a:xfrm>
            <a:off x="7268028" y="437357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9" name="Rectangle 158">
            <a:extLst>
              <a:ext uri="{FF2B5EF4-FFF2-40B4-BE49-F238E27FC236}">
                <a16:creationId xmlns:a16="http://schemas.microsoft.com/office/drawing/2014/main" id="{220FC2E9-92E0-44DB-9BFA-3C6D4B1F55A3}"/>
              </a:ext>
            </a:extLst>
          </p:cNvPr>
          <p:cNvSpPr/>
          <p:nvPr/>
        </p:nvSpPr>
        <p:spPr bwMode="gray">
          <a:xfrm>
            <a:off x="8556171" y="437357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0" name="Rectangle 159">
            <a:extLst>
              <a:ext uri="{FF2B5EF4-FFF2-40B4-BE49-F238E27FC236}">
                <a16:creationId xmlns:a16="http://schemas.microsoft.com/office/drawing/2014/main" id="{61F2EA4D-49FA-4282-8E11-C6400D96FDB6}"/>
              </a:ext>
            </a:extLst>
          </p:cNvPr>
          <p:cNvSpPr/>
          <p:nvPr/>
        </p:nvSpPr>
        <p:spPr bwMode="gray">
          <a:xfrm>
            <a:off x="9811656" y="437216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1" name="Rectangle 160">
            <a:extLst>
              <a:ext uri="{FF2B5EF4-FFF2-40B4-BE49-F238E27FC236}">
                <a16:creationId xmlns:a16="http://schemas.microsoft.com/office/drawing/2014/main" id="{58B1D0E7-CBBF-439C-A936-D646A3EA57C1}"/>
              </a:ext>
            </a:extLst>
          </p:cNvPr>
          <p:cNvSpPr/>
          <p:nvPr/>
        </p:nvSpPr>
        <p:spPr bwMode="gray">
          <a:xfrm>
            <a:off x="10989598" y="437216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2" name="Oval 161">
            <a:extLst>
              <a:ext uri="{FF2B5EF4-FFF2-40B4-BE49-F238E27FC236}">
                <a16:creationId xmlns:a16="http://schemas.microsoft.com/office/drawing/2014/main" id="{17EFB3C2-C082-40D0-A305-15393061A738}"/>
              </a:ext>
            </a:extLst>
          </p:cNvPr>
          <p:cNvSpPr/>
          <p:nvPr/>
        </p:nvSpPr>
        <p:spPr bwMode="gray">
          <a:xfrm>
            <a:off x="11193046" y="4449782"/>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3" name="Oval 162">
            <a:extLst>
              <a:ext uri="{FF2B5EF4-FFF2-40B4-BE49-F238E27FC236}">
                <a16:creationId xmlns:a16="http://schemas.microsoft.com/office/drawing/2014/main" id="{43910624-3E17-4520-A9DC-80D89612CE8A}"/>
              </a:ext>
            </a:extLst>
          </p:cNvPr>
          <p:cNvSpPr/>
          <p:nvPr/>
        </p:nvSpPr>
        <p:spPr bwMode="gray">
          <a:xfrm>
            <a:off x="7486376" y="4450576"/>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4" name="Oval 163">
            <a:extLst>
              <a:ext uri="{FF2B5EF4-FFF2-40B4-BE49-F238E27FC236}">
                <a16:creationId xmlns:a16="http://schemas.microsoft.com/office/drawing/2014/main" id="{E99B3ECC-9E85-409F-AF50-AD0297624795}"/>
              </a:ext>
            </a:extLst>
          </p:cNvPr>
          <p:cNvSpPr/>
          <p:nvPr/>
        </p:nvSpPr>
        <p:spPr bwMode="gray">
          <a:xfrm>
            <a:off x="8749252" y="4453035"/>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5" name="Oval 164">
            <a:extLst>
              <a:ext uri="{FF2B5EF4-FFF2-40B4-BE49-F238E27FC236}">
                <a16:creationId xmlns:a16="http://schemas.microsoft.com/office/drawing/2014/main" id="{81E6923C-BB23-4860-A19D-30B2942F6FC0}"/>
              </a:ext>
            </a:extLst>
          </p:cNvPr>
          <p:cNvSpPr/>
          <p:nvPr/>
        </p:nvSpPr>
        <p:spPr bwMode="gray">
          <a:xfrm>
            <a:off x="10013905" y="4446908"/>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6" name="Oval 165">
            <a:extLst>
              <a:ext uri="{FF2B5EF4-FFF2-40B4-BE49-F238E27FC236}">
                <a16:creationId xmlns:a16="http://schemas.microsoft.com/office/drawing/2014/main" id="{04C9842C-EB8D-4E62-B518-2BA6780BE14F}"/>
              </a:ext>
            </a:extLst>
          </p:cNvPr>
          <p:cNvSpPr/>
          <p:nvPr/>
        </p:nvSpPr>
        <p:spPr bwMode="gray">
          <a:xfrm>
            <a:off x="11188706" y="5136903"/>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7" name="Rectangle 166">
            <a:extLst>
              <a:ext uri="{FF2B5EF4-FFF2-40B4-BE49-F238E27FC236}">
                <a16:creationId xmlns:a16="http://schemas.microsoft.com/office/drawing/2014/main" id="{E7FAA5A9-6E8C-4484-85CA-030DE204178E}"/>
              </a:ext>
            </a:extLst>
          </p:cNvPr>
          <p:cNvSpPr/>
          <p:nvPr/>
        </p:nvSpPr>
        <p:spPr bwMode="gray">
          <a:xfrm>
            <a:off x="7257579" y="561721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8" name="Rectangle 167">
            <a:extLst>
              <a:ext uri="{FF2B5EF4-FFF2-40B4-BE49-F238E27FC236}">
                <a16:creationId xmlns:a16="http://schemas.microsoft.com/office/drawing/2014/main" id="{EDD5EF29-21D7-4E6B-83F7-5345948A1DF8}"/>
              </a:ext>
            </a:extLst>
          </p:cNvPr>
          <p:cNvSpPr/>
          <p:nvPr/>
        </p:nvSpPr>
        <p:spPr bwMode="gray">
          <a:xfrm>
            <a:off x="8545722" y="5617214"/>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9" name="Rectangle 168">
            <a:extLst>
              <a:ext uri="{FF2B5EF4-FFF2-40B4-BE49-F238E27FC236}">
                <a16:creationId xmlns:a16="http://schemas.microsoft.com/office/drawing/2014/main" id="{6CABB611-21FE-4BF0-9F89-EBD02375D6D8}"/>
              </a:ext>
            </a:extLst>
          </p:cNvPr>
          <p:cNvSpPr/>
          <p:nvPr/>
        </p:nvSpPr>
        <p:spPr bwMode="gray">
          <a:xfrm>
            <a:off x="9801207" y="5615799"/>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0" name="Rectangle 169">
            <a:extLst>
              <a:ext uri="{FF2B5EF4-FFF2-40B4-BE49-F238E27FC236}">
                <a16:creationId xmlns:a16="http://schemas.microsoft.com/office/drawing/2014/main" id="{4D67EA06-B89C-48F0-B42E-991CD2F3E852}"/>
              </a:ext>
            </a:extLst>
          </p:cNvPr>
          <p:cNvSpPr/>
          <p:nvPr/>
        </p:nvSpPr>
        <p:spPr bwMode="gray">
          <a:xfrm>
            <a:off x="10979149" y="5626685"/>
            <a:ext cx="689429" cy="43039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1" name="Oval 170">
            <a:extLst>
              <a:ext uri="{FF2B5EF4-FFF2-40B4-BE49-F238E27FC236}">
                <a16:creationId xmlns:a16="http://schemas.microsoft.com/office/drawing/2014/main" id="{85FF0FB1-4B07-4C5D-A68B-5B73B96F4D33}"/>
              </a:ext>
            </a:extLst>
          </p:cNvPr>
          <p:cNvSpPr/>
          <p:nvPr/>
        </p:nvSpPr>
        <p:spPr bwMode="gray">
          <a:xfrm>
            <a:off x="7482036" y="5693417"/>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2" name="Oval 171">
            <a:extLst>
              <a:ext uri="{FF2B5EF4-FFF2-40B4-BE49-F238E27FC236}">
                <a16:creationId xmlns:a16="http://schemas.microsoft.com/office/drawing/2014/main" id="{9663AB8B-FA13-4E19-B7A4-DA9E42012D1F}"/>
              </a:ext>
            </a:extLst>
          </p:cNvPr>
          <p:cNvSpPr/>
          <p:nvPr/>
        </p:nvSpPr>
        <p:spPr bwMode="gray">
          <a:xfrm>
            <a:off x="8744912" y="5693417"/>
            <a:ext cx="284930" cy="27516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3" name="Oval 172">
            <a:extLst>
              <a:ext uri="{FF2B5EF4-FFF2-40B4-BE49-F238E27FC236}">
                <a16:creationId xmlns:a16="http://schemas.microsoft.com/office/drawing/2014/main" id="{E9CC9CFD-E9ED-4A14-9446-0542B68B29DB}"/>
              </a:ext>
            </a:extLst>
          </p:cNvPr>
          <p:cNvSpPr/>
          <p:nvPr/>
        </p:nvSpPr>
        <p:spPr bwMode="gray">
          <a:xfrm>
            <a:off x="10008470" y="5691669"/>
            <a:ext cx="284930" cy="275160"/>
          </a:xfrm>
          <a:prstGeom prst="ellipse">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4" name="Oval 173">
            <a:extLst>
              <a:ext uri="{FF2B5EF4-FFF2-40B4-BE49-F238E27FC236}">
                <a16:creationId xmlns:a16="http://schemas.microsoft.com/office/drawing/2014/main" id="{92A73E79-EDA6-4591-94D8-7F20B1676329}"/>
              </a:ext>
            </a:extLst>
          </p:cNvPr>
          <p:cNvSpPr/>
          <p:nvPr/>
        </p:nvSpPr>
        <p:spPr bwMode="gray">
          <a:xfrm>
            <a:off x="11188706" y="5704303"/>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5" name="Oval 174">
            <a:extLst>
              <a:ext uri="{FF2B5EF4-FFF2-40B4-BE49-F238E27FC236}">
                <a16:creationId xmlns:a16="http://schemas.microsoft.com/office/drawing/2014/main" id="{77EAA264-43A4-4ED5-881B-FB5AC051BBAC}"/>
              </a:ext>
            </a:extLst>
          </p:cNvPr>
          <p:cNvSpPr/>
          <p:nvPr/>
        </p:nvSpPr>
        <p:spPr bwMode="gray">
          <a:xfrm>
            <a:off x="10003456" y="3189731"/>
            <a:ext cx="284930" cy="27516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5" name="Oval 104">
            <a:extLst>
              <a:ext uri="{FF2B5EF4-FFF2-40B4-BE49-F238E27FC236}">
                <a16:creationId xmlns:a16="http://schemas.microsoft.com/office/drawing/2014/main" id="{422C5980-850C-4617-BDC6-F00C84B13513}"/>
              </a:ext>
            </a:extLst>
          </p:cNvPr>
          <p:cNvSpPr>
            <a:spLocks noChangeAspect="1"/>
          </p:cNvSpPr>
          <p:nvPr/>
        </p:nvSpPr>
        <p:spPr bwMode="gray">
          <a:xfrm>
            <a:off x="4396936" y="6373141"/>
            <a:ext cx="255933" cy="25524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7" name="Oval 106">
            <a:extLst>
              <a:ext uri="{FF2B5EF4-FFF2-40B4-BE49-F238E27FC236}">
                <a16:creationId xmlns:a16="http://schemas.microsoft.com/office/drawing/2014/main" id="{CCB20F75-2D63-43FF-A228-C912DFA01BB0}"/>
              </a:ext>
            </a:extLst>
          </p:cNvPr>
          <p:cNvSpPr>
            <a:spLocks noChangeAspect="1"/>
          </p:cNvSpPr>
          <p:nvPr/>
        </p:nvSpPr>
        <p:spPr bwMode="gray">
          <a:xfrm>
            <a:off x="6507679" y="6372144"/>
            <a:ext cx="255933" cy="255249"/>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8" name="Oval 107">
            <a:extLst>
              <a:ext uri="{FF2B5EF4-FFF2-40B4-BE49-F238E27FC236}">
                <a16:creationId xmlns:a16="http://schemas.microsoft.com/office/drawing/2014/main" id="{52E95222-DE2B-4569-B0A6-376CEC0286FA}"/>
              </a:ext>
            </a:extLst>
          </p:cNvPr>
          <p:cNvSpPr>
            <a:spLocks noChangeAspect="1"/>
          </p:cNvSpPr>
          <p:nvPr/>
        </p:nvSpPr>
        <p:spPr bwMode="gray">
          <a:xfrm>
            <a:off x="9343087" y="6372143"/>
            <a:ext cx="255933" cy="255249"/>
          </a:xfrm>
          <a:prstGeom prst="ellipse">
            <a:avLst/>
          </a:prstGeom>
          <a:solidFill>
            <a:srgbClr val="FF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 name="Rectangle 1">
            <a:extLst>
              <a:ext uri="{FF2B5EF4-FFF2-40B4-BE49-F238E27FC236}">
                <a16:creationId xmlns:a16="http://schemas.microsoft.com/office/drawing/2014/main" id="{74EEA6ED-8A33-47F1-B7FC-63307A756AC1}"/>
              </a:ext>
            </a:extLst>
          </p:cNvPr>
          <p:cNvSpPr/>
          <p:nvPr/>
        </p:nvSpPr>
        <p:spPr bwMode="gray">
          <a:xfrm>
            <a:off x="4714556" y="6415694"/>
            <a:ext cx="1554005" cy="17016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rgbClr val="00B0F0"/>
                </a:solidFill>
              </a:rPr>
              <a:t>Favorable to CIL</a:t>
            </a:r>
          </a:p>
        </p:txBody>
      </p:sp>
      <p:sp>
        <p:nvSpPr>
          <p:cNvPr id="126" name="Rectangle 125">
            <a:extLst>
              <a:ext uri="{FF2B5EF4-FFF2-40B4-BE49-F238E27FC236}">
                <a16:creationId xmlns:a16="http://schemas.microsoft.com/office/drawing/2014/main" id="{51716651-6FA4-4B70-A5F4-3D4977E61E9C}"/>
              </a:ext>
            </a:extLst>
          </p:cNvPr>
          <p:cNvSpPr/>
          <p:nvPr/>
        </p:nvSpPr>
        <p:spPr bwMode="gray">
          <a:xfrm>
            <a:off x="6825299" y="6415694"/>
            <a:ext cx="2275220" cy="17016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rgbClr val="00B0F0"/>
                </a:solidFill>
              </a:rPr>
              <a:t>Moderately Favorable to CIL</a:t>
            </a:r>
          </a:p>
        </p:txBody>
      </p:sp>
      <p:sp>
        <p:nvSpPr>
          <p:cNvPr id="127" name="Rectangle 126">
            <a:extLst>
              <a:ext uri="{FF2B5EF4-FFF2-40B4-BE49-F238E27FC236}">
                <a16:creationId xmlns:a16="http://schemas.microsoft.com/office/drawing/2014/main" id="{F1B65957-4CD8-428F-A3D8-EF81235C73CC}"/>
              </a:ext>
            </a:extLst>
          </p:cNvPr>
          <p:cNvSpPr/>
          <p:nvPr/>
        </p:nvSpPr>
        <p:spPr bwMode="gray">
          <a:xfrm>
            <a:off x="9657998" y="6415694"/>
            <a:ext cx="1709406" cy="17016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rgbClr val="00B0F0"/>
                </a:solidFill>
              </a:rPr>
              <a:t>Not Favorable to CIL</a:t>
            </a:r>
          </a:p>
        </p:txBody>
      </p:sp>
      <p:sp>
        <p:nvSpPr>
          <p:cNvPr id="3" name="TextBox 2">
            <a:extLst>
              <a:ext uri="{FF2B5EF4-FFF2-40B4-BE49-F238E27FC236}">
                <a16:creationId xmlns:a16="http://schemas.microsoft.com/office/drawing/2014/main" id="{A9BBDC69-57DB-40D0-8768-26CE7DA9F830}"/>
              </a:ext>
            </a:extLst>
          </p:cNvPr>
          <p:cNvSpPr txBox="1"/>
          <p:nvPr/>
        </p:nvSpPr>
        <p:spPr>
          <a:xfrm>
            <a:off x="3312267" y="6404812"/>
            <a:ext cx="1175657" cy="215444"/>
          </a:xfrm>
          <a:prstGeom prst="rect">
            <a:avLst/>
          </a:prstGeom>
          <a:noFill/>
        </p:spPr>
        <p:txBody>
          <a:bodyPr wrap="square" lIns="0" tIns="0" rIns="0" bIns="0" rtlCol="0">
            <a:spAutoFit/>
          </a:bodyPr>
          <a:lstStyle/>
          <a:p>
            <a:pPr>
              <a:spcBef>
                <a:spcPts val="600"/>
              </a:spcBef>
              <a:buSzPct val="100000"/>
            </a:pPr>
            <a:r>
              <a:rPr lang="en-US" sz="1400" b="1" dirty="0">
                <a:solidFill>
                  <a:srgbClr val="313131"/>
                </a:solidFill>
              </a:rPr>
              <a:t>Legends &gt;&gt;</a:t>
            </a:r>
          </a:p>
        </p:txBody>
      </p:sp>
      <p:sp>
        <p:nvSpPr>
          <p:cNvPr id="5" name="Rectangle 4">
            <a:extLst>
              <a:ext uri="{FF2B5EF4-FFF2-40B4-BE49-F238E27FC236}">
                <a16:creationId xmlns:a16="http://schemas.microsoft.com/office/drawing/2014/main" id="{1A006C77-096E-4204-9212-A1F5224C94C9}"/>
              </a:ext>
            </a:extLst>
          </p:cNvPr>
          <p:cNvSpPr/>
          <p:nvPr/>
        </p:nvSpPr>
        <p:spPr bwMode="gray">
          <a:xfrm>
            <a:off x="3167742" y="6328325"/>
            <a:ext cx="8288462" cy="357832"/>
          </a:xfrm>
          <a:prstGeom prst="rect">
            <a:avLst/>
          </a:prstGeom>
          <a:noFill/>
          <a:ln w="19050" algn="ctr">
            <a:solidFill>
              <a:schemeClr val="accent6">
                <a:lumMod val="20000"/>
                <a:lumOff val="8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70153992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2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O&amp;M Modalities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9462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Options for Operations and Maintenance (O&amp;M) post COD</a:t>
            </a:r>
            <a:endParaRPr lang="en-US" sz="2400" dirty="0">
              <a:effectLst/>
              <a:latin typeface="Calibri" panose="020F0502020204030204" pitchFamily="34" charset="0"/>
              <a:ea typeface="Calibri" panose="020F0502020204030204" pitchFamily="34" charset="0"/>
            </a:endParaRPr>
          </a:p>
        </p:txBody>
      </p:sp>
      <p:sp>
        <p:nvSpPr>
          <p:cNvPr id="19" name="Rectangle: Rounded Corners 18">
            <a:extLst>
              <a:ext uri="{FF2B5EF4-FFF2-40B4-BE49-F238E27FC236}">
                <a16:creationId xmlns:a16="http://schemas.microsoft.com/office/drawing/2014/main" id="{92212169-EFD6-46AF-A4DD-AAAB09E2B942}"/>
              </a:ext>
            </a:extLst>
          </p:cNvPr>
          <p:cNvSpPr/>
          <p:nvPr/>
        </p:nvSpPr>
        <p:spPr bwMode="gray">
          <a:xfrm>
            <a:off x="3736515" y="1002434"/>
            <a:ext cx="4593771" cy="527853"/>
          </a:xfrm>
          <a:prstGeom prst="round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Calibri" panose="020F0502020204030204" pitchFamily="34" charset="0"/>
              </a:rPr>
              <a:t>O&amp;M Options</a:t>
            </a:r>
            <a:endParaRPr lang="en-US" sz="1400" b="1" dirty="0">
              <a:solidFill>
                <a:schemeClr val="bg1"/>
              </a:solidFill>
            </a:endParaRPr>
          </a:p>
        </p:txBody>
      </p:sp>
      <p:sp>
        <p:nvSpPr>
          <p:cNvPr id="20" name="Arrow: Right 19">
            <a:extLst>
              <a:ext uri="{FF2B5EF4-FFF2-40B4-BE49-F238E27FC236}">
                <a16:creationId xmlns:a16="http://schemas.microsoft.com/office/drawing/2014/main" id="{73AB9DD0-4728-478B-BB7C-A1BF03A1B461}"/>
              </a:ext>
            </a:extLst>
          </p:cNvPr>
          <p:cNvSpPr/>
          <p:nvPr/>
        </p:nvSpPr>
        <p:spPr bwMode="gray">
          <a:xfrm rot="5400000">
            <a:off x="5821797" y="1604057"/>
            <a:ext cx="421699"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B02017A2-BC99-4803-9467-E05A7A300C38}"/>
              </a:ext>
            </a:extLst>
          </p:cNvPr>
          <p:cNvSpPr/>
          <p:nvPr/>
        </p:nvSpPr>
        <p:spPr bwMode="gray">
          <a:xfrm rot="5400000">
            <a:off x="5973100" y="-1323739"/>
            <a:ext cx="158713" cy="6618518"/>
          </a:xfrm>
          <a:prstGeom prst="rect">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Arrow: Right 21">
            <a:extLst>
              <a:ext uri="{FF2B5EF4-FFF2-40B4-BE49-F238E27FC236}">
                <a16:creationId xmlns:a16="http://schemas.microsoft.com/office/drawing/2014/main" id="{9133693D-AB69-4A63-AAFD-981D43879E9D}"/>
              </a:ext>
            </a:extLst>
          </p:cNvPr>
          <p:cNvSpPr/>
          <p:nvPr/>
        </p:nvSpPr>
        <p:spPr bwMode="gray">
          <a:xfrm rot="5400000">
            <a:off x="2413985" y="2054195"/>
            <a:ext cx="593113" cy="287631"/>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3" name="Arrow: Right 22">
            <a:extLst>
              <a:ext uri="{FF2B5EF4-FFF2-40B4-BE49-F238E27FC236}">
                <a16:creationId xmlns:a16="http://schemas.microsoft.com/office/drawing/2014/main" id="{EEB7A323-EE5B-4758-8AC7-7A187C55254B}"/>
              </a:ext>
            </a:extLst>
          </p:cNvPr>
          <p:cNvSpPr/>
          <p:nvPr/>
        </p:nvSpPr>
        <p:spPr bwMode="gray">
          <a:xfrm rot="5400000">
            <a:off x="9004343" y="2050112"/>
            <a:ext cx="593113" cy="295802"/>
          </a:xfrm>
          <a:prstGeom prst="rightArrow">
            <a:avLst/>
          </a:prstGeom>
          <a:solidFill>
            <a:schemeClr val="tx1">
              <a:lumMod val="75000"/>
              <a:lumOff val="2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Rounded Corners 23">
            <a:extLst>
              <a:ext uri="{FF2B5EF4-FFF2-40B4-BE49-F238E27FC236}">
                <a16:creationId xmlns:a16="http://schemas.microsoft.com/office/drawing/2014/main" id="{7DAD4209-99DD-4CF9-AA81-1927EA95973D}"/>
              </a:ext>
            </a:extLst>
          </p:cNvPr>
          <p:cNvSpPr/>
          <p:nvPr/>
        </p:nvSpPr>
        <p:spPr bwMode="gray">
          <a:xfrm>
            <a:off x="561554" y="2494567"/>
            <a:ext cx="4363285" cy="2991830"/>
          </a:xfrm>
          <a:prstGeom prst="roundRect">
            <a:avLst/>
          </a:prstGeom>
          <a:noFill/>
          <a:ln w="19050" algn="ctr">
            <a:solidFill>
              <a:srgbClr val="002060"/>
            </a:solidFill>
            <a:miter lim="800000"/>
            <a:headEnd/>
            <a:tailEnd/>
          </a:ln>
        </p:spPr>
        <p:txBody>
          <a:bodyPr wrap="square" lIns="88900" tIns="88900" rIns="88900" bIns="88900" rtlCol="0" anchor="t"/>
          <a:lstStyle/>
          <a:p>
            <a:pPr>
              <a:lnSpc>
                <a:spcPct val="106000"/>
              </a:lnSpc>
              <a:spcAft>
                <a:spcPts val="600"/>
              </a:spcAft>
            </a:pPr>
            <a:r>
              <a:rPr lang="en-US" sz="1600" b="1" u="sng" dirty="0"/>
              <a:t>Option 1:</a:t>
            </a:r>
            <a:r>
              <a:rPr lang="en-US" sz="1600" b="1" dirty="0"/>
              <a:t> O&amp;M provisions included in Turnkey EPC Contract*</a:t>
            </a:r>
          </a:p>
          <a:p>
            <a:pPr marL="285750" indent="-285750">
              <a:lnSpc>
                <a:spcPct val="106000"/>
              </a:lnSpc>
              <a:buFont typeface="Arial" panose="020B0604020202020204" pitchFamily="34" charset="0"/>
              <a:buChar char="•"/>
            </a:pPr>
            <a:r>
              <a:rPr lang="en-US" sz="1600" dirty="0"/>
              <a:t>Building provision for 3-5 years of O&amp;M contract with Turnkey EPC agency/vendor</a:t>
            </a:r>
          </a:p>
          <a:p>
            <a:pPr marL="285750" indent="-285750">
              <a:lnSpc>
                <a:spcPct val="106000"/>
              </a:lnSpc>
              <a:buFont typeface="Arial" panose="020B0604020202020204" pitchFamily="34" charset="0"/>
              <a:buChar char="•"/>
            </a:pPr>
            <a:endParaRPr lang="en-US" sz="1600" dirty="0"/>
          </a:p>
          <a:p>
            <a:pPr marL="285750" indent="-285750">
              <a:lnSpc>
                <a:spcPct val="106000"/>
              </a:lnSpc>
              <a:buFont typeface="Arial" panose="020B0604020202020204" pitchFamily="34" charset="0"/>
              <a:buChar char="•"/>
            </a:pPr>
            <a:r>
              <a:rPr lang="en-US" sz="1600" dirty="0"/>
              <a:t>Initial risks related to O&amp;M post COD are hedged </a:t>
            </a:r>
          </a:p>
          <a:p>
            <a:pPr marL="285750" indent="-285750">
              <a:lnSpc>
                <a:spcPct val="106000"/>
              </a:lnSpc>
              <a:buFont typeface="Arial" panose="020B0604020202020204" pitchFamily="34" charset="0"/>
              <a:buChar char="•"/>
            </a:pPr>
            <a:endParaRPr lang="en-US" sz="1600" dirty="0"/>
          </a:p>
          <a:p>
            <a:pPr marL="285750" indent="-285750">
              <a:lnSpc>
                <a:spcPct val="106000"/>
              </a:lnSpc>
              <a:buFont typeface="Arial" panose="020B0604020202020204" pitchFamily="34" charset="0"/>
              <a:buChar char="•"/>
            </a:pPr>
            <a:r>
              <a:rPr lang="en-US" sz="1600" dirty="0"/>
              <a:t>Better visibility with respect to future costs related to O&amp;M at early stage</a:t>
            </a:r>
          </a:p>
        </p:txBody>
      </p:sp>
      <p:sp>
        <p:nvSpPr>
          <p:cNvPr id="26" name="Rectangle: Rounded Corners 25">
            <a:extLst>
              <a:ext uri="{FF2B5EF4-FFF2-40B4-BE49-F238E27FC236}">
                <a16:creationId xmlns:a16="http://schemas.microsoft.com/office/drawing/2014/main" id="{D85E7089-E71F-4665-B533-E5668925098E}"/>
              </a:ext>
            </a:extLst>
          </p:cNvPr>
          <p:cNvSpPr/>
          <p:nvPr/>
        </p:nvSpPr>
        <p:spPr bwMode="gray">
          <a:xfrm>
            <a:off x="7121003" y="2494567"/>
            <a:ext cx="4363285" cy="2991830"/>
          </a:xfrm>
          <a:prstGeom prst="roundRect">
            <a:avLst/>
          </a:prstGeom>
          <a:noFill/>
          <a:ln w="19050" algn="ctr">
            <a:solidFill>
              <a:srgbClr val="002060"/>
            </a:solidFill>
            <a:miter lim="800000"/>
            <a:headEnd/>
            <a:tailEnd/>
          </a:ln>
        </p:spPr>
        <p:txBody>
          <a:bodyPr wrap="square" lIns="88900" tIns="88900" rIns="88900" bIns="88900" rtlCol="0" anchor="t"/>
          <a:lstStyle/>
          <a:p>
            <a:pPr>
              <a:lnSpc>
                <a:spcPct val="106000"/>
              </a:lnSpc>
              <a:spcAft>
                <a:spcPts val="600"/>
              </a:spcAft>
            </a:pPr>
            <a:r>
              <a:rPr lang="en-US" sz="1600" b="1" u="sng" dirty="0"/>
              <a:t>Option 2:</a:t>
            </a:r>
            <a:r>
              <a:rPr lang="en-US" sz="1600" b="1" dirty="0"/>
              <a:t> Separate O&amp;M Contract</a:t>
            </a:r>
          </a:p>
          <a:p>
            <a:pPr marL="285750" indent="-285750">
              <a:lnSpc>
                <a:spcPct val="106000"/>
              </a:lnSpc>
              <a:buFont typeface="Arial" panose="020B0604020202020204" pitchFamily="34" charset="0"/>
              <a:buChar char="•"/>
            </a:pPr>
            <a:r>
              <a:rPr lang="en-US" sz="1600" dirty="0"/>
              <a:t>Identification of separate O&amp;M vendor(s), separate due diligence and negotiations</a:t>
            </a:r>
          </a:p>
          <a:p>
            <a:pPr marL="285750" indent="-285750">
              <a:lnSpc>
                <a:spcPct val="106000"/>
              </a:lnSpc>
              <a:buFont typeface="Arial" panose="020B0604020202020204" pitchFamily="34" charset="0"/>
              <a:buChar char="•"/>
            </a:pPr>
            <a:endParaRPr lang="en-US" sz="1600" dirty="0"/>
          </a:p>
          <a:p>
            <a:pPr marL="285750" indent="-285750">
              <a:lnSpc>
                <a:spcPct val="106000"/>
              </a:lnSpc>
              <a:buFont typeface="Arial" panose="020B0604020202020204" pitchFamily="34" charset="0"/>
              <a:buChar char="•"/>
            </a:pPr>
            <a:r>
              <a:rPr lang="en-US" sz="1600" dirty="0"/>
              <a:t>Onus to address the initial risk/challenges in O&amp;M post COD will lie with CIL</a:t>
            </a:r>
          </a:p>
        </p:txBody>
      </p:sp>
      <p:sp>
        <p:nvSpPr>
          <p:cNvPr id="2" name="Rectangle 1">
            <a:extLst>
              <a:ext uri="{FF2B5EF4-FFF2-40B4-BE49-F238E27FC236}">
                <a16:creationId xmlns:a16="http://schemas.microsoft.com/office/drawing/2014/main" id="{64103459-BE69-4613-AA27-AA6003C5371A}"/>
              </a:ext>
            </a:extLst>
          </p:cNvPr>
          <p:cNvSpPr/>
          <p:nvPr/>
        </p:nvSpPr>
        <p:spPr bwMode="gray">
          <a:xfrm>
            <a:off x="561554" y="5791200"/>
            <a:ext cx="10922734" cy="664029"/>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ln w="0"/>
                <a:effectLst>
                  <a:outerShdw blurRad="38100" dist="19050" dir="2700000" algn="tl" rotWithShape="0">
                    <a:schemeClr val="dk1">
                      <a:alpha val="40000"/>
                    </a:schemeClr>
                  </a:outerShdw>
                </a:effectLst>
              </a:rPr>
              <a:t>*Note: Post completion of contract under Option 1, CIL may have the options to either extend the O&amp;M contract under Option 1 or to run a fresh tendering process to deploy O&amp;M agency under Option 2</a:t>
            </a:r>
            <a:endParaRPr lang="en-US" sz="1600" b="1" i="1" dirty="0">
              <a:solidFill>
                <a:schemeClr val="bg1"/>
              </a:solidFill>
            </a:endParaRPr>
          </a:p>
        </p:txBody>
      </p:sp>
    </p:spTree>
    <p:extLst>
      <p:ext uri="{BB962C8B-B14F-4D97-AF65-F5344CB8AC3E}">
        <p14:creationId xmlns:p14="http://schemas.microsoft.com/office/powerpoint/2010/main" val="9709852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4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Evaluation of JV Option</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875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Evaluation of Option w.r.t forming JV with RVUNL</a:t>
            </a:r>
            <a:endParaRPr lang="en-US" sz="2400" dirty="0">
              <a:effectLst/>
              <a:latin typeface="Calibri" panose="020F050202020403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CE626E41-4661-41F6-9F2B-9C77F5E1C015}"/>
              </a:ext>
            </a:extLst>
          </p:cNvPr>
          <p:cNvSpPr txBox="1"/>
          <p:nvPr/>
        </p:nvSpPr>
        <p:spPr>
          <a:xfrm>
            <a:off x="501650" y="1206361"/>
            <a:ext cx="11188700" cy="3316549"/>
          </a:xfrm>
          <a:prstGeom prst="rect">
            <a:avLst/>
          </a:prstGeom>
          <a:noFill/>
          <a:ln>
            <a:solidFill>
              <a:srgbClr val="002060"/>
            </a:solidFill>
          </a:ln>
        </p:spPr>
        <p:txBody>
          <a:bodyPr wrap="square" lIns="91440" tIns="91440" rIns="91440" bIns="91440" rtlCol="0">
            <a:spAutoFit/>
          </a:bodyPr>
          <a:lstStyle/>
          <a:p>
            <a:pPr marL="285750" indent="-285750" algn="just">
              <a:lnSpc>
                <a:spcPct val="114000"/>
              </a:lnSpc>
              <a:spcAft>
                <a:spcPts val="1200"/>
              </a:spcAft>
              <a:buSzPct val="100000"/>
              <a:buFont typeface="Wingdings" panose="05000000000000000000" pitchFamily="2" charset="2"/>
              <a:buChar char="q"/>
            </a:pPr>
            <a:r>
              <a:rPr lang="en-US" b="1" dirty="0">
                <a:solidFill>
                  <a:srgbClr val="313131"/>
                </a:solidFill>
              </a:rPr>
              <a:t>With respect to 810 MW </a:t>
            </a:r>
            <a:r>
              <a:rPr lang="en-US" dirty="0">
                <a:solidFill>
                  <a:srgbClr val="313131"/>
                </a:solidFill>
              </a:rPr>
              <a:t>capacity out of 2 GW solar park capacity, </a:t>
            </a:r>
            <a:r>
              <a:rPr lang="en-US" b="1" dirty="0">
                <a:solidFill>
                  <a:srgbClr val="313131"/>
                </a:solidFill>
              </a:rPr>
              <a:t>RVUNL had originally intended to execute</a:t>
            </a:r>
            <a:r>
              <a:rPr lang="en-US" dirty="0">
                <a:solidFill>
                  <a:srgbClr val="313131"/>
                </a:solidFill>
              </a:rPr>
              <a:t> the project independently </a:t>
            </a:r>
            <a:r>
              <a:rPr lang="en-US" b="1" dirty="0">
                <a:solidFill>
                  <a:srgbClr val="313131"/>
                </a:solidFill>
              </a:rPr>
              <a:t>through TBCB route u/s 63</a:t>
            </a:r>
          </a:p>
          <a:p>
            <a:pPr marL="285750" indent="-285750" algn="just">
              <a:lnSpc>
                <a:spcPct val="114000"/>
              </a:lnSpc>
              <a:spcAft>
                <a:spcPts val="1200"/>
              </a:spcAft>
              <a:buSzPct val="100000"/>
              <a:buFont typeface="Wingdings" panose="05000000000000000000" pitchFamily="2" charset="2"/>
              <a:buChar char="q"/>
            </a:pPr>
            <a:r>
              <a:rPr lang="en-US" dirty="0">
                <a:solidFill>
                  <a:srgbClr val="313131"/>
                </a:solidFill>
              </a:rPr>
              <a:t>However, as per discussions, </a:t>
            </a:r>
            <a:r>
              <a:rPr lang="en-US" b="1" dirty="0">
                <a:solidFill>
                  <a:srgbClr val="313131"/>
                </a:solidFill>
              </a:rPr>
              <a:t>owing to non-alignment of intended project execution timelines by RVUNL </a:t>
            </a:r>
            <a:r>
              <a:rPr lang="en-US" dirty="0">
                <a:solidFill>
                  <a:srgbClr val="313131"/>
                </a:solidFill>
              </a:rPr>
              <a:t>(only land currently available, no other developments currently in place) </a:t>
            </a:r>
            <a:r>
              <a:rPr lang="en-US" b="1" dirty="0">
                <a:solidFill>
                  <a:srgbClr val="313131"/>
                </a:solidFill>
              </a:rPr>
              <a:t>with the 15 months timeline specified in </a:t>
            </a:r>
            <a:r>
              <a:rPr lang="en-US" b="1" dirty="0" err="1">
                <a:solidFill>
                  <a:srgbClr val="313131"/>
                </a:solidFill>
              </a:rPr>
              <a:t>MoP’s</a:t>
            </a:r>
            <a:r>
              <a:rPr lang="en-US" b="1" dirty="0">
                <a:solidFill>
                  <a:srgbClr val="313131"/>
                </a:solidFill>
              </a:rPr>
              <a:t> Standard Bidding guidelines for TBCB</a:t>
            </a:r>
            <a:r>
              <a:rPr lang="en-US" dirty="0">
                <a:solidFill>
                  <a:srgbClr val="313131"/>
                </a:solidFill>
              </a:rPr>
              <a:t>; </a:t>
            </a:r>
            <a:r>
              <a:rPr lang="en-US" b="1" dirty="0">
                <a:solidFill>
                  <a:srgbClr val="313131"/>
                </a:solidFill>
              </a:rPr>
              <a:t>RVUNL is contemplating </a:t>
            </a:r>
            <a:r>
              <a:rPr lang="en-US" dirty="0">
                <a:solidFill>
                  <a:srgbClr val="313131"/>
                </a:solidFill>
              </a:rPr>
              <a:t>to steer towards option </a:t>
            </a:r>
            <a:r>
              <a:rPr lang="en-US" b="1" dirty="0">
                <a:solidFill>
                  <a:srgbClr val="313131"/>
                </a:solidFill>
              </a:rPr>
              <a:t>of executing said project through EPC tendering route u/s 62</a:t>
            </a:r>
          </a:p>
          <a:p>
            <a:pPr marL="285750" indent="-285750" algn="just">
              <a:lnSpc>
                <a:spcPct val="114000"/>
              </a:lnSpc>
              <a:spcAft>
                <a:spcPts val="1200"/>
              </a:spcAft>
              <a:buSzPct val="100000"/>
              <a:buFont typeface="Wingdings" panose="05000000000000000000" pitchFamily="2" charset="2"/>
              <a:buChar char="q"/>
            </a:pPr>
            <a:r>
              <a:rPr lang="en-US" dirty="0">
                <a:solidFill>
                  <a:srgbClr val="313131"/>
                </a:solidFill>
              </a:rPr>
              <a:t>Thus, RVUNL</a:t>
            </a:r>
            <a:r>
              <a:rPr lang="en-US" b="1" dirty="0">
                <a:solidFill>
                  <a:srgbClr val="313131"/>
                </a:solidFill>
              </a:rPr>
              <a:t>, has proposed (verbally) for forming of Joint Venture Company (JVC) along with CIL </a:t>
            </a:r>
            <a:r>
              <a:rPr lang="en-US" dirty="0">
                <a:solidFill>
                  <a:srgbClr val="313131"/>
                </a:solidFill>
              </a:rPr>
              <a:t>and </a:t>
            </a:r>
            <a:r>
              <a:rPr lang="en-US" b="1" dirty="0">
                <a:solidFill>
                  <a:srgbClr val="313131"/>
                </a:solidFill>
              </a:rPr>
              <a:t>execute </a:t>
            </a:r>
            <a:r>
              <a:rPr lang="en-US" dirty="0">
                <a:solidFill>
                  <a:srgbClr val="313131"/>
                </a:solidFill>
              </a:rPr>
              <a:t>the solar park project </a:t>
            </a:r>
            <a:r>
              <a:rPr lang="en-US" b="1" dirty="0">
                <a:solidFill>
                  <a:srgbClr val="313131"/>
                </a:solidFill>
              </a:rPr>
              <a:t>jointly as solar park developers</a:t>
            </a:r>
            <a:r>
              <a:rPr lang="en-US" dirty="0">
                <a:solidFill>
                  <a:srgbClr val="313131"/>
                </a:solidFill>
              </a:rPr>
              <a:t>; wherein </a:t>
            </a:r>
            <a:r>
              <a:rPr lang="en-US" b="1" dirty="0">
                <a:solidFill>
                  <a:srgbClr val="313131"/>
                </a:solidFill>
              </a:rPr>
              <a:t>CIL would additionally develop the project through EPC tendering route </a:t>
            </a:r>
          </a:p>
        </p:txBody>
      </p:sp>
    </p:spTree>
    <p:extLst>
      <p:ext uri="{BB962C8B-B14F-4D97-AF65-F5344CB8AC3E}">
        <p14:creationId xmlns:p14="http://schemas.microsoft.com/office/powerpoint/2010/main" val="55514766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Merits and Demerits of forming JVC with RVUNL (1/2)</a:t>
            </a:r>
            <a:endParaRPr lang="en-US" sz="2400" dirty="0">
              <a:effectLst/>
              <a:latin typeface="Calibri" panose="020F0502020204030204" pitchFamily="34" charset="0"/>
              <a:ea typeface="Calibri" panose="020F0502020204030204" pitchFamily="34" charset="0"/>
            </a:endParaRPr>
          </a:p>
        </p:txBody>
      </p:sp>
      <p:sp>
        <p:nvSpPr>
          <p:cNvPr id="7" name="Rectangle 6">
            <a:extLst>
              <a:ext uri="{FF2B5EF4-FFF2-40B4-BE49-F238E27FC236}">
                <a16:creationId xmlns:a16="http://schemas.microsoft.com/office/drawing/2014/main" id="{DDC3E8AB-6DE2-4E53-91FB-F108D6D60580}"/>
              </a:ext>
            </a:extLst>
          </p:cNvPr>
          <p:cNvSpPr/>
          <p:nvPr/>
        </p:nvSpPr>
        <p:spPr bwMode="gray">
          <a:xfrm>
            <a:off x="350414" y="913983"/>
            <a:ext cx="11188699" cy="4273713"/>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ü"/>
            </a:pPr>
            <a:r>
              <a:rPr lang="en-US" sz="1750" dirty="0">
                <a:ln w="0"/>
              </a:rPr>
              <a:t>This gives Coal India the </a:t>
            </a:r>
            <a:r>
              <a:rPr lang="en-US" sz="1750" b="1" dirty="0">
                <a:ln w="0"/>
              </a:rPr>
              <a:t>opportunity to execute 810 MW of solar power plant in addition to the existing opportunity of 1190 MW</a:t>
            </a:r>
            <a:r>
              <a:rPr lang="en-US" sz="1750" dirty="0">
                <a:ln w="0"/>
              </a:rPr>
              <a:t>.</a:t>
            </a:r>
          </a:p>
          <a:p>
            <a:pPr marL="285750" indent="-285750" algn="just">
              <a:lnSpc>
                <a:spcPct val="106000"/>
              </a:lnSpc>
              <a:spcAft>
                <a:spcPts val="1200"/>
              </a:spcAft>
              <a:buFont typeface="Wingdings" panose="05000000000000000000" pitchFamily="2" charset="2"/>
              <a:buChar char="ü"/>
            </a:pPr>
            <a:r>
              <a:rPr lang="en-US" sz="1750" dirty="0">
                <a:ln w="0"/>
              </a:rPr>
              <a:t>Basis discussion, in reference to the MNRE’s 40 GW solar park scheme for current FY, </a:t>
            </a:r>
            <a:r>
              <a:rPr lang="en-US" sz="1750" b="1" dirty="0">
                <a:ln w="0"/>
              </a:rPr>
              <a:t>only 1 GW capacity is remaining </a:t>
            </a:r>
            <a:r>
              <a:rPr lang="en-US" sz="1750" dirty="0">
                <a:ln w="0"/>
              </a:rPr>
              <a:t>for MNRE’s approval </a:t>
            </a:r>
            <a:r>
              <a:rPr lang="en-US" sz="1750" b="1" dirty="0">
                <a:ln w="0"/>
              </a:rPr>
              <a:t>with over a hundred applications already in pipeline; </a:t>
            </a:r>
            <a:r>
              <a:rPr lang="en-US" sz="1750" dirty="0">
                <a:ln w="0"/>
              </a:rPr>
              <a:t>thus, opportunity for CIL to execute solar park projects through further approved capacity would likely be very less in the current scheme.</a:t>
            </a:r>
          </a:p>
          <a:p>
            <a:pPr marL="285750" indent="-285750" algn="just">
              <a:lnSpc>
                <a:spcPct val="106000"/>
              </a:lnSpc>
              <a:spcAft>
                <a:spcPts val="1200"/>
              </a:spcAft>
              <a:buFont typeface="Wingdings" panose="05000000000000000000" pitchFamily="2" charset="2"/>
              <a:buChar char="ü"/>
            </a:pPr>
            <a:r>
              <a:rPr lang="en-US" sz="1750" dirty="0">
                <a:ln w="0"/>
              </a:rPr>
              <a:t>With respect to 810 MW capacity, there is </a:t>
            </a:r>
            <a:r>
              <a:rPr lang="en-US" sz="1750" b="1" dirty="0">
                <a:ln w="0"/>
              </a:rPr>
              <a:t>assured offtake in form of bundling with RVUNL’s thermal power</a:t>
            </a:r>
            <a:r>
              <a:rPr lang="en-US" sz="1750" dirty="0">
                <a:ln w="0"/>
              </a:rPr>
              <a:t>.</a:t>
            </a:r>
          </a:p>
          <a:p>
            <a:pPr marL="285750" indent="-285750" algn="just">
              <a:lnSpc>
                <a:spcPct val="106000"/>
              </a:lnSpc>
              <a:spcAft>
                <a:spcPts val="1200"/>
              </a:spcAft>
              <a:buFont typeface="Wingdings" panose="05000000000000000000" pitchFamily="2" charset="2"/>
              <a:buChar char="ü"/>
            </a:pPr>
            <a:r>
              <a:rPr lang="en-US" sz="1750" dirty="0">
                <a:ln w="0"/>
              </a:rPr>
              <a:t>Opportunity for </a:t>
            </a:r>
            <a:r>
              <a:rPr lang="en-US" sz="1750" b="1" dirty="0">
                <a:ln w="0"/>
              </a:rPr>
              <a:t>cost savings since margin would not be loaded with respect to the solar park development charges</a:t>
            </a:r>
            <a:r>
              <a:rPr lang="en-US" sz="1750" dirty="0">
                <a:ln w="0"/>
              </a:rPr>
              <a:t>, which can potentially optimize the tariff further.</a:t>
            </a:r>
          </a:p>
          <a:p>
            <a:pPr marL="285750" indent="-285750" algn="just">
              <a:lnSpc>
                <a:spcPct val="106000"/>
              </a:lnSpc>
              <a:spcAft>
                <a:spcPts val="1200"/>
              </a:spcAft>
              <a:buFont typeface="Wingdings" panose="05000000000000000000" pitchFamily="2" charset="2"/>
              <a:buChar char="ü"/>
            </a:pPr>
            <a:r>
              <a:rPr lang="en-US" sz="1750" dirty="0">
                <a:ln w="0"/>
              </a:rPr>
              <a:t>This </a:t>
            </a:r>
            <a:r>
              <a:rPr lang="en-US" sz="1750" b="1" dirty="0">
                <a:ln w="0"/>
              </a:rPr>
              <a:t>JV can also be utilized to execute future RE opportunities in Rajasthan</a:t>
            </a:r>
            <a:r>
              <a:rPr lang="en-US" sz="1750" dirty="0">
                <a:ln w="0"/>
              </a:rPr>
              <a:t> over and above the current solar park scheme/project(s).</a:t>
            </a:r>
          </a:p>
          <a:p>
            <a:pPr marL="285750" indent="-285750" algn="just">
              <a:lnSpc>
                <a:spcPct val="106000"/>
              </a:lnSpc>
              <a:spcAft>
                <a:spcPts val="1200"/>
              </a:spcAft>
              <a:buFont typeface="Wingdings" panose="05000000000000000000" pitchFamily="2" charset="2"/>
              <a:buChar char="ü"/>
            </a:pPr>
            <a:r>
              <a:rPr lang="en-US" sz="1750" dirty="0">
                <a:ln w="0"/>
              </a:rPr>
              <a:t>With CIL’s strong balance-sheet and inroads to Ministry &amp; with RVUNL’s strong on-ground presence and vast experience in power generation, </a:t>
            </a:r>
            <a:r>
              <a:rPr lang="en-US" sz="1750" b="1" dirty="0">
                <a:ln w="0"/>
              </a:rPr>
              <a:t>there can be synergy wherein both the parties complement each other’s strengths</a:t>
            </a:r>
          </a:p>
        </p:txBody>
      </p:sp>
      <p:cxnSp>
        <p:nvCxnSpPr>
          <p:cNvPr id="8" name="Straight Connector 7">
            <a:extLst>
              <a:ext uri="{FF2B5EF4-FFF2-40B4-BE49-F238E27FC236}">
                <a16:creationId xmlns:a16="http://schemas.microsoft.com/office/drawing/2014/main" id="{CAB36911-CC73-4978-8A71-15B7D9012F94}"/>
              </a:ext>
            </a:extLst>
          </p:cNvPr>
          <p:cNvCxnSpPr/>
          <p:nvPr/>
        </p:nvCxnSpPr>
        <p:spPr>
          <a:xfrm>
            <a:off x="350412" y="805126"/>
            <a:ext cx="21009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115378B-AD45-406E-B6B6-81B2C78CAE06}"/>
              </a:ext>
            </a:extLst>
          </p:cNvPr>
          <p:cNvSpPr/>
          <p:nvPr/>
        </p:nvSpPr>
        <p:spPr bwMode="gray">
          <a:xfrm>
            <a:off x="645233" y="696270"/>
            <a:ext cx="1426029" cy="25037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Merits</a:t>
            </a:r>
          </a:p>
        </p:txBody>
      </p:sp>
      <p:sp>
        <p:nvSpPr>
          <p:cNvPr id="11" name="TextBox 10">
            <a:extLst>
              <a:ext uri="{FF2B5EF4-FFF2-40B4-BE49-F238E27FC236}">
                <a16:creationId xmlns:a16="http://schemas.microsoft.com/office/drawing/2014/main" id="{99A4F08C-CB99-4485-B3E5-93C170F9D2F7}"/>
              </a:ext>
            </a:extLst>
          </p:cNvPr>
          <p:cNvSpPr txBox="1"/>
          <p:nvPr/>
        </p:nvSpPr>
        <p:spPr>
          <a:xfrm>
            <a:off x="361987" y="5329209"/>
            <a:ext cx="11188699" cy="449354"/>
          </a:xfrm>
          <a:prstGeom prst="rect">
            <a:avLst/>
          </a:prstGeom>
          <a:solidFill>
            <a:srgbClr val="004F59"/>
          </a:solidFill>
          <a:ln>
            <a:solidFill>
              <a:srgbClr val="002060"/>
            </a:solidFill>
          </a:ln>
        </p:spPr>
        <p:txBody>
          <a:bodyPr wrap="square" lIns="91440" tIns="91440" rIns="91440" bIns="91440" rtlCol="0">
            <a:spAutoFit/>
          </a:bodyPr>
          <a:lstStyle/>
          <a:p>
            <a:pPr algn="just">
              <a:lnSpc>
                <a:spcPct val="114000"/>
              </a:lnSpc>
              <a:buSzPct val="100000"/>
            </a:pPr>
            <a:r>
              <a:rPr lang="en-US" sz="1600" b="1" dirty="0">
                <a:solidFill>
                  <a:schemeClr val="bg1"/>
                </a:solidFill>
              </a:rPr>
              <a:t>Key Consideration for CIL:</a:t>
            </a:r>
            <a:r>
              <a:rPr lang="en-US" sz="1600" dirty="0">
                <a:solidFill>
                  <a:schemeClr val="bg1"/>
                </a:solidFill>
              </a:rPr>
              <a:t> </a:t>
            </a:r>
          </a:p>
        </p:txBody>
      </p:sp>
      <p:sp>
        <p:nvSpPr>
          <p:cNvPr id="12" name="Rectangle 11">
            <a:extLst>
              <a:ext uri="{FF2B5EF4-FFF2-40B4-BE49-F238E27FC236}">
                <a16:creationId xmlns:a16="http://schemas.microsoft.com/office/drawing/2014/main" id="{B88ADFAF-3561-4E3D-AD0D-C9770C9EA40A}"/>
              </a:ext>
            </a:extLst>
          </p:cNvPr>
          <p:cNvSpPr/>
          <p:nvPr/>
        </p:nvSpPr>
        <p:spPr bwMode="gray">
          <a:xfrm>
            <a:off x="361987" y="5778563"/>
            <a:ext cx="11188699" cy="817190"/>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750" dirty="0">
                <a:ln w="0"/>
                <a:solidFill>
                  <a:schemeClr val="tx1"/>
                </a:solidFill>
              </a:rPr>
              <a:t>Formation of JV with RVUNL would only be beneficial if CIL gets to execute the capacity of 810 MW under EPC bidding route rather than TBCB</a:t>
            </a:r>
          </a:p>
        </p:txBody>
      </p:sp>
    </p:spTree>
    <p:extLst>
      <p:ext uri="{BB962C8B-B14F-4D97-AF65-F5344CB8AC3E}">
        <p14:creationId xmlns:p14="http://schemas.microsoft.com/office/powerpoint/2010/main" val="370808160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Merits and Demerits of forming JVC with RVUNL (2/2)</a:t>
            </a:r>
            <a:endParaRPr lang="en-US" sz="2400" dirty="0">
              <a:effectLst/>
              <a:latin typeface="Calibri" panose="020F0502020204030204" pitchFamily="34" charset="0"/>
              <a:ea typeface="Calibri" panose="020F0502020204030204" pitchFamily="34" charset="0"/>
            </a:endParaRPr>
          </a:p>
        </p:txBody>
      </p:sp>
      <p:sp>
        <p:nvSpPr>
          <p:cNvPr id="7" name="Rectangle 6">
            <a:extLst>
              <a:ext uri="{FF2B5EF4-FFF2-40B4-BE49-F238E27FC236}">
                <a16:creationId xmlns:a16="http://schemas.microsoft.com/office/drawing/2014/main" id="{DDC3E8AB-6DE2-4E53-91FB-F108D6D60580}"/>
              </a:ext>
            </a:extLst>
          </p:cNvPr>
          <p:cNvSpPr/>
          <p:nvPr/>
        </p:nvSpPr>
        <p:spPr bwMode="gray">
          <a:xfrm>
            <a:off x="361987" y="1189713"/>
            <a:ext cx="11188699" cy="3995744"/>
          </a:xfrm>
          <a:prstGeom prst="rect">
            <a:avLst/>
          </a:prstGeom>
          <a:solidFill>
            <a:schemeClr val="tx2">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Wingdings" panose="05000000000000000000" pitchFamily="2" charset="2"/>
              <a:buChar char="ü"/>
            </a:pPr>
            <a:r>
              <a:rPr lang="en-US" dirty="0">
                <a:ln w="0"/>
              </a:rPr>
              <a:t>Under the Bundling scheme, for solar projects </a:t>
            </a:r>
            <a:r>
              <a:rPr lang="en-US" b="1" dirty="0">
                <a:ln w="0"/>
              </a:rPr>
              <a:t>which are not co-located with the corresponding Thermal plants</a:t>
            </a:r>
            <a:r>
              <a:rPr lang="en-US" dirty="0">
                <a:ln w="0"/>
              </a:rPr>
              <a:t>, RE power would have to be procured on a </a:t>
            </a:r>
            <a:r>
              <a:rPr lang="en-US" b="1" dirty="0">
                <a:ln w="0"/>
              </a:rPr>
              <a:t>competitive bid basis</a:t>
            </a:r>
            <a:r>
              <a:rPr lang="en-US" dirty="0">
                <a:ln w="0"/>
              </a:rPr>
              <a:t>*. </a:t>
            </a:r>
            <a:r>
              <a:rPr lang="en-US" b="1" dirty="0">
                <a:ln w="0"/>
              </a:rPr>
              <a:t>In case TBCB is mandatory under the said scheme, then executing </a:t>
            </a:r>
            <a:r>
              <a:rPr lang="en-US" dirty="0">
                <a:ln w="0"/>
              </a:rPr>
              <a:t>the proposed solar power project(s) </a:t>
            </a:r>
            <a:r>
              <a:rPr lang="en-US" b="1" dirty="0">
                <a:ln w="0"/>
              </a:rPr>
              <a:t>under Bundling scheme would not be viable</a:t>
            </a:r>
            <a:r>
              <a:rPr lang="en-US" dirty="0">
                <a:ln w="0"/>
              </a:rPr>
              <a:t> for CIL. </a:t>
            </a:r>
          </a:p>
          <a:p>
            <a:pPr marL="285750" indent="-285750" algn="just">
              <a:lnSpc>
                <a:spcPct val="106000"/>
              </a:lnSpc>
              <a:spcAft>
                <a:spcPts val="1200"/>
              </a:spcAft>
              <a:buFont typeface="Wingdings" panose="05000000000000000000" pitchFamily="2" charset="2"/>
              <a:buChar char="ü"/>
            </a:pPr>
            <a:r>
              <a:rPr lang="en-US" dirty="0">
                <a:ln w="0"/>
              </a:rPr>
              <a:t>CIL will be </a:t>
            </a:r>
            <a:r>
              <a:rPr lang="en-US" b="1" dirty="0">
                <a:ln w="0"/>
              </a:rPr>
              <a:t>exposed to construction and operational risks </a:t>
            </a:r>
            <a:r>
              <a:rPr lang="en-US" dirty="0">
                <a:ln w="0"/>
              </a:rPr>
              <a:t>with respect to the solar park.</a:t>
            </a:r>
          </a:p>
          <a:p>
            <a:pPr marL="285750" indent="-285750" algn="just">
              <a:lnSpc>
                <a:spcPct val="106000"/>
              </a:lnSpc>
              <a:spcAft>
                <a:spcPts val="1200"/>
              </a:spcAft>
              <a:buFont typeface="Wingdings" panose="05000000000000000000" pitchFamily="2" charset="2"/>
              <a:buChar char="ü"/>
            </a:pPr>
            <a:r>
              <a:rPr lang="en-US" dirty="0">
                <a:ln w="0"/>
              </a:rPr>
              <a:t>On standalone basis</a:t>
            </a:r>
            <a:r>
              <a:rPr lang="en-US" b="1" dirty="0">
                <a:ln w="0"/>
              </a:rPr>
              <a:t>, RVUNL has incurred losses </a:t>
            </a:r>
            <a:r>
              <a:rPr lang="en-US" dirty="0">
                <a:ln w="0"/>
              </a:rPr>
              <a:t>of ~Rs 1,274 Cr and ~Rs 1,993 Cr</a:t>
            </a:r>
            <a:r>
              <a:rPr lang="en-US" b="1" dirty="0">
                <a:ln w="0"/>
              </a:rPr>
              <a:t> in FY 21 and FY 22 </a:t>
            </a:r>
            <a:r>
              <a:rPr lang="en-US" dirty="0">
                <a:ln w="0"/>
              </a:rPr>
              <a:t>respectively. Additionally, net-worth of RVUNL has reduced by almost 50% in last 3 years from ~Rs 6,440 Cr in FY 20 to ~Rs 3,358 Cr in FY 22. The ratio of long-term debt to equity has deteriorated from ~6 in FY 20 to ~12 in FY 22. </a:t>
            </a:r>
            <a:r>
              <a:rPr lang="en-US" b="1" dirty="0">
                <a:ln w="0"/>
              </a:rPr>
              <a:t>Such financial position of RVUNL poses significant risk to CIL.</a:t>
            </a:r>
          </a:p>
          <a:p>
            <a:pPr marL="285750" indent="-285750" algn="just">
              <a:lnSpc>
                <a:spcPct val="106000"/>
              </a:lnSpc>
              <a:spcAft>
                <a:spcPts val="1200"/>
              </a:spcAft>
              <a:buFont typeface="Wingdings" panose="05000000000000000000" pitchFamily="2" charset="2"/>
              <a:buChar char="ü"/>
            </a:pPr>
            <a:r>
              <a:rPr lang="en-US" b="1" dirty="0">
                <a:ln w="0"/>
              </a:rPr>
              <a:t>CIL</a:t>
            </a:r>
            <a:r>
              <a:rPr lang="en-US" dirty="0">
                <a:ln w="0"/>
              </a:rPr>
              <a:t> has </a:t>
            </a:r>
            <a:r>
              <a:rPr lang="en-US" b="1" dirty="0">
                <a:ln w="0"/>
              </a:rPr>
              <a:t>already exceeded the current limit of equity investment </a:t>
            </a:r>
            <a:r>
              <a:rPr lang="en-US" dirty="0">
                <a:ln w="0"/>
              </a:rPr>
              <a:t>(30% of its Net-worth as per </a:t>
            </a:r>
            <a:r>
              <a:rPr lang="en-US" dirty="0" err="1">
                <a:ln w="0"/>
              </a:rPr>
              <a:t>Maharatna</a:t>
            </a:r>
            <a:r>
              <a:rPr lang="en-US" dirty="0">
                <a:ln w="0"/>
              </a:rPr>
              <a:t> guidelines) in its JV and subsidiary companies. Thus, CIL’s investment in the proposed JV company will not be feasible </a:t>
            </a:r>
            <a:r>
              <a:rPr lang="en-US" b="1" dirty="0">
                <a:ln w="0"/>
              </a:rPr>
              <a:t>unless the current limit for equity investment is enhanced or relaxed.</a:t>
            </a:r>
          </a:p>
        </p:txBody>
      </p:sp>
      <p:cxnSp>
        <p:nvCxnSpPr>
          <p:cNvPr id="8" name="Straight Connector 7">
            <a:extLst>
              <a:ext uri="{FF2B5EF4-FFF2-40B4-BE49-F238E27FC236}">
                <a16:creationId xmlns:a16="http://schemas.microsoft.com/office/drawing/2014/main" id="{CAB36911-CC73-4978-8A71-15B7D9012F94}"/>
              </a:ext>
            </a:extLst>
          </p:cNvPr>
          <p:cNvCxnSpPr/>
          <p:nvPr/>
        </p:nvCxnSpPr>
        <p:spPr>
          <a:xfrm>
            <a:off x="361987" y="932451"/>
            <a:ext cx="21009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115378B-AD45-406E-B6B6-81B2C78CAE06}"/>
              </a:ext>
            </a:extLst>
          </p:cNvPr>
          <p:cNvSpPr/>
          <p:nvPr/>
        </p:nvSpPr>
        <p:spPr bwMode="gray">
          <a:xfrm>
            <a:off x="656808" y="823595"/>
            <a:ext cx="1426029" cy="25037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Demerits</a:t>
            </a:r>
          </a:p>
        </p:txBody>
      </p:sp>
      <p:sp>
        <p:nvSpPr>
          <p:cNvPr id="10" name="TextBox 9">
            <a:extLst>
              <a:ext uri="{FF2B5EF4-FFF2-40B4-BE49-F238E27FC236}">
                <a16:creationId xmlns:a16="http://schemas.microsoft.com/office/drawing/2014/main" id="{17E55193-79D5-42DA-A001-57E858BC4239}"/>
              </a:ext>
            </a:extLst>
          </p:cNvPr>
          <p:cNvSpPr txBox="1"/>
          <p:nvPr/>
        </p:nvSpPr>
        <p:spPr>
          <a:xfrm>
            <a:off x="361986" y="5401819"/>
            <a:ext cx="11188699" cy="667106"/>
          </a:xfrm>
          <a:prstGeom prst="rect">
            <a:avLst/>
          </a:prstGeom>
          <a:noFill/>
        </p:spPr>
        <p:txBody>
          <a:bodyPr wrap="square">
            <a:spAutoFit/>
          </a:bodyPr>
          <a:lstStyle/>
          <a:p>
            <a:pPr algn="just">
              <a:lnSpc>
                <a:spcPct val="106000"/>
              </a:lnSpc>
              <a:spcAft>
                <a:spcPts val="1200"/>
              </a:spcAft>
            </a:pPr>
            <a:r>
              <a:rPr lang="en-US" i="1" dirty="0">
                <a:ln w="0"/>
              </a:rPr>
              <a:t>*Clarification is required from </a:t>
            </a:r>
            <a:r>
              <a:rPr lang="en-US" i="1" dirty="0" err="1">
                <a:ln w="0"/>
              </a:rPr>
              <a:t>MoP</a:t>
            </a:r>
            <a:r>
              <a:rPr lang="en-US" i="1" dirty="0">
                <a:ln w="0"/>
              </a:rPr>
              <a:t> in this regard whether non co-located projects developed under competitive EPC tendering route will qualify under the instant scheme</a:t>
            </a:r>
          </a:p>
        </p:txBody>
      </p:sp>
    </p:spTree>
    <p:extLst>
      <p:ext uri="{BB962C8B-B14F-4D97-AF65-F5344CB8AC3E}">
        <p14:creationId xmlns:p14="http://schemas.microsoft.com/office/powerpoint/2010/main" val="179808249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6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Financial Scenario Analysis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609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Scenario Analysis w.r.t Equity IRR , Tariff and Major Cost Levers (1/2)</a:t>
            </a:r>
            <a:endParaRPr lang="en-US" sz="2400" dirty="0">
              <a:effectLst/>
              <a:latin typeface="Calibri" panose="020F0502020204030204" pitchFamily="34" charset="0"/>
              <a:ea typeface="Calibri" panose="020F0502020204030204" pitchFamily="34" charset="0"/>
            </a:endParaRPr>
          </a:p>
        </p:txBody>
      </p:sp>
      <p:sp>
        <p:nvSpPr>
          <p:cNvPr id="12" name="Rectangle: Rounded Corners 11">
            <a:extLst>
              <a:ext uri="{FF2B5EF4-FFF2-40B4-BE49-F238E27FC236}">
                <a16:creationId xmlns:a16="http://schemas.microsoft.com/office/drawing/2014/main" id="{76A681A3-DE93-4645-ABB0-FFF2BDD14833}"/>
              </a:ext>
            </a:extLst>
          </p:cNvPr>
          <p:cNvSpPr/>
          <p:nvPr/>
        </p:nvSpPr>
        <p:spPr bwMode="gray">
          <a:xfrm>
            <a:off x="501650" y="817565"/>
            <a:ext cx="10940144" cy="1660368"/>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285750" indent="-285750">
              <a:lnSpc>
                <a:spcPct val="106000"/>
              </a:lnSpc>
              <a:buFont typeface="Wingdings" panose="05000000000000000000" pitchFamily="2" charset="2"/>
              <a:buChar char="Ø"/>
            </a:pPr>
            <a:r>
              <a:rPr lang="en-US" sz="1400" dirty="0">
                <a:ln w="0"/>
                <a:solidFill>
                  <a:schemeClr val="tx1"/>
                </a:solidFill>
              </a:rPr>
              <a:t>Based on tariff discoveries in the recent bid results (TBCB), three tariffs viz INR 2.60/kWh, Rs. 2.80/kWh and Rs. 3.00/kWh are being considered to conduct scenario analysis</a:t>
            </a:r>
          </a:p>
          <a:p>
            <a:pPr marL="285750" indent="-285750">
              <a:lnSpc>
                <a:spcPct val="106000"/>
              </a:lnSpc>
              <a:buFont typeface="Wingdings" panose="05000000000000000000" pitchFamily="2" charset="2"/>
              <a:buChar char="Ø"/>
            </a:pPr>
            <a:r>
              <a:rPr lang="en-US" sz="1400" dirty="0">
                <a:ln w="0"/>
                <a:solidFill>
                  <a:schemeClr val="tx1"/>
                </a:solidFill>
              </a:rPr>
              <a:t>The following two scenarios have been considered:</a:t>
            </a:r>
          </a:p>
          <a:p>
            <a:pPr marL="742950" lvl="1" indent="-285750">
              <a:lnSpc>
                <a:spcPct val="106000"/>
              </a:lnSpc>
              <a:buFont typeface="Wingdings" panose="05000000000000000000" pitchFamily="2" charset="2"/>
              <a:buChar char="q"/>
            </a:pPr>
            <a:r>
              <a:rPr lang="en-US" sz="1400" dirty="0">
                <a:ln w="0"/>
                <a:solidFill>
                  <a:schemeClr val="tx1"/>
                </a:solidFill>
              </a:rPr>
              <a:t>Business as Usual (BAU) to understand the impact of the three levers i.e. Price of Modules (excl GST), Balance of System and Average interest rate (as per prevalent market rates) on the Equity IRR; and</a:t>
            </a:r>
          </a:p>
          <a:p>
            <a:pPr marL="742950" lvl="1" indent="-285750">
              <a:lnSpc>
                <a:spcPct val="106000"/>
              </a:lnSpc>
              <a:buFont typeface="Wingdings" panose="05000000000000000000" pitchFamily="2" charset="2"/>
              <a:buChar char="q"/>
            </a:pPr>
            <a:r>
              <a:rPr lang="en-US" sz="1400" dirty="0">
                <a:ln w="0"/>
                <a:solidFill>
                  <a:schemeClr val="tx1"/>
                </a:solidFill>
              </a:rPr>
              <a:t>Scenario with optimized parameters wherein the three levers have been optimized so as to achieve an Equity IRR of 8%</a:t>
            </a:r>
          </a:p>
        </p:txBody>
      </p:sp>
      <p:sp>
        <p:nvSpPr>
          <p:cNvPr id="13" name="Title 3">
            <a:extLst>
              <a:ext uri="{FF2B5EF4-FFF2-40B4-BE49-F238E27FC236}">
                <a16:creationId xmlns:a16="http://schemas.microsoft.com/office/drawing/2014/main" id="{E64F21B4-9618-434F-8D80-6308891E7FC2}"/>
              </a:ext>
            </a:extLst>
          </p:cNvPr>
          <p:cNvSpPr txBox="1">
            <a:spLocks/>
          </p:cNvSpPr>
          <p:nvPr/>
        </p:nvSpPr>
        <p:spPr bwMode="gray">
          <a:xfrm>
            <a:off x="547010" y="2845610"/>
            <a:ext cx="9005252"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400" b="1" dirty="0">
                <a:latin typeface="Calibri" panose="020F0502020204030204" pitchFamily="34" charset="0"/>
                <a:ea typeface="Calibri" panose="020F0502020204030204" pitchFamily="34" charset="0"/>
              </a:rPr>
              <a:t>Equity IRR of the solar project at the tariff of Rs 2.60/kWh:</a:t>
            </a:r>
            <a:endParaRPr lang="en-US" sz="1400" dirty="0">
              <a:latin typeface="Calibri" panose="020F0502020204030204" pitchFamily="34" charset="0"/>
              <a:ea typeface="Calibri" panose="020F0502020204030204" pitchFamily="34" charset="0"/>
            </a:endParaRPr>
          </a:p>
        </p:txBody>
      </p:sp>
      <p:graphicFrame>
        <p:nvGraphicFramePr>
          <p:cNvPr id="14" name="Table 13">
            <a:extLst>
              <a:ext uri="{FF2B5EF4-FFF2-40B4-BE49-F238E27FC236}">
                <a16:creationId xmlns:a16="http://schemas.microsoft.com/office/drawing/2014/main" id="{503CCACB-3A0E-47F5-9AA1-F7339197D40D}"/>
              </a:ext>
            </a:extLst>
          </p:cNvPr>
          <p:cNvGraphicFramePr>
            <a:graphicFrameLocks noGrp="1"/>
          </p:cNvGraphicFramePr>
          <p:nvPr>
            <p:extLst>
              <p:ext uri="{D42A27DB-BD31-4B8C-83A1-F6EECF244321}">
                <p14:modId xmlns:p14="http://schemas.microsoft.com/office/powerpoint/2010/main" val="2181436709"/>
              </p:ext>
            </p:extLst>
          </p:nvPr>
        </p:nvGraphicFramePr>
        <p:xfrm>
          <a:off x="547011" y="3128200"/>
          <a:ext cx="10940144" cy="1540553"/>
        </p:xfrm>
        <a:graphic>
          <a:graphicData uri="http://schemas.openxmlformats.org/drawingml/2006/table">
            <a:tbl>
              <a:tblPr>
                <a:tableStyleId>{5C22544A-7EE6-4342-B048-85BDC9FD1C3A}</a:tableStyleId>
              </a:tblPr>
              <a:tblGrid>
                <a:gridCol w="4500676">
                  <a:extLst>
                    <a:ext uri="{9D8B030D-6E8A-4147-A177-3AD203B41FA5}">
                      <a16:colId xmlns:a16="http://schemas.microsoft.com/office/drawing/2014/main" val="3596108466"/>
                    </a:ext>
                  </a:extLst>
                </a:gridCol>
                <a:gridCol w="1281085">
                  <a:extLst>
                    <a:ext uri="{9D8B030D-6E8A-4147-A177-3AD203B41FA5}">
                      <a16:colId xmlns:a16="http://schemas.microsoft.com/office/drawing/2014/main" val="3417728156"/>
                    </a:ext>
                  </a:extLst>
                </a:gridCol>
                <a:gridCol w="2260057">
                  <a:extLst>
                    <a:ext uri="{9D8B030D-6E8A-4147-A177-3AD203B41FA5}">
                      <a16:colId xmlns:a16="http://schemas.microsoft.com/office/drawing/2014/main" val="3167174652"/>
                    </a:ext>
                  </a:extLst>
                </a:gridCol>
                <a:gridCol w="2898326">
                  <a:extLst>
                    <a:ext uri="{9D8B030D-6E8A-4147-A177-3AD203B41FA5}">
                      <a16:colId xmlns:a16="http://schemas.microsoft.com/office/drawing/2014/main" val="1376768792"/>
                    </a:ext>
                  </a:extLst>
                </a:gridCol>
              </a:tblGrid>
              <a:tr h="405409">
                <a:tc>
                  <a:txBody>
                    <a:bodyPr/>
                    <a:lstStyle/>
                    <a:p>
                      <a:pPr algn="ctr" fontAlgn="ctr"/>
                      <a:r>
                        <a:rPr lang="en-US" sz="1400" b="1" u="none" strike="noStrike" dirty="0">
                          <a:solidFill>
                            <a:schemeClr val="bg1"/>
                          </a:solidFill>
                          <a:effectLst/>
                        </a:rPr>
                        <a:t>Particulars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i="0" u="none" strike="noStrike" dirty="0">
                          <a:solidFill>
                            <a:schemeClr val="bg1"/>
                          </a:solidFill>
                          <a:effectLst/>
                          <a:latin typeface="Calibri" panose="020F0502020204030204" pitchFamily="34" charset="0"/>
                        </a:rPr>
                        <a:t>Units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u="none" strike="noStrike" dirty="0">
                          <a:solidFill>
                            <a:schemeClr val="bg1"/>
                          </a:solidFill>
                          <a:effectLst/>
                        </a:rPr>
                        <a:t>BAU</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u="none" strike="noStrike" dirty="0">
                          <a:solidFill>
                            <a:schemeClr val="bg1"/>
                          </a:solidFill>
                          <a:effectLst/>
                        </a:rPr>
                        <a:t>Scenario with optimized parameters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281197601"/>
                  </a:ext>
                </a:extLst>
              </a:tr>
              <a:tr h="283786">
                <a:tc>
                  <a:txBody>
                    <a:bodyPr/>
                    <a:lstStyle/>
                    <a:p>
                      <a:pPr algn="l" fontAlgn="b"/>
                      <a:r>
                        <a:rPr lang="en-US" sz="1400" u="none" strike="noStrike" dirty="0">
                          <a:effectLst/>
                        </a:rPr>
                        <a:t>Price of Solar Modules (excl.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Rs./Wp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28.50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26.00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083500"/>
                  </a:ext>
                </a:extLst>
              </a:tr>
              <a:tr h="283786">
                <a:tc>
                  <a:txBody>
                    <a:bodyPr/>
                    <a:lstStyle/>
                    <a:p>
                      <a:pPr algn="l" fontAlgn="b"/>
                      <a:r>
                        <a:rPr lang="en-US" sz="1400" u="none" strike="noStrike" dirty="0">
                          <a:effectLst/>
                        </a:rPr>
                        <a:t>Price of Balance of System (BoS) (including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Rs. Cr/MWp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0.58</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7367796"/>
                  </a:ext>
                </a:extLst>
              </a:tr>
              <a:tr h="283786">
                <a:tc>
                  <a:txBody>
                    <a:bodyPr/>
                    <a:lstStyle/>
                    <a:p>
                      <a:pPr algn="l" fontAlgn="b"/>
                      <a:r>
                        <a:rPr lang="en-US" sz="1400" u="none" strike="noStrike" dirty="0">
                          <a:effectLst/>
                        </a:rPr>
                        <a:t>Average Interest Rate over the loan tenure of 20 years</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8%</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6.5%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566768"/>
                  </a:ext>
                </a:extLst>
              </a:tr>
              <a:tr h="283786">
                <a:tc>
                  <a:txBody>
                    <a:bodyPr/>
                    <a:lstStyle/>
                    <a:p>
                      <a:pPr algn="l" fontAlgn="b"/>
                      <a:r>
                        <a:rPr lang="en-US" sz="1400" b="1" i="0" u="none" strike="noStrike" dirty="0">
                          <a:solidFill>
                            <a:srgbClr val="000000"/>
                          </a:solidFill>
                          <a:effectLst/>
                          <a:latin typeface="Calibri" panose="020F0502020204030204" pitchFamily="34" charset="0"/>
                        </a:rPr>
                        <a:t>Resultant Equity IRR considering tariff of Rs. 2.60/kWh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endParaRPr lang="en-US" sz="1400" b="1" i="0" u="none" strike="noStrike" dirty="0">
                        <a:solidFill>
                          <a:srgbClr val="000000"/>
                        </a:solidFill>
                        <a:effectLst/>
                        <a:latin typeface="Calibri" panose="020F050202020403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-0.09%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8.00%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470157282"/>
                  </a:ext>
                </a:extLst>
              </a:tr>
            </a:tbl>
          </a:graphicData>
        </a:graphic>
      </p:graphicFrame>
      <p:sp>
        <p:nvSpPr>
          <p:cNvPr id="15" name="Title 3">
            <a:extLst>
              <a:ext uri="{FF2B5EF4-FFF2-40B4-BE49-F238E27FC236}">
                <a16:creationId xmlns:a16="http://schemas.microsoft.com/office/drawing/2014/main" id="{D59C4371-39D3-461C-A95A-1376F9C7D1CE}"/>
              </a:ext>
            </a:extLst>
          </p:cNvPr>
          <p:cNvSpPr txBox="1">
            <a:spLocks/>
          </p:cNvSpPr>
          <p:nvPr/>
        </p:nvSpPr>
        <p:spPr bwMode="gray">
          <a:xfrm>
            <a:off x="522397" y="4753841"/>
            <a:ext cx="9005252"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400" b="1" dirty="0">
                <a:latin typeface="Calibri" panose="020F0502020204030204" pitchFamily="34" charset="0"/>
                <a:ea typeface="Calibri" panose="020F0502020204030204" pitchFamily="34" charset="0"/>
              </a:rPr>
              <a:t>Equity IRR of the solar project at the tariff of Rs 2.80/kWh:</a:t>
            </a:r>
            <a:endParaRPr lang="en-US" sz="1400" dirty="0">
              <a:latin typeface="Calibri" panose="020F0502020204030204" pitchFamily="34" charset="0"/>
              <a:ea typeface="Calibri" panose="020F0502020204030204" pitchFamily="34" charset="0"/>
            </a:endParaRPr>
          </a:p>
        </p:txBody>
      </p:sp>
      <p:graphicFrame>
        <p:nvGraphicFramePr>
          <p:cNvPr id="16" name="Table 15">
            <a:extLst>
              <a:ext uri="{FF2B5EF4-FFF2-40B4-BE49-F238E27FC236}">
                <a16:creationId xmlns:a16="http://schemas.microsoft.com/office/drawing/2014/main" id="{5BB275BB-B6DE-45E0-BFEB-438ABA2006DE}"/>
              </a:ext>
            </a:extLst>
          </p:cNvPr>
          <p:cNvGraphicFramePr>
            <a:graphicFrameLocks noGrp="1"/>
          </p:cNvGraphicFramePr>
          <p:nvPr>
            <p:extLst>
              <p:ext uri="{D42A27DB-BD31-4B8C-83A1-F6EECF244321}">
                <p14:modId xmlns:p14="http://schemas.microsoft.com/office/powerpoint/2010/main" val="1233932298"/>
              </p:ext>
            </p:extLst>
          </p:nvPr>
        </p:nvGraphicFramePr>
        <p:xfrm>
          <a:off x="522398" y="5036430"/>
          <a:ext cx="10940144" cy="1523161"/>
        </p:xfrm>
        <a:graphic>
          <a:graphicData uri="http://schemas.openxmlformats.org/drawingml/2006/table">
            <a:tbl>
              <a:tblPr>
                <a:tableStyleId>{5C22544A-7EE6-4342-B048-85BDC9FD1C3A}</a:tableStyleId>
              </a:tblPr>
              <a:tblGrid>
                <a:gridCol w="4500676">
                  <a:extLst>
                    <a:ext uri="{9D8B030D-6E8A-4147-A177-3AD203B41FA5}">
                      <a16:colId xmlns:a16="http://schemas.microsoft.com/office/drawing/2014/main" val="3596108466"/>
                    </a:ext>
                  </a:extLst>
                </a:gridCol>
                <a:gridCol w="1281085">
                  <a:extLst>
                    <a:ext uri="{9D8B030D-6E8A-4147-A177-3AD203B41FA5}">
                      <a16:colId xmlns:a16="http://schemas.microsoft.com/office/drawing/2014/main" val="3417728156"/>
                    </a:ext>
                  </a:extLst>
                </a:gridCol>
                <a:gridCol w="2295555">
                  <a:extLst>
                    <a:ext uri="{9D8B030D-6E8A-4147-A177-3AD203B41FA5}">
                      <a16:colId xmlns:a16="http://schemas.microsoft.com/office/drawing/2014/main" val="3167174652"/>
                    </a:ext>
                  </a:extLst>
                </a:gridCol>
                <a:gridCol w="2862828">
                  <a:extLst>
                    <a:ext uri="{9D8B030D-6E8A-4147-A177-3AD203B41FA5}">
                      <a16:colId xmlns:a16="http://schemas.microsoft.com/office/drawing/2014/main" val="1376768792"/>
                    </a:ext>
                  </a:extLst>
                </a:gridCol>
              </a:tblGrid>
              <a:tr h="400833">
                <a:tc>
                  <a:txBody>
                    <a:bodyPr/>
                    <a:lstStyle/>
                    <a:p>
                      <a:pPr algn="ctr" fontAlgn="ctr"/>
                      <a:r>
                        <a:rPr lang="en-US" sz="1400" b="1" u="none" strike="noStrike" dirty="0">
                          <a:solidFill>
                            <a:schemeClr val="bg1"/>
                          </a:solidFill>
                          <a:effectLst/>
                        </a:rPr>
                        <a:t>Particulars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i="0" u="none" strike="noStrike" dirty="0">
                          <a:solidFill>
                            <a:schemeClr val="bg1"/>
                          </a:solidFill>
                          <a:effectLst/>
                          <a:latin typeface="Calibri" panose="020F0502020204030204" pitchFamily="34" charset="0"/>
                        </a:rPr>
                        <a:t>Units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u="none" strike="noStrike" dirty="0">
                          <a:solidFill>
                            <a:schemeClr val="bg1"/>
                          </a:solidFill>
                          <a:effectLst/>
                        </a:rPr>
                        <a:t>BAU</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u="none" strike="noStrike" dirty="0">
                          <a:solidFill>
                            <a:schemeClr val="bg1"/>
                          </a:solidFill>
                          <a:effectLst/>
                        </a:rPr>
                        <a:t>Scenario with optimized parameters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281197601"/>
                  </a:ext>
                </a:extLst>
              </a:tr>
              <a:tr h="280582">
                <a:tc>
                  <a:txBody>
                    <a:bodyPr/>
                    <a:lstStyle/>
                    <a:p>
                      <a:pPr algn="l" fontAlgn="b"/>
                      <a:r>
                        <a:rPr lang="en-US" sz="1400" u="none" strike="noStrike" dirty="0">
                          <a:effectLst/>
                        </a:rPr>
                        <a:t>Price of Solar Modules (excl.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Rs./Wp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28.50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27.00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083500"/>
                  </a:ext>
                </a:extLst>
              </a:tr>
              <a:tr h="280582">
                <a:tc>
                  <a:txBody>
                    <a:bodyPr/>
                    <a:lstStyle/>
                    <a:p>
                      <a:pPr algn="l" fontAlgn="b"/>
                      <a:r>
                        <a:rPr lang="en-US" sz="1400" u="none" strike="noStrike" dirty="0">
                          <a:effectLst/>
                        </a:rPr>
                        <a:t>Price of Balance of System (BoS) (including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Rs. Cr/MWp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0.82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7367796"/>
                  </a:ext>
                </a:extLst>
              </a:tr>
              <a:tr h="280582">
                <a:tc>
                  <a:txBody>
                    <a:bodyPr/>
                    <a:lstStyle/>
                    <a:p>
                      <a:pPr algn="l" fontAlgn="b"/>
                      <a:r>
                        <a:rPr lang="en-US" sz="1400" u="none" strike="noStrike" dirty="0">
                          <a:effectLst/>
                        </a:rPr>
                        <a:t>Average Interest Rate over the loan tenure of 20 years</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8%</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6.5%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566768"/>
                  </a:ext>
                </a:extLst>
              </a:tr>
              <a:tr h="280582">
                <a:tc>
                  <a:txBody>
                    <a:bodyPr/>
                    <a:lstStyle/>
                    <a:p>
                      <a:pPr algn="l" fontAlgn="b"/>
                      <a:r>
                        <a:rPr lang="en-US" sz="1400" b="1" i="0" u="none" strike="noStrike" dirty="0">
                          <a:solidFill>
                            <a:srgbClr val="000000"/>
                          </a:solidFill>
                          <a:effectLst/>
                          <a:latin typeface="Calibri" panose="020F0502020204030204" pitchFamily="34" charset="0"/>
                        </a:rPr>
                        <a:t>Resultant Equity IRR considering tariff of Rs. 2.80/kWh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endParaRPr lang="en-US" sz="1400" b="1" i="0" u="none" strike="noStrike" dirty="0">
                        <a:solidFill>
                          <a:srgbClr val="000000"/>
                        </a:solidFill>
                        <a:effectLst/>
                        <a:latin typeface="Calibri" panose="020F050202020403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1.73%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8.00%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470157282"/>
                  </a:ext>
                </a:extLst>
              </a:tr>
            </a:tbl>
          </a:graphicData>
        </a:graphic>
      </p:graphicFrame>
    </p:spTree>
    <p:extLst>
      <p:ext uri="{BB962C8B-B14F-4D97-AF65-F5344CB8AC3E}">
        <p14:creationId xmlns:p14="http://schemas.microsoft.com/office/powerpoint/2010/main" val="37953053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Scenario Analysis w.r.t Equity IRR , Tariff and Major Cost Levers (2/2)</a:t>
            </a:r>
            <a:endParaRPr lang="en-US" sz="2400" dirty="0">
              <a:effectLst/>
              <a:latin typeface="Calibri" panose="020F0502020204030204" pitchFamily="34" charset="0"/>
              <a:ea typeface="Calibri" panose="020F0502020204030204" pitchFamily="34" charset="0"/>
            </a:endParaRPr>
          </a:p>
        </p:txBody>
      </p:sp>
      <p:sp>
        <p:nvSpPr>
          <p:cNvPr id="13" name="Title 3">
            <a:extLst>
              <a:ext uri="{FF2B5EF4-FFF2-40B4-BE49-F238E27FC236}">
                <a16:creationId xmlns:a16="http://schemas.microsoft.com/office/drawing/2014/main" id="{E64F21B4-9618-434F-8D80-6308891E7FC2}"/>
              </a:ext>
            </a:extLst>
          </p:cNvPr>
          <p:cNvSpPr txBox="1">
            <a:spLocks/>
          </p:cNvSpPr>
          <p:nvPr/>
        </p:nvSpPr>
        <p:spPr bwMode="gray">
          <a:xfrm>
            <a:off x="501649" y="1055084"/>
            <a:ext cx="9005252"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400" b="1" dirty="0">
                <a:latin typeface="Calibri" panose="020F0502020204030204" pitchFamily="34" charset="0"/>
                <a:ea typeface="Calibri" panose="020F0502020204030204" pitchFamily="34" charset="0"/>
              </a:rPr>
              <a:t>Equity IRR of the solar project at the tariff of Rs 3.00/kWh:</a:t>
            </a:r>
            <a:endParaRPr lang="en-US" sz="1400" dirty="0">
              <a:latin typeface="Calibri" panose="020F0502020204030204" pitchFamily="34" charset="0"/>
              <a:ea typeface="Calibri" panose="020F0502020204030204" pitchFamily="34" charset="0"/>
            </a:endParaRPr>
          </a:p>
        </p:txBody>
      </p:sp>
      <p:graphicFrame>
        <p:nvGraphicFramePr>
          <p:cNvPr id="14" name="Table 13">
            <a:extLst>
              <a:ext uri="{FF2B5EF4-FFF2-40B4-BE49-F238E27FC236}">
                <a16:creationId xmlns:a16="http://schemas.microsoft.com/office/drawing/2014/main" id="{503CCACB-3A0E-47F5-9AA1-F7339197D40D}"/>
              </a:ext>
            </a:extLst>
          </p:cNvPr>
          <p:cNvGraphicFramePr>
            <a:graphicFrameLocks noGrp="1"/>
          </p:cNvGraphicFramePr>
          <p:nvPr>
            <p:extLst>
              <p:ext uri="{D42A27DB-BD31-4B8C-83A1-F6EECF244321}">
                <p14:modId xmlns:p14="http://schemas.microsoft.com/office/powerpoint/2010/main" val="547042230"/>
              </p:ext>
            </p:extLst>
          </p:nvPr>
        </p:nvGraphicFramePr>
        <p:xfrm>
          <a:off x="501650" y="1337674"/>
          <a:ext cx="10940144" cy="1540553"/>
        </p:xfrm>
        <a:graphic>
          <a:graphicData uri="http://schemas.openxmlformats.org/drawingml/2006/table">
            <a:tbl>
              <a:tblPr>
                <a:tableStyleId>{5C22544A-7EE6-4342-B048-85BDC9FD1C3A}</a:tableStyleId>
              </a:tblPr>
              <a:tblGrid>
                <a:gridCol w="4500676">
                  <a:extLst>
                    <a:ext uri="{9D8B030D-6E8A-4147-A177-3AD203B41FA5}">
                      <a16:colId xmlns:a16="http://schemas.microsoft.com/office/drawing/2014/main" val="3596108466"/>
                    </a:ext>
                  </a:extLst>
                </a:gridCol>
                <a:gridCol w="1281085">
                  <a:extLst>
                    <a:ext uri="{9D8B030D-6E8A-4147-A177-3AD203B41FA5}">
                      <a16:colId xmlns:a16="http://schemas.microsoft.com/office/drawing/2014/main" val="3417728156"/>
                    </a:ext>
                  </a:extLst>
                </a:gridCol>
                <a:gridCol w="2305418">
                  <a:extLst>
                    <a:ext uri="{9D8B030D-6E8A-4147-A177-3AD203B41FA5}">
                      <a16:colId xmlns:a16="http://schemas.microsoft.com/office/drawing/2014/main" val="3167174652"/>
                    </a:ext>
                  </a:extLst>
                </a:gridCol>
                <a:gridCol w="2852965">
                  <a:extLst>
                    <a:ext uri="{9D8B030D-6E8A-4147-A177-3AD203B41FA5}">
                      <a16:colId xmlns:a16="http://schemas.microsoft.com/office/drawing/2014/main" val="1376768792"/>
                    </a:ext>
                  </a:extLst>
                </a:gridCol>
              </a:tblGrid>
              <a:tr h="405409">
                <a:tc>
                  <a:txBody>
                    <a:bodyPr/>
                    <a:lstStyle/>
                    <a:p>
                      <a:pPr algn="ctr" fontAlgn="ctr"/>
                      <a:r>
                        <a:rPr lang="en-US" sz="1400" b="1" u="none" strike="noStrike" dirty="0">
                          <a:solidFill>
                            <a:schemeClr val="bg1"/>
                          </a:solidFill>
                          <a:effectLst/>
                        </a:rPr>
                        <a:t>Particulars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i="0" u="none" strike="noStrike" dirty="0">
                          <a:solidFill>
                            <a:schemeClr val="bg1"/>
                          </a:solidFill>
                          <a:effectLst/>
                          <a:latin typeface="Calibri" panose="020F0502020204030204" pitchFamily="34" charset="0"/>
                        </a:rPr>
                        <a:t>Units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fontAlgn="ctr"/>
                      <a:r>
                        <a:rPr lang="en-US" sz="1400" b="1" u="none" strike="noStrike" dirty="0">
                          <a:solidFill>
                            <a:schemeClr val="bg1"/>
                          </a:solidFill>
                          <a:effectLst/>
                        </a:rPr>
                        <a:t>BAU</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dirty="0">
                          <a:solidFill>
                            <a:schemeClr val="bg1"/>
                          </a:solidFill>
                          <a:effectLst/>
                        </a:rPr>
                        <a:t>Scenario with optimized parameters</a:t>
                      </a:r>
                      <a:endParaRPr lang="en-US" sz="1400" b="1" i="0" u="none" strike="noStrike" dirty="0">
                        <a:solidFill>
                          <a:schemeClr val="bg1"/>
                        </a:solidFill>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281197601"/>
                  </a:ext>
                </a:extLst>
              </a:tr>
              <a:tr h="283786">
                <a:tc>
                  <a:txBody>
                    <a:bodyPr/>
                    <a:lstStyle/>
                    <a:p>
                      <a:pPr algn="l" fontAlgn="b"/>
                      <a:r>
                        <a:rPr lang="en-US" sz="1400" u="none" strike="noStrike" dirty="0">
                          <a:effectLst/>
                        </a:rPr>
                        <a:t>Price of Solar Modules (excl.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Rs./Wp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28.50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27.50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083500"/>
                  </a:ext>
                </a:extLst>
              </a:tr>
              <a:tr h="283786">
                <a:tc>
                  <a:txBody>
                    <a:bodyPr/>
                    <a:lstStyle/>
                    <a:p>
                      <a:pPr algn="l" fontAlgn="b"/>
                      <a:r>
                        <a:rPr lang="en-US" sz="1400" u="none" strike="noStrike" dirty="0">
                          <a:effectLst/>
                        </a:rPr>
                        <a:t>Price of Balance of System (BoS) (including GST)</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Rs. Cr/MWp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1.30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1.11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7367796"/>
                  </a:ext>
                </a:extLst>
              </a:tr>
              <a:tr h="283786">
                <a:tc>
                  <a:txBody>
                    <a:bodyPr/>
                    <a:lstStyle/>
                    <a:p>
                      <a:pPr algn="l" fontAlgn="b"/>
                      <a:r>
                        <a:rPr lang="en-US" sz="1400" u="none" strike="noStrike" dirty="0">
                          <a:effectLst/>
                        </a:rPr>
                        <a:t>Average Interest Rate over the loan tenure of 20 years</a:t>
                      </a:r>
                      <a:endParaRPr lang="en-US" sz="1400" b="0" i="0" u="none" strike="noStrike" dirty="0">
                        <a:solidFill>
                          <a:srgbClr val="000000"/>
                        </a:solidFill>
                        <a:effectLst/>
                        <a:latin typeface="Calibri" panose="020F0502020204030204" pitchFamily="34" charset="0"/>
                      </a:endParaRPr>
                    </a:p>
                  </a:txBody>
                  <a:tcPr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8%</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Calibri" panose="020F0502020204030204" pitchFamily="34" charset="0"/>
                        </a:rPr>
                        <a:t>6.5%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566768"/>
                  </a:ext>
                </a:extLst>
              </a:tr>
              <a:tr h="283786">
                <a:tc>
                  <a:txBody>
                    <a:bodyPr/>
                    <a:lstStyle/>
                    <a:p>
                      <a:pPr algn="l" fontAlgn="b"/>
                      <a:r>
                        <a:rPr lang="en-US" sz="1400" b="1" i="0" u="none" strike="noStrike" dirty="0">
                          <a:solidFill>
                            <a:srgbClr val="000000"/>
                          </a:solidFill>
                          <a:effectLst/>
                          <a:latin typeface="Calibri" panose="020F0502020204030204" pitchFamily="34" charset="0"/>
                        </a:rPr>
                        <a:t>Resultant Equity IRR considering tariff of Rs. 3.00/kWh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endParaRPr lang="en-US" sz="1400" b="1" i="0" u="none" strike="noStrike" dirty="0">
                        <a:solidFill>
                          <a:srgbClr val="000000"/>
                        </a:solidFill>
                        <a:effectLst/>
                        <a:latin typeface="Calibri" panose="020F050202020403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3.51%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r>
                        <a:rPr lang="en-US" sz="1400" b="1" i="0" u="none" strike="noStrike" dirty="0">
                          <a:solidFill>
                            <a:srgbClr val="000000"/>
                          </a:solidFill>
                          <a:effectLst/>
                          <a:latin typeface="Calibri" panose="020F0502020204030204" pitchFamily="34" charset="0"/>
                        </a:rPr>
                        <a:t>8.00%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470157282"/>
                  </a:ext>
                </a:extLst>
              </a:tr>
            </a:tbl>
          </a:graphicData>
        </a:graphic>
      </p:graphicFrame>
      <p:sp>
        <p:nvSpPr>
          <p:cNvPr id="8" name="Rectangle 7">
            <a:extLst>
              <a:ext uri="{FF2B5EF4-FFF2-40B4-BE49-F238E27FC236}">
                <a16:creationId xmlns:a16="http://schemas.microsoft.com/office/drawing/2014/main" id="{01180BF8-BB8B-447E-856B-12DBE38B01E6}"/>
              </a:ext>
            </a:extLst>
          </p:cNvPr>
          <p:cNvSpPr/>
          <p:nvPr/>
        </p:nvSpPr>
        <p:spPr bwMode="gray">
          <a:xfrm>
            <a:off x="501649" y="3295722"/>
            <a:ext cx="10933909" cy="1232735"/>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spcAft>
                <a:spcPts val="600"/>
              </a:spcAft>
            </a:pPr>
            <a:r>
              <a:rPr lang="en-US" sz="1400" b="1" i="1" dirty="0">
                <a:ln w="0"/>
                <a:solidFill>
                  <a:schemeClr val="tx1"/>
                </a:solidFill>
              </a:rPr>
              <a:t>Note:</a:t>
            </a:r>
            <a:r>
              <a:rPr lang="en-US" sz="1400" i="1" dirty="0">
                <a:ln w="0"/>
                <a:solidFill>
                  <a:schemeClr val="tx1"/>
                </a:solidFill>
              </a:rPr>
              <a:t> </a:t>
            </a:r>
          </a:p>
          <a:p>
            <a:pPr marL="285750" indent="-285750" algn="just">
              <a:lnSpc>
                <a:spcPct val="106000"/>
              </a:lnSpc>
              <a:spcAft>
                <a:spcPts val="600"/>
              </a:spcAft>
              <a:buFont typeface="Arial" panose="020B0604020202020204" pitchFamily="34" charset="0"/>
              <a:buChar char="•"/>
            </a:pPr>
            <a:r>
              <a:rPr lang="en-US" sz="1400" i="1" dirty="0">
                <a:ln w="0"/>
                <a:solidFill>
                  <a:schemeClr val="tx1"/>
                </a:solidFill>
              </a:rPr>
              <a:t>The key inputs and assumptions considered for financial analysis are based on market inputs and industry benchmarks.  </a:t>
            </a:r>
          </a:p>
          <a:p>
            <a:pPr marL="285750" indent="-285750" algn="just">
              <a:lnSpc>
                <a:spcPct val="106000"/>
              </a:lnSpc>
              <a:spcAft>
                <a:spcPts val="600"/>
              </a:spcAft>
              <a:buFont typeface="Arial" panose="020B0604020202020204" pitchFamily="34" charset="0"/>
              <a:buChar char="•"/>
            </a:pPr>
            <a:r>
              <a:rPr lang="en-US" sz="1400" i="1" dirty="0">
                <a:ln w="0"/>
                <a:solidFill>
                  <a:schemeClr val="tx1"/>
                </a:solidFill>
              </a:rPr>
              <a:t>Considering the scenarios with optimized parameters, optimization initiatives as explained in the subsequent slide can be explored by CIL</a:t>
            </a:r>
          </a:p>
          <a:p>
            <a:pPr marL="285750" indent="-285750" algn="just">
              <a:lnSpc>
                <a:spcPct val="106000"/>
              </a:lnSpc>
              <a:spcAft>
                <a:spcPts val="600"/>
              </a:spcAft>
              <a:buFont typeface="Arial" panose="020B0604020202020204" pitchFamily="34" charset="0"/>
              <a:buChar char="•"/>
            </a:pPr>
            <a:r>
              <a:rPr lang="en-US" sz="1400" i="1" dirty="0">
                <a:ln w="0"/>
                <a:solidFill>
                  <a:schemeClr val="tx1"/>
                </a:solidFill>
              </a:rPr>
              <a:t>Assumptions taken are detailed in </a:t>
            </a:r>
            <a:r>
              <a:rPr lang="en-US" sz="1400" i="1" dirty="0">
                <a:ln w="0"/>
                <a:solidFill>
                  <a:schemeClr val="tx1"/>
                </a:solidFill>
                <a:hlinkClick r:id="rId2" action="ppaction://hlinksldjump"/>
              </a:rPr>
              <a:t>Annexure 14</a:t>
            </a:r>
            <a:endParaRPr lang="en-US" sz="1400" i="1" dirty="0">
              <a:ln w="0"/>
              <a:solidFill>
                <a:schemeClr val="tx1"/>
              </a:solidFill>
            </a:endParaRPr>
          </a:p>
        </p:txBody>
      </p:sp>
    </p:spTree>
    <p:extLst>
      <p:ext uri="{BB962C8B-B14F-4D97-AF65-F5344CB8AC3E}">
        <p14:creationId xmlns:p14="http://schemas.microsoft.com/office/powerpoint/2010/main" val="423793722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Way forward for financial viability improvement and Equity IRR maximization</a:t>
            </a:r>
            <a:endParaRPr lang="en-US" sz="2400" dirty="0">
              <a:effectLst/>
              <a:latin typeface="Calibri" panose="020F0502020204030204" pitchFamily="34" charset="0"/>
              <a:ea typeface="Calibri" panose="020F0502020204030204" pitchFamily="34" charset="0"/>
            </a:endParaRPr>
          </a:p>
        </p:txBody>
      </p:sp>
      <p:sp>
        <p:nvSpPr>
          <p:cNvPr id="6" name="Rectangle 5">
            <a:extLst>
              <a:ext uri="{FF2B5EF4-FFF2-40B4-BE49-F238E27FC236}">
                <a16:creationId xmlns:a16="http://schemas.microsoft.com/office/drawing/2014/main" id="{3D99E196-FA30-4C95-8F04-E0AFCD5405ED}"/>
              </a:ext>
            </a:extLst>
          </p:cNvPr>
          <p:cNvSpPr/>
          <p:nvPr/>
        </p:nvSpPr>
        <p:spPr bwMode="gray">
          <a:xfrm>
            <a:off x="566965" y="856861"/>
            <a:ext cx="2295979" cy="3107115"/>
          </a:xfrm>
          <a:prstGeom prst="rect">
            <a:avLst/>
          </a:prstGeom>
          <a:solidFill>
            <a:srgbClr val="43B02A"/>
          </a:solidFill>
          <a:ln w="19050" algn="ctr">
            <a:solidFill>
              <a:srgbClr val="43B02A"/>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Capex optimization</a:t>
            </a:r>
          </a:p>
        </p:txBody>
      </p:sp>
      <p:sp>
        <p:nvSpPr>
          <p:cNvPr id="7" name="Rectangle 6">
            <a:extLst>
              <a:ext uri="{FF2B5EF4-FFF2-40B4-BE49-F238E27FC236}">
                <a16:creationId xmlns:a16="http://schemas.microsoft.com/office/drawing/2014/main" id="{E04497E6-9BDF-4CCB-BB78-BAAE2400E29C}"/>
              </a:ext>
            </a:extLst>
          </p:cNvPr>
          <p:cNvSpPr/>
          <p:nvPr/>
        </p:nvSpPr>
        <p:spPr bwMode="gray">
          <a:xfrm>
            <a:off x="2862944" y="856861"/>
            <a:ext cx="8707660" cy="310711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Technical DPR/engineering study needs to be undertaken to assess the opportunities to optimize capex, </a:t>
            </a:r>
            <a:r>
              <a:rPr lang="en-US" sz="1400" dirty="0" err="1">
                <a:effectLst/>
                <a:ea typeface="Calibri" panose="020F0502020204030204" pitchFamily="34" charset="0"/>
                <a:cs typeface="Times New Roman" panose="02020603050405020304" pitchFamily="18" charset="0"/>
              </a:rPr>
              <a:t>opex</a:t>
            </a:r>
            <a:r>
              <a:rPr lang="en-US" sz="1400" dirty="0">
                <a:effectLst/>
                <a:ea typeface="Calibri" panose="020F0502020204030204" pitchFamily="34" charset="0"/>
                <a:cs typeface="Times New Roman" panose="02020603050405020304" pitchFamily="18" charset="0"/>
              </a:rPr>
              <a:t> and CUF considering ground-scenarios</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For module price optimization, various arrangements for module procurement (e.g., tolling arrangement where cells and BOM will be procured by CIL; direct procurement of solar cells from Chinese suppliers; obtaining exclusive rights of module manufacturing lines on lease basis; etc.) need to be discussed with potential module suppliers</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Need for discussion with </a:t>
            </a:r>
            <a:r>
              <a:rPr lang="en-US" sz="1400" dirty="0">
                <a:effectLst/>
                <a:ea typeface="Calibri" panose="020F0502020204030204" pitchFamily="34" charset="0"/>
                <a:cs typeface="Times New Roman" panose="02020603050405020304" pitchFamily="18" charset="0"/>
                <a:hlinkClick r:id="rId2" action="ppaction://hlinksldjump"/>
              </a:rPr>
              <a:t>EPC vendors</a:t>
            </a:r>
            <a:r>
              <a:rPr lang="en-US" sz="1400" dirty="0">
                <a:effectLst/>
                <a:ea typeface="Calibri" panose="020F0502020204030204" pitchFamily="34" charset="0"/>
                <a:cs typeface="Times New Roman" panose="02020603050405020304" pitchFamily="18" charset="0"/>
              </a:rPr>
              <a:t> and </a:t>
            </a:r>
            <a:r>
              <a:rPr lang="en-US" sz="1400" dirty="0">
                <a:effectLst/>
                <a:ea typeface="Calibri" panose="020F0502020204030204" pitchFamily="34" charset="0"/>
                <a:cs typeface="Times New Roman" panose="02020603050405020304" pitchFamily="18" charset="0"/>
                <a:hlinkClick r:id="rId3" action="ppaction://hlinksldjump"/>
              </a:rPr>
              <a:t>module supplier(s</a:t>
            </a:r>
            <a:r>
              <a:rPr lang="en-US" sz="1400" dirty="0">
                <a:effectLst/>
                <a:ea typeface="Calibri" panose="020F0502020204030204" pitchFamily="34" charset="0"/>
                <a:cs typeface="Times New Roman" panose="02020603050405020304" pitchFamily="18" charset="0"/>
              </a:rPr>
              <a:t>) for exploring overall capex optimization opportunities (Discussions have been made with few EPC players and module supplier – Details provided in </a:t>
            </a:r>
            <a:r>
              <a:rPr lang="en-US" sz="1400" dirty="0">
                <a:effectLst/>
                <a:ea typeface="Calibri" panose="020F0502020204030204" pitchFamily="34" charset="0"/>
                <a:cs typeface="Times New Roman" panose="02020603050405020304" pitchFamily="18" charset="0"/>
                <a:hlinkClick r:id="rId2" action="ppaction://hlinksldjump"/>
              </a:rPr>
              <a:t>Annexure 15</a:t>
            </a:r>
            <a:r>
              <a:rPr lang="en-US" sz="1400" dirty="0">
                <a:effectLst/>
                <a:ea typeface="Calibri" panose="020F0502020204030204" pitchFamily="34" charset="0"/>
                <a:cs typeface="Times New Roman" panose="02020603050405020304" pitchFamily="18" charset="0"/>
              </a:rPr>
              <a:t> and </a:t>
            </a:r>
            <a:r>
              <a:rPr lang="en-US" sz="1400" dirty="0">
                <a:effectLst/>
                <a:ea typeface="Calibri" panose="020F0502020204030204" pitchFamily="34" charset="0"/>
                <a:cs typeface="Times New Roman" panose="02020603050405020304" pitchFamily="18" charset="0"/>
                <a:hlinkClick r:id="rId3" action="ppaction://hlinksldjump"/>
              </a:rPr>
              <a:t>Annexure 16</a:t>
            </a:r>
            <a:r>
              <a:rPr lang="en-US" sz="1400" dirty="0">
                <a:effectLst/>
                <a:ea typeface="Calibri" panose="020F0502020204030204" pitchFamily="34" charset="0"/>
                <a:cs typeface="Times New Roman" panose="02020603050405020304" pitchFamily="18" charset="0"/>
              </a:rPr>
              <a:t>)</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Option for adoption of e-reverse auction and bucket filling process for EPC / module procurement needs to be explored</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Possibility to avail </a:t>
            </a:r>
            <a:r>
              <a:rPr lang="en-US" sz="1400" dirty="0">
                <a:effectLst/>
                <a:ea typeface="Calibri" panose="020F0502020204030204" pitchFamily="34" charset="0"/>
                <a:cs typeface="Times New Roman" panose="02020603050405020304" pitchFamily="18" charset="0"/>
                <a:hlinkClick r:id="rId4" action="ppaction://hlinksldjump"/>
              </a:rPr>
              <a:t>CPSU Ph-II </a:t>
            </a:r>
            <a:r>
              <a:rPr lang="en-US" sz="1400" dirty="0">
                <a:effectLst/>
                <a:ea typeface="Calibri" panose="020F0502020204030204" pitchFamily="34" charset="0"/>
                <a:cs typeface="Times New Roman" panose="02020603050405020304" pitchFamily="18" charset="0"/>
              </a:rPr>
              <a:t>scheme needs to be explored – matter may be deliberated with MNRE / IREDA</a:t>
            </a:r>
          </a:p>
        </p:txBody>
      </p:sp>
      <p:sp>
        <p:nvSpPr>
          <p:cNvPr id="8" name="Rectangle 7">
            <a:extLst>
              <a:ext uri="{FF2B5EF4-FFF2-40B4-BE49-F238E27FC236}">
                <a16:creationId xmlns:a16="http://schemas.microsoft.com/office/drawing/2014/main" id="{682AADE4-AA7F-458D-8EA7-6FCF6BEDDBE3}"/>
              </a:ext>
            </a:extLst>
          </p:cNvPr>
          <p:cNvSpPr/>
          <p:nvPr/>
        </p:nvSpPr>
        <p:spPr bwMode="gray">
          <a:xfrm>
            <a:off x="566965" y="4038609"/>
            <a:ext cx="2295979" cy="1048137"/>
          </a:xfrm>
          <a:prstGeom prst="rect">
            <a:avLst/>
          </a:prstGeom>
          <a:solidFill>
            <a:srgbClr val="004F59"/>
          </a:solidFill>
          <a:ln w="19050" algn="ctr">
            <a:solidFill>
              <a:srgbClr val="004F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Finance cost optimization</a:t>
            </a:r>
          </a:p>
        </p:txBody>
      </p:sp>
      <p:sp>
        <p:nvSpPr>
          <p:cNvPr id="9" name="Rectangle 8">
            <a:extLst>
              <a:ext uri="{FF2B5EF4-FFF2-40B4-BE49-F238E27FC236}">
                <a16:creationId xmlns:a16="http://schemas.microsoft.com/office/drawing/2014/main" id="{E5C20119-F764-4D8B-A497-97208BDDAD4A}"/>
              </a:ext>
            </a:extLst>
          </p:cNvPr>
          <p:cNvSpPr/>
          <p:nvPr/>
        </p:nvSpPr>
        <p:spPr bwMode="gray">
          <a:xfrm>
            <a:off x="2862944" y="4038609"/>
            <a:ext cx="8707660" cy="1048137"/>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Discussions need to be held with potential lenders to assess finance costs (World Bank option may be explored)</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Possibility for bond financing and associated cost need to be explored</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Any scope for loan refinancing needs to be examined</a:t>
            </a:r>
          </a:p>
        </p:txBody>
      </p:sp>
      <p:sp>
        <p:nvSpPr>
          <p:cNvPr id="11" name="Rectangle 10">
            <a:extLst>
              <a:ext uri="{FF2B5EF4-FFF2-40B4-BE49-F238E27FC236}">
                <a16:creationId xmlns:a16="http://schemas.microsoft.com/office/drawing/2014/main" id="{C2F7A6AF-2EEA-40E1-87F4-81BAC27C2330}"/>
              </a:ext>
            </a:extLst>
          </p:cNvPr>
          <p:cNvSpPr/>
          <p:nvPr/>
        </p:nvSpPr>
        <p:spPr bwMode="gray">
          <a:xfrm>
            <a:off x="566965" y="5161379"/>
            <a:ext cx="2295979" cy="1469593"/>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Others</a:t>
            </a:r>
          </a:p>
        </p:txBody>
      </p:sp>
      <p:sp>
        <p:nvSpPr>
          <p:cNvPr id="12" name="Rectangle 11">
            <a:extLst>
              <a:ext uri="{FF2B5EF4-FFF2-40B4-BE49-F238E27FC236}">
                <a16:creationId xmlns:a16="http://schemas.microsoft.com/office/drawing/2014/main" id="{08468015-1C5A-4D75-99DF-7EAD26442A9E}"/>
              </a:ext>
            </a:extLst>
          </p:cNvPr>
          <p:cNvSpPr/>
          <p:nvPr/>
        </p:nvSpPr>
        <p:spPr bwMode="gray">
          <a:xfrm>
            <a:off x="2862944" y="5161379"/>
            <a:ext cx="8707660" cy="1469593"/>
          </a:xfrm>
          <a:prstGeom prst="rect">
            <a:avLst/>
          </a:prstGeom>
          <a:ln>
            <a:solidFill>
              <a:schemeClr val="tx1">
                <a:lumMod val="85000"/>
                <a:lumOff val="15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Charges for land and solar park (upfront charges, recurring charges, and annual escalation rates) need to be validated and negotiated with RVUNL</a:t>
            </a:r>
          </a:p>
          <a:p>
            <a:pPr marL="285750" indent="-285750" algn="just">
              <a:lnSpc>
                <a:spcPct val="106000"/>
              </a:lnSpc>
              <a:spcAft>
                <a:spcPts val="6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O&amp;M cost optimization – Deliberations need to be made with EPC players / O&amp;M service providers for identification of optimization avenues.</a:t>
            </a:r>
          </a:p>
        </p:txBody>
      </p:sp>
    </p:spTree>
    <p:extLst>
      <p:ext uri="{BB962C8B-B14F-4D97-AF65-F5344CB8AC3E}">
        <p14:creationId xmlns:p14="http://schemas.microsoft.com/office/powerpoint/2010/main" val="102337559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39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Summary and Key Takeaways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49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Summary and Key Takeaways (1/4)</a:t>
            </a:r>
            <a:endParaRPr lang="en-US" sz="2400" dirty="0">
              <a:effectLst/>
              <a:latin typeface="Calibri" panose="020F0502020204030204" pitchFamily="34" charset="0"/>
              <a:ea typeface="Calibri" panose="020F0502020204030204" pitchFamily="34" charset="0"/>
            </a:endParaRPr>
          </a:p>
        </p:txBody>
      </p:sp>
      <p:sp>
        <p:nvSpPr>
          <p:cNvPr id="6" name="Rectangle 5">
            <a:extLst>
              <a:ext uri="{FF2B5EF4-FFF2-40B4-BE49-F238E27FC236}">
                <a16:creationId xmlns:a16="http://schemas.microsoft.com/office/drawing/2014/main" id="{6E688D13-2C15-476E-B660-71802A17ABF2}"/>
              </a:ext>
            </a:extLst>
          </p:cNvPr>
          <p:cNvSpPr/>
          <p:nvPr/>
        </p:nvSpPr>
        <p:spPr bwMode="gray">
          <a:xfrm>
            <a:off x="3637164" y="1094775"/>
            <a:ext cx="7814607" cy="2312175"/>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Clarification needs to be sought from </a:t>
            </a:r>
            <a:r>
              <a:rPr lang="en-US" sz="1400" dirty="0" err="1">
                <a:cs typeface="Times New Roman" panose="02020603050405020304" pitchFamily="18" charset="0"/>
              </a:rPr>
              <a:t>MoP</a:t>
            </a:r>
            <a:r>
              <a:rPr lang="en-US" sz="1400" dirty="0">
                <a:cs typeface="Times New Roman" panose="02020603050405020304" pitchFamily="18" charset="0"/>
              </a:rPr>
              <a:t> with regards to competitive bidding clause (Clause 3.2 of Bundling Scheme dated 12</a:t>
            </a:r>
            <a:r>
              <a:rPr lang="en-US" sz="1400" baseline="30000" dirty="0">
                <a:cs typeface="Times New Roman" panose="02020603050405020304" pitchFamily="18" charset="0"/>
              </a:rPr>
              <a:t>th</a:t>
            </a:r>
            <a:r>
              <a:rPr lang="en-US" sz="1400" dirty="0">
                <a:cs typeface="Times New Roman" panose="02020603050405020304" pitchFamily="18" charset="0"/>
              </a:rPr>
              <a:t> April 2022) in case of non co-located plants; and possible requirement of seeking exemption for the same</a:t>
            </a:r>
          </a:p>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Deliberations/Liaising needed with RVUNL to assess RVUNL’s offtake capability beyond 810 MW</a:t>
            </a:r>
          </a:p>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With respect to upcoming thermal plants (~2310 MW), gestation period would likely be 4-5 years. Deliberations/Liaising needed with RVUNL to assess the timelines and the scope for bundling</a:t>
            </a:r>
          </a:p>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 Bundling option would only be viable if the achieved solar tariff be less than the Energy Charge Rate of the thermal plants</a:t>
            </a:r>
          </a:p>
        </p:txBody>
      </p:sp>
      <p:sp>
        <p:nvSpPr>
          <p:cNvPr id="10" name="Rectangle 9">
            <a:extLst>
              <a:ext uri="{FF2B5EF4-FFF2-40B4-BE49-F238E27FC236}">
                <a16:creationId xmlns:a16="http://schemas.microsoft.com/office/drawing/2014/main" id="{7304DAFB-E1FC-48C1-99B3-24994D3201FB}"/>
              </a:ext>
            </a:extLst>
          </p:cNvPr>
          <p:cNvSpPr/>
          <p:nvPr/>
        </p:nvSpPr>
        <p:spPr bwMode="gray">
          <a:xfrm>
            <a:off x="1415143" y="1094774"/>
            <a:ext cx="2222021" cy="2312175"/>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Power sale to RVUNL for existing and upcoming TPPs under bundling scheme </a:t>
            </a:r>
          </a:p>
        </p:txBody>
      </p:sp>
      <p:sp>
        <p:nvSpPr>
          <p:cNvPr id="21" name="Rectangle 20">
            <a:extLst>
              <a:ext uri="{FF2B5EF4-FFF2-40B4-BE49-F238E27FC236}">
                <a16:creationId xmlns:a16="http://schemas.microsoft.com/office/drawing/2014/main" id="{EB9BF0C8-1C93-46D9-B428-86DAD08F7F63}"/>
              </a:ext>
            </a:extLst>
          </p:cNvPr>
          <p:cNvSpPr/>
          <p:nvPr/>
        </p:nvSpPr>
        <p:spPr bwMode="gray">
          <a:xfrm>
            <a:off x="3637164" y="3646444"/>
            <a:ext cx="7814607" cy="914400"/>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cs typeface="Times New Roman" panose="02020603050405020304" pitchFamily="18" charset="0"/>
              </a:rPr>
              <a:t>Suitable Policy advocacy to be carried out at Rajasthan Energy Ministry and Regulator-levels to incorporate such arrangements in the relevant policies and regulations</a:t>
            </a:r>
          </a:p>
        </p:txBody>
      </p:sp>
      <p:sp>
        <p:nvSpPr>
          <p:cNvPr id="22" name="Rectangle 21">
            <a:extLst>
              <a:ext uri="{FF2B5EF4-FFF2-40B4-BE49-F238E27FC236}">
                <a16:creationId xmlns:a16="http://schemas.microsoft.com/office/drawing/2014/main" id="{6AE3E4DE-BA60-4DFD-A97C-ABD8A5915E21}"/>
              </a:ext>
            </a:extLst>
          </p:cNvPr>
          <p:cNvSpPr/>
          <p:nvPr/>
        </p:nvSpPr>
        <p:spPr bwMode="gray">
          <a:xfrm>
            <a:off x="1415143" y="3646445"/>
            <a:ext cx="2222021" cy="914400"/>
          </a:xfrm>
          <a:prstGeom prst="rect">
            <a:avLst/>
          </a:prstGeom>
          <a:solidFill>
            <a:srgbClr val="86BC25"/>
          </a:solidFill>
          <a:ln w="1905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Power sale to RVUNL to meet Auxiliary power requirement </a:t>
            </a:r>
          </a:p>
        </p:txBody>
      </p:sp>
      <p:sp>
        <p:nvSpPr>
          <p:cNvPr id="24" name="Rectangle 23">
            <a:extLst>
              <a:ext uri="{FF2B5EF4-FFF2-40B4-BE49-F238E27FC236}">
                <a16:creationId xmlns:a16="http://schemas.microsoft.com/office/drawing/2014/main" id="{C369BA89-FDE3-4E17-A875-479F4BEE10FE}"/>
              </a:ext>
            </a:extLst>
          </p:cNvPr>
          <p:cNvSpPr/>
          <p:nvPr/>
        </p:nvSpPr>
        <p:spPr bwMode="gray">
          <a:xfrm>
            <a:off x="3604506" y="4824948"/>
            <a:ext cx="7814607" cy="1100508"/>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spcAft>
                <a:spcPts val="12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Deliberations needed with Rajasthan </a:t>
            </a:r>
            <a:r>
              <a:rPr lang="en-US" sz="1400" dirty="0" err="1">
                <a:effectLst/>
                <a:ea typeface="Calibri" panose="020F0502020204030204" pitchFamily="34" charset="0"/>
                <a:cs typeface="Times New Roman" panose="02020603050405020304" pitchFamily="18" charset="0"/>
              </a:rPr>
              <a:t>Discoms</a:t>
            </a:r>
            <a:r>
              <a:rPr lang="en-US" sz="1400" dirty="0">
                <a:effectLst/>
                <a:ea typeface="Calibri" panose="020F0502020204030204" pitchFamily="34" charset="0"/>
                <a:cs typeface="Times New Roman" panose="02020603050405020304" pitchFamily="18" charset="0"/>
              </a:rPr>
              <a:t> to assess any potential for solar power sale given current RPO-surplus scenario</a:t>
            </a:r>
          </a:p>
          <a:p>
            <a:pPr marL="174625" indent="-174625" algn="just">
              <a:lnSpc>
                <a:spcPct val="106000"/>
              </a:lnSpc>
              <a:spcAft>
                <a:spcPts val="1200"/>
              </a:spcAft>
              <a:buFont typeface="Arial" panose="020B0604020202020204" pitchFamily="34" charset="0"/>
              <a:buChar char="•"/>
            </a:pPr>
            <a:r>
              <a:rPr lang="en-US" sz="1400" dirty="0">
                <a:ea typeface="Calibri" panose="020F0502020204030204" pitchFamily="34" charset="0"/>
                <a:cs typeface="Times New Roman" panose="02020603050405020304" pitchFamily="18" charset="0"/>
              </a:rPr>
              <a:t>Deliberations required with RERC to evaluate the likelihood for power sale under sec. 62</a:t>
            </a:r>
            <a:endParaRPr lang="en-US" sz="1400" dirty="0">
              <a:effectLst/>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686A749B-6625-4E5C-AE75-60B08A33927D}"/>
              </a:ext>
            </a:extLst>
          </p:cNvPr>
          <p:cNvSpPr/>
          <p:nvPr/>
        </p:nvSpPr>
        <p:spPr bwMode="gray">
          <a:xfrm>
            <a:off x="1382485" y="4824949"/>
            <a:ext cx="2222021" cy="1100507"/>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Power sale to Rajasthan </a:t>
            </a:r>
            <a:r>
              <a:rPr lang="en-US" sz="1400" b="1" dirty="0" err="1">
                <a:solidFill>
                  <a:schemeClr val="bg1"/>
                </a:solidFill>
              </a:rPr>
              <a:t>Discoms</a:t>
            </a:r>
            <a:r>
              <a:rPr lang="en-US" sz="1400" b="1" dirty="0">
                <a:solidFill>
                  <a:schemeClr val="bg1"/>
                </a:solidFill>
              </a:rPr>
              <a:t> under Section 62 of Electricity Act 2003</a:t>
            </a:r>
          </a:p>
        </p:txBody>
      </p:sp>
      <p:pic>
        <p:nvPicPr>
          <p:cNvPr id="30" name="Graphic 29" descr="Right pointing backhand index with solid fill">
            <a:extLst>
              <a:ext uri="{FF2B5EF4-FFF2-40B4-BE49-F238E27FC236}">
                <a16:creationId xmlns:a16="http://schemas.microsoft.com/office/drawing/2014/main" id="{F344B95D-53A4-431C-B997-4A2D821246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1782919"/>
            <a:ext cx="914400" cy="914400"/>
          </a:xfrm>
          <a:prstGeom prst="rect">
            <a:avLst/>
          </a:prstGeom>
        </p:spPr>
      </p:pic>
      <p:pic>
        <p:nvPicPr>
          <p:cNvPr id="31" name="Graphic 30" descr="Right pointing backhand index with solid fill">
            <a:extLst>
              <a:ext uri="{FF2B5EF4-FFF2-40B4-BE49-F238E27FC236}">
                <a16:creationId xmlns:a16="http://schemas.microsoft.com/office/drawing/2014/main" id="{DB60961F-2FF8-49A3-9589-BACC7FC162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3646444"/>
            <a:ext cx="914400" cy="914400"/>
          </a:xfrm>
          <a:prstGeom prst="rect">
            <a:avLst/>
          </a:prstGeom>
        </p:spPr>
      </p:pic>
      <p:pic>
        <p:nvPicPr>
          <p:cNvPr id="32" name="Graphic 31" descr="Right pointing backhand index with solid fill">
            <a:extLst>
              <a:ext uri="{FF2B5EF4-FFF2-40B4-BE49-F238E27FC236}">
                <a16:creationId xmlns:a16="http://schemas.microsoft.com/office/drawing/2014/main" id="{71BF51B7-EB56-442E-837E-AC18145A5E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5030996"/>
            <a:ext cx="914400" cy="914400"/>
          </a:xfrm>
          <a:prstGeom prst="rect">
            <a:avLst/>
          </a:prstGeom>
        </p:spPr>
      </p:pic>
    </p:spTree>
    <p:extLst>
      <p:ext uri="{BB962C8B-B14F-4D97-AF65-F5344CB8AC3E}">
        <p14:creationId xmlns:p14="http://schemas.microsoft.com/office/powerpoint/2010/main" val="189836006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Summary and Key Takeaways (2/4)</a:t>
            </a:r>
            <a:endParaRPr lang="en-US" sz="2400" dirty="0">
              <a:effectLst/>
              <a:latin typeface="Calibri" panose="020F0502020204030204" pitchFamily="34" charset="0"/>
              <a:ea typeface="Calibri" panose="020F0502020204030204" pitchFamily="34" charset="0"/>
            </a:endParaRPr>
          </a:p>
        </p:txBody>
      </p:sp>
      <p:sp>
        <p:nvSpPr>
          <p:cNvPr id="21" name="Rectangle 20">
            <a:extLst>
              <a:ext uri="{FF2B5EF4-FFF2-40B4-BE49-F238E27FC236}">
                <a16:creationId xmlns:a16="http://schemas.microsoft.com/office/drawing/2014/main" id="{EB9BF0C8-1C93-46D9-B428-86DAD08F7F63}"/>
              </a:ext>
            </a:extLst>
          </p:cNvPr>
          <p:cNvSpPr/>
          <p:nvPr/>
        </p:nvSpPr>
        <p:spPr bwMode="gray">
          <a:xfrm>
            <a:off x="3637164" y="1080799"/>
            <a:ext cx="7814607" cy="2710969"/>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cs typeface="Times New Roman" panose="02020603050405020304" pitchFamily="18" charset="0"/>
              </a:rPr>
              <a:t>Options identified with respect to sale of power u/s 63 are as follows:</a:t>
            </a:r>
          </a:p>
          <a:p>
            <a:pPr marL="742950" lvl="1" indent="-285750" algn="just">
              <a:lnSpc>
                <a:spcPct val="106000"/>
              </a:lnSpc>
              <a:buFont typeface="Courier New" panose="02070309020205020404" pitchFamily="49" charset="0"/>
              <a:buChar char="o"/>
            </a:pPr>
            <a:r>
              <a:rPr lang="en-US" sz="1400" dirty="0">
                <a:cs typeface="Times New Roman" panose="02020603050405020304" pitchFamily="18" charset="0"/>
              </a:rPr>
              <a:t>sale of power within Rajasthan (TBCB)</a:t>
            </a:r>
          </a:p>
          <a:p>
            <a:pPr marL="742950" lvl="1" indent="-285750" algn="just">
              <a:lnSpc>
                <a:spcPct val="106000"/>
              </a:lnSpc>
              <a:buFont typeface="Courier New" panose="02070309020205020404" pitchFamily="49" charset="0"/>
              <a:buChar char="o"/>
            </a:pPr>
            <a:r>
              <a:rPr lang="en-US" sz="1400" dirty="0">
                <a:cs typeface="Times New Roman" panose="02020603050405020304" pitchFamily="18" charset="0"/>
              </a:rPr>
              <a:t>Sale of power outside Rajasthan (TBCB)</a:t>
            </a:r>
          </a:p>
          <a:p>
            <a:pPr marL="742950" lvl="1" indent="-285750" algn="just">
              <a:lnSpc>
                <a:spcPct val="106000"/>
              </a:lnSpc>
              <a:buFont typeface="Courier New" panose="02070309020205020404" pitchFamily="49" charset="0"/>
              <a:buChar char="o"/>
            </a:pPr>
            <a:r>
              <a:rPr lang="en-US" sz="1400" dirty="0">
                <a:cs typeface="Times New Roman" panose="02020603050405020304" pitchFamily="18" charset="0"/>
              </a:rPr>
              <a:t>Sale of power through RE projects developed under CPSU scheme</a:t>
            </a:r>
          </a:p>
          <a:p>
            <a:pPr marL="174625" indent="-174625" algn="just">
              <a:lnSpc>
                <a:spcPct val="106000"/>
              </a:lnSpc>
              <a:buFont typeface="Arial" panose="020B0604020202020204" pitchFamily="34" charset="0"/>
              <a:buChar char="•"/>
            </a:pPr>
            <a:r>
              <a:rPr lang="en-US" sz="1400" dirty="0"/>
              <a:t>Regular tender tracking, with proper tender screening and assessment for further </a:t>
            </a:r>
            <a:r>
              <a:rPr lang="en-US" sz="1400" dirty="0" err="1"/>
              <a:t>deepdown</a:t>
            </a:r>
            <a:r>
              <a:rPr lang="en-US" sz="1400" dirty="0"/>
              <a:t> evaluation need to be carried out</a:t>
            </a:r>
          </a:p>
          <a:p>
            <a:pPr marL="174625" indent="-174625" algn="just">
              <a:lnSpc>
                <a:spcPct val="106000"/>
              </a:lnSpc>
              <a:buFont typeface="Arial" panose="020B0604020202020204" pitchFamily="34" charset="0"/>
              <a:buChar char="•"/>
            </a:pPr>
            <a:r>
              <a:rPr lang="en-US" sz="1400" dirty="0"/>
              <a:t>Liaising with appropriate authorities (SECI/NTPC/State DISCOMs etc. w.r.t conventional RE tenders and IREDA w.r.t RE tenders under CPSU scheme) to understand timelines for floating future tenders</a:t>
            </a:r>
          </a:p>
          <a:p>
            <a:pPr marL="174625" indent="-174625" algn="just">
              <a:lnSpc>
                <a:spcPct val="106000"/>
              </a:lnSpc>
              <a:buFont typeface="Arial" panose="020B0604020202020204" pitchFamily="34" charset="0"/>
              <a:buChar char="•"/>
            </a:pPr>
            <a:r>
              <a:rPr lang="en-US" sz="1400" dirty="0"/>
              <a:t>Proper cost optimization exercises need to be carried out in order to be able to win capacities in such tenders</a:t>
            </a:r>
          </a:p>
          <a:p>
            <a:pPr marL="174625" indent="-174625" algn="just">
              <a:lnSpc>
                <a:spcPct val="106000"/>
              </a:lnSpc>
              <a:buFont typeface="Arial" panose="020B0604020202020204" pitchFamily="34" charset="0"/>
              <a:buChar char="•"/>
            </a:pPr>
            <a:r>
              <a:rPr lang="en-US" sz="1400" dirty="0"/>
              <a:t>For tenders under CPSU scheme, power </a:t>
            </a:r>
            <a:r>
              <a:rPr lang="en-US" sz="1400" dirty="0" err="1"/>
              <a:t>offtaker</a:t>
            </a:r>
            <a:r>
              <a:rPr lang="en-US" sz="1400" dirty="0"/>
              <a:t> would have to be identified by CIL</a:t>
            </a:r>
          </a:p>
        </p:txBody>
      </p:sp>
      <p:sp>
        <p:nvSpPr>
          <p:cNvPr id="22" name="Rectangle 21">
            <a:extLst>
              <a:ext uri="{FF2B5EF4-FFF2-40B4-BE49-F238E27FC236}">
                <a16:creationId xmlns:a16="http://schemas.microsoft.com/office/drawing/2014/main" id="{6AE3E4DE-BA60-4DFD-A97C-ABD8A5915E21}"/>
              </a:ext>
            </a:extLst>
          </p:cNvPr>
          <p:cNvSpPr/>
          <p:nvPr/>
        </p:nvSpPr>
        <p:spPr bwMode="gray">
          <a:xfrm>
            <a:off x="1415143" y="1080797"/>
            <a:ext cx="2222021" cy="2687527"/>
          </a:xfrm>
          <a:prstGeom prst="rect">
            <a:avLst/>
          </a:prstGeom>
          <a:solidFill>
            <a:srgbClr val="86BC25"/>
          </a:solidFill>
          <a:ln w="1905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Power Sale u/s 63</a:t>
            </a:r>
          </a:p>
        </p:txBody>
      </p:sp>
      <p:sp>
        <p:nvSpPr>
          <p:cNvPr id="24" name="Rectangle 23">
            <a:extLst>
              <a:ext uri="{FF2B5EF4-FFF2-40B4-BE49-F238E27FC236}">
                <a16:creationId xmlns:a16="http://schemas.microsoft.com/office/drawing/2014/main" id="{C369BA89-FDE3-4E17-A875-479F4BEE10FE}"/>
              </a:ext>
            </a:extLst>
          </p:cNvPr>
          <p:cNvSpPr/>
          <p:nvPr/>
        </p:nvSpPr>
        <p:spPr bwMode="gray">
          <a:xfrm>
            <a:off x="3637164" y="3924270"/>
            <a:ext cx="7814607" cy="1100508"/>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Large scale consumers should be targeted</a:t>
            </a:r>
          </a:p>
          <a:p>
            <a:pPr marL="174625" indent="-174625" algn="just">
              <a:lnSpc>
                <a:spcPct val="106000"/>
              </a:lnSpc>
              <a:buFont typeface="Arial" panose="020B0604020202020204" pitchFamily="34" charset="0"/>
              <a:buChar char="•"/>
            </a:pPr>
            <a:r>
              <a:rPr lang="en-US" sz="1400" dirty="0">
                <a:ea typeface="Calibri" panose="020F0502020204030204" pitchFamily="34" charset="0"/>
                <a:cs typeface="Times New Roman" panose="02020603050405020304" pitchFamily="18" charset="0"/>
              </a:rPr>
              <a:t>Supplying power to consumers situated outside Rajasthan would only be viable if ISTS waiver on charges is applicable</a:t>
            </a:r>
          </a:p>
          <a:p>
            <a:pPr marL="174625" indent="-174625" algn="just">
              <a:lnSpc>
                <a:spcPct val="106000"/>
              </a:lnSpc>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Long-term PPA should be preferred for execution</a:t>
            </a:r>
          </a:p>
        </p:txBody>
      </p:sp>
      <p:sp>
        <p:nvSpPr>
          <p:cNvPr id="25" name="Rectangle 24">
            <a:extLst>
              <a:ext uri="{FF2B5EF4-FFF2-40B4-BE49-F238E27FC236}">
                <a16:creationId xmlns:a16="http://schemas.microsoft.com/office/drawing/2014/main" id="{686A749B-6625-4E5C-AE75-60B08A33927D}"/>
              </a:ext>
            </a:extLst>
          </p:cNvPr>
          <p:cNvSpPr/>
          <p:nvPr/>
        </p:nvSpPr>
        <p:spPr bwMode="gray">
          <a:xfrm>
            <a:off x="1415143" y="3924271"/>
            <a:ext cx="2222021" cy="1100507"/>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Sale to Open Access Consumers (C&amp;I)</a:t>
            </a:r>
          </a:p>
        </p:txBody>
      </p:sp>
      <p:pic>
        <p:nvPicPr>
          <p:cNvPr id="31" name="Graphic 30" descr="Right pointing backhand index with solid fill">
            <a:extLst>
              <a:ext uri="{FF2B5EF4-FFF2-40B4-BE49-F238E27FC236}">
                <a16:creationId xmlns:a16="http://schemas.microsoft.com/office/drawing/2014/main" id="{DB60961F-2FF8-49A3-9589-BACC7FC162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658" y="1781368"/>
            <a:ext cx="914400" cy="914400"/>
          </a:xfrm>
          <a:prstGeom prst="rect">
            <a:avLst/>
          </a:prstGeom>
        </p:spPr>
      </p:pic>
      <p:pic>
        <p:nvPicPr>
          <p:cNvPr id="32" name="Graphic 31" descr="Right pointing backhand index with solid fill">
            <a:extLst>
              <a:ext uri="{FF2B5EF4-FFF2-40B4-BE49-F238E27FC236}">
                <a16:creationId xmlns:a16="http://schemas.microsoft.com/office/drawing/2014/main" id="{71BF51B7-EB56-442E-837E-AC18145A5E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658" y="4130318"/>
            <a:ext cx="914400" cy="914400"/>
          </a:xfrm>
          <a:prstGeom prst="rect">
            <a:avLst/>
          </a:prstGeom>
        </p:spPr>
      </p:pic>
      <p:sp>
        <p:nvSpPr>
          <p:cNvPr id="12" name="Rectangle 11">
            <a:extLst>
              <a:ext uri="{FF2B5EF4-FFF2-40B4-BE49-F238E27FC236}">
                <a16:creationId xmlns:a16="http://schemas.microsoft.com/office/drawing/2014/main" id="{7EF91A3B-CEAD-4637-B00F-CEA87109CDFF}"/>
              </a:ext>
            </a:extLst>
          </p:cNvPr>
          <p:cNvSpPr/>
          <p:nvPr/>
        </p:nvSpPr>
        <p:spPr bwMode="gray">
          <a:xfrm>
            <a:off x="3637164" y="5213380"/>
            <a:ext cx="7814607" cy="1285391"/>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t>Deliberations may be made with the leading power traders to understand the opportunity for power sale through the traders. </a:t>
            </a:r>
          </a:p>
          <a:p>
            <a:pPr marL="174625" indent="-174625" algn="just">
              <a:lnSpc>
                <a:spcPct val="106000"/>
              </a:lnSpc>
              <a:buFont typeface="Arial" panose="020B0604020202020204" pitchFamily="34" charset="0"/>
              <a:buChar char="•"/>
            </a:pPr>
            <a:r>
              <a:rPr lang="en-US" sz="1400" dirty="0"/>
              <a:t>Sale to power traders will be commercially viable for CIL only when the selling tariff is greater than the cost of generation</a:t>
            </a:r>
          </a:p>
          <a:p>
            <a:pPr marL="174625" indent="-174625" algn="just">
              <a:lnSpc>
                <a:spcPct val="106000"/>
              </a:lnSpc>
              <a:buFont typeface="Arial" panose="020B0604020202020204" pitchFamily="34" charset="0"/>
              <a:buChar char="•"/>
            </a:pPr>
            <a:r>
              <a:rPr lang="en-US" sz="1400" dirty="0"/>
              <a:t>long-term contracts will be more preferable for CIL due to tariff certainty</a:t>
            </a:r>
          </a:p>
        </p:txBody>
      </p:sp>
      <p:sp>
        <p:nvSpPr>
          <p:cNvPr id="13" name="Rectangle 12">
            <a:extLst>
              <a:ext uri="{FF2B5EF4-FFF2-40B4-BE49-F238E27FC236}">
                <a16:creationId xmlns:a16="http://schemas.microsoft.com/office/drawing/2014/main" id="{39CFD0FF-176E-4E8E-A171-E484E27B5DCA}"/>
              </a:ext>
            </a:extLst>
          </p:cNvPr>
          <p:cNvSpPr/>
          <p:nvPr/>
        </p:nvSpPr>
        <p:spPr bwMode="gray">
          <a:xfrm>
            <a:off x="1415143" y="5213381"/>
            <a:ext cx="2222021" cy="1285390"/>
          </a:xfrm>
          <a:prstGeom prst="rect">
            <a:avLst/>
          </a:prstGeom>
          <a:solidFill>
            <a:srgbClr val="86BC25"/>
          </a:solidFill>
          <a:ln w="1905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Energy Sale to Trading Licensees in India</a:t>
            </a:r>
          </a:p>
        </p:txBody>
      </p:sp>
      <p:pic>
        <p:nvPicPr>
          <p:cNvPr id="14" name="Graphic 13" descr="Right pointing backhand index with solid fill">
            <a:extLst>
              <a:ext uri="{FF2B5EF4-FFF2-40B4-BE49-F238E27FC236}">
                <a16:creationId xmlns:a16="http://schemas.microsoft.com/office/drawing/2014/main" id="{2B6017D8-FB35-4BB7-9814-6B32693AF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658" y="5398875"/>
            <a:ext cx="914400" cy="914400"/>
          </a:xfrm>
          <a:prstGeom prst="rect">
            <a:avLst/>
          </a:prstGeom>
        </p:spPr>
      </p:pic>
    </p:spTree>
    <p:extLst>
      <p:ext uri="{BB962C8B-B14F-4D97-AF65-F5344CB8AC3E}">
        <p14:creationId xmlns:p14="http://schemas.microsoft.com/office/powerpoint/2010/main" val="316584583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Summary and Key Takeaways (3/4)</a:t>
            </a:r>
            <a:endParaRPr lang="en-US" sz="2400" dirty="0">
              <a:effectLst/>
              <a:latin typeface="Calibri" panose="020F0502020204030204" pitchFamily="34" charset="0"/>
              <a:ea typeface="Calibri" panose="020F0502020204030204" pitchFamily="34" charset="0"/>
            </a:endParaRPr>
          </a:p>
        </p:txBody>
      </p:sp>
      <p:sp>
        <p:nvSpPr>
          <p:cNvPr id="21" name="Rectangle 20">
            <a:extLst>
              <a:ext uri="{FF2B5EF4-FFF2-40B4-BE49-F238E27FC236}">
                <a16:creationId xmlns:a16="http://schemas.microsoft.com/office/drawing/2014/main" id="{EB9BF0C8-1C93-46D9-B428-86DAD08F7F63}"/>
              </a:ext>
            </a:extLst>
          </p:cNvPr>
          <p:cNvSpPr/>
          <p:nvPr/>
        </p:nvSpPr>
        <p:spPr bwMode="gray">
          <a:xfrm>
            <a:off x="3637164" y="1366954"/>
            <a:ext cx="7814607" cy="1244532"/>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Price of sale through the various options of exchange would be subject to fluctuations</a:t>
            </a:r>
          </a:p>
          <a:p>
            <a:pPr marL="174625" indent="-174625" algn="just">
              <a:lnSpc>
                <a:spcPct val="106000"/>
              </a:lnSpc>
              <a:spcAft>
                <a:spcPts val="1200"/>
              </a:spcAft>
              <a:buFont typeface="Arial" panose="020B0604020202020204" pitchFamily="34" charset="0"/>
              <a:buChar char="•"/>
            </a:pPr>
            <a:r>
              <a:rPr lang="en-US" sz="1400" dirty="0">
                <a:cs typeface="Times New Roman" panose="02020603050405020304" pitchFamily="18" charset="0"/>
              </a:rPr>
              <a:t>This would only be a short-term solution with respect to power offtake</a:t>
            </a:r>
          </a:p>
        </p:txBody>
      </p:sp>
      <p:sp>
        <p:nvSpPr>
          <p:cNvPr id="22" name="Rectangle 21">
            <a:extLst>
              <a:ext uri="{FF2B5EF4-FFF2-40B4-BE49-F238E27FC236}">
                <a16:creationId xmlns:a16="http://schemas.microsoft.com/office/drawing/2014/main" id="{6AE3E4DE-BA60-4DFD-A97C-ABD8A5915E21}"/>
              </a:ext>
            </a:extLst>
          </p:cNvPr>
          <p:cNvSpPr/>
          <p:nvPr/>
        </p:nvSpPr>
        <p:spPr bwMode="gray">
          <a:xfrm>
            <a:off x="1415143" y="1366953"/>
            <a:ext cx="2222021" cy="1244533"/>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pPr>
            <a:r>
              <a:rPr lang="en-US" sz="1400" b="1" dirty="0">
                <a:solidFill>
                  <a:schemeClr val="bg1"/>
                </a:solidFill>
              </a:rPr>
              <a:t>Sale through Energy exchange</a:t>
            </a:r>
          </a:p>
        </p:txBody>
      </p:sp>
      <p:sp>
        <p:nvSpPr>
          <p:cNvPr id="24" name="Rectangle 23">
            <a:extLst>
              <a:ext uri="{FF2B5EF4-FFF2-40B4-BE49-F238E27FC236}">
                <a16:creationId xmlns:a16="http://schemas.microsoft.com/office/drawing/2014/main" id="{C369BA89-FDE3-4E17-A875-479F4BEE10FE}"/>
              </a:ext>
            </a:extLst>
          </p:cNvPr>
          <p:cNvSpPr/>
          <p:nvPr/>
        </p:nvSpPr>
        <p:spPr bwMode="gray">
          <a:xfrm>
            <a:off x="3604506" y="4448695"/>
            <a:ext cx="7814607" cy="1425900"/>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cs typeface="Times New Roman" panose="02020603050405020304" pitchFamily="18" charset="0"/>
              </a:rPr>
              <a:t>Best fit construction and O&amp;M modalities may be selected considering CIL’s intent to scale up its solar generation business, implementation and operational challenges, risk mitigation strategy</a:t>
            </a:r>
          </a:p>
        </p:txBody>
      </p:sp>
      <p:sp>
        <p:nvSpPr>
          <p:cNvPr id="25" name="Rectangle 24">
            <a:extLst>
              <a:ext uri="{FF2B5EF4-FFF2-40B4-BE49-F238E27FC236}">
                <a16:creationId xmlns:a16="http://schemas.microsoft.com/office/drawing/2014/main" id="{686A749B-6625-4E5C-AE75-60B08A33927D}"/>
              </a:ext>
            </a:extLst>
          </p:cNvPr>
          <p:cNvSpPr/>
          <p:nvPr/>
        </p:nvSpPr>
        <p:spPr bwMode="gray">
          <a:xfrm>
            <a:off x="1382485" y="4448696"/>
            <a:ext cx="2222021" cy="1425899"/>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Selection of Construction and O&amp;M modalities</a:t>
            </a:r>
          </a:p>
        </p:txBody>
      </p:sp>
      <p:pic>
        <p:nvPicPr>
          <p:cNvPr id="31" name="Graphic 30" descr="Right pointing backhand index with solid fill">
            <a:extLst>
              <a:ext uri="{FF2B5EF4-FFF2-40B4-BE49-F238E27FC236}">
                <a16:creationId xmlns:a16="http://schemas.microsoft.com/office/drawing/2014/main" id="{DB60961F-2FF8-49A3-9589-BACC7FC162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1532019"/>
            <a:ext cx="914400" cy="914400"/>
          </a:xfrm>
          <a:prstGeom prst="rect">
            <a:avLst/>
          </a:prstGeom>
        </p:spPr>
      </p:pic>
      <p:pic>
        <p:nvPicPr>
          <p:cNvPr id="32" name="Graphic 31" descr="Right pointing backhand index with solid fill">
            <a:extLst>
              <a:ext uri="{FF2B5EF4-FFF2-40B4-BE49-F238E27FC236}">
                <a16:creationId xmlns:a16="http://schemas.microsoft.com/office/drawing/2014/main" id="{71BF51B7-EB56-442E-837E-AC18145A5E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4704445"/>
            <a:ext cx="914400" cy="914400"/>
          </a:xfrm>
          <a:prstGeom prst="rect">
            <a:avLst/>
          </a:prstGeom>
        </p:spPr>
      </p:pic>
      <p:sp>
        <p:nvSpPr>
          <p:cNvPr id="15" name="Rectangle 14">
            <a:extLst>
              <a:ext uri="{FF2B5EF4-FFF2-40B4-BE49-F238E27FC236}">
                <a16:creationId xmlns:a16="http://schemas.microsoft.com/office/drawing/2014/main" id="{2F04D22B-8174-4B80-8752-651707690875}"/>
              </a:ext>
            </a:extLst>
          </p:cNvPr>
          <p:cNvSpPr/>
          <p:nvPr/>
        </p:nvSpPr>
        <p:spPr bwMode="gray">
          <a:xfrm>
            <a:off x="3637164" y="2868845"/>
            <a:ext cx="7814607" cy="1244532"/>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spcAft>
                <a:spcPts val="12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Confirmation from </a:t>
            </a:r>
            <a:r>
              <a:rPr lang="en-US" sz="1400" dirty="0" err="1">
                <a:effectLst/>
                <a:ea typeface="Calibri" panose="020F0502020204030204" pitchFamily="34" charset="0"/>
                <a:cs typeface="Times New Roman" panose="02020603050405020304" pitchFamily="18" charset="0"/>
              </a:rPr>
              <a:t>MoP</a:t>
            </a:r>
            <a:r>
              <a:rPr lang="en-US" sz="1400" dirty="0">
                <a:effectLst/>
                <a:ea typeface="Calibri" panose="020F0502020204030204" pitchFamily="34" charset="0"/>
                <a:cs typeface="Times New Roman" panose="02020603050405020304" pitchFamily="18" charset="0"/>
              </a:rPr>
              <a:t> required on applicability of ISTS charges waiver as per </a:t>
            </a:r>
            <a:r>
              <a:rPr lang="en-US" sz="1400" dirty="0" err="1">
                <a:effectLst/>
                <a:ea typeface="Calibri" panose="020F0502020204030204" pitchFamily="34" charset="0"/>
                <a:cs typeface="Times New Roman" panose="02020603050405020304" pitchFamily="18" charset="0"/>
              </a:rPr>
              <a:t>MoP</a:t>
            </a:r>
            <a:r>
              <a:rPr lang="en-US" sz="1400" dirty="0">
                <a:effectLst/>
                <a:ea typeface="Calibri" panose="020F0502020204030204" pitchFamily="34" charset="0"/>
                <a:cs typeface="Times New Roman" panose="02020603050405020304" pitchFamily="18" charset="0"/>
              </a:rPr>
              <a:t> order dated 23.11.2021</a:t>
            </a:r>
          </a:p>
          <a:p>
            <a:pPr marL="174625" indent="-174625" algn="just">
              <a:lnSpc>
                <a:spcPct val="106000"/>
              </a:lnSpc>
              <a:spcAft>
                <a:spcPts val="1200"/>
              </a:spcAft>
              <a:buFont typeface="Arial" panose="020B0604020202020204" pitchFamily="34" charset="0"/>
              <a:buChar char="•"/>
            </a:pPr>
            <a:r>
              <a:rPr lang="en-US" sz="1400" dirty="0">
                <a:effectLst/>
                <a:ea typeface="Calibri" panose="020F0502020204030204" pitchFamily="34" charset="0"/>
                <a:cs typeface="Times New Roman" panose="02020603050405020304" pitchFamily="18" charset="0"/>
              </a:rPr>
              <a:t>Detailed commercial viability assessment  of the captive model needs to be undertaken</a:t>
            </a:r>
          </a:p>
        </p:txBody>
      </p:sp>
      <p:sp>
        <p:nvSpPr>
          <p:cNvPr id="16" name="Rectangle 15">
            <a:extLst>
              <a:ext uri="{FF2B5EF4-FFF2-40B4-BE49-F238E27FC236}">
                <a16:creationId xmlns:a16="http://schemas.microsoft.com/office/drawing/2014/main" id="{4F4353BB-057E-4825-AA99-95036B580990}"/>
              </a:ext>
            </a:extLst>
          </p:cNvPr>
          <p:cNvSpPr/>
          <p:nvPr/>
        </p:nvSpPr>
        <p:spPr bwMode="gray">
          <a:xfrm>
            <a:off x="1415143" y="2868846"/>
            <a:ext cx="2222021" cy="1244530"/>
          </a:xfrm>
          <a:prstGeom prst="rect">
            <a:avLst/>
          </a:prstGeom>
          <a:solidFill>
            <a:srgbClr val="86BC25"/>
          </a:solidFill>
          <a:ln w="1905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Use of solar power for captive consumption by CIL </a:t>
            </a:r>
          </a:p>
        </p:txBody>
      </p:sp>
      <p:pic>
        <p:nvPicPr>
          <p:cNvPr id="17" name="Graphic 16" descr="Right pointing backhand index with solid fill">
            <a:extLst>
              <a:ext uri="{FF2B5EF4-FFF2-40B4-BE49-F238E27FC236}">
                <a16:creationId xmlns:a16="http://schemas.microsoft.com/office/drawing/2014/main" id="{9040159A-C6BD-4F30-A8FD-1722692754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085" y="3033911"/>
            <a:ext cx="914400" cy="914400"/>
          </a:xfrm>
          <a:prstGeom prst="rect">
            <a:avLst/>
          </a:prstGeom>
        </p:spPr>
      </p:pic>
    </p:spTree>
    <p:extLst>
      <p:ext uri="{BB962C8B-B14F-4D97-AF65-F5344CB8AC3E}">
        <p14:creationId xmlns:p14="http://schemas.microsoft.com/office/powerpoint/2010/main" val="143168577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Summary and Key Takeaways (4/4)</a:t>
            </a:r>
            <a:endParaRPr lang="en-US" sz="2400" dirty="0">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C369BA89-FDE3-4E17-A875-479F4BEE10FE}"/>
              </a:ext>
            </a:extLst>
          </p:cNvPr>
          <p:cNvSpPr/>
          <p:nvPr/>
        </p:nvSpPr>
        <p:spPr bwMode="gray">
          <a:xfrm>
            <a:off x="3528306" y="1367943"/>
            <a:ext cx="7814607" cy="2518258"/>
          </a:xfrm>
          <a:prstGeom prst="rect">
            <a:avLst/>
          </a:prstGeom>
          <a:ln>
            <a:solidFill>
              <a:srgbClr val="5959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1200"/>
              </a:spcAft>
              <a:buFont typeface="Arial" panose="020B0604020202020204" pitchFamily="34" charset="0"/>
              <a:buChar char="•"/>
            </a:pPr>
            <a:r>
              <a:rPr lang="en-US" sz="1400" dirty="0">
                <a:ln w="0"/>
                <a:solidFill>
                  <a:schemeClr val="tx1"/>
                </a:solidFill>
              </a:rPr>
              <a:t>Formation of JV with RVUNL would only be beneficial if CIL gets to execute the capacity of 810 MW under EPC bidding route rather than TBCB</a:t>
            </a:r>
          </a:p>
          <a:p>
            <a:pPr marL="285750" indent="-285750" algn="just">
              <a:lnSpc>
                <a:spcPct val="106000"/>
              </a:lnSpc>
              <a:spcAft>
                <a:spcPts val="1200"/>
              </a:spcAft>
              <a:buFont typeface="Arial" panose="020B0604020202020204" pitchFamily="34" charset="0"/>
              <a:buChar char="•"/>
            </a:pPr>
            <a:r>
              <a:rPr lang="en-US" sz="1400" dirty="0">
                <a:ln w="0"/>
                <a:solidFill>
                  <a:schemeClr val="tx1"/>
                </a:solidFill>
              </a:rPr>
              <a:t>This option may be viable post </a:t>
            </a:r>
            <a:r>
              <a:rPr lang="en-US" sz="1400" dirty="0" err="1">
                <a:ln w="0"/>
                <a:solidFill>
                  <a:schemeClr val="tx1"/>
                </a:solidFill>
              </a:rPr>
              <a:t>MoP</a:t>
            </a:r>
            <a:r>
              <a:rPr lang="en-US" sz="1400" dirty="0">
                <a:ln w="0"/>
                <a:solidFill>
                  <a:schemeClr val="tx1"/>
                </a:solidFill>
              </a:rPr>
              <a:t> clarification on Clause 3.2 of Bundling scheme guidelines dated 12</a:t>
            </a:r>
            <a:r>
              <a:rPr lang="en-US" sz="1400" baseline="30000" dirty="0">
                <a:ln w="0"/>
                <a:solidFill>
                  <a:schemeClr val="tx1"/>
                </a:solidFill>
              </a:rPr>
              <a:t>th</a:t>
            </a:r>
            <a:r>
              <a:rPr lang="en-US" sz="1400" dirty="0">
                <a:ln w="0"/>
                <a:solidFill>
                  <a:schemeClr val="tx1"/>
                </a:solidFill>
              </a:rPr>
              <a:t> Apr ’22 (only if </a:t>
            </a:r>
            <a:r>
              <a:rPr lang="en-US" sz="1400" dirty="0" err="1">
                <a:ln w="0"/>
                <a:solidFill>
                  <a:schemeClr val="tx1"/>
                </a:solidFill>
              </a:rPr>
              <a:t>MoP</a:t>
            </a:r>
            <a:r>
              <a:rPr lang="en-US" sz="1400" dirty="0">
                <a:ln w="0"/>
                <a:solidFill>
                  <a:schemeClr val="tx1"/>
                </a:solidFill>
              </a:rPr>
              <a:t> agrees that Competitive EPC tendering can be considered under “competitive bidding”; or else grant of suitable exemption thereunder)</a:t>
            </a:r>
          </a:p>
          <a:p>
            <a:pPr marL="285750" indent="-285750" algn="just">
              <a:lnSpc>
                <a:spcPct val="106000"/>
              </a:lnSpc>
              <a:spcAft>
                <a:spcPts val="1200"/>
              </a:spcAft>
              <a:buFont typeface="Arial" panose="020B0604020202020204" pitchFamily="34" charset="0"/>
              <a:buChar char="•"/>
            </a:pPr>
            <a:r>
              <a:rPr lang="en-US" sz="1400" dirty="0">
                <a:ln w="0"/>
                <a:solidFill>
                  <a:schemeClr val="tx1"/>
                </a:solidFill>
              </a:rPr>
              <a:t>Synergy of the JV can be advantageous, however the current poor financial health of RVUNL can be a matter of concern; adequate clauses w.r.t minimizing/mitigating risk measures should be incorporated while drafting the JV </a:t>
            </a:r>
            <a:r>
              <a:rPr lang="en-US" sz="1400">
                <a:ln w="0"/>
                <a:solidFill>
                  <a:schemeClr val="tx1"/>
                </a:solidFill>
              </a:rPr>
              <a:t>agreement to </a:t>
            </a:r>
            <a:r>
              <a:rPr lang="en-US" sz="1400" dirty="0">
                <a:ln w="0"/>
                <a:solidFill>
                  <a:schemeClr val="tx1"/>
                </a:solidFill>
              </a:rPr>
              <a:t>protect the interests of CIL</a:t>
            </a:r>
          </a:p>
        </p:txBody>
      </p:sp>
      <p:sp>
        <p:nvSpPr>
          <p:cNvPr id="25" name="Rectangle 24">
            <a:extLst>
              <a:ext uri="{FF2B5EF4-FFF2-40B4-BE49-F238E27FC236}">
                <a16:creationId xmlns:a16="http://schemas.microsoft.com/office/drawing/2014/main" id="{686A749B-6625-4E5C-AE75-60B08A33927D}"/>
              </a:ext>
            </a:extLst>
          </p:cNvPr>
          <p:cNvSpPr/>
          <p:nvPr/>
        </p:nvSpPr>
        <p:spPr bwMode="gray">
          <a:xfrm>
            <a:off x="1306285" y="1367942"/>
            <a:ext cx="2222021" cy="2518258"/>
          </a:xfrm>
          <a:prstGeom prst="rect">
            <a:avLst/>
          </a:prstGeom>
          <a:solidFill>
            <a:schemeClr val="tx1">
              <a:lumMod val="65000"/>
              <a:lumOff val="35000"/>
            </a:schemeClr>
          </a:solidFill>
          <a:ln w="19050" algn="ctr">
            <a:solidFill>
              <a:srgbClr val="595959"/>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Option of forming Joint Venture Company with RVUNL</a:t>
            </a:r>
          </a:p>
        </p:txBody>
      </p:sp>
      <p:pic>
        <p:nvPicPr>
          <p:cNvPr id="32" name="Graphic 31" descr="Right pointing backhand index with solid fill">
            <a:extLst>
              <a:ext uri="{FF2B5EF4-FFF2-40B4-BE49-F238E27FC236}">
                <a16:creationId xmlns:a16="http://schemas.microsoft.com/office/drawing/2014/main" id="{71BF51B7-EB56-442E-837E-AC18145A5E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 y="2169871"/>
            <a:ext cx="914400" cy="914400"/>
          </a:xfrm>
          <a:prstGeom prst="rect">
            <a:avLst/>
          </a:prstGeom>
        </p:spPr>
      </p:pic>
      <p:sp>
        <p:nvSpPr>
          <p:cNvPr id="12" name="Rectangle 11">
            <a:extLst>
              <a:ext uri="{FF2B5EF4-FFF2-40B4-BE49-F238E27FC236}">
                <a16:creationId xmlns:a16="http://schemas.microsoft.com/office/drawing/2014/main" id="{7EF91A3B-CEAD-4637-B00F-CEA87109CDFF}"/>
              </a:ext>
            </a:extLst>
          </p:cNvPr>
          <p:cNvSpPr/>
          <p:nvPr/>
        </p:nvSpPr>
        <p:spPr bwMode="gray">
          <a:xfrm>
            <a:off x="3528306" y="4251621"/>
            <a:ext cx="7814607" cy="960528"/>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4625" indent="-174625" algn="just">
              <a:lnSpc>
                <a:spcPct val="106000"/>
              </a:lnSpc>
              <a:buFont typeface="Arial" panose="020B0604020202020204" pitchFamily="34" charset="0"/>
              <a:buChar char="•"/>
            </a:pPr>
            <a:r>
              <a:rPr lang="en-US" sz="1400" dirty="0">
                <a:cs typeface="Times New Roman" panose="02020603050405020304" pitchFamily="18" charset="0"/>
              </a:rPr>
              <a:t>For commercial power sale or captive use, avenues need to be explored to optimize the costs, reduce the tariff to make it competitive, and ensure financial viability at the same time</a:t>
            </a:r>
          </a:p>
        </p:txBody>
      </p:sp>
      <p:sp>
        <p:nvSpPr>
          <p:cNvPr id="13" name="Rectangle 12">
            <a:extLst>
              <a:ext uri="{FF2B5EF4-FFF2-40B4-BE49-F238E27FC236}">
                <a16:creationId xmlns:a16="http://schemas.microsoft.com/office/drawing/2014/main" id="{39CFD0FF-176E-4E8E-A171-E484E27B5DCA}"/>
              </a:ext>
            </a:extLst>
          </p:cNvPr>
          <p:cNvSpPr/>
          <p:nvPr/>
        </p:nvSpPr>
        <p:spPr bwMode="gray">
          <a:xfrm>
            <a:off x="1306285" y="4251622"/>
            <a:ext cx="2222021" cy="960527"/>
          </a:xfrm>
          <a:prstGeom prst="rect">
            <a:avLst/>
          </a:prstGeom>
          <a:solidFill>
            <a:srgbClr val="86BC25"/>
          </a:solidFill>
          <a:ln w="19050" algn="ctr">
            <a:solidFill>
              <a:srgbClr val="86BC25"/>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Financial Viability</a:t>
            </a:r>
          </a:p>
        </p:txBody>
      </p:sp>
      <p:pic>
        <p:nvPicPr>
          <p:cNvPr id="14" name="Graphic 13" descr="Right pointing backhand index with solid fill">
            <a:extLst>
              <a:ext uri="{FF2B5EF4-FFF2-40B4-BE49-F238E27FC236}">
                <a16:creationId xmlns:a16="http://schemas.microsoft.com/office/drawing/2014/main" id="{2B6017D8-FB35-4BB7-9814-6B32693AF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 y="4251621"/>
            <a:ext cx="914400" cy="914400"/>
          </a:xfrm>
          <a:prstGeom prst="rect">
            <a:avLst/>
          </a:prstGeom>
        </p:spPr>
      </p:pic>
    </p:spTree>
    <p:extLst>
      <p:ext uri="{BB962C8B-B14F-4D97-AF65-F5344CB8AC3E}">
        <p14:creationId xmlns:p14="http://schemas.microsoft.com/office/powerpoint/2010/main" val="91801717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41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Annexures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37438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1: Examples of BOO and BOOT</a:t>
            </a:r>
            <a:endParaRPr lang="en-GB" sz="2400" b="1" dirty="0">
              <a:latin typeface="Calibri" panose="020F0502020204030204" pitchFamily="34" charset="0"/>
            </a:endParaRPr>
          </a:p>
        </p:txBody>
      </p:sp>
      <p:sp>
        <p:nvSpPr>
          <p:cNvPr id="4" name="Arrow: Right 3">
            <a:hlinkClick r:id="rId2" action="ppaction://hlinksldjump"/>
            <a:extLst>
              <a:ext uri="{FF2B5EF4-FFF2-40B4-BE49-F238E27FC236}">
                <a16:creationId xmlns:a16="http://schemas.microsoft.com/office/drawing/2014/main" id="{4A46B97F-A5E3-4BD7-963C-5304D7D64F2E}"/>
              </a:ext>
            </a:extLst>
          </p:cNvPr>
          <p:cNvSpPr/>
          <p:nvPr/>
        </p:nvSpPr>
        <p:spPr bwMode="gray">
          <a:xfrm flipH="1">
            <a:off x="7543800" y="5758543"/>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graphicFrame>
        <p:nvGraphicFramePr>
          <p:cNvPr id="2" name="Table 2">
            <a:extLst>
              <a:ext uri="{FF2B5EF4-FFF2-40B4-BE49-F238E27FC236}">
                <a16:creationId xmlns:a16="http://schemas.microsoft.com/office/drawing/2014/main" id="{F1F98955-C4AD-4955-88CC-D61B9A468CAA}"/>
              </a:ext>
            </a:extLst>
          </p:cNvPr>
          <p:cNvGraphicFramePr>
            <a:graphicFrameLocks noGrp="1"/>
          </p:cNvGraphicFramePr>
          <p:nvPr>
            <p:extLst>
              <p:ext uri="{D42A27DB-BD31-4B8C-83A1-F6EECF244321}">
                <p14:modId xmlns:p14="http://schemas.microsoft.com/office/powerpoint/2010/main" val="204860670"/>
              </p:ext>
            </p:extLst>
          </p:nvPr>
        </p:nvGraphicFramePr>
        <p:xfrm>
          <a:off x="501649" y="1035351"/>
          <a:ext cx="10754180" cy="3393440"/>
        </p:xfrm>
        <a:graphic>
          <a:graphicData uri="http://schemas.openxmlformats.org/drawingml/2006/table">
            <a:tbl>
              <a:tblPr firstRow="1">
                <a:tableStyleId>{912C8C85-51F0-491E-9774-3900AFEF0FD7}</a:tableStyleId>
              </a:tblPr>
              <a:tblGrid>
                <a:gridCol w="2698751">
                  <a:extLst>
                    <a:ext uri="{9D8B030D-6E8A-4147-A177-3AD203B41FA5}">
                      <a16:colId xmlns:a16="http://schemas.microsoft.com/office/drawing/2014/main" val="504586914"/>
                    </a:ext>
                  </a:extLst>
                </a:gridCol>
                <a:gridCol w="8055429">
                  <a:extLst>
                    <a:ext uri="{9D8B030D-6E8A-4147-A177-3AD203B41FA5}">
                      <a16:colId xmlns:a16="http://schemas.microsoft.com/office/drawing/2014/main" val="3712535166"/>
                    </a:ext>
                  </a:extLst>
                </a:gridCol>
              </a:tblGrid>
              <a:tr h="370840">
                <a:tc>
                  <a:txBody>
                    <a:bodyPr/>
                    <a:lstStyle/>
                    <a:p>
                      <a:r>
                        <a:rPr lang="en-US" dirty="0"/>
                        <a:t>Modality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237968"/>
                  </a:ext>
                </a:extLst>
              </a:tr>
              <a:tr h="370840">
                <a:tc>
                  <a:txBody>
                    <a:bodyPr/>
                    <a:lstStyle/>
                    <a:p>
                      <a:r>
                        <a:rPr lang="en-US" dirty="0"/>
                        <a:t>BOO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Tenders for procurement of solar power from projects awarded under Tariff based Competitive Bidding, as floated by SECI, NVVN, State DISCOMs like GUVNL, MSEDCL , UPNEDA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1921848"/>
                  </a:ext>
                </a:extLst>
              </a:tr>
              <a:tr h="370840">
                <a:tc>
                  <a:txBody>
                    <a:bodyPr/>
                    <a:lstStyle/>
                    <a:p>
                      <a:r>
                        <a:rPr lang="en-US" dirty="0"/>
                        <a:t>BOOT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NTPC tender was floated in April 2021 for procurement of solar power through competitive bidding</a:t>
                      </a:r>
                    </a:p>
                    <a:p>
                      <a:pPr marL="285750" indent="-285750">
                        <a:buFont typeface="Arial" panose="020B0604020202020204" pitchFamily="34" charset="0"/>
                        <a:buChar char="•"/>
                      </a:pPr>
                      <a:r>
                        <a:rPr lang="en-US" dirty="0"/>
                        <a:t>Developer selection was based on lowest quoted SPV handover cost</a:t>
                      </a:r>
                    </a:p>
                    <a:p>
                      <a:pPr marL="285750" indent="-285750">
                        <a:buFont typeface="Arial" panose="020B0604020202020204" pitchFamily="34" charset="0"/>
                        <a:buChar char="•"/>
                      </a:pPr>
                      <a:r>
                        <a:rPr lang="en-US" dirty="0"/>
                        <a:t>PPA duration was for 25 years; however, provision for NTPC to takeover the SPV after completion of 5 years from COD</a:t>
                      </a:r>
                    </a:p>
                    <a:p>
                      <a:pPr marL="285750" indent="-285750">
                        <a:buFont typeface="Arial" panose="020B0604020202020204" pitchFamily="34" charset="0"/>
                        <a:buChar char="•"/>
                      </a:pPr>
                      <a:r>
                        <a:rPr lang="en-US" dirty="0"/>
                        <a:t>Tariff was fixed at Rs 1.91/kWh for year 1, with annual escalation of Rs 0.01/kWh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489631"/>
                  </a:ext>
                </a:extLst>
              </a:tr>
              <a:tr h="370840">
                <a:tc>
                  <a:txBody>
                    <a:bodyPr/>
                    <a:lstStyle/>
                    <a:p>
                      <a:r>
                        <a:rPr lang="en-US" dirty="0"/>
                        <a:t>Package-wise EPC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Procurement of solar modules and </a:t>
                      </a:r>
                      <a:r>
                        <a:rPr lang="en-US" dirty="0" err="1"/>
                        <a:t>BoS</a:t>
                      </a:r>
                      <a:r>
                        <a:rPr lang="en-US" dirty="0"/>
                        <a:t> separately by NTPC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4176462"/>
                  </a:ext>
                </a:extLst>
              </a:tr>
            </a:tbl>
          </a:graphicData>
        </a:graphic>
      </p:graphicFrame>
      <p:sp>
        <p:nvSpPr>
          <p:cNvPr id="3" name="TextBox 2">
            <a:extLst>
              <a:ext uri="{FF2B5EF4-FFF2-40B4-BE49-F238E27FC236}">
                <a16:creationId xmlns:a16="http://schemas.microsoft.com/office/drawing/2014/main" id="{2505FE1F-6EAC-42FB-BBBE-4C765FC2EF7D}"/>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Deloitte Research</a:t>
            </a:r>
          </a:p>
        </p:txBody>
      </p:sp>
    </p:spTree>
    <p:extLst>
      <p:ext uri="{BB962C8B-B14F-4D97-AF65-F5344CB8AC3E}">
        <p14:creationId xmlns:p14="http://schemas.microsoft.com/office/powerpoint/2010/main" val="424455208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2: Location criteria under </a:t>
            </a:r>
            <a:r>
              <a:rPr lang="en-US" sz="2400" b="1" dirty="0" err="1">
                <a:latin typeface="Calibri" panose="020F0502020204030204" pitchFamily="34" charset="0"/>
              </a:rPr>
              <a:t>MoP’s</a:t>
            </a:r>
            <a:r>
              <a:rPr lang="en-US" sz="2400" b="1" dirty="0">
                <a:latin typeface="Calibri" panose="020F0502020204030204" pitchFamily="34" charset="0"/>
              </a:rPr>
              <a:t> RE Bundling Scheme</a:t>
            </a:r>
            <a:endParaRPr lang="en-GB" sz="2400" b="1" dirty="0">
              <a:latin typeface="Calibri" panose="020F0502020204030204" pitchFamily="34" charset="0"/>
            </a:endParaRPr>
          </a:p>
        </p:txBody>
      </p:sp>
      <p:sp>
        <p:nvSpPr>
          <p:cNvPr id="30" name="TextBox 29">
            <a:extLst>
              <a:ext uri="{FF2B5EF4-FFF2-40B4-BE49-F238E27FC236}">
                <a16:creationId xmlns:a16="http://schemas.microsoft.com/office/drawing/2014/main" id="{886E6A65-46AF-4FE8-A69B-EEFBD3F7DD65}"/>
              </a:ext>
            </a:extLst>
          </p:cNvPr>
          <p:cNvSpPr txBox="1"/>
          <p:nvPr/>
        </p:nvSpPr>
        <p:spPr>
          <a:xfrm>
            <a:off x="653142" y="934053"/>
            <a:ext cx="10885715" cy="4154984"/>
          </a:xfrm>
          <a:prstGeom prst="rect">
            <a:avLst/>
          </a:prstGeom>
          <a:noFill/>
        </p:spPr>
        <p:txBody>
          <a:bodyPr wrap="square">
            <a:spAutoFit/>
          </a:bodyPr>
          <a:lstStyle/>
          <a:p>
            <a:pPr marL="0" marR="0" algn="just">
              <a:spcBef>
                <a:spcPts val="0"/>
              </a:spcBef>
              <a:spcAft>
                <a:spcPts val="0"/>
              </a:spcAft>
            </a:pPr>
            <a:r>
              <a:rPr lang="en-US" sz="2400" dirty="0">
                <a:effectLst/>
                <a:latin typeface="Calibri" panose="020F0502020204030204" pitchFamily="34" charset="0"/>
                <a:ea typeface="Calibri" panose="020F0502020204030204" pitchFamily="34" charset="0"/>
              </a:rPr>
              <a:t>As per MOP’s “Revised Scheme for Flexibility in Generation and Scheduling of Thermal / Hydro Power Stations through bundling with Renewable Energy and Storage Power, 2022” vide order F. No. 09/11/2021-RCM dated 12.04.2022:</a:t>
            </a:r>
          </a:p>
          <a:p>
            <a:pPr marL="0" marR="0" algn="just">
              <a:spcBef>
                <a:spcPts val="0"/>
              </a:spcBef>
              <a:spcAft>
                <a:spcPts val="0"/>
              </a:spcAft>
            </a:pPr>
            <a:endParaRPr lang="en-US" sz="2400" dirty="0">
              <a:effectLst/>
              <a:latin typeface="Calibri" panose="020F0502020204030204" pitchFamily="34" charset="0"/>
              <a:ea typeface="Calibri" panose="020F0502020204030204" pitchFamily="34" charset="0"/>
            </a:endParaRPr>
          </a:p>
          <a:p>
            <a:pPr marL="342900" marR="0" lvl="0" indent="-342900" algn="just">
              <a:spcBef>
                <a:spcPts val="0"/>
              </a:spcBef>
              <a:spcAft>
                <a:spcPts val="0"/>
              </a:spcAft>
              <a:buFont typeface="Arial" panose="020B0604020202020204" pitchFamily="34" charset="0"/>
              <a:buChar char="•"/>
              <a:tabLst>
                <a:tab pos="457200" algn="l"/>
              </a:tabLst>
            </a:pP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Para 3.1 “In case of RE power plant </a:t>
            </a:r>
            <a:r>
              <a:rPr lang="en-US" sz="2400" u="sng" dirty="0">
                <a:effectLst/>
                <a:latin typeface="Calibri" panose="020F0502020204030204" pitchFamily="34" charset="0"/>
                <a:ea typeface="Times New Roman" panose="02020603050405020304" pitchFamily="18" charset="0"/>
                <a:cs typeface="Times New Roman" panose="02020603050405020304" pitchFamily="18" charset="0"/>
              </a:rPr>
              <a:t>co-located within the premises of a Generating Station</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under section 62, the Appropriate Commission shall determine the tariff of RE supplied. Provided that such RE power plant shall be established through a competitive EPC tendering.”</a:t>
            </a:r>
          </a:p>
          <a:p>
            <a:pPr marL="342900" marR="0" lvl="0" indent="-342900" algn="just">
              <a:spcBef>
                <a:spcPts val="0"/>
              </a:spcBef>
              <a:spcAft>
                <a:spcPts val="0"/>
              </a:spcAft>
              <a:buFont typeface="Arial" panose="020B0604020202020204" pitchFamily="34" charset="0"/>
              <a:buChar char="•"/>
              <a:tabLst>
                <a:tab pos="45720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457200" algn="l"/>
              </a:tabLst>
            </a:pP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Para 3.2 “In </a:t>
            </a:r>
            <a:r>
              <a:rPr lang="en-US" sz="2400" u="sng" dirty="0">
                <a:effectLst/>
                <a:latin typeface="Calibri" panose="020F0502020204030204" pitchFamily="34" charset="0"/>
                <a:ea typeface="Times New Roman" panose="02020603050405020304" pitchFamily="18" charset="0"/>
                <a:cs typeface="Times New Roman" panose="02020603050405020304" pitchFamily="18" charset="0"/>
              </a:rPr>
              <a:t>all other cases except para 3.1, RE shall be procured on a competitive bid basis</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Arrow: Right 3">
            <a:hlinkClick r:id="rId2" action="ppaction://hlinksldjump"/>
            <a:extLst>
              <a:ext uri="{FF2B5EF4-FFF2-40B4-BE49-F238E27FC236}">
                <a16:creationId xmlns:a16="http://schemas.microsoft.com/office/drawing/2014/main" id="{4A46B97F-A5E3-4BD7-963C-5304D7D64F2E}"/>
              </a:ext>
            </a:extLst>
          </p:cNvPr>
          <p:cNvSpPr/>
          <p:nvPr/>
        </p:nvSpPr>
        <p:spPr bwMode="gray">
          <a:xfrm flipH="1">
            <a:off x="7543800" y="5758543"/>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223289633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3: ECR and PLF of RVUNL Coal TPPs</a:t>
            </a:r>
            <a:endParaRPr lang="en-GB" sz="2400" b="1" dirty="0">
              <a:latin typeface="Calibri" panose="020F0502020204030204" pitchFamily="34" charset="0"/>
            </a:endParaRPr>
          </a:p>
        </p:txBody>
      </p:sp>
      <p:graphicFrame>
        <p:nvGraphicFramePr>
          <p:cNvPr id="5" name="Chart 4">
            <a:extLst>
              <a:ext uri="{FF2B5EF4-FFF2-40B4-BE49-F238E27FC236}">
                <a16:creationId xmlns:a16="http://schemas.microsoft.com/office/drawing/2014/main" id="{18FD8055-0C6F-43B3-9512-BE6362BBD208}"/>
              </a:ext>
            </a:extLst>
          </p:cNvPr>
          <p:cNvGraphicFramePr/>
          <p:nvPr>
            <p:extLst>
              <p:ext uri="{D42A27DB-BD31-4B8C-83A1-F6EECF244321}">
                <p14:modId xmlns:p14="http://schemas.microsoft.com/office/powerpoint/2010/main" val="1283968429"/>
              </p:ext>
            </p:extLst>
          </p:nvPr>
        </p:nvGraphicFramePr>
        <p:xfrm>
          <a:off x="323385" y="1006317"/>
          <a:ext cx="11366965" cy="4781164"/>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7F3EFFB6-B779-4081-A4AF-0F4CD0CA3577}"/>
              </a:ext>
            </a:extLst>
          </p:cNvPr>
          <p:cNvSpPr txBox="1"/>
          <p:nvPr/>
        </p:nvSpPr>
        <p:spPr>
          <a:xfrm>
            <a:off x="653143" y="6058096"/>
            <a:ext cx="3460750" cy="184666"/>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ECR Figures in Rs/kWh</a:t>
            </a:r>
          </a:p>
        </p:txBody>
      </p:sp>
      <p:sp>
        <p:nvSpPr>
          <p:cNvPr id="8" name="Arrow: Right 7">
            <a:hlinkClick r:id="rId3" action="ppaction://hlinksldjump"/>
            <a:extLst>
              <a:ext uri="{FF2B5EF4-FFF2-40B4-BE49-F238E27FC236}">
                <a16:creationId xmlns:a16="http://schemas.microsoft.com/office/drawing/2014/main" id="{9EFA41F2-679C-43BE-B119-11D0F1697E84}"/>
              </a:ext>
            </a:extLst>
          </p:cNvPr>
          <p:cNvSpPr/>
          <p:nvPr/>
        </p:nvSpPr>
        <p:spPr bwMode="gray">
          <a:xfrm flipH="1">
            <a:off x="7543800" y="5758543"/>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9" name="TextBox 8">
            <a:extLst>
              <a:ext uri="{FF2B5EF4-FFF2-40B4-BE49-F238E27FC236}">
                <a16:creationId xmlns:a16="http://schemas.microsoft.com/office/drawing/2014/main" id="{6C1E1910-BF98-432E-A8EA-2106C8A53483}"/>
              </a:ext>
            </a:extLst>
          </p:cNvPr>
          <p:cNvSpPr txBox="1"/>
          <p:nvPr/>
        </p:nvSpPr>
        <p:spPr>
          <a:xfrm>
            <a:off x="2852963" y="6607629"/>
            <a:ext cx="4266293"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 National Power Portal</a:t>
            </a:r>
          </a:p>
        </p:txBody>
      </p:sp>
    </p:spTree>
    <p:extLst>
      <p:ext uri="{BB962C8B-B14F-4D97-AF65-F5344CB8AC3E}">
        <p14:creationId xmlns:p14="http://schemas.microsoft.com/office/powerpoint/2010/main" val="3010578976"/>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3a: Installed Capacity, PLF and Age details of RVUNL Coal TPPs</a:t>
            </a:r>
            <a:endParaRPr lang="en-GB" sz="2400" b="1" dirty="0">
              <a:latin typeface="Calibri" panose="020F0502020204030204" pitchFamily="34" charset="0"/>
            </a:endParaRPr>
          </a:p>
        </p:txBody>
      </p:sp>
      <p:sp>
        <p:nvSpPr>
          <p:cNvPr id="8" name="Arrow: Right 7">
            <a:hlinkClick r:id="rId2" action="ppaction://hlinksldjump"/>
            <a:extLst>
              <a:ext uri="{FF2B5EF4-FFF2-40B4-BE49-F238E27FC236}">
                <a16:creationId xmlns:a16="http://schemas.microsoft.com/office/drawing/2014/main" id="{9EFA41F2-679C-43BE-B119-11D0F1697E84}"/>
              </a:ext>
            </a:extLst>
          </p:cNvPr>
          <p:cNvSpPr/>
          <p:nvPr/>
        </p:nvSpPr>
        <p:spPr bwMode="gray">
          <a:xfrm flipH="1">
            <a:off x="7639959" y="6039301"/>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
        <p:nvSpPr>
          <p:cNvPr id="7" name="TextBox 6">
            <a:extLst>
              <a:ext uri="{FF2B5EF4-FFF2-40B4-BE49-F238E27FC236}">
                <a16:creationId xmlns:a16="http://schemas.microsoft.com/office/drawing/2014/main" id="{146132BA-C302-43DB-AA2F-0641B3820F6C}"/>
              </a:ext>
            </a:extLst>
          </p:cNvPr>
          <p:cNvSpPr txBox="1"/>
          <p:nvPr/>
        </p:nvSpPr>
        <p:spPr>
          <a:xfrm>
            <a:off x="2852963" y="6607629"/>
            <a:ext cx="4266293"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 National Power Portal</a:t>
            </a:r>
          </a:p>
        </p:txBody>
      </p:sp>
      <p:graphicFrame>
        <p:nvGraphicFramePr>
          <p:cNvPr id="3" name="Table 2">
            <a:extLst>
              <a:ext uri="{FF2B5EF4-FFF2-40B4-BE49-F238E27FC236}">
                <a16:creationId xmlns:a16="http://schemas.microsoft.com/office/drawing/2014/main" id="{8C74885E-969F-472A-89F4-C2C36BF07ECC}"/>
              </a:ext>
            </a:extLst>
          </p:cNvPr>
          <p:cNvGraphicFramePr>
            <a:graphicFrameLocks noGrp="1"/>
          </p:cNvGraphicFramePr>
          <p:nvPr>
            <p:extLst>
              <p:ext uri="{D42A27DB-BD31-4B8C-83A1-F6EECF244321}">
                <p14:modId xmlns:p14="http://schemas.microsoft.com/office/powerpoint/2010/main" val="910213228"/>
              </p:ext>
            </p:extLst>
          </p:nvPr>
        </p:nvGraphicFramePr>
        <p:xfrm>
          <a:off x="556984" y="566057"/>
          <a:ext cx="11319331" cy="5450896"/>
        </p:xfrm>
        <a:graphic>
          <a:graphicData uri="http://schemas.openxmlformats.org/drawingml/2006/table">
            <a:tbl>
              <a:tblPr>
                <a:tableStyleId>{616DA210-FB5B-4158-B5E0-FEB733F419BA}</a:tableStyleId>
              </a:tblPr>
              <a:tblGrid>
                <a:gridCol w="3144159">
                  <a:extLst>
                    <a:ext uri="{9D8B030D-6E8A-4147-A177-3AD203B41FA5}">
                      <a16:colId xmlns:a16="http://schemas.microsoft.com/office/drawing/2014/main" val="2406816540"/>
                    </a:ext>
                  </a:extLst>
                </a:gridCol>
                <a:gridCol w="1262743">
                  <a:extLst>
                    <a:ext uri="{9D8B030D-6E8A-4147-A177-3AD203B41FA5}">
                      <a16:colId xmlns:a16="http://schemas.microsoft.com/office/drawing/2014/main" val="1462267562"/>
                    </a:ext>
                  </a:extLst>
                </a:gridCol>
                <a:gridCol w="1459404">
                  <a:extLst>
                    <a:ext uri="{9D8B030D-6E8A-4147-A177-3AD203B41FA5}">
                      <a16:colId xmlns:a16="http://schemas.microsoft.com/office/drawing/2014/main" val="3250318505"/>
                    </a:ext>
                  </a:extLst>
                </a:gridCol>
                <a:gridCol w="1653127">
                  <a:extLst>
                    <a:ext uri="{9D8B030D-6E8A-4147-A177-3AD203B41FA5}">
                      <a16:colId xmlns:a16="http://schemas.microsoft.com/office/drawing/2014/main" val="949955862"/>
                    </a:ext>
                  </a:extLst>
                </a:gridCol>
                <a:gridCol w="1405040">
                  <a:extLst>
                    <a:ext uri="{9D8B030D-6E8A-4147-A177-3AD203B41FA5}">
                      <a16:colId xmlns:a16="http://schemas.microsoft.com/office/drawing/2014/main" val="524963192"/>
                    </a:ext>
                  </a:extLst>
                </a:gridCol>
                <a:gridCol w="1197429">
                  <a:extLst>
                    <a:ext uri="{9D8B030D-6E8A-4147-A177-3AD203B41FA5}">
                      <a16:colId xmlns:a16="http://schemas.microsoft.com/office/drawing/2014/main" val="3699630321"/>
                    </a:ext>
                  </a:extLst>
                </a:gridCol>
                <a:gridCol w="1197429">
                  <a:extLst>
                    <a:ext uri="{9D8B030D-6E8A-4147-A177-3AD203B41FA5}">
                      <a16:colId xmlns:a16="http://schemas.microsoft.com/office/drawing/2014/main" val="298264473"/>
                    </a:ext>
                  </a:extLst>
                </a:gridCol>
              </a:tblGrid>
              <a:tr h="669847">
                <a:tc>
                  <a:txBody>
                    <a:bodyPr/>
                    <a:lstStyle/>
                    <a:p>
                      <a:pPr algn="ctr" fontAlgn="ctr"/>
                      <a:r>
                        <a:rPr lang="en-US" sz="1400" b="1" u="none" strike="noStrike" dirty="0">
                          <a:solidFill>
                            <a:schemeClr val="bg1"/>
                          </a:solidFill>
                          <a:effectLst/>
                        </a:rPr>
                        <a:t>Name of coal-based RVUNL TPP </a:t>
                      </a:r>
                      <a:endParaRPr lang="en-US" sz="1400" b="1" i="0" u="none" strike="noStrike" dirty="0">
                        <a:solidFill>
                          <a:schemeClr val="bg1"/>
                        </a:solidFill>
                        <a:effectLst/>
                        <a:latin typeface="Calibri" panose="020F0502020204030204" pitchFamily="34" charset="0"/>
                      </a:endParaRPr>
                    </a:p>
                  </a:txBody>
                  <a:tcPr marL="6350" marR="6350"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en-US" sz="1400" b="1" u="none" strike="noStrike" dirty="0">
                          <a:solidFill>
                            <a:schemeClr val="bg1"/>
                          </a:solidFill>
                          <a:effectLst/>
                        </a:rPr>
                        <a:t>Unit #</a:t>
                      </a:r>
                      <a:endParaRPr lang="en-US" sz="1400" b="1" i="0" u="none" strike="noStrike" dirty="0">
                        <a:solidFill>
                          <a:schemeClr val="bg1"/>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en-US" sz="1400" b="1" u="none" strike="noStrike" dirty="0">
                          <a:solidFill>
                            <a:schemeClr val="bg1"/>
                          </a:solidFill>
                          <a:effectLst/>
                        </a:rPr>
                        <a:t>Capacity (MW)</a:t>
                      </a:r>
                      <a:endParaRPr lang="en-US" sz="1400" b="1" i="0" u="none" strike="noStrike" dirty="0">
                        <a:solidFill>
                          <a:schemeClr val="bg1"/>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en-US" sz="1400" b="1" u="none" strike="noStrike" dirty="0">
                          <a:solidFill>
                            <a:schemeClr val="bg1"/>
                          </a:solidFill>
                          <a:effectLst/>
                        </a:rPr>
                        <a:t>Year of Commissioning</a:t>
                      </a:r>
                      <a:endParaRPr lang="en-US" sz="1400" b="1" i="0" u="none" strike="noStrike" dirty="0">
                        <a:solidFill>
                          <a:schemeClr val="bg1"/>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en-US" sz="1400" b="1" u="none" strike="noStrike" dirty="0">
                          <a:solidFill>
                            <a:schemeClr val="bg1"/>
                          </a:solidFill>
                          <a:effectLst/>
                        </a:rPr>
                        <a:t>Age (years)</a:t>
                      </a:r>
                      <a:endParaRPr lang="en-US" sz="1400" b="1" i="0" u="none" strike="noStrike" dirty="0">
                        <a:solidFill>
                          <a:schemeClr val="bg1"/>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en-US" sz="1400" b="1" u="none" strike="noStrike" dirty="0">
                          <a:solidFill>
                            <a:schemeClr val="bg1"/>
                          </a:solidFill>
                          <a:effectLst/>
                        </a:rPr>
                        <a:t>PLF for FY 22 (%)</a:t>
                      </a:r>
                      <a:endParaRPr lang="en-US" sz="1400" b="1" i="0" u="none" strike="noStrike" dirty="0">
                        <a:solidFill>
                          <a:schemeClr val="bg1"/>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fontAlgn="ctr"/>
                      <a:r>
                        <a:rPr lang="da-DK" sz="1400" b="1" u="none" strike="noStrike" dirty="0">
                          <a:solidFill>
                            <a:schemeClr val="bg1"/>
                          </a:solidFill>
                          <a:effectLst/>
                        </a:rPr>
                        <a:t>PLF for FY 23 (Apr - Aug '22) (%)</a:t>
                      </a:r>
                      <a:endParaRPr lang="da-DK" sz="1400" b="1" i="0" u="none" strike="noStrike" dirty="0">
                        <a:solidFill>
                          <a:schemeClr val="bg1"/>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114211954"/>
                  </a:ext>
                </a:extLst>
              </a:tr>
              <a:tr h="227669">
                <a:tc rowSpan="5">
                  <a:txBody>
                    <a:bodyPr/>
                    <a:lstStyle/>
                    <a:p>
                      <a:pPr algn="l" fontAlgn="ctr"/>
                      <a:r>
                        <a:rPr lang="en-US" sz="1400" b="1" u="none" strike="noStrike" dirty="0" err="1">
                          <a:effectLst/>
                        </a:rPr>
                        <a:t>Suratgarh</a:t>
                      </a:r>
                      <a:r>
                        <a:rPr lang="en-US" sz="1400" b="1" u="none" strike="noStrike" dirty="0">
                          <a:effectLst/>
                        </a:rPr>
                        <a:t> Thermal Power Station (SSTPS)</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
                      <a:r>
                        <a:rPr lang="en-US" sz="1400" u="none" strike="noStrike" dirty="0">
                          <a:effectLst/>
                        </a:rPr>
                        <a:t>Unit 1</a:t>
                      </a:r>
                      <a:endParaRPr lang="en-US" sz="1400" b="0" i="0" u="none" strike="noStrike" dirty="0">
                        <a:solidFill>
                          <a:srgbClr val="000000"/>
                        </a:solidFill>
                        <a:effectLst/>
                        <a:latin typeface="Calibri" panose="020F0502020204030204" pitchFamily="34" charset="0"/>
                      </a:endParaRPr>
                    </a:p>
                  </a:txBody>
                  <a:tcPr marL="6350" marR="6350" marT="6350" marB="0" anchor="b">
                    <a:lnT w="28575" cap="flat" cmpd="sng" algn="ctr">
                      <a:solidFill>
                        <a:schemeClr val="tx1"/>
                      </a:solidFill>
                      <a:prstDash val="solid"/>
                      <a:round/>
                      <a:headEnd type="none" w="med" len="med"/>
                      <a:tailEnd type="none" w="med" len="med"/>
                    </a:lnT>
                  </a:tcPr>
                </a:tc>
                <a:tc>
                  <a:txBody>
                    <a:bodyPr/>
                    <a:lstStyle/>
                    <a:p>
                      <a:pPr algn="ctr" fontAlgn="b"/>
                      <a:r>
                        <a:rPr lang="en-US" sz="1400" b="0" i="0" u="none" strike="noStrike" dirty="0">
                          <a:solidFill>
                            <a:srgbClr val="000000"/>
                          </a:solidFill>
                          <a:effectLst/>
                          <a:latin typeface="Calibri" panose="020F0502020204030204" pitchFamily="34" charset="0"/>
                        </a:rPr>
                        <a:t>250</a:t>
                      </a:r>
                    </a:p>
                  </a:txBody>
                  <a:tcPr marL="6350" marR="6350" marT="6350" marB="0" anchor="b">
                    <a:lnT w="28575" cap="flat" cmpd="sng" algn="ctr">
                      <a:solidFill>
                        <a:schemeClr val="tx1"/>
                      </a:solidFill>
                      <a:prstDash val="solid"/>
                      <a:round/>
                      <a:headEnd type="none" w="med" len="med"/>
                      <a:tailEnd type="none" w="med" len="med"/>
                    </a:lnT>
                  </a:tcPr>
                </a:tc>
                <a:tc>
                  <a:txBody>
                    <a:bodyPr/>
                    <a:lstStyle/>
                    <a:p>
                      <a:pPr algn="ctr" fontAlgn="b"/>
                      <a:r>
                        <a:rPr lang="en-US" sz="1400" u="none" strike="noStrike">
                          <a:effectLst/>
                        </a:rPr>
                        <a:t>1999</a:t>
                      </a:r>
                      <a:endParaRPr lang="en-US" sz="1400" b="0" i="0" u="none" strike="noStrike">
                        <a:solidFill>
                          <a:srgbClr val="000000"/>
                        </a:solidFill>
                        <a:effectLst/>
                        <a:latin typeface="Calibri" panose="020F0502020204030204" pitchFamily="34" charset="0"/>
                      </a:endParaRPr>
                    </a:p>
                  </a:txBody>
                  <a:tcPr marL="6350" marR="6350" marT="6350" marB="0" anchor="b">
                    <a:lnT w="28575" cap="flat" cmpd="sng" algn="ctr">
                      <a:solidFill>
                        <a:schemeClr val="tx1"/>
                      </a:solidFill>
                      <a:prstDash val="solid"/>
                      <a:round/>
                      <a:headEnd type="none" w="med" len="med"/>
                      <a:tailEnd type="none" w="med" len="med"/>
                    </a:lnT>
                  </a:tcPr>
                </a:tc>
                <a:tc>
                  <a:txBody>
                    <a:bodyPr/>
                    <a:lstStyle/>
                    <a:p>
                      <a:pPr algn="ctr" fontAlgn="b"/>
                      <a:r>
                        <a:rPr lang="en-US" sz="1400" u="none" strike="noStrike" dirty="0">
                          <a:effectLst/>
                        </a:rPr>
                        <a:t>23</a:t>
                      </a:r>
                      <a:endParaRPr lang="en-US" sz="1400" b="0" i="0" u="none" strike="noStrike" dirty="0">
                        <a:solidFill>
                          <a:srgbClr val="000000"/>
                        </a:solidFill>
                        <a:effectLst/>
                        <a:latin typeface="Calibri" panose="020F0502020204030204" pitchFamily="34" charset="0"/>
                      </a:endParaRPr>
                    </a:p>
                  </a:txBody>
                  <a:tcPr marL="6350" marR="6350" marT="6350" marB="0" anchor="b">
                    <a:lnT w="28575" cap="flat" cmpd="sng" algn="ctr">
                      <a:solidFill>
                        <a:schemeClr val="tx1"/>
                      </a:solidFill>
                      <a:prstDash val="solid"/>
                      <a:round/>
                      <a:headEnd type="none" w="med" len="med"/>
                      <a:tailEnd type="none" w="med" len="med"/>
                    </a:lnT>
                  </a:tcPr>
                </a:tc>
                <a:tc rowSpan="5">
                  <a:txBody>
                    <a:bodyPr/>
                    <a:lstStyle/>
                    <a:p>
                      <a:pPr algn="ctr" fontAlgn="ctr"/>
                      <a:r>
                        <a:rPr lang="en-US" sz="1400" u="none" strike="noStrike" dirty="0">
                          <a:effectLst/>
                        </a:rPr>
                        <a:t>28.32%</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5">
                  <a:txBody>
                    <a:bodyPr/>
                    <a:lstStyle/>
                    <a:p>
                      <a:pPr algn="ctr" fontAlgn="ctr"/>
                      <a:r>
                        <a:rPr lang="en-US" sz="1400" u="none" strike="noStrike" dirty="0">
                          <a:effectLst/>
                        </a:rPr>
                        <a:t>53.68%</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748520"/>
                  </a:ext>
                </a:extLst>
              </a:tr>
              <a:tr h="227669">
                <a:tc vMerge="1">
                  <a:txBody>
                    <a:bodyPr/>
                    <a:lstStyle/>
                    <a:p>
                      <a:endParaRPr lang="en-US"/>
                    </a:p>
                  </a:txBody>
                  <a:tcPr/>
                </a:tc>
                <a:tc>
                  <a:txBody>
                    <a:bodyPr/>
                    <a:lstStyle/>
                    <a:p>
                      <a:pPr algn="ctr" fontAlgn="b"/>
                      <a:r>
                        <a:rPr lang="en-US" sz="1400" u="none" strike="noStrike" dirty="0">
                          <a:effectLst/>
                        </a:rPr>
                        <a:t>Unit 2</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2000</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22</a:t>
                      </a:r>
                      <a:endParaRPr lang="en-US" sz="1400" b="0" i="0" u="none" strike="noStrike" dirty="0">
                        <a:solidFill>
                          <a:srgbClr val="000000"/>
                        </a:solidFill>
                        <a:effectLst/>
                        <a:latin typeface="Calibri" panose="020F0502020204030204" pitchFamily="34"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78992196"/>
                  </a:ext>
                </a:extLst>
              </a:tr>
              <a:tr h="227669">
                <a:tc vMerge="1">
                  <a:txBody>
                    <a:bodyPr/>
                    <a:lstStyle/>
                    <a:p>
                      <a:endParaRPr lang="en-US"/>
                    </a:p>
                  </a:txBody>
                  <a:tcPr/>
                </a:tc>
                <a:tc>
                  <a:txBody>
                    <a:bodyPr/>
                    <a:lstStyle/>
                    <a:p>
                      <a:pPr algn="ctr" fontAlgn="b"/>
                      <a:r>
                        <a:rPr lang="en-US" sz="1400" u="none" strike="noStrike" dirty="0">
                          <a:effectLst/>
                        </a:rPr>
                        <a:t>Unit 3&amp;4</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 x 250</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2002</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20</a:t>
                      </a:r>
                      <a:endParaRPr lang="en-US" sz="1400" b="0" i="0" u="none" strike="noStrike" dirty="0">
                        <a:solidFill>
                          <a:srgbClr val="000000"/>
                        </a:solidFill>
                        <a:effectLst/>
                        <a:latin typeface="Calibri" panose="020F0502020204030204" pitchFamily="34"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02563974"/>
                  </a:ext>
                </a:extLst>
              </a:tr>
              <a:tr h="227669">
                <a:tc vMerge="1">
                  <a:txBody>
                    <a:bodyPr/>
                    <a:lstStyle/>
                    <a:p>
                      <a:endParaRPr lang="en-US"/>
                    </a:p>
                  </a:txBody>
                  <a:tcPr/>
                </a:tc>
                <a:tc>
                  <a:txBody>
                    <a:bodyPr/>
                    <a:lstStyle/>
                    <a:p>
                      <a:pPr algn="ctr" fontAlgn="b"/>
                      <a:r>
                        <a:rPr lang="en-US" sz="1400" u="none" strike="noStrike" dirty="0">
                          <a:effectLst/>
                        </a:rPr>
                        <a:t>Unit 5</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2003</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19</a:t>
                      </a:r>
                      <a:endParaRPr lang="en-US" sz="1400" b="0" i="0" u="none" strike="noStrike" dirty="0">
                        <a:solidFill>
                          <a:srgbClr val="000000"/>
                        </a:solidFill>
                        <a:effectLst/>
                        <a:latin typeface="Calibri" panose="020F0502020204030204" pitchFamily="34"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53504801"/>
                  </a:ext>
                </a:extLst>
              </a:tr>
              <a:tr h="227669">
                <a:tc vMerge="1">
                  <a:txBody>
                    <a:bodyPr/>
                    <a:lstStyle/>
                    <a:p>
                      <a:endParaRPr lang="en-US"/>
                    </a:p>
                  </a:txBody>
                  <a:tcPr/>
                </a:tc>
                <a:tc>
                  <a:txBody>
                    <a:bodyPr/>
                    <a:lstStyle/>
                    <a:p>
                      <a:pPr algn="ctr" fontAlgn="b"/>
                      <a:r>
                        <a:rPr lang="en-US" sz="1400" u="none" strike="noStrike" dirty="0">
                          <a:effectLst/>
                        </a:rPr>
                        <a:t>Unit 6</a:t>
                      </a:r>
                      <a:endParaRPr lang="en-US" sz="1400" b="0" i="0" u="none" strike="noStrike" dirty="0">
                        <a:solidFill>
                          <a:srgbClr val="000000"/>
                        </a:solidFill>
                        <a:effectLst/>
                        <a:latin typeface="Calibri" panose="020F0502020204030204" pitchFamily="34" charset="0"/>
                      </a:endParaRPr>
                    </a:p>
                  </a:txBody>
                  <a:tcPr marL="6350" marR="6350" marT="6350" marB="0" anchor="b">
                    <a:lnB w="28575" cap="flat" cmpd="sng" algn="ctr">
                      <a:solidFill>
                        <a:schemeClr val="tx1"/>
                      </a:solidFill>
                      <a:prstDash val="solid"/>
                      <a:round/>
                      <a:headEnd type="none" w="med" len="med"/>
                      <a:tailEnd type="none" w="med" len="med"/>
                    </a:lnB>
                  </a:tcPr>
                </a:tc>
                <a:tc>
                  <a:txBody>
                    <a:bodyPr/>
                    <a:lstStyle/>
                    <a:p>
                      <a:pPr algn="ctr"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b">
                    <a:lnB w="28575" cap="flat" cmpd="sng" algn="ctr">
                      <a:solidFill>
                        <a:schemeClr val="tx1"/>
                      </a:solidFill>
                      <a:prstDash val="solid"/>
                      <a:round/>
                      <a:headEnd type="none" w="med" len="med"/>
                      <a:tailEnd type="none" w="med" len="med"/>
                    </a:lnB>
                  </a:tcPr>
                </a:tc>
                <a:tc>
                  <a:txBody>
                    <a:bodyPr/>
                    <a:lstStyle/>
                    <a:p>
                      <a:pPr algn="ctr" fontAlgn="b"/>
                      <a:r>
                        <a:rPr lang="en-US" sz="1400" u="none" strike="noStrike">
                          <a:effectLst/>
                        </a:rPr>
                        <a:t>2009</a:t>
                      </a:r>
                      <a:endParaRPr lang="en-US" sz="1400" b="0" i="0" u="none" strike="noStrike">
                        <a:solidFill>
                          <a:srgbClr val="000000"/>
                        </a:solidFill>
                        <a:effectLst/>
                        <a:latin typeface="Calibri" panose="020F0502020204030204" pitchFamily="34" charset="0"/>
                      </a:endParaRPr>
                    </a:p>
                  </a:txBody>
                  <a:tcPr marL="6350" marR="6350" marT="6350" marB="0" anchor="b">
                    <a:lnB w="28575" cap="flat" cmpd="sng" algn="ctr">
                      <a:solidFill>
                        <a:schemeClr val="tx1"/>
                      </a:solidFill>
                      <a:prstDash val="solid"/>
                      <a:round/>
                      <a:headEnd type="none" w="med" len="med"/>
                      <a:tailEnd type="none" w="med" len="med"/>
                    </a:lnB>
                  </a:tcPr>
                </a:tc>
                <a:tc>
                  <a:txBody>
                    <a:bodyPr/>
                    <a:lstStyle/>
                    <a:p>
                      <a:pPr algn="ctr" fontAlgn="b"/>
                      <a:r>
                        <a:rPr lang="en-US" sz="1400" u="none" strike="noStrike" dirty="0">
                          <a:effectLst/>
                        </a:rPr>
                        <a:t>13</a:t>
                      </a:r>
                      <a:endParaRPr lang="en-US" sz="1400" b="0" i="0" u="none" strike="noStrike" dirty="0">
                        <a:solidFill>
                          <a:srgbClr val="000000"/>
                        </a:solidFill>
                        <a:effectLst/>
                        <a:latin typeface="Calibri" panose="020F0502020204030204" pitchFamily="34" charset="0"/>
                      </a:endParaRPr>
                    </a:p>
                  </a:txBody>
                  <a:tcPr marL="6350" marR="6350" marT="6350" marB="0" anchor="b">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797348445"/>
                  </a:ext>
                </a:extLst>
              </a:tr>
              <a:tr h="227669">
                <a:tc rowSpan="2">
                  <a:txBody>
                    <a:bodyPr/>
                    <a:lstStyle/>
                    <a:p>
                      <a:pPr algn="l" fontAlgn="ctr"/>
                      <a:r>
                        <a:rPr lang="en-US" sz="1400" b="1" u="none" strike="noStrike" dirty="0" err="1">
                          <a:effectLst/>
                        </a:rPr>
                        <a:t>Suratgarh</a:t>
                      </a:r>
                      <a:r>
                        <a:rPr lang="en-US" sz="1400" b="1" u="none" strike="noStrike" dirty="0">
                          <a:effectLst/>
                        </a:rPr>
                        <a:t> Super Critical Thermal Power Station (SSCTPP)</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Unit 7</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b="0" i="0" u="none" strike="noStrike" dirty="0">
                          <a:solidFill>
                            <a:srgbClr val="000000"/>
                          </a:solidFill>
                          <a:effectLst/>
                          <a:latin typeface="Calibri" panose="020F0502020204030204" pitchFamily="34" charset="0"/>
                        </a:rPr>
                        <a:t>660</a:t>
                      </a: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2020</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rowSpan="2">
                  <a:txBody>
                    <a:bodyPr/>
                    <a:lstStyle/>
                    <a:p>
                      <a:pPr algn="ctr" fontAlgn="ctr"/>
                      <a:r>
                        <a:rPr lang="en-US" sz="1400" u="none" strike="noStrike" dirty="0">
                          <a:effectLst/>
                        </a:rPr>
                        <a:t>51.06%</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fontAlgn="ctr"/>
                      <a:r>
                        <a:rPr lang="en-US" sz="1400" u="none" strike="noStrike" dirty="0">
                          <a:effectLst/>
                        </a:rPr>
                        <a:t>30.85%</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337882"/>
                  </a:ext>
                </a:extLst>
              </a:tr>
              <a:tr h="227669">
                <a:tc vMerge="1">
                  <a:txBody>
                    <a:bodyPr/>
                    <a:lstStyle/>
                    <a:p>
                      <a:endParaRPr lang="en-US"/>
                    </a:p>
                  </a:txBody>
                  <a:tcPr/>
                </a:tc>
                <a:tc>
                  <a:txBody>
                    <a:bodyPr/>
                    <a:lstStyle/>
                    <a:p>
                      <a:pPr algn="ctr" fontAlgn="ctr"/>
                      <a:r>
                        <a:rPr lang="en-US" sz="1400" u="none" strike="noStrike" dirty="0">
                          <a:effectLst/>
                        </a:rPr>
                        <a:t>Unit 8</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660</a:t>
                      </a: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2021</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84090079"/>
                  </a:ext>
                </a:extLst>
              </a:tr>
              <a:tr h="227669">
                <a:tc rowSpan="6">
                  <a:txBody>
                    <a:bodyPr/>
                    <a:lstStyle/>
                    <a:p>
                      <a:pPr algn="l" fontAlgn="ctr"/>
                      <a:r>
                        <a:rPr lang="en-US" sz="1400" b="1" u="none" strike="noStrike" dirty="0">
                          <a:effectLst/>
                        </a:rPr>
                        <a:t>Kota Super Thermal Power Station (KSTPS)</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Unit 1&amp;2</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b="0" i="0" u="none" strike="noStrike" dirty="0">
                          <a:solidFill>
                            <a:srgbClr val="000000"/>
                          </a:solidFill>
                          <a:effectLst/>
                          <a:latin typeface="Calibri" panose="020F0502020204030204" pitchFamily="34" charset="0"/>
                        </a:rPr>
                        <a:t>2 X 110</a:t>
                      </a: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dirty="0">
                          <a:effectLst/>
                        </a:rPr>
                        <a:t>1983</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dirty="0">
                          <a:effectLst/>
                        </a:rPr>
                        <a:t>39</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rowSpan="6">
                  <a:txBody>
                    <a:bodyPr/>
                    <a:lstStyle/>
                    <a:p>
                      <a:pPr algn="ctr" fontAlgn="ctr"/>
                      <a:r>
                        <a:rPr lang="en-US" sz="1400" u="none" strike="noStrike" dirty="0">
                          <a:effectLst/>
                        </a:rPr>
                        <a:t>63.56%</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6">
                  <a:txBody>
                    <a:bodyPr/>
                    <a:lstStyle/>
                    <a:p>
                      <a:pPr algn="ctr" fontAlgn="ctr"/>
                      <a:r>
                        <a:rPr lang="en-US" sz="1400" u="none" strike="noStrike" dirty="0">
                          <a:effectLst/>
                        </a:rPr>
                        <a:t>71.14%</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9247375"/>
                  </a:ext>
                </a:extLst>
              </a:tr>
              <a:tr h="227669">
                <a:tc vMerge="1">
                  <a:txBody>
                    <a:bodyPr/>
                    <a:lstStyle/>
                    <a:p>
                      <a:endParaRPr lang="en-US"/>
                    </a:p>
                  </a:txBody>
                  <a:tcPr/>
                </a:tc>
                <a:tc>
                  <a:txBody>
                    <a:bodyPr/>
                    <a:lstStyle/>
                    <a:p>
                      <a:pPr algn="ctr" fontAlgn="ctr"/>
                      <a:r>
                        <a:rPr lang="en-US" sz="1400" u="none" strike="noStrike" dirty="0">
                          <a:effectLst/>
                        </a:rPr>
                        <a:t>Unit 3</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210</a:t>
                      </a:r>
                    </a:p>
                  </a:txBody>
                  <a:tcPr marL="6350" marR="6350" marT="6350" marB="0" anchor="ctr"/>
                </a:tc>
                <a:tc>
                  <a:txBody>
                    <a:bodyPr/>
                    <a:lstStyle/>
                    <a:p>
                      <a:pPr algn="ctr" fontAlgn="ctr"/>
                      <a:r>
                        <a:rPr lang="en-US" sz="1400" u="none" strike="noStrike" dirty="0">
                          <a:effectLst/>
                        </a:rPr>
                        <a:t>1988</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34</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503341225"/>
                  </a:ext>
                </a:extLst>
              </a:tr>
              <a:tr h="227669">
                <a:tc vMerge="1">
                  <a:txBody>
                    <a:bodyPr/>
                    <a:lstStyle/>
                    <a:p>
                      <a:endParaRPr lang="en-US"/>
                    </a:p>
                  </a:txBody>
                  <a:tcPr/>
                </a:tc>
                <a:tc>
                  <a:txBody>
                    <a:bodyPr/>
                    <a:lstStyle/>
                    <a:p>
                      <a:pPr algn="ctr" fontAlgn="ctr"/>
                      <a:r>
                        <a:rPr lang="en-US" sz="1400" u="none" strike="noStrike" dirty="0">
                          <a:effectLst/>
                        </a:rPr>
                        <a:t>Unit 4</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210</a:t>
                      </a:r>
                    </a:p>
                  </a:txBody>
                  <a:tcPr marL="6350" marR="6350" marT="6350" marB="0" anchor="ctr"/>
                </a:tc>
                <a:tc>
                  <a:txBody>
                    <a:bodyPr/>
                    <a:lstStyle/>
                    <a:p>
                      <a:pPr algn="ctr" fontAlgn="ctr"/>
                      <a:r>
                        <a:rPr lang="en-US" sz="1400" u="none" strike="noStrike">
                          <a:effectLst/>
                        </a:rPr>
                        <a:t>1989</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33</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21349514"/>
                  </a:ext>
                </a:extLst>
              </a:tr>
              <a:tr h="227669">
                <a:tc vMerge="1">
                  <a:txBody>
                    <a:bodyPr/>
                    <a:lstStyle/>
                    <a:p>
                      <a:endParaRPr lang="en-US"/>
                    </a:p>
                  </a:txBody>
                  <a:tcPr/>
                </a:tc>
                <a:tc>
                  <a:txBody>
                    <a:bodyPr/>
                    <a:lstStyle/>
                    <a:p>
                      <a:pPr algn="ctr" fontAlgn="ctr"/>
                      <a:r>
                        <a:rPr lang="en-US" sz="1400" u="none" strike="noStrike" dirty="0">
                          <a:effectLst/>
                        </a:rPr>
                        <a:t>Unit 5</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210</a:t>
                      </a:r>
                    </a:p>
                  </a:txBody>
                  <a:tcPr marL="6350" marR="6350" marT="6350" marB="0" anchor="ctr"/>
                </a:tc>
                <a:tc>
                  <a:txBody>
                    <a:bodyPr/>
                    <a:lstStyle/>
                    <a:p>
                      <a:pPr algn="ctr" fontAlgn="ctr"/>
                      <a:r>
                        <a:rPr lang="en-US" sz="1400" u="none" strike="noStrike">
                          <a:effectLst/>
                        </a:rPr>
                        <a:t>1994</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28</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90857344"/>
                  </a:ext>
                </a:extLst>
              </a:tr>
              <a:tr h="227669">
                <a:tc vMerge="1">
                  <a:txBody>
                    <a:bodyPr/>
                    <a:lstStyle/>
                    <a:p>
                      <a:endParaRPr lang="en-US"/>
                    </a:p>
                  </a:txBody>
                  <a:tcPr/>
                </a:tc>
                <a:tc>
                  <a:txBody>
                    <a:bodyPr/>
                    <a:lstStyle/>
                    <a:p>
                      <a:pPr algn="ctr" fontAlgn="ctr"/>
                      <a:r>
                        <a:rPr lang="en-US" sz="1400" u="none" strike="noStrike" dirty="0">
                          <a:effectLst/>
                        </a:rPr>
                        <a:t>Unit 6</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195</a:t>
                      </a:r>
                    </a:p>
                  </a:txBody>
                  <a:tcPr marL="6350" marR="6350" marT="6350" marB="0" anchor="ctr"/>
                </a:tc>
                <a:tc>
                  <a:txBody>
                    <a:bodyPr/>
                    <a:lstStyle/>
                    <a:p>
                      <a:pPr algn="ctr" fontAlgn="ctr"/>
                      <a:r>
                        <a:rPr lang="en-US" sz="1400" u="none" strike="noStrike">
                          <a:effectLst/>
                        </a:rPr>
                        <a:t>2003</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19</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43459804"/>
                  </a:ext>
                </a:extLst>
              </a:tr>
              <a:tr h="227669">
                <a:tc vMerge="1">
                  <a:txBody>
                    <a:bodyPr/>
                    <a:lstStyle/>
                    <a:p>
                      <a:endParaRPr lang="en-US"/>
                    </a:p>
                  </a:txBody>
                  <a:tcPr/>
                </a:tc>
                <a:tc>
                  <a:txBody>
                    <a:bodyPr/>
                    <a:lstStyle/>
                    <a:p>
                      <a:pPr algn="ctr" fontAlgn="ctr"/>
                      <a:r>
                        <a:rPr lang="en-US" sz="1400" u="none" strike="noStrike" dirty="0">
                          <a:effectLst/>
                        </a:rPr>
                        <a:t>Unit 7</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195</a:t>
                      </a: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a:effectLst/>
                        </a:rPr>
                        <a:t>2009</a:t>
                      </a:r>
                      <a:endParaRPr lang="en-US" sz="1400" b="0" i="0" u="none" strike="noStrike">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13</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464301776"/>
                  </a:ext>
                </a:extLst>
              </a:tr>
              <a:tr h="227669">
                <a:tc rowSpan="2">
                  <a:txBody>
                    <a:bodyPr/>
                    <a:lstStyle/>
                    <a:p>
                      <a:pPr algn="l" fontAlgn="ctr"/>
                      <a:r>
                        <a:rPr lang="en-US" sz="1400" b="1" u="none" strike="noStrike" dirty="0" err="1">
                          <a:effectLst/>
                        </a:rPr>
                        <a:t>Kalisindh</a:t>
                      </a:r>
                      <a:r>
                        <a:rPr lang="en-US" sz="1400" b="1" u="none" strike="noStrike" dirty="0">
                          <a:effectLst/>
                        </a:rPr>
                        <a:t> Thermal Power Plant (</a:t>
                      </a:r>
                      <a:r>
                        <a:rPr lang="en-US" sz="1400" b="1" u="none" strike="noStrike" dirty="0" err="1">
                          <a:effectLst/>
                        </a:rPr>
                        <a:t>KaSTPP</a:t>
                      </a:r>
                      <a:r>
                        <a:rPr lang="en-US" sz="1400" b="1" u="none" strike="noStrike" dirty="0">
                          <a:effectLst/>
                        </a:rPr>
                        <a:t>)</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Unit 1</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b="0" i="0" u="none" strike="noStrike" dirty="0">
                          <a:solidFill>
                            <a:srgbClr val="000000"/>
                          </a:solidFill>
                          <a:effectLst/>
                          <a:latin typeface="Calibri" panose="020F0502020204030204" pitchFamily="34" charset="0"/>
                        </a:rPr>
                        <a:t>600</a:t>
                      </a: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dirty="0">
                          <a:effectLst/>
                        </a:rPr>
                        <a:t>2014</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dirty="0">
                          <a:effectLst/>
                        </a:rPr>
                        <a:t>8</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rowSpan="2">
                  <a:txBody>
                    <a:bodyPr/>
                    <a:lstStyle/>
                    <a:p>
                      <a:pPr algn="ctr" fontAlgn="ctr"/>
                      <a:r>
                        <a:rPr lang="en-US" sz="1400" u="none" strike="noStrike" dirty="0">
                          <a:effectLst/>
                        </a:rPr>
                        <a:t>67.97%</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fontAlgn="ctr"/>
                      <a:r>
                        <a:rPr lang="en-US" sz="1400" u="none" strike="noStrike" dirty="0">
                          <a:effectLst/>
                        </a:rPr>
                        <a:t>57.62%</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825938"/>
                  </a:ext>
                </a:extLst>
              </a:tr>
              <a:tr h="227669">
                <a:tc vMerge="1">
                  <a:txBody>
                    <a:bodyPr/>
                    <a:lstStyle/>
                    <a:p>
                      <a:endParaRPr lang="en-US"/>
                    </a:p>
                  </a:txBody>
                  <a:tcPr/>
                </a:tc>
                <a:tc>
                  <a:txBody>
                    <a:bodyPr/>
                    <a:lstStyle/>
                    <a:p>
                      <a:pPr algn="ctr" fontAlgn="ctr"/>
                      <a:r>
                        <a:rPr lang="en-US" sz="1400" u="none" strike="noStrike" dirty="0">
                          <a:effectLst/>
                        </a:rPr>
                        <a:t>Unit 2</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600</a:t>
                      </a: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a:effectLst/>
                        </a:rPr>
                        <a:t>2015</a:t>
                      </a:r>
                      <a:endParaRPr lang="en-US" sz="1400" b="0" i="0" u="none" strike="noStrike">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7</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6698557"/>
                  </a:ext>
                </a:extLst>
              </a:tr>
              <a:tr h="227669">
                <a:tc rowSpan="4">
                  <a:txBody>
                    <a:bodyPr/>
                    <a:lstStyle/>
                    <a:p>
                      <a:pPr algn="l" fontAlgn="ctr"/>
                      <a:r>
                        <a:rPr lang="en-US" sz="1400" b="1" u="none" strike="noStrike" dirty="0">
                          <a:effectLst/>
                        </a:rPr>
                        <a:t>Chhabra Thermal Power Plant (CTPP)</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Unit 1</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b="0" i="0" u="none" strike="noStrike" dirty="0">
                          <a:solidFill>
                            <a:srgbClr val="000000"/>
                          </a:solidFill>
                          <a:effectLst/>
                          <a:latin typeface="Calibri" panose="020F0502020204030204" pitchFamily="34" charset="0"/>
                        </a:rPr>
                        <a:t>250</a:t>
                      </a: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2010</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rowSpan="4">
                  <a:txBody>
                    <a:bodyPr/>
                    <a:lstStyle/>
                    <a:p>
                      <a:pPr algn="ctr" fontAlgn="ctr"/>
                      <a:r>
                        <a:rPr lang="en-US" sz="1400" u="none" strike="noStrike">
                          <a:effectLst/>
                        </a:rPr>
                        <a:t>52.77%</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4">
                  <a:txBody>
                    <a:bodyPr/>
                    <a:lstStyle/>
                    <a:p>
                      <a:pPr algn="ctr" fontAlgn="ctr"/>
                      <a:r>
                        <a:rPr lang="en-US" sz="1400" u="none" strike="noStrike" dirty="0">
                          <a:effectLst/>
                        </a:rPr>
                        <a:t>57.69%</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080028"/>
                  </a:ext>
                </a:extLst>
              </a:tr>
              <a:tr h="227669">
                <a:tc vMerge="1">
                  <a:txBody>
                    <a:bodyPr/>
                    <a:lstStyle/>
                    <a:p>
                      <a:endParaRPr lang="en-US"/>
                    </a:p>
                  </a:txBody>
                  <a:tcPr/>
                </a:tc>
                <a:tc>
                  <a:txBody>
                    <a:bodyPr/>
                    <a:lstStyle/>
                    <a:p>
                      <a:pPr algn="ctr" fontAlgn="ctr"/>
                      <a:r>
                        <a:rPr lang="en-US" sz="1400" u="none" strike="noStrike" dirty="0">
                          <a:effectLst/>
                        </a:rPr>
                        <a:t>Unit 2</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a:effectLst/>
                        </a:rPr>
                        <a:t>2011</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11</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72642868"/>
                  </a:ext>
                </a:extLst>
              </a:tr>
              <a:tr h="227669">
                <a:tc vMerge="1">
                  <a:txBody>
                    <a:bodyPr/>
                    <a:lstStyle/>
                    <a:p>
                      <a:endParaRPr lang="en-US"/>
                    </a:p>
                  </a:txBody>
                  <a:tcPr/>
                </a:tc>
                <a:tc>
                  <a:txBody>
                    <a:bodyPr/>
                    <a:lstStyle/>
                    <a:p>
                      <a:pPr algn="ctr" fontAlgn="ctr"/>
                      <a:r>
                        <a:rPr lang="en-US" sz="1400" u="none" strike="noStrike" dirty="0">
                          <a:effectLst/>
                        </a:rPr>
                        <a:t>Unit 3</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a:effectLst/>
                        </a:rPr>
                        <a:t>2013</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u="none" strike="noStrike" dirty="0">
                          <a:effectLst/>
                        </a:rPr>
                        <a:t>9</a:t>
                      </a:r>
                      <a:endParaRPr lang="en-US" sz="1400" b="0" i="0" u="none" strike="noStrike" dirty="0">
                        <a:solidFill>
                          <a:srgbClr val="000000"/>
                        </a:solidFill>
                        <a:effectLst/>
                        <a:latin typeface="Calibri" panose="020F0502020204030204" pitchFamily="34" charset="0"/>
                      </a:endParaRPr>
                    </a:p>
                  </a:txBody>
                  <a:tcPr marL="6350" marR="6350" marT="635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270623512"/>
                  </a:ext>
                </a:extLst>
              </a:tr>
              <a:tr h="227669">
                <a:tc vMerge="1">
                  <a:txBody>
                    <a:bodyPr/>
                    <a:lstStyle/>
                    <a:p>
                      <a:endParaRPr lang="en-US"/>
                    </a:p>
                  </a:txBody>
                  <a:tcPr/>
                </a:tc>
                <a:tc>
                  <a:txBody>
                    <a:bodyPr/>
                    <a:lstStyle/>
                    <a:p>
                      <a:pPr algn="ctr" fontAlgn="ctr"/>
                      <a:r>
                        <a:rPr lang="en-US" sz="1400" u="none" strike="noStrike" dirty="0">
                          <a:effectLst/>
                        </a:rPr>
                        <a:t>Unit 4</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250</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a:effectLst/>
                        </a:rPr>
                        <a:t>2014</a:t>
                      </a:r>
                      <a:endParaRPr lang="en-US" sz="1400" b="0" i="0" u="none" strike="noStrike">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8</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847051"/>
                  </a:ext>
                </a:extLst>
              </a:tr>
              <a:tr h="227669">
                <a:tc rowSpan="2">
                  <a:txBody>
                    <a:bodyPr/>
                    <a:lstStyle/>
                    <a:p>
                      <a:pPr algn="l" fontAlgn="ctr"/>
                      <a:r>
                        <a:rPr lang="en-US" sz="1400" b="1" u="none" strike="noStrike" dirty="0">
                          <a:effectLst/>
                        </a:rPr>
                        <a:t>Chhabra Super Critical Thermal Power Project (CSCTPP)</a:t>
                      </a:r>
                      <a:endParaRPr lang="en-US" sz="1400" b="1" i="0" u="none" strike="noStrike" dirty="0">
                        <a:solidFill>
                          <a:srgbClr val="000000"/>
                        </a:solidFill>
                        <a:effectLst/>
                        <a:latin typeface="Calibri" panose="020F0502020204030204" pitchFamily="34" charset="0"/>
                      </a:endParaRPr>
                    </a:p>
                  </a:txBody>
                  <a:tcPr marT="635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Unit 5</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b="0" i="0" u="none" strike="noStrike" dirty="0">
                          <a:solidFill>
                            <a:srgbClr val="000000"/>
                          </a:solidFill>
                          <a:effectLst/>
                          <a:latin typeface="Calibri" panose="020F0502020204030204" pitchFamily="34" charset="0"/>
                        </a:rPr>
                        <a:t>660</a:t>
                      </a: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2018</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a:txBody>
                    <a:bodyPr/>
                    <a:lstStyle/>
                    <a:p>
                      <a:pPr algn="ctr" fontAlgn="ctr"/>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tcPr>
                </a:tc>
                <a:tc rowSpan="2">
                  <a:txBody>
                    <a:bodyPr/>
                    <a:lstStyle/>
                    <a:p>
                      <a:pPr algn="ctr" fontAlgn="ctr"/>
                      <a:r>
                        <a:rPr lang="en-US" sz="1400" u="none" strike="noStrike" dirty="0">
                          <a:effectLst/>
                        </a:rPr>
                        <a:t>48.72%</a:t>
                      </a:r>
                      <a:endParaRPr lang="en-US" sz="1400" b="0" i="0" u="none" strike="noStrike" dirty="0">
                        <a:solidFill>
                          <a:srgbClr val="000000"/>
                        </a:solidFill>
                        <a:effectLst/>
                        <a:latin typeface="Calibri" panose="020F0502020204030204" pitchFamily="34" charset="0"/>
                      </a:endParaRPr>
                    </a:p>
                  </a:txBody>
                  <a:tcPr marL="6350" marR="6350" marT="635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fontAlgn="ctr"/>
                      <a:r>
                        <a:rPr lang="en-US" sz="1400" u="none" strike="noStrike" dirty="0">
                          <a:effectLst/>
                        </a:rPr>
                        <a:t>70.78%</a:t>
                      </a:r>
                      <a:endParaRPr lang="en-US" sz="1400" b="0" i="0" u="none" strike="noStrike" dirty="0">
                        <a:solidFill>
                          <a:srgbClr val="000000"/>
                        </a:solidFill>
                        <a:effectLst/>
                        <a:latin typeface="Calibri" panose="020F0502020204030204" pitchFamily="34" charset="0"/>
                      </a:endParaRPr>
                    </a:p>
                  </a:txBody>
                  <a:tcPr marL="6350" marR="6350" marT="635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6133547"/>
                  </a:ext>
                </a:extLst>
              </a:tr>
              <a:tr h="227669">
                <a:tc vMerge="1">
                  <a:txBody>
                    <a:bodyPr/>
                    <a:lstStyle/>
                    <a:p>
                      <a:endParaRPr lang="en-US"/>
                    </a:p>
                  </a:txBody>
                  <a:tcPr/>
                </a:tc>
                <a:tc>
                  <a:txBody>
                    <a:bodyPr/>
                    <a:lstStyle/>
                    <a:p>
                      <a:pPr algn="ctr" fontAlgn="ctr"/>
                      <a:r>
                        <a:rPr lang="en-US" sz="1400" u="none" strike="noStrike" dirty="0">
                          <a:effectLst/>
                        </a:rPr>
                        <a:t>Unit 6</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Calibri" panose="020F0502020204030204" pitchFamily="34" charset="0"/>
                        </a:rPr>
                        <a:t>660</a:t>
                      </a: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a:effectLst/>
                        </a:rPr>
                        <a:t>2019</a:t>
                      </a:r>
                      <a:endParaRPr lang="en-US" sz="1400" b="0" i="0" u="none" strike="noStrike">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a:txBody>
                    <a:bodyPr/>
                    <a:lstStyle/>
                    <a:p>
                      <a:pPr algn="ctr" fontAlgn="ctr"/>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6350" marR="6350" marT="6350" marB="0" anchor="ctr">
                    <a:lnB w="28575"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87960561"/>
                  </a:ext>
                </a:extLst>
              </a:tr>
            </a:tbl>
          </a:graphicData>
        </a:graphic>
      </p:graphicFrame>
    </p:spTree>
    <p:extLst>
      <p:ext uri="{BB962C8B-B14F-4D97-AF65-F5344CB8AC3E}">
        <p14:creationId xmlns:p14="http://schemas.microsoft.com/office/powerpoint/2010/main" val="3242520285"/>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4: Average Auxiliary Power consumption of RVUNL Coal TPPs based on last 3 years data</a:t>
            </a:r>
            <a:endParaRPr lang="en-GB" sz="2400" b="1" dirty="0">
              <a:latin typeface="Calibri" panose="020F0502020204030204" pitchFamily="34" charset="0"/>
            </a:endParaRPr>
          </a:p>
        </p:txBody>
      </p:sp>
      <p:graphicFrame>
        <p:nvGraphicFramePr>
          <p:cNvPr id="7" name="Chart 6">
            <a:extLst>
              <a:ext uri="{FF2B5EF4-FFF2-40B4-BE49-F238E27FC236}">
                <a16:creationId xmlns:a16="http://schemas.microsoft.com/office/drawing/2014/main" id="{4C1C91C8-C9CF-4C13-9114-5DA29FE81CB1}"/>
              </a:ext>
            </a:extLst>
          </p:cNvPr>
          <p:cNvGraphicFramePr/>
          <p:nvPr>
            <p:extLst>
              <p:ext uri="{D42A27DB-BD31-4B8C-83A1-F6EECF244321}">
                <p14:modId xmlns:p14="http://schemas.microsoft.com/office/powerpoint/2010/main" val="309628966"/>
              </p:ext>
            </p:extLst>
          </p:nvPr>
        </p:nvGraphicFramePr>
        <p:xfrm>
          <a:off x="323385" y="894807"/>
          <a:ext cx="11366965" cy="4781164"/>
        </p:xfrm>
        <a:graphic>
          <a:graphicData uri="http://schemas.openxmlformats.org/drawingml/2006/chart">
            <c:chart xmlns:c="http://schemas.openxmlformats.org/drawingml/2006/chart" xmlns:r="http://schemas.openxmlformats.org/officeDocument/2006/relationships" r:id="rId2"/>
          </a:graphicData>
        </a:graphic>
      </p:graphicFrame>
      <p:sp>
        <p:nvSpPr>
          <p:cNvPr id="9" name="Arrow: Right 8">
            <a:hlinkClick r:id="rId3" action="ppaction://hlinksldjump"/>
            <a:extLst>
              <a:ext uri="{FF2B5EF4-FFF2-40B4-BE49-F238E27FC236}">
                <a16:creationId xmlns:a16="http://schemas.microsoft.com/office/drawing/2014/main" id="{A9D0B9D2-E38C-4D54-8233-A382043D3713}"/>
              </a:ext>
            </a:extLst>
          </p:cNvPr>
          <p:cNvSpPr/>
          <p:nvPr/>
        </p:nvSpPr>
        <p:spPr bwMode="gray">
          <a:xfrm flipH="1">
            <a:off x="7543800" y="5758543"/>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5" name="TextBox 4">
            <a:extLst>
              <a:ext uri="{FF2B5EF4-FFF2-40B4-BE49-F238E27FC236}">
                <a16:creationId xmlns:a16="http://schemas.microsoft.com/office/drawing/2014/main" id="{7D3F80BC-D92F-4B5D-BDAA-8CFB85D16F2E}"/>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a:t>
            </a:r>
          </a:p>
        </p:txBody>
      </p:sp>
    </p:spTree>
    <p:extLst>
      <p:ext uri="{BB962C8B-B14F-4D97-AF65-F5344CB8AC3E}">
        <p14:creationId xmlns:p14="http://schemas.microsoft.com/office/powerpoint/2010/main" val="3077772669"/>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5: Clause on Project specific tariff from RERC (Terms and Conditions for Tariff determination from Renewable Energy Sources) Regulations, 2020 </a:t>
            </a:r>
            <a:endParaRPr lang="en-GB" sz="2400" b="1" dirty="0">
              <a:latin typeface="Calibri" panose="020F0502020204030204" pitchFamily="34" charset="0"/>
            </a:endParaRPr>
          </a:p>
        </p:txBody>
      </p:sp>
      <p:sp>
        <p:nvSpPr>
          <p:cNvPr id="8" name="TextBox 7">
            <a:extLst>
              <a:ext uri="{FF2B5EF4-FFF2-40B4-BE49-F238E27FC236}">
                <a16:creationId xmlns:a16="http://schemas.microsoft.com/office/drawing/2014/main" id="{F1171581-2B88-49AE-B5FE-DB1E791E7A75}"/>
              </a:ext>
            </a:extLst>
          </p:cNvPr>
          <p:cNvSpPr txBox="1"/>
          <p:nvPr/>
        </p:nvSpPr>
        <p:spPr>
          <a:xfrm>
            <a:off x="289932" y="1005153"/>
            <a:ext cx="11797990" cy="5047536"/>
          </a:xfrm>
          <a:prstGeom prst="rect">
            <a:avLst/>
          </a:prstGeom>
          <a:noFill/>
        </p:spPr>
        <p:txBody>
          <a:bodyPr wrap="square">
            <a:spAutoFit/>
          </a:bodyPr>
          <a:lstStyle/>
          <a:p>
            <a:pPr marL="0" marR="0">
              <a:spcBef>
                <a:spcPts val="0"/>
              </a:spcBef>
              <a:spcAft>
                <a:spcPts val="0"/>
              </a:spcAft>
            </a:pPr>
            <a:r>
              <a:rPr lang="en-US" sz="1400" b="1" dirty="0">
                <a:effectLst/>
                <a:latin typeface="Calibri" panose="020F0502020204030204" pitchFamily="34" charset="0"/>
                <a:ea typeface="Calibri" panose="020F0502020204030204" pitchFamily="34" charset="0"/>
              </a:rPr>
              <a:t>Reg. 11 Petition and proceedings for determination of tariff:</a:t>
            </a:r>
          </a:p>
          <a:p>
            <a:pPr marL="0" marR="0">
              <a:spcBef>
                <a:spcPts val="0"/>
              </a:spcBef>
              <a:spcAft>
                <a:spcPts val="0"/>
              </a:spcAft>
            </a:pPr>
            <a:endParaRPr lang="en-US" sz="1400" b="1"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“11.1 In case of Renewable Energy projects for which generic tariff has to be determined as per these Regulations, the Commission may determine such generic tariff on Suo-motu basis at the beginning of each year of the Control Period:</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Provided that for first year of Control Period, i.e., from 1.4.2020to 31.3.2021, the Generic Tariff Order shall be issued after notification of these Regulations.</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11.2 A petition for determination of project specific tariff shall be accompanied by such fee as specified in applicable Regulations and shall be accompanied by:</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a) Information in forms 1.1,1.2, 2.1,2.2 and 2.3 as the case may be, and as appended in these Regulations;</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b) Detailed project report outlining technical and operational details, site specific aspects, premise for capital cost and financing plan, details of installation, manufacturer’s/supplier’s guaranteed and other technical particulars, recommended O&amp;M practices and public safety requirements, etc.</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e) Consent from Distribution Licensee or beneficiary for procurement of power from Renewable Energy Project at tariff approved by the Commission, in the form of </a:t>
            </a:r>
            <a:r>
              <a:rPr lang="en-US" sz="1400" dirty="0" err="1">
                <a:effectLst/>
                <a:latin typeface="Calibri" panose="020F0502020204030204" pitchFamily="34" charset="0"/>
                <a:ea typeface="Calibri" panose="020F0502020204030204" pitchFamily="34" charset="0"/>
              </a:rPr>
              <a:t>Initialled</a:t>
            </a:r>
            <a:r>
              <a:rPr lang="en-US" sz="1400" dirty="0">
                <a:effectLst/>
                <a:latin typeface="Calibri" panose="020F0502020204030204" pitchFamily="34" charset="0"/>
                <a:ea typeface="Calibri" panose="020F0502020204030204" pitchFamily="34" charset="0"/>
              </a:rPr>
              <a:t> Power Purchase Agreement:</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Provided that the consent from Distribution Licensee shall also include the following:</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f) Following documents in case of petition for determination of project specific tariff by renewable energy projects, where tariff from such renewable energy sources is generally determined through competitive bidding process in accordance with provisions of Section 63 of the Act:</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err="1">
                <a:effectLst/>
                <a:latin typeface="Calibri" panose="020F0502020204030204" pitchFamily="34" charset="0"/>
                <a:ea typeface="Calibri" panose="020F0502020204030204" pitchFamily="34" charset="0"/>
              </a:rPr>
              <a:t>i</a:t>
            </a:r>
            <a:r>
              <a:rPr lang="en-US" sz="1400" dirty="0">
                <a:effectLst/>
                <a:latin typeface="Calibri" panose="020F0502020204030204" pitchFamily="34" charset="0"/>
                <a:ea typeface="Calibri" panose="020F0502020204030204" pitchFamily="34" charset="0"/>
              </a:rPr>
              <a:t>) Rationale for opting project specific tariff instead of competitive bidding</a:t>
            </a:r>
          </a:p>
          <a:p>
            <a:pPr marL="0" marR="0">
              <a:spcBef>
                <a:spcPts val="0"/>
              </a:spcBef>
              <a:spcAft>
                <a:spcPts val="0"/>
              </a:spcAft>
            </a:pPr>
            <a:endParaRPr lang="en-US" sz="14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400" dirty="0">
                <a:effectLst/>
                <a:latin typeface="Calibri" panose="020F0502020204030204" pitchFamily="34" charset="0"/>
                <a:ea typeface="Calibri" panose="020F0502020204030204" pitchFamily="34" charset="0"/>
              </a:rPr>
              <a:t>ii) Competitiveness of the proposed tariff vis-à-vis tariff discovered through Competitive Bidding/tariff prevalent in the market.”</a:t>
            </a:r>
          </a:p>
        </p:txBody>
      </p:sp>
      <p:sp>
        <p:nvSpPr>
          <p:cNvPr id="10" name="Arrow: Right 9">
            <a:hlinkClick r:id="rId2" action="ppaction://hlinksldjump"/>
            <a:extLst>
              <a:ext uri="{FF2B5EF4-FFF2-40B4-BE49-F238E27FC236}">
                <a16:creationId xmlns:a16="http://schemas.microsoft.com/office/drawing/2014/main" id="{2082718F-F355-4067-8DA7-8994262D5CAD}"/>
              </a:ext>
            </a:extLst>
          </p:cNvPr>
          <p:cNvSpPr/>
          <p:nvPr/>
        </p:nvSpPr>
        <p:spPr bwMode="gray">
          <a:xfrm flipH="1">
            <a:off x="7695293" y="5939608"/>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1842941603"/>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6: Solar tariffs discovered recently concluded IPP tenders </a:t>
            </a:r>
            <a:endParaRPr lang="en-GB" sz="2400" b="1" dirty="0">
              <a:latin typeface="Calibri" panose="020F0502020204030204" pitchFamily="34" charset="0"/>
            </a:endParaRPr>
          </a:p>
        </p:txBody>
      </p:sp>
      <p:sp>
        <p:nvSpPr>
          <p:cNvPr id="10" name="Arrow: Right 9">
            <a:hlinkClick r:id="rId2" action="ppaction://hlinksldjump"/>
            <a:extLst>
              <a:ext uri="{FF2B5EF4-FFF2-40B4-BE49-F238E27FC236}">
                <a16:creationId xmlns:a16="http://schemas.microsoft.com/office/drawing/2014/main" id="{2082718F-F355-4067-8DA7-8994262D5CAD}"/>
              </a:ext>
            </a:extLst>
          </p:cNvPr>
          <p:cNvSpPr/>
          <p:nvPr/>
        </p:nvSpPr>
        <p:spPr bwMode="gray">
          <a:xfrm flipH="1">
            <a:off x="7539179" y="6133170"/>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
        <p:nvSpPr>
          <p:cNvPr id="7" name="TextBox 6">
            <a:extLst>
              <a:ext uri="{FF2B5EF4-FFF2-40B4-BE49-F238E27FC236}">
                <a16:creationId xmlns:a16="http://schemas.microsoft.com/office/drawing/2014/main" id="{B4CC3750-C2AA-4048-98D8-BD70D3BC90D2}"/>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Deloitte Research</a:t>
            </a:r>
          </a:p>
        </p:txBody>
      </p:sp>
      <p:sp>
        <p:nvSpPr>
          <p:cNvPr id="9" name="TextBox 8">
            <a:extLst>
              <a:ext uri="{FF2B5EF4-FFF2-40B4-BE49-F238E27FC236}">
                <a16:creationId xmlns:a16="http://schemas.microsoft.com/office/drawing/2014/main" id="{6144FD55-A99A-4B24-A845-BEE8A0420A08}"/>
              </a:ext>
            </a:extLst>
          </p:cNvPr>
          <p:cNvSpPr txBox="1"/>
          <p:nvPr/>
        </p:nvSpPr>
        <p:spPr>
          <a:xfrm>
            <a:off x="9433931" y="748870"/>
            <a:ext cx="2256419"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All figures are in Rs/kWh</a:t>
            </a:r>
          </a:p>
        </p:txBody>
      </p:sp>
      <p:graphicFrame>
        <p:nvGraphicFramePr>
          <p:cNvPr id="11" name="Chart 10">
            <a:extLst>
              <a:ext uri="{FF2B5EF4-FFF2-40B4-BE49-F238E27FC236}">
                <a16:creationId xmlns:a16="http://schemas.microsoft.com/office/drawing/2014/main" id="{6299E0F3-CA4D-4A80-9576-D0609D029453}"/>
              </a:ext>
            </a:extLst>
          </p:cNvPr>
          <p:cNvGraphicFramePr>
            <a:graphicFrameLocks/>
          </p:cNvGraphicFramePr>
          <p:nvPr>
            <p:extLst>
              <p:ext uri="{D42A27DB-BD31-4B8C-83A1-F6EECF244321}">
                <p14:modId xmlns:p14="http://schemas.microsoft.com/office/powerpoint/2010/main" val="2929973800"/>
              </p:ext>
            </p:extLst>
          </p:nvPr>
        </p:nvGraphicFramePr>
        <p:xfrm>
          <a:off x="501650" y="517372"/>
          <a:ext cx="11032586" cy="5776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1212087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7: RPO Fulfilment by RJ DISCOMs – Historical and Projected </a:t>
            </a:r>
            <a:endParaRPr lang="en-GB" sz="2400" b="1" dirty="0">
              <a:latin typeface="Calibri" panose="020F0502020204030204" pitchFamily="34" charset="0"/>
            </a:endParaRPr>
          </a:p>
        </p:txBody>
      </p:sp>
      <p:sp>
        <p:nvSpPr>
          <p:cNvPr id="10" name="Arrow: Right 9">
            <a:hlinkClick r:id="rId2" action="ppaction://hlinksldjump"/>
            <a:extLst>
              <a:ext uri="{FF2B5EF4-FFF2-40B4-BE49-F238E27FC236}">
                <a16:creationId xmlns:a16="http://schemas.microsoft.com/office/drawing/2014/main" id="{2082718F-F355-4067-8DA7-8994262D5CAD}"/>
              </a:ext>
            </a:extLst>
          </p:cNvPr>
          <p:cNvSpPr/>
          <p:nvPr/>
        </p:nvSpPr>
        <p:spPr bwMode="gray">
          <a:xfrm flipH="1">
            <a:off x="7526011" y="6106885"/>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grpSp>
        <p:nvGrpSpPr>
          <p:cNvPr id="8" name="Group 7">
            <a:extLst>
              <a:ext uri="{FF2B5EF4-FFF2-40B4-BE49-F238E27FC236}">
                <a16:creationId xmlns:a16="http://schemas.microsoft.com/office/drawing/2014/main" id="{E4914EFB-48BE-4ABC-AFE5-B9406515B3F1}"/>
              </a:ext>
            </a:extLst>
          </p:cNvPr>
          <p:cNvGrpSpPr/>
          <p:nvPr/>
        </p:nvGrpSpPr>
        <p:grpSpPr>
          <a:xfrm>
            <a:off x="670932" y="914583"/>
            <a:ext cx="10850136" cy="3155612"/>
            <a:chOff x="635620" y="847491"/>
            <a:chExt cx="10850136" cy="4403959"/>
          </a:xfrm>
        </p:grpSpPr>
        <p:graphicFrame>
          <p:nvGraphicFramePr>
            <p:cNvPr id="5" name="Chart 4">
              <a:extLst>
                <a:ext uri="{FF2B5EF4-FFF2-40B4-BE49-F238E27FC236}">
                  <a16:creationId xmlns:a16="http://schemas.microsoft.com/office/drawing/2014/main" id="{D477F315-B31B-4DBD-B181-B2351810A8D9}"/>
                </a:ext>
              </a:extLst>
            </p:cNvPr>
            <p:cNvGraphicFramePr>
              <a:graphicFrameLocks/>
            </p:cNvGraphicFramePr>
            <p:nvPr>
              <p:extLst>
                <p:ext uri="{D42A27DB-BD31-4B8C-83A1-F6EECF244321}">
                  <p14:modId xmlns:p14="http://schemas.microsoft.com/office/powerpoint/2010/main" val="1740766229"/>
                </p:ext>
              </p:extLst>
            </p:nvPr>
          </p:nvGraphicFramePr>
          <p:xfrm>
            <a:off x="635620" y="1371600"/>
            <a:ext cx="10850136" cy="3879850"/>
          </p:xfrm>
          <a:graphic>
            <a:graphicData uri="http://schemas.openxmlformats.org/drawingml/2006/chart">
              <c:chart xmlns:c="http://schemas.openxmlformats.org/drawingml/2006/chart" xmlns:r="http://schemas.openxmlformats.org/officeDocument/2006/relationships" r:id="rId3"/>
            </a:graphicData>
          </a:graphic>
        </p:graphicFrame>
        <p:cxnSp>
          <p:nvCxnSpPr>
            <p:cNvPr id="3" name="Straight Connector 2">
              <a:extLst>
                <a:ext uri="{FF2B5EF4-FFF2-40B4-BE49-F238E27FC236}">
                  <a16:creationId xmlns:a16="http://schemas.microsoft.com/office/drawing/2014/main" id="{3AF960FC-DAEB-4D1E-89AE-98E0B8E36CAF}"/>
                </a:ext>
              </a:extLst>
            </p:cNvPr>
            <p:cNvCxnSpPr>
              <a:cxnSpLocks/>
            </p:cNvCxnSpPr>
            <p:nvPr/>
          </p:nvCxnSpPr>
          <p:spPr>
            <a:xfrm>
              <a:off x="7829105" y="847491"/>
              <a:ext cx="0" cy="3456880"/>
            </a:xfrm>
            <a:prstGeom prst="line">
              <a:avLst/>
            </a:prstGeom>
            <a:ln w="5715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BE23ED47-79A1-4DFA-BBE2-06ACAA7D050B}"/>
              </a:ext>
            </a:extLst>
          </p:cNvPr>
          <p:cNvSpPr txBox="1"/>
          <p:nvPr/>
        </p:nvSpPr>
        <p:spPr>
          <a:xfrm>
            <a:off x="9433931" y="878150"/>
            <a:ext cx="1728439"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All figures are in MU</a:t>
            </a:r>
          </a:p>
        </p:txBody>
      </p:sp>
      <p:sp>
        <p:nvSpPr>
          <p:cNvPr id="11" name="Rectangle 10">
            <a:extLst>
              <a:ext uri="{FF2B5EF4-FFF2-40B4-BE49-F238E27FC236}">
                <a16:creationId xmlns:a16="http://schemas.microsoft.com/office/drawing/2014/main" id="{D8745497-9ADA-4732-972D-D958BE7A6F98}"/>
              </a:ext>
            </a:extLst>
          </p:cNvPr>
          <p:cNvSpPr/>
          <p:nvPr/>
        </p:nvSpPr>
        <p:spPr bwMode="gray">
          <a:xfrm>
            <a:off x="767616" y="4312426"/>
            <a:ext cx="10922734" cy="1476149"/>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i="1" dirty="0">
                <a:ln w="0"/>
              </a:rPr>
              <a:t>Note: </a:t>
            </a:r>
          </a:p>
          <a:p>
            <a:pPr marL="285750" indent="-285750">
              <a:lnSpc>
                <a:spcPct val="106000"/>
              </a:lnSpc>
              <a:buFont typeface="Arial" panose="020B0604020202020204" pitchFamily="34" charset="0"/>
              <a:buChar char="•"/>
            </a:pPr>
            <a:r>
              <a:rPr lang="en-US" sz="1600" i="1" dirty="0">
                <a:ln w="0"/>
              </a:rPr>
              <a:t>The energy figures for FY 21 have been derived based on the percentage RPO target and achievement data available on public domain</a:t>
            </a:r>
          </a:p>
          <a:p>
            <a:pPr marL="285750" indent="-285750">
              <a:lnSpc>
                <a:spcPct val="106000"/>
              </a:lnSpc>
              <a:buFont typeface="Arial" panose="020B0604020202020204" pitchFamily="34" charset="0"/>
              <a:buChar char="•"/>
            </a:pPr>
            <a:r>
              <a:rPr lang="en-US" sz="1600" i="1" dirty="0">
                <a:ln w="0"/>
              </a:rPr>
              <a:t>For FY 25, the projection have been made considering RPO targets set by RERC, estimated commissioning timeline for the solar projects awarded in RJ under competitive bidding (SECI tenders), and estimations as per RERC tariff orders</a:t>
            </a:r>
            <a:endParaRPr lang="en-US" sz="1600" i="1" dirty="0"/>
          </a:p>
        </p:txBody>
      </p:sp>
      <p:sp>
        <p:nvSpPr>
          <p:cNvPr id="12" name="TextBox 11">
            <a:extLst>
              <a:ext uri="{FF2B5EF4-FFF2-40B4-BE49-F238E27FC236}">
                <a16:creationId xmlns:a16="http://schemas.microsoft.com/office/drawing/2014/main" id="{9AF2A1D8-0D56-45B6-9EC3-3F254E12BE48}"/>
              </a:ext>
            </a:extLst>
          </p:cNvPr>
          <p:cNvSpPr txBox="1"/>
          <p:nvPr/>
        </p:nvSpPr>
        <p:spPr>
          <a:xfrm>
            <a:off x="2852964" y="6607629"/>
            <a:ext cx="267698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Deloitte Research</a:t>
            </a:r>
          </a:p>
        </p:txBody>
      </p:sp>
    </p:spTree>
    <p:extLst>
      <p:ext uri="{BB962C8B-B14F-4D97-AF65-F5344CB8AC3E}">
        <p14:creationId xmlns:p14="http://schemas.microsoft.com/office/powerpoint/2010/main" val="289547570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5F9B16-B1DA-4441-A639-59FE4C41C326}"/>
              </a:ext>
            </a:extLst>
          </p:cNvPr>
          <p:cNvSpPr>
            <a:spLocks noGrp="1"/>
          </p:cNvSpPr>
          <p:nvPr>
            <p:ph type="title"/>
          </p:nvPr>
        </p:nvSpPr>
        <p:spPr>
          <a:xfrm>
            <a:off x="501651" y="263073"/>
            <a:ext cx="11188700" cy="389865"/>
          </a:xfrm>
        </p:spPr>
        <p:txBody>
          <a:bodyPr/>
          <a:lstStyle/>
          <a:p>
            <a:r>
              <a:rPr lang="en-US" sz="2400" b="1" dirty="0"/>
              <a:t>Annexure 8: Criteria for CPP as per the Electricity Rules 2005 </a:t>
            </a:r>
            <a:br>
              <a:rPr lang="en-US" sz="2400" b="1" dirty="0"/>
            </a:br>
            <a:br>
              <a:rPr lang="en-US" sz="2400" b="1" dirty="0"/>
            </a:br>
            <a:r>
              <a:rPr lang="en-US" sz="2400" b="1" dirty="0">
                <a:solidFill>
                  <a:srgbClr val="86BC25"/>
                </a:solidFill>
                <a:ea typeface="Verdana" panose="020B0604030504040204" pitchFamily="34" charset="0"/>
              </a:rPr>
              <a:t>Summary of the CPP criteria</a:t>
            </a:r>
            <a:endParaRPr lang="en-IN" sz="2400" b="1" dirty="0">
              <a:solidFill>
                <a:srgbClr val="86BC25"/>
              </a:solidFill>
            </a:endParaRPr>
          </a:p>
        </p:txBody>
      </p:sp>
      <p:grpSp>
        <p:nvGrpSpPr>
          <p:cNvPr id="98" name="Group 97">
            <a:extLst>
              <a:ext uri="{FF2B5EF4-FFF2-40B4-BE49-F238E27FC236}">
                <a16:creationId xmlns:a16="http://schemas.microsoft.com/office/drawing/2014/main" id="{648D6542-F5A6-4271-A321-4012662AA23B}"/>
              </a:ext>
            </a:extLst>
          </p:cNvPr>
          <p:cNvGrpSpPr/>
          <p:nvPr/>
        </p:nvGrpSpPr>
        <p:grpSpPr>
          <a:xfrm>
            <a:off x="575221" y="1618594"/>
            <a:ext cx="3441828" cy="449480"/>
            <a:chOff x="413228" y="1371600"/>
            <a:chExt cx="1947702" cy="476173"/>
          </a:xfrm>
        </p:grpSpPr>
        <p:sp>
          <p:nvSpPr>
            <p:cNvPr id="99" name="Right Triangle 49">
              <a:extLst>
                <a:ext uri="{FF2B5EF4-FFF2-40B4-BE49-F238E27FC236}">
                  <a16:creationId xmlns:a16="http://schemas.microsoft.com/office/drawing/2014/main" id="{29868CD8-0A6F-49B7-84C9-1CC24AF99002}"/>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0" name="Right Triangle 49">
              <a:extLst>
                <a:ext uri="{FF2B5EF4-FFF2-40B4-BE49-F238E27FC236}">
                  <a16:creationId xmlns:a16="http://schemas.microsoft.com/office/drawing/2014/main" id="{AD495C6B-75E6-4804-92F2-9B7BF9C4E44B}"/>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1" name="Round Same Side Corner Rectangle 43">
              <a:extLst>
                <a:ext uri="{FF2B5EF4-FFF2-40B4-BE49-F238E27FC236}">
                  <a16:creationId xmlns:a16="http://schemas.microsoft.com/office/drawing/2014/main" id="{061E7905-79A6-499A-8D5D-704DFF1259A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007CB0"/>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Ownership Criteria</a:t>
              </a:r>
            </a:p>
          </p:txBody>
        </p:sp>
      </p:grpSp>
      <p:grpSp>
        <p:nvGrpSpPr>
          <p:cNvPr id="102" name="Group 101">
            <a:extLst>
              <a:ext uri="{FF2B5EF4-FFF2-40B4-BE49-F238E27FC236}">
                <a16:creationId xmlns:a16="http://schemas.microsoft.com/office/drawing/2014/main" id="{DFD3E7B2-3428-4824-A54D-B24C483AB07C}"/>
              </a:ext>
            </a:extLst>
          </p:cNvPr>
          <p:cNvGrpSpPr/>
          <p:nvPr/>
        </p:nvGrpSpPr>
        <p:grpSpPr>
          <a:xfrm>
            <a:off x="575221" y="3421473"/>
            <a:ext cx="3441828" cy="2516399"/>
            <a:chOff x="582909" y="4047068"/>
            <a:chExt cx="2642778" cy="3211966"/>
          </a:xfrm>
        </p:grpSpPr>
        <p:sp>
          <p:nvSpPr>
            <p:cNvPr id="103" name="Rectangle 102">
              <a:extLst>
                <a:ext uri="{FF2B5EF4-FFF2-40B4-BE49-F238E27FC236}">
                  <a16:creationId xmlns:a16="http://schemas.microsoft.com/office/drawing/2014/main" id="{FF36E524-1298-445B-81CC-5F5266C44617}"/>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Verdana"/>
                  <a:ea typeface="+mn-ea"/>
                  <a:cs typeface="+mn-cs"/>
                </a:rPr>
                <a:t>Single Captive User- </a:t>
              </a:r>
              <a:r>
                <a:rPr kumimoji="0" lang="en-US" sz="1100" b="0" i="0" u="none" strike="noStrike" kern="0" cap="none" spc="0" normalizeH="0" baseline="0" noProof="0" dirty="0">
                  <a:ln>
                    <a:noFill/>
                  </a:ln>
                  <a:solidFill>
                    <a:prstClr val="black"/>
                  </a:solidFill>
                  <a:effectLst/>
                  <a:uLnTx/>
                  <a:uFillTx/>
                  <a:latin typeface="Verdana"/>
                  <a:ea typeface="+mn-ea"/>
                  <a:cs typeface="+mn-cs"/>
                </a:rPr>
                <a:t>Holding of Minimum </a:t>
              </a:r>
              <a:r>
                <a:rPr kumimoji="0" lang="en-US" sz="1100" b="1" i="0" u="none" strike="noStrike" kern="0" cap="none" spc="0" normalizeH="0" baseline="0" noProof="0" dirty="0">
                  <a:ln>
                    <a:noFill/>
                  </a:ln>
                  <a:solidFill>
                    <a:prstClr val="black"/>
                  </a:solidFill>
                  <a:effectLst/>
                  <a:uLnTx/>
                  <a:uFillTx/>
                  <a:latin typeface="Verdana"/>
                  <a:ea typeface="+mn-ea"/>
                  <a:cs typeface="+mn-cs"/>
                </a:rPr>
                <a:t>26%</a:t>
              </a:r>
              <a:r>
                <a:rPr kumimoji="0" lang="en-US" sz="1100" b="0" i="0" u="none" strike="noStrike" kern="0" cap="none" spc="0" normalizeH="0" baseline="0" noProof="0" dirty="0">
                  <a:ln>
                    <a:noFill/>
                  </a:ln>
                  <a:solidFill>
                    <a:prstClr val="black"/>
                  </a:solidFill>
                  <a:effectLst/>
                  <a:uLnTx/>
                  <a:uFillTx/>
                  <a:latin typeface="Verdana"/>
                  <a:ea typeface="+mn-ea"/>
                  <a:cs typeface="+mn-cs"/>
                </a:rPr>
                <a:t> Ownership of the CPP.</a:t>
              </a: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Verdana"/>
                  <a:ea typeface="+mn-ea"/>
                  <a:cs typeface="+mn-cs"/>
                </a:rPr>
                <a:t>Group Captive User- </a:t>
              </a:r>
              <a:r>
                <a:rPr kumimoji="0" lang="en-US" sz="1100" b="0" i="0" u="none" strike="noStrike" kern="0" cap="none" spc="0" normalizeH="0" baseline="0" noProof="0" dirty="0">
                  <a:ln>
                    <a:noFill/>
                  </a:ln>
                  <a:solidFill>
                    <a:prstClr val="black"/>
                  </a:solidFill>
                  <a:effectLst/>
                  <a:uLnTx/>
                  <a:uFillTx/>
                  <a:latin typeface="Verdana"/>
                  <a:ea typeface="+mn-ea"/>
                  <a:cs typeface="+mn-cs"/>
                </a:rPr>
                <a:t>Collective holding of  minimum </a:t>
              </a:r>
              <a:r>
                <a:rPr kumimoji="0" lang="en-US" sz="1100" b="1" i="0" u="none" strike="noStrike" kern="0" cap="none" spc="0" normalizeH="0" baseline="0" noProof="0" dirty="0">
                  <a:ln>
                    <a:noFill/>
                  </a:ln>
                  <a:solidFill>
                    <a:prstClr val="black"/>
                  </a:solidFill>
                  <a:effectLst/>
                  <a:uLnTx/>
                  <a:uFillTx/>
                  <a:latin typeface="Verdana"/>
                  <a:ea typeface="+mn-ea"/>
                  <a:cs typeface="+mn-cs"/>
                </a:rPr>
                <a:t>26%</a:t>
              </a:r>
              <a:r>
                <a:rPr kumimoji="0" lang="en-US" sz="1100" b="0" i="0" u="none" strike="noStrike" kern="0" cap="none" spc="0" normalizeH="0" baseline="0" noProof="0" dirty="0">
                  <a:ln>
                    <a:noFill/>
                  </a:ln>
                  <a:solidFill>
                    <a:prstClr val="black"/>
                  </a:solidFill>
                  <a:effectLst/>
                  <a:uLnTx/>
                  <a:uFillTx/>
                  <a:latin typeface="Verdana"/>
                  <a:ea typeface="+mn-ea"/>
                  <a:cs typeface="+mn-cs"/>
                </a:rPr>
                <a:t> ownership of the CPP</a:t>
              </a:r>
            </a:p>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100" b="0" i="1" u="none" strike="noStrike" kern="0" cap="none" spc="0" normalizeH="0" baseline="0" noProof="0" dirty="0">
                <a:ln>
                  <a:noFill/>
                </a:ln>
                <a:solidFill>
                  <a:prstClr val="black"/>
                </a:solidFill>
                <a:effectLst/>
                <a:uLnTx/>
                <a:uFillTx/>
                <a:latin typeface="Verdana"/>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100" b="0" i="1" u="none" strike="noStrike" kern="0" cap="none" spc="0" normalizeH="0" baseline="0" noProof="0" dirty="0">
                  <a:ln>
                    <a:noFill/>
                  </a:ln>
                  <a:solidFill>
                    <a:prstClr val="black"/>
                  </a:solidFill>
                  <a:effectLst/>
                  <a:uLnTx/>
                  <a:uFillTx/>
                  <a:latin typeface="Verdana"/>
                  <a:ea typeface="+mn-ea"/>
                  <a:cs typeface="+mn-cs"/>
                </a:rPr>
                <a:t>(“</a:t>
              </a:r>
              <a:r>
                <a:rPr kumimoji="0" lang="en-US" sz="1100" b="1" i="1" u="none" strike="noStrike" kern="0" cap="none" spc="0" normalizeH="0" baseline="0" noProof="0" dirty="0">
                  <a:ln>
                    <a:noFill/>
                  </a:ln>
                  <a:solidFill>
                    <a:prstClr val="black"/>
                  </a:solidFill>
                  <a:effectLst/>
                  <a:uLnTx/>
                  <a:uFillTx/>
                  <a:latin typeface="Verdana"/>
                  <a:ea typeface="+mn-ea"/>
                  <a:cs typeface="+mn-cs"/>
                </a:rPr>
                <a:t>Ownership</a:t>
              </a:r>
              <a:r>
                <a:rPr kumimoji="0" lang="en-US" sz="1100" b="0" i="1" u="none" strike="noStrike" kern="0" cap="none" spc="0" normalizeH="0" baseline="0" noProof="0" dirty="0">
                  <a:ln>
                    <a:noFill/>
                  </a:ln>
                  <a:solidFill>
                    <a:prstClr val="black"/>
                  </a:solidFill>
                  <a:effectLst/>
                  <a:uLnTx/>
                  <a:uFillTx/>
                  <a:latin typeface="Verdana"/>
                  <a:ea typeface="+mn-ea"/>
                  <a:cs typeface="+mn-cs"/>
                </a:rPr>
                <a:t>” as per Electricity Rules 2005 means equity share capital with voting rights)</a:t>
              </a:r>
            </a:p>
          </p:txBody>
        </p:sp>
        <p:sp>
          <p:nvSpPr>
            <p:cNvPr id="104" name="Rectangle 103">
              <a:extLst>
                <a:ext uri="{FF2B5EF4-FFF2-40B4-BE49-F238E27FC236}">
                  <a16:creationId xmlns:a16="http://schemas.microsoft.com/office/drawing/2014/main" id="{875A85C2-DD85-4D2D-9BAB-86FD318B6471}"/>
                </a:ext>
              </a:extLst>
            </p:cNvPr>
            <p:cNvSpPr/>
            <p:nvPr/>
          </p:nvSpPr>
          <p:spPr bwMode="gray">
            <a:xfrm>
              <a:off x="756474" y="7171338"/>
              <a:ext cx="2295650" cy="87696"/>
            </a:xfrm>
            <a:prstGeom prst="rect">
              <a:avLst/>
            </a:pr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05" name="Group 104">
            <a:extLst>
              <a:ext uri="{FF2B5EF4-FFF2-40B4-BE49-F238E27FC236}">
                <a16:creationId xmlns:a16="http://schemas.microsoft.com/office/drawing/2014/main" id="{D1192240-DB18-4602-BC96-F713F51F5EA2}"/>
              </a:ext>
            </a:extLst>
          </p:cNvPr>
          <p:cNvGrpSpPr/>
          <p:nvPr/>
        </p:nvGrpSpPr>
        <p:grpSpPr>
          <a:xfrm>
            <a:off x="1871529" y="2068074"/>
            <a:ext cx="859780" cy="1322575"/>
            <a:chOff x="757805" y="1635343"/>
            <a:chExt cx="1185062" cy="2012973"/>
          </a:xfrm>
        </p:grpSpPr>
        <p:sp>
          <p:nvSpPr>
            <p:cNvPr id="106" name="Freeform 36">
              <a:extLst>
                <a:ext uri="{FF2B5EF4-FFF2-40B4-BE49-F238E27FC236}">
                  <a16:creationId xmlns:a16="http://schemas.microsoft.com/office/drawing/2014/main" id="{68DB2047-3620-45A5-8E31-F5A368E64683}"/>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007CB0"/>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07" name="Round Same Side Corner Rectangle 37">
              <a:extLst>
                <a:ext uri="{FF2B5EF4-FFF2-40B4-BE49-F238E27FC236}">
                  <a16:creationId xmlns:a16="http://schemas.microsoft.com/office/drawing/2014/main" id="{226606D2-0E15-4F08-959B-39AC659D24D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8" name="Round Same Side Corner Rectangle 38">
              <a:extLst>
                <a:ext uri="{FF2B5EF4-FFF2-40B4-BE49-F238E27FC236}">
                  <a16:creationId xmlns:a16="http://schemas.microsoft.com/office/drawing/2014/main" id="{1A9107EB-116E-43C6-8BF0-1B951A4E8FBE}"/>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9" name="Round Same Side Corner Rectangle 39">
              <a:extLst>
                <a:ext uri="{FF2B5EF4-FFF2-40B4-BE49-F238E27FC236}">
                  <a16:creationId xmlns:a16="http://schemas.microsoft.com/office/drawing/2014/main" id="{E5978045-D442-4BBC-85F5-15BAD92B52C6}"/>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0" name="Oval 109">
              <a:extLst>
                <a:ext uri="{FF2B5EF4-FFF2-40B4-BE49-F238E27FC236}">
                  <a16:creationId xmlns:a16="http://schemas.microsoft.com/office/drawing/2014/main" id="{AAA32C12-EC01-4C5A-A527-B7D8D8AE00DB}"/>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1" name="Group 110">
            <a:extLst>
              <a:ext uri="{FF2B5EF4-FFF2-40B4-BE49-F238E27FC236}">
                <a16:creationId xmlns:a16="http://schemas.microsoft.com/office/drawing/2014/main" id="{C63C369F-B30A-43DD-BA9C-C30E916A68BD}"/>
              </a:ext>
            </a:extLst>
          </p:cNvPr>
          <p:cNvGrpSpPr/>
          <p:nvPr/>
        </p:nvGrpSpPr>
        <p:grpSpPr>
          <a:xfrm>
            <a:off x="4357895" y="1618594"/>
            <a:ext cx="3441828" cy="449480"/>
            <a:chOff x="413228" y="1371600"/>
            <a:chExt cx="1947702" cy="476173"/>
          </a:xfrm>
        </p:grpSpPr>
        <p:sp>
          <p:nvSpPr>
            <p:cNvPr id="112" name="Right Triangle 49">
              <a:extLst>
                <a:ext uri="{FF2B5EF4-FFF2-40B4-BE49-F238E27FC236}">
                  <a16:creationId xmlns:a16="http://schemas.microsoft.com/office/drawing/2014/main" id="{F41533BE-89DA-4E41-96E0-E4AF200A1CDA}"/>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3" name="Right Triangle 49">
              <a:extLst>
                <a:ext uri="{FF2B5EF4-FFF2-40B4-BE49-F238E27FC236}">
                  <a16:creationId xmlns:a16="http://schemas.microsoft.com/office/drawing/2014/main" id="{FC06442C-6DD5-414C-B6A7-89E29FC581F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4" name="Round Same Side Corner Rectangle 43">
              <a:extLst>
                <a:ext uri="{FF2B5EF4-FFF2-40B4-BE49-F238E27FC236}">
                  <a16:creationId xmlns:a16="http://schemas.microsoft.com/office/drawing/2014/main" id="{43A258F9-4BBE-4BC4-A384-C7ACF3644F2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86BC25"/>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Energy Consumption Criteria</a:t>
              </a:r>
            </a:p>
          </p:txBody>
        </p:sp>
      </p:grpSp>
      <p:grpSp>
        <p:nvGrpSpPr>
          <p:cNvPr id="115" name="Group 114">
            <a:extLst>
              <a:ext uri="{FF2B5EF4-FFF2-40B4-BE49-F238E27FC236}">
                <a16:creationId xmlns:a16="http://schemas.microsoft.com/office/drawing/2014/main" id="{04C096D6-9225-47B1-BFFD-8BEF50232340}"/>
              </a:ext>
            </a:extLst>
          </p:cNvPr>
          <p:cNvGrpSpPr/>
          <p:nvPr/>
        </p:nvGrpSpPr>
        <p:grpSpPr>
          <a:xfrm>
            <a:off x="4357895" y="3421473"/>
            <a:ext cx="3441828" cy="2516399"/>
            <a:chOff x="582909" y="4047068"/>
            <a:chExt cx="2642778" cy="3211966"/>
          </a:xfrm>
        </p:grpSpPr>
        <p:sp>
          <p:nvSpPr>
            <p:cNvPr id="116" name="Rectangle 115">
              <a:extLst>
                <a:ext uri="{FF2B5EF4-FFF2-40B4-BE49-F238E27FC236}">
                  <a16:creationId xmlns:a16="http://schemas.microsoft.com/office/drawing/2014/main" id="{9E41F92B-813E-43D6-B4EF-EBB54FF154B3}"/>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Single Captive User- Consumption of minimum </a:t>
              </a:r>
              <a:r>
                <a:rPr kumimoji="0" lang="en-US" sz="1100" b="1" i="0" u="none" strike="noStrike" kern="0" cap="none" spc="0" normalizeH="0" baseline="0" noProof="0" dirty="0">
                  <a:ln>
                    <a:noFill/>
                  </a:ln>
                  <a:solidFill>
                    <a:prstClr val="black"/>
                  </a:solidFill>
                  <a:effectLst/>
                  <a:uLnTx/>
                  <a:uFillTx/>
                  <a:latin typeface="Verdana"/>
                  <a:ea typeface="+mn-ea"/>
                  <a:cs typeface="+mn-cs"/>
                </a:rPr>
                <a:t>51% </a:t>
              </a:r>
              <a:r>
                <a:rPr kumimoji="0" lang="en-US" sz="1100" b="0" i="0" u="none" strike="noStrike" kern="0" cap="none" spc="0" normalizeH="0" baseline="0" noProof="0" dirty="0">
                  <a:ln>
                    <a:noFill/>
                  </a:ln>
                  <a:solidFill>
                    <a:prstClr val="black"/>
                  </a:solidFill>
                  <a:effectLst/>
                  <a:uLnTx/>
                  <a:uFillTx/>
                  <a:latin typeface="Verdana"/>
                  <a:ea typeface="+mn-ea"/>
                  <a:cs typeface="+mn-cs"/>
                </a:rPr>
                <a:t>of the annual electricity</a:t>
              </a:r>
              <a:r>
                <a:rPr kumimoji="0" lang="en-US" sz="1100" b="1" i="0" u="none" strike="noStrike" kern="0" cap="none" spc="0" normalizeH="0" baseline="0" noProof="0" dirty="0">
                  <a:ln>
                    <a:noFill/>
                  </a:ln>
                  <a:solidFill>
                    <a:prstClr val="black"/>
                  </a:solidFill>
                  <a:effectLst/>
                  <a:uLnTx/>
                  <a:uFillTx/>
                  <a:latin typeface="Verdana"/>
                  <a:ea typeface="+mn-ea"/>
                  <a:cs typeface="+mn-cs"/>
                </a:rPr>
                <a:t> </a:t>
              </a:r>
              <a:r>
                <a:rPr kumimoji="0" lang="en-US" sz="1100" b="0" i="0" u="none" strike="noStrike" kern="0" cap="none" spc="0" normalizeH="0" baseline="0" noProof="0" dirty="0">
                  <a:ln>
                    <a:noFill/>
                  </a:ln>
                  <a:solidFill>
                    <a:prstClr val="black"/>
                  </a:solidFill>
                  <a:effectLst/>
                  <a:uLnTx/>
                  <a:uFillTx/>
                  <a:latin typeface="Verdana"/>
                  <a:ea typeface="+mn-ea"/>
                  <a:cs typeface="+mn-cs"/>
                </a:rPr>
                <a:t>generated by the CPP.</a:t>
              </a:r>
              <a:endParaRPr kumimoji="0" lang="en-US" sz="1100" b="1" i="0" u="none" strike="noStrike" kern="0" cap="none" spc="0" normalizeH="0" baseline="0" noProof="0" dirty="0">
                <a:ln>
                  <a:noFill/>
                </a:ln>
                <a:solidFill>
                  <a:prstClr val="black"/>
                </a:solidFill>
                <a:effectLst/>
                <a:uLnTx/>
                <a:uFillTx/>
                <a:latin typeface="Verdana"/>
                <a:ea typeface="+mn-ea"/>
                <a:cs typeface="+mn-cs"/>
              </a:endParaRP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Group Captive Users (Association of Persons)- </a:t>
              </a:r>
            </a:p>
            <a:p>
              <a:pPr marL="800100" marR="0" lvl="1"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Collective consumption of minimum</a:t>
              </a:r>
              <a:r>
                <a:rPr kumimoji="0" lang="en-US" sz="1100" b="1" i="0" u="none" strike="noStrike" kern="0" cap="none" spc="0" normalizeH="0" baseline="0" noProof="0" dirty="0">
                  <a:ln>
                    <a:noFill/>
                  </a:ln>
                  <a:solidFill>
                    <a:prstClr val="black"/>
                  </a:solidFill>
                  <a:effectLst/>
                  <a:uLnTx/>
                  <a:uFillTx/>
                  <a:latin typeface="Verdana"/>
                  <a:ea typeface="+mn-ea"/>
                  <a:cs typeface="+mn-cs"/>
                </a:rPr>
                <a:t> 51% </a:t>
              </a:r>
              <a:r>
                <a:rPr kumimoji="0" lang="en-US" sz="1100" b="0" i="0" u="none" strike="noStrike" kern="0" cap="none" spc="0" normalizeH="0" baseline="0" noProof="0" dirty="0">
                  <a:ln>
                    <a:noFill/>
                  </a:ln>
                  <a:solidFill>
                    <a:prstClr val="black"/>
                  </a:solidFill>
                  <a:effectLst/>
                  <a:uLnTx/>
                  <a:uFillTx/>
                  <a:latin typeface="Verdana"/>
                  <a:ea typeface="+mn-ea"/>
                  <a:cs typeface="+mn-cs"/>
                </a:rPr>
                <a:t>of the annual electricity generated by the CPP.</a:t>
              </a:r>
            </a:p>
            <a:p>
              <a:pPr marL="800100" marR="0" lvl="1"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Individual Group Captive User to annually consume electricity </a:t>
              </a:r>
              <a:r>
                <a:rPr kumimoji="0" lang="en-US" sz="1100" b="1" i="0" u="none" strike="noStrike" kern="0" cap="none" spc="0" normalizeH="0" baseline="0" noProof="0" dirty="0">
                  <a:ln>
                    <a:noFill/>
                  </a:ln>
                  <a:solidFill>
                    <a:prstClr val="black"/>
                  </a:solidFill>
                  <a:effectLst/>
                  <a:uLnTx/>
                  <a:uFillTx/>
                  <a:latin typeface="Verdana"/>
                  <a:ea typeface="+mn-ea"/>
                  <a:cs typeface="+mn-cs"/>
                </a:rPr>
                <a:t>in proportion to its  shareholding </a:t>
              </a:r>
              <a:r>
                <a:rPr kumimoji="0" lang="en-US" sz="1100" b="0" i="0" u="none" strike="noStrike" kern="0" cap="none" spc="0" normalizeH="0" baseline="0" noProof="0" dirty="0">
                  <a:ln>
                    <a:noFill/>
                  </a:ln>
                  <a:solidFill>
                    <a:prstClr val="black"/>
                  </a:solidFill>
                  <a:effectLst/>
                  <a:uLnTx/>
                  <a:uFillTx/>
                  <a:latin typeface="Verdana"/>
                  <a:ea typeface="+mn-ea"/>
                  <a:cs typeface="+mn-cs"/>
                </a:rPr>
                <a:t>with a permissible variation of </a:t>
              </a:r>
              <a:r>
                <a:rPr kumimoji="0" lang="en-US" sz="1100" b="1" i="0" u="none" strike="noStrike" kern="0" cap="none" spc="0" normalizeH="0" baseline="0" noProof="0" dirty="0">
                  <a:ln>
                    <a:noFill/>
                  </a:ln>
                  <a:solidFill>
                    <a:prstClr val="black"/>
                  </a:solidFill>
                  <a:effectLst/>
                  <a:uLnTx/>
                  <a:uFillTx/>
                  <a:latin typeface="Verdana"/>
                  <a:ea typeface="+mn-ea"/>
                  <a:cs typeface="+mn-cs"/>
                </a:rPr>
                <a:t>+/- 10%.</a:t>
              </a:r>
            </a:p>
          </p:txBody>
        </p:sp>
        <p:sp>
          <p:nvSpPr>
            <p:cNvPr id="117" name="Rectangle 116">
              <a:extLst>
                <a:ext uri="{FF2B5EF4-FFF2-40B4-BE49-F238E27FC236}">
                  <a16:creationId xmlns:a16="http://schemas.microsoft.com/office/drawing/2014/main" id="{6896661A-997A-4EF9-85B9-EB21D6EE5824}"/>
                </a:ext>
              </a:extLst>
            </p:cNvPr>
            <p:cNvSpPr/>
            <p:nvPr/>
          </p:nvSpPr>
          <p:spPr bwMode="gray">
            <a:xfrm>
              <a:off x="756474" y="7171338"/>
              <a:ext cx="2295650" cy="87696"/>
            </a:xfrm>
            <a:prstGeom prst="rect">
              <a:avLst/>
            </a:prstGeom>
            <a:solidFill>
              <a:srgbClr val="86BC25"/>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8" name="Group 117">
            <a:extLst>
              <a:ext uri="{FF2B5EF4-FFF2-40B4-BE49-F238E27FC236}">
                <a16:creationId xmlns:a16="http://schemas.microsoft.com/office/drawing/2014/main" id="{CF172FDE-EB05-4D90-A754-B15132CD7012}"/>
              </a:ext>
            </a:extLst>
          </p:cNvPr>
          <p:cNvGrpSpPr/>
          <p:nvPr/>
        </p:nvGrpSpPr>
        <p:grpSpPr>
          <a:xfrm>
            <a:off x="5726809" y="2068074"/>
            <a:ext cx="873037" cy="1322575"/>
            <a:chOff x="757805" y="1635343"/>
            <a:chExt cx="1185062" cy="2012973"/>
          </a:xfrm>
        </p:grpSpPr>
        <p:sp>
          <p:nvSpPr>
            <p:cNvPr id="119" name="Freeform 36">
              <a:extLst>
                <a:ext uri="{FF2B5EF4-FFF2-40B4-BE49-F238E27FC236}">
                  <a16:creationId xmlns:a16="http://schemas.microsoft.com/office/drawing/2014/main" id="{724A29E2-8A47-4F31-9236-E47ACD3BA472}"/>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86BC25"/>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20" name="Round Same Side Corner Rectangle 37">
              <a:extLst>
                <a:ext uri="{FF2B5EF4-FFF2-40B4-BE49-F238E27FC236}">
                  <a16:creationId xmlns:a16="http://schemas.microsoft.com/office/drawing/2014/main" id="{6A9BBCDF-0A82-4E87-858F-4EED61B7755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1" name="Round Same Side Corner Rectangle 38">
              <a:extLst>
                <a:ext uri="{FF2B5EF4-FFF2-40B4-BE49-F238E27FC236}">
                  <a16:creationId xmlns:a16="http://schemas.microsoft.com/office/drawing/2014/main" id="{7A71E38C-DEF5-492B-91EF-F10981600333}"/>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2" name="Round Same Side Corner Rectangle 39">
              <a:extLst>
                <a:ext uri="{FF2B5EF4-FFF2-40B4-BE49-F238E27FC236}">
                  <a16:creationId xmlns:a16="http://schemas.microsoft.com/office/drawing/2014/main" id="{F13957A4-6B9C-47D5-AD2B-2BEE686BBBD1}"/>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3" name="Oval 122">
              <a:extLst>
                <a:ext uri="{FF2B5EF4-FFF2-40B4-BE49-F238E27FC236}">
                  <a16:creationId xmlns:a16="http://schemas.microsoft.com/office/drawing/2014/main" id="{A720272A-36BE-42F0-861A-0E8C10ED3A07}"/>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24" name="Group 123">
            <a:extLst>
              <a:ext uri="{FF2B5EF4-FFF2-40B4-BE49-F238E27FC236}">
                <a16:creationId xmlns:a16="http://schemas.microsoft.com/office/drawing/2014/main" id="{38F749C3-5E1E-4D5A-A95B-7E6796CBDB6C}"/>
              </a:ext>
            </a:extLst>
          </p:cNvPr>
          <p:cNvGrpSpPr/>
          <p:nvPr/>
        </p:nvGrpSpPr>
        <p:grpSpPr>
          <a:xfrm>
            <a:off x="8140570" y="1618594"/>
            <a:ext cx="3441828" cy="449480"/>
            <a:chOff x="413228" y="1371600"/>
            <a:chExt cx="1947702" cy="476173"/>
          </a:xfrm>
        </p:grpSpPr>
        <p:sp>
          <p:nvSpPr>
            <p:cNvPr id="125" name="Right Triangle 49">
              <a:extLst>
                <a:ext uri="{FF2B5EF4-FFF2-40B4-BE49-F238E27FC236}">
                  <a16:creationId xmlns:a16="http://schemas.microsoft.com/office/drawing/2014/main" id="{B8734AF8-05BF-4419-B312-EF81CA3A6888}"/>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6" name="Right Triangle 49">
              <a:extLst>
                <a:ext uri="{FF2B5EF4-FFF2-40B4-BE49-F238E27FC236}">
                  <a16:creationId xmlns:a16="http://schemas.microsoft.com/office/drawing/2014/main" id="{95D44E78-734E-499E-9DC8-55C2177F2DE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7" name="Round Same Side Corner Rectangle 43">
              <a:extLst>
                <a:ext uri="{FF2B5EF4-FFF2-40B4-BE49-F238E27FC236}">
                  <a16:creationId xmlns:a16="http://schemas.microsoft.com/office/drawing/2014/main" id="{116E6784-1444-4DAC-A650-9B34753BCF70}"/>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43B02A">
                <a:lumMod val="75000"/>
              </a:srgbClr>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Special Provisions for SPV</a:t>
              </a:r>
            </a:p>
          </p:txBody>
        </p:sp>
      </p:grpSp>
      <p:grpSp>
        <p:nvGrpSpPr>
          <p:cNvPr id="128" name="Group 127">
            <a:extLst>
              <a:ext uri="{FF2B5EF4-FFF2-40B4-BE49-F238E27FC236}">
                <a16:creationId xmlns:a16="http://schemas.microsoft.com/office/drawing/2014/main" id="{788A0CA4-527A-4B56-AFA7-ABE22FD946E2}"/>
              </a:ext>
            </a:extLst>
          </p:cNvPr>
          <p:cNvGrpSpPr/>
          <p:nvPr/>
        </p:nvGrpSpPr>
        <p:grpSpPr>
          <a:xfrm>
            <a:off x="8140570" y="3421473"/>
            <a:ext cx="3441828" cy="2516399"/>
            <a:chOff x="582909" y="4047068"/>
            <a:chExt cx="2642778" cy="3211966"/>
          </a:xfrm>
          <a:solidFill>
            <a:sysClr val="window" lastClr="FFFFFF">
              <a:lumMod val="95000"/>
            </a:sysClr>
          </a:solidFill>
        </p:grpSpPr>
        <p:sp>
          <p:nvSpPr>
            <p:cNvPr id="129" name="Rectangle 128">
              <a:extLst>
                <a:ext uri="{FF2B5EF4-FFF2-40B4-BE49-F238E27FC236}">
                  <a16:creationId xmlns:a16="http://schemas.microsoft.com/office/drawing/2014/main" id="{D97A1E3A-27EB-40F7-B4CC-FADB1D0E8CE6}"/>
                </a:ext>
              </a:extLst>
            </p:cNvPr>
            <p:cNvSpPr/>
            <p:nvPr/>
          </p:nvSpPr>
          <p:spPr bwMode="gray">
            <a:xfrm>
              <a:off x="582909" y="4047068"/>
              <a:ext cx="2642778" cy="3124270"/>
            </a:xfrm>
            <a:prstGeom prst="rect">
              <a:avLst/>
            </a:prstGeom>
            <a:grpFill/>
            <a:ln w="19050" algn="ctr">
              <a:noFill/>
              <a:miter lim="800000"/>
              <a:headEnd/>
              <a:tailEnd/>
            </a:ln>
          </p:spPr>
          <p:txBody>
            <a:bodyPr wrap="square" lIns="40500" tIns="40500" rIns="27000" bIns="27000" rtlCol="0" anchor="t"/>
            <a:lstStyle/>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CPP can be formed as an SPV.</a:t>
              </a:r>
            </a:p>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Verdana"/>
                  <a:ea typeface="+mn-ea"/>
                  <a:cs typeface="+mn-cs"/>
                </a:rPr>
                <a:t>For SPV, one or multiple unit(s) of a Power Plant can be  identified for captive use and not the entire Power Plant in order to satisfy the above two criteria as mentioned in previous slides.</a:t>
              </a:r>
            </a:p>
            <a:p>
              <a:pPr marL="0" marR="0" lvl="0" indent="0" algn="just" defTabSz="914400" rtl="0" eaLnBrk="1" fontAlgn="auto" latinLnBrk="0" hangingPunct="1">
                <a:lnSpc>
                  <a:spcPct val="106000"/>
                </a:lnSpc>
                <a:spcBef>
                  <a:spcPts val="0"/>
                </a:spcBef>
                <a:spcAft>
                  <a:spcPts val="0"/>
                </a:spcAft>
                <a:buClrTx/>
                <a:buSzTx/>
                <a:buFontTx/>
                <a:buNone/>
                <a:tabLst/>
                <a:defRPr/>
              </a:pPr>
              <a:endParaRPr kumimoji="0" lang="en-US" sz="1100" b="0" i="1" u="none" strike="noStrike" kern="0" cap="none" spc="0" normalizeH="0" baseline="0" noProof="0" dirty="0">
                <a:ln>
                  <a:noFill/>
                </a:ln>
                <a:solidFill>
                  <a:prstClr val="black"/>
                </a:solidFill>
                <a:effectLst/>
                <a:uLnTx/>
                <a:uFillTx/>
                <a:latin typeface="Verdana"/>
                <a:ea typeface="+mn-ea"/>
                <a:cs typeface="+mn-cs"/>
              </a:endParaRPr>
            </a:p>
            <a:p>
              <a:pPr marL="0" marR="0" lvl="0" indent="0" algn="just" defTabSz="914400" rtl="0" eaLnBrk="1" fontAlgn="auto" latinLnBrk="0" hangingPunct="1">
                <a:lnSpc>
                  <a:spcPct val="106000"/>
                </a:lnSpc>
                <a:spcBef>
                  <a:spcPts val="0"/>
                </a:spcBef>
                <a:spcAft>
                  <a:spcPts val="0"/>
                </a:spcAft>
                <a:buClrTx/>
                <a:buSzTx/>
                <a:buFontTx/>
                <a:buNone/>
                <a:tabLst/>
                <a:defRPr/>
              </a:pPr>
              <a:r>
                <a:rPr kumimoji="0" lang="en-US" sz="1100" b="0" i="1" u="none" strike="noStrike" kern="0" cap="none" spc="0" normalizeH="0" baseline="0" noProof="0" dirty="0">
                  <a:ln>
                    <a:noFill/>
                  </a:ln>
                  <a:solidFill>
                    <a:prstClr val="black"/>
                  </a:solidFill>
                  <a:effectLst/>
                  <a:uLnTx/>
                  <a:uFillTx/>
                  <a:latin typeface="Verdana"/>
                  <a:ea typeface="+mn-ea"/>
                  <a:cs typeface="+mn-cs"/>
                </a:rPr>
                <a:t>(“</a:t>
              </a:r>
              <a:r>
                <a:rPr kumimoji="0" lang="en-US" sz="1100" b="1" i="1" u="none" strike="noStrike" kern="0" cap="none" spc="0" normalizeH="0" baseline="0" noProof="0" dirty="0">
                  <a:ln>
                    <a:noFill/>
                  </a:ln>
                  <a:solidFill>
                    <a:prstClr val="black"/>
                  </a:solidFill>
                  <a:effectLst/>
                  <a:uLnTx/>
                  <a:uFillTx/>
                  <a:latin typeface="Verdana"/>
                  <a:ea typeface="+mn-ea"/>
                  <a:cs typeface="+mn-cs"/>
                </a:rPr>
                <a:t>SPV</a:t>
              </a:r>
              <a:r>
                <a:rPr kumimoji="0" lang="en-US" sz="1100" b="0" i="1" u="none" strike="noStrike" kern="0" cap="none" spc="0" normalizeH="0" baseline="0" noProof="0" dirty="0">
                  <a:ln>
                    <a:noFill/>
                  </a:ln>
                  <a:solidFill>
                    <a:prstClr val="black"/>
                  </a:solidFill>
                  <a:effectLst/>
                  <a:uLnTx/>
                  <a:uFillTx/>
                  <a:latin typeface="Verdana"/>
                  <a:ea typeface="+mn-ea"/>
                  <a:cs typeface="+mn-cs"/>
                </a:rPr>
                <a:t>” as per Electricity Rules 2005 means a legal entity owning, operating and maintaining a generating station and with no other business or activity to be engaged in by the legal entity)</a:t>
              </a:r>
              <a:endParaRPr kumimoji="0" lang="en-IN" sz="1100" b="0" i="1" u="none" strike="noStrike" kern="0" cap="none" spc="0" normalizeH="0" baseline="0" noProof="0" dirty="0">
                <a:ln>
                  <a:noFill/>
                </a:ln>
                <a:solidFill>
                  <a:prstClr val="black"/>
                </a:solidFill>
                <a:effectLst/>
                <a:uLnTx/>
                <a:uFillTx/>
                <a:latin typeface="Verdana"/>
                <a:ea typeface="+mn-ea"/>
                <a:cs typeface="+mn-cs"/>
              </a:endParaRPr>
            </a:p>
          </p:txBody>
        </p:sp>
        <p:sp>
          <p:nvSpPr>
            <p:cNvPr id="130" name="Rectangle 129">
              <a:extLst>
                <a:ext uri="{FF2B5EF4-FFF2-40B4-BE49-F238E27FC236}">
                  <a16:creationId xmlns:a16="http://schemas.microsoft.com/office/drawing/2014/main" id="{43E834A1-4389-4442-96D1-FF6AFC338FDC}"/>
                </a:ext>
              </a:extLst>
            </p:cNvPr>
            <p:cNvSpPr/>
            <p:nvPr/>
          </p:nvSpPr>
          <p:spPr bwMode="gray">
            <a:xfrm>
              <a:off x="756474" y="7171338"/>
              <a:ext cx="2295650" cy="87696"/>
            </a:xfrm>
            <a:prstGeom prst="rect">
              <a:avLst/>
            </a:prstGeom>
            <a:solidFill>
              <a:srgbClr val="43B02A">
                <a:lumMod val="75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1" name="Group 130">
            <a:extLst>
              <a:ext uri="{FF2B5EF4-FFF2-40B4-BE49-F238E27FC236}">
                <a16:creationId xmlns:a16="http://schemas.microsoft.com/office/drawing/2014/main" id="{8EF5F581-0E3E-48D1-81CC-89F5133714CA}"/>
              </a:ext>
            </a:extLst>
          </p:cNvPr>
          <p:cNvGrpSpPr/>
          <p:nvPr/>
        </p:nvGrpSpPr>
        <p:grpSpPr>
          <a:xfrm>
            <a:off x="9404761" y="2068074"/>
            <a:ext cx="913446" cy="1322575"/>
            <a:chOff x="757805" y="1635343"/>
            <a:chExt cx="1185062" cy="2012973"/>
          </a:xfrm>
        </p:grpSpPr>
        <p:sp>
          <p:nvSpPr>
            <p:cNvPr id="132" name="Freeform 36">
              <a:extLst>
                <a:ext uri="{FF2B5EF4-FFF2-40B4-BE49-F238E27FC236}">
                  <a16:creationId xmlns:a16="http://schemas.microsoft.com/office/drawing/2014/main" id="{83C1787A-0F1A-498B-9531-D8A7FA4CB9BB}"/>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26890D"/>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33" name="Round Same Side Corner Rectangle 37">
              <a:extLst>
                <a:ext uri="{FF2B5EF4-FFF2-40B4-BE49-F238E27FC236}">
                  <a16:creationId xmlns:a16="http://schemas.microsoft.com/office/drawing/2014/main" id="{B5CDBD07-CAFD-4BFB-9DED-630073CB3EA9}"/>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4" name="Round Same Side Corner Rectangle 38">
              <a:extLst>
                <a:ext uri="{FF2B5EF4-FFF2-40B4-BE49-F238E27FC236}">
                  <a16:creationId xmlns:a16="http://schemas.microsoft.com/office/drawing/2014/main" id="{AEC94D2E-E1A7-4D10-BA81-003849D17C91}"/>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5" name="Round Same Side Corner Rectangle 39">
              <a:extLst>
                <a:ext uri="{FF2B5EF4-FFF2-40B4-BE49-F238E27FC236}">
                  <a16:creationId xmlns:a16="http://schemas.microsoft.com/office/drawing/2014/main" id="{778F7CB4-BB09-47A7-B414-E5BD0D753ED3}"/>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6" name="Oval 135">
              <a:extLst>
                <a:ext uri="{FF2B5EF4-FFF2-40B4-BE49-F238E27FC236}">
                  <a16:creationId xmlns:a16="http://schemas.microsoft.com/office/drawing/2014/main" id="{A06532EA-C3F2-4A70-8D22-D8A31D9C4ADE}"/>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7" name="Group 136"/>
          <p:cNvGrpSpPr/>
          <p:nvPr/>
        </p:nvGrpSpPr>
        <p:grpSpPr>
          <a:xfrm>
            <a:off x="5932490" y="2181025"/>
            <a:ext cx="543879" cy="528421"/>
            <a:chOff x="1758950" y="2390775"/>
            <a:chExt cx="476250" cy="400050"/>
          </a:xfrm>
          <a:solidFill>
            <a:srgbClr val="86BC25">
              <a:lumMod val="75000"/>
            </a:srgbClr>
          </a:solidFill>
        </p:grpSpPr>
        <p:sp>
          <p:nvSpPr>
            <p:cNvPr id="138" name="Freeform 5"/>
            <p:cNvSpPr>
              <a:spLocks noEditPoints="1"/>
            </p:cNvSpPr>
            <p:nvPr/>
          </p:nvSpPr>
          <p:spPr bwMode="auto">
            <a:xfrm>
              <a:off x="1758950" y="2390775"/>
              <a:ext cx="476250" cy="400050"/>
            </a:xfrm>
            <a:custGeom>
              <a:avLst/>
              <a:gdLst>
                <a:gd name="T0" fmla="*/ 16 w 81"/>
                <a:gd name="T1" fmla="*/ 10 h 68"/>
                <a:gd name="T2" fmla="*/ 10 w 81"/>
                <a:gd name="T3" fmla="*/ 4 h 68"/>
                <a:gd name="T4" fmla="*/ 9 w 81"/>
                <a:gd name="T5" fmla="*/ 6 h 68"/>
                <a:gd name="T6" fmla="*/ 11 w 81"/>
                <a:gd name="T7" fmla="*/ 6 h 68"/>
                <a:gd name="T8" fmla="*/ 10 w 81"/>
                <a:gd name="T9" fmla="*/ 19 h 68"/>
                <a:gd name="T10" fmla="*/ 13 w 81"/>
                <a:gd name="T11" fmla="*/ 20 h 68"/>
                <a:gd name="T12" fmla="*/ 10 w 81"/>
                <a:gd name="T13" fmla="*/ 23 h 68"/>
                <a:gd name="T14" fmla="*/ 10 w 81"/>
                <a:gd name="T15" fmla="*/ 42 h 68"/>
                <a:gd name="T16" fmla="*/ 12 w 81"/>
                <a:gd name="T17" fmla="*/ 43 h 68"/>
                <a:gd name="T18" fmla="*/ 10 w 81"/>
                <a:gd name="T19" fmla="*/ 45 h 68"/>
                <a:gd name="T20" fmla="*/ 9 w 81"/>
                <a:gd name="T21" fmla="*/ 62 h 68"/>
                <a:gd name="T22" fmla="*/ 26 w 81"/>
                <a:gd name="T23" fmla="*/ 62 h 68"/>
                <a:gd name="T24" fmla="*/ 29 w 81"/>
                <a:gd name="T25" fmla="*/ 59 h 68"/>
                <a:gd name="T26" fmla="*/ 30 w 81"/>
                <a:gd name="T27" fmla="*/ 62 h 68"/>
                <a:gd name="T28" fmla="*/ 52 w 81"/>
                <a:gd name="T29" fmla="*/ 61 h 68"/>
                <a:gd name="T30" fmla="*/ 54 w 81"/>
                <a:gd name="T31" fmla="*/ 59 h 68"/>
                <a:gd name="T32" fmla="*/ 56 w 81"/>
                <a:gd name="T33" fmla="*/ 62 h 68"/>
                <a:gd name="T34" fmla="*/ 75 w 81"/>
                <a:gd name="T35" fmla="*/ 62 h 68"/>
                <a:gd name="T36" fmla="*/ 70 w 81"/>
                <a:gd name="T37" fmla="*/ 60 h 68"/>
                <a:gd name="T38" fmla="*/ 68 w 81"/>
                <a:gd name="T39" fmla="*/ 61 h 68"/>
                <a:gd name="T40" fmla="*/ 68 w 81"/>
                <a:gd name="T41" fmla="*/ 57 h 68"/>
                <a:gd name="T42" fmla="*/ 81 w 81"/>
                <a:gd name="T43" fmla="*/ 64 h 68"/>
                <a:gd name="T44" fmla="*/ 70 w 81"/>
                <a:gd name="T45" fmla="*/ 68 h 68"/>
                <a:gd name="T46" fmla="*/ 74 w 81"/>
                <a:gd name="T47" fmla="*/ 64 h 68"/>
                <a:gd name="T48" fmla="*/ 55 w 81"/>
                <a:gd name="T49" fmla="*/ 63 h 68"/>
                <a:gd name="T50" fmla="*/ 54 w 81"/>
                <a:gd name="T51" fmla="*/ 66 h 68"/>
                <a:gd name="T52" fmla="*/ 52 w 81"/>
                <a:gd name="T53" fmla="*/ 63 h 68"/>
                <a:gd name="T54" fmla="*/ 28 w 81"/>
                <a:gd name="T55" fmla="*/ 66 h 68"/>
                <a:gd name="T56" fmla="*/ 27 w 81"/>
                <a:gd name="T57" fmla="*/ 63 h 68"/>
                <a:gd name="T58" fmla="*/ 9 w 81"/>
                <a:gd name="T59" fmla="*/ 64 h 68"/>
                <a:gd name="T60" fmla="*/ 9 w 81"/>
                <a:gd name="T61" fmla="*/ 68 h 68"/>
                <a:gd name="T62" fmla="*/ 7 w 81"/>
                <a:gd name="T63" fmla="*/ 64 h 68"/>
                <a:gd name="T64" fmla="*/ 3 w 81"/>
                <a:gd name="T65" fmla="*/ 63 h 68"/>
                <a:gd name="T66" fmla="*/ 7 w 81"/>
                <a:gd name="T67" fmla="*/ 62 h 68"/>
                <a:gd name="T68" fmla="*/ 7 w 81"/>
                <a:gd name="T69" fmla="*/ 46 h 68"/>
                <a:gd name="T70" fmla="*/ 5 w 81"/>
                <a:gd name="T71" fmla="*/ 44 h 68"/>
                <a:gd name="T72" fmla="*/ 8 w 81"/>
                <a:gd name="T73" fmla="*/ 42 h 68"/>
                <a:gd name="T74" fmla="*/ 8 w 81"/>
                <a:gd name="T75" fmla="*/ 23 h 68"/>
                <a:gd name="T76" fmla="*/ 5 w 81"/>
                <a:gd name="T77" fmla="*/ 21 h 68"/>
                <a:gd name="T78" fmla="*/ 8 w 81"/>
                <a:gd name="T79" fmla="*/ 20 h 68"/>
                <a:gd name="T80" fmla="*/ 7 w 81"/>
                <a:gd name="T81" fmla="*/ 5 h 68"/>
                <a:gd name="T82" fmla="*/ 0 w 81"/>
                <a:gd name="T83" fmla="*/ 14 h 68"/>
                <a:gd name="T84" fmla="*/ 8 w 81"/>
                <a:gd name="T85" fmla="*/ 0 h 68"/>
                <a:gd name="T86" fmla="*/ 9 w 81"/>
                <a:gd name="T87" fmla="*/ 0 h 68"/>
                <a:gd name="T88" fmla="*/ 13 w 81"/>
                <a:gd name="T89" fmla="*/ 5 h 68"/>
                <a:gd name="T90" fmla="*/ 16 w 81"/>
                <a:gd name="T91" fmla="*/ 10 h 68"/>
                <a:gd name="T92" fmla="*/ 9 w 81"/>
                <a:gd name="T93" fmla="*/ 20 h 68"/>
                <a:gd name="T94" fmla="*/ 9 w 81"/>
                <a:gd name="T95" fmla="*/ 8 h 68"/>
                <a:gd name="T96" fmla="*/ 9 w 81"/>
                <a:gd name="T97" fmla="*/ 20 h 68"/>
                <a:gd name="T98" fmla="*/ 9 w 81"/>
                <a:gd name="T99" fmla="*/ 23 h 68"/>
                <a:gd name="T100" fmla="*/ 9 w 81"/>
                <a:gd name="T101" fmla="*/ 36 h 68"/>
                <a:gd name="T102" fmla="*/ 9 w 81"/>
                <a:gd name="T103" fmla="*/ 23 h 68"/>
                <a:gd name="T104" fmla="*/ 9 w 81"/>
                <a:gd name="T105" fmla="*/ 23 h 68"/>
                <a:gd name="T106" fmla="*/ 9 w 81"/>
                <a:gd name="T107" fmla="*/ 23 h 68"/>
                <a:gd name="T108" fmla="*/ 8 w 81"/>
                <a:gd name="T109" fmla="*/ 39 h 68"/>
                <a:gd name="T110" fmla="*/ 8 w 81"/>
                <a:gd name="T111" fmla="*/ 3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 h="68">
                  <a:moveTo>
                    <a:pt x="16" y="10"/>
                  </a:moveTo>
                  <a:cubicBezTo>
                    <a:pt x="13" y="9"/>
                    <a:pt x="12" y="5"/>
                    <a:pt x="10" y="4"/>
                  </a:cubicBezTo>
                  <a:cubicBezTo>
                    <a:pt x="9" y="4"/>
                    <a:pt x="9" y="5"/>
                    <a:pt x="9" y="6"/>
                  </a:cubicBezTo>
                  <a:cubicBezTo>
                    <a:pt x="10" y="7"/>
                    <a:pt x="10" y="6"/>
                    <a:pt x="11" y="6"/>
                  </a:cubicBezTo>
                  <a:cubicBezTo>
                    <a:pt x="12" y="11"/>
                    <a:pt x="10" y="15"/>
                    <a:pt x="10" y="19"/>
                  </a:cubicBezTo>
                  <a:cubicBezTo>
                    <a:pt x="11" y="20"/>
                    <a:pt x="12" y="19"/>
                    <a:pt x="13" y="20"/>
                  </a:cubicBezTo>
                  <a:cubicBezTo>
                    <a:pt x="13" y="22"/>
                    <a:pt x="11" y="21"/>
                    <a:pt x="10" y="23"/>
                  </a:cubicBezTo>
                  <a:cubicBezTo>
                    <a:pt x="10" y="29"/>
                    <a:pt x="10" y="35"/>
                    <a:pt x="10" y="42"/>
                  </a:cubicBezTo>
                  <a:cubicBezTo>
                    <a:pt x="10" y="43"/>
                    <a:pt x="11" y="42"/>
                    <a:pt x="12" y="43"/>
                  </a:cubicBezTo>
                  <a:cubicBezTo>
                    <a:pt x="12" y="45"/>
                    <a:pt x="11" y="45"/>
                    <a:pt x="10" y="45"/>
                  </a:cubicBezTo>
                  <a:cubicBezTo>
                    <a:pt x="9" y="50"/>
                    <a:pt x="9" y="57"/>
                    <a:pt x="9" y="62"/>
                  </a:cubicBezTo>
                  <a:cubicBezTo>
                    <a:pt x="14" y="63"/>
                    <a:pt x="21" y="62"/>
                    <a:pt x="26" y="62"/>
                  </a:cubicBezTo>
                  <a:cubicBezTo>
                    <a:pt x="26" y="60"/>
                    <a:pt x="28" y="60"/>
                    <a:pt x="29" y="59"/>
                  </a:cubicBezTo>
                  <a:cubicBezTo>
                    <a:pt x="30" y="59"/>
                    <a:pt x="30" y="60"/>
                    <a:pt x="30" y="62"/>
                  </a:cubicBezTo>
                  <a:cubicBezTo>
                    <a:pt x="37" y="61"/>
                    <a:pt x="45" y="61"/>
                    <a:pt x="52" y="61"/>
                  </a:cubicBezTo>
                  <a:cubicBezTo>
                    <a:pt x="53" y="61"/>
                    <a:pt x="52" y="59"/>
                    <a:pt x="54" y="59"/>
                  </a:cubicBezTo>
                  <a:cubicBezTo>
                    <a:pt x="55" y="59"/>
                    <a:pt x="55" y="61"/>
                    <a:pt x="56" y="62"/>
                  </a:cubicBezTo>
                  <a:cubicBezTo>
                    <a:pt x="63" y="61"/>
                    <a:pt x="69" y="63"/>
                    <a:pt x="75" y="62"/>
                  </a:cubicBezTo>
                  <a:cubicBezTo>
                    <a:pt x="74" y="61"/>
                    <a:pt x="71" y="61"/>
                    <a:pt x="70" y="60"/>
                  </a:cubicBezTo>
                  <a:cubicBezTo>
                    <a:pt x="69" y="59"/>
                    <a:pt x="69" y="61"/>
                    <a:pt x="68" y="61"/>
                  </a:cubicBezTo>
                  <a:cubicBezTo>
                    <a:pt x="68" y="59"/>
                    <a:pt x="67" y="58"/>
                    <a:pt x="68" y="57"/>
                  </a:cubicBezTo>
                  <a:cubicBezTo>
                    <a:pt x="72" y="59"/>
                    <a:pt x="79" y="59"/>
                    <a:pt x="81" y="64"/>
                  </a:cubicBezTo>
                  <a:cubicBezTo>
                    <a:pt x="76" y="64"/>
                    <a:pt x="74" y="68"/>
                    <a:pt x="70" y="68"/>
                  </a:cubicBezTo>
                  <a:cubicBezTo>
                    <a:pt x="70" y="66"/>
                    <a:pt x="73" y="66"/>
                    <a:pt x="74" y="64"/>
                  </a:cubicBezTo>
                  <a:cubicBezTo>
                    <a:pt x="67" y="64"/>
                    <a:pt x="61" y="63"/>
                    <a:pt x="55" y="63"/>
                  </a:cubicBezTo>
                  <a:cubicBezTo>
                    <a:pt x="54" y="64"/>
                    <a:pt x="54" y="65"/>
                    <a:pt x="54" y="66"/>
                  </a:cubicBezTo>
                  <a:cubicBezTo>
                    <a:pt x="53" y="66"/>
                    <a:pt x="53" y="64"/>
                    <a:pt x="52" y="63"/>
                  </a:cubicBezTo>
                  <a:cubicBezTo>
                    <a:pt x="44" y="63"/>
                    <a:pt x="32" y="60"/>
                    <a:pt x="28" y="66"/>
                  </a:cubicBezTo>
                  <a:cubicBezTo>
                    <a:pt x="27" y="65"/>
                    <a:pt x="27" y="64"/>
                    <a:pt x="27" y="63"/>
                  </a:cubicBezTo>
                  <a:cubicBezTo>
                    <a:pt x="21" y="64"/>
                    <a:pt x="15" y="64"/>
                    <a:pt x="9" y="64"/>
                  </a:cubicBezTo>
                  <a:cubicBezTo>
                    <a:pt x="8" y="65"/>
                    <a:pt x="10" y="67"/>
                    <a:pt x="9" y="68"/>
                  </a:cubicBezTo>
                  <a:cubicBezTo>
                    <a:pt x="6" y="68"/>
                    <a:pt x="8" y="65"/>
                    <a:pt x="7" y="64"/>
                  </a:cubicBezTo>
                  <a:cubicBezTo>
                    <a:pt x="6" y="63"/>
                    <a:pt x="4" y="64"/>
                    <a:pt x="3" y="63"/>
                  </a:cubicBezTo>
                  <a:cubicBezTo>
                    <a:pt x="3" y="61"/>
                    <a:pt x="6" y="62"/>
                    <a:pt x="7" y="62"/>
                  </a:cubicBezTo>
                  <a:cubicBezTo>
                    <a:pt x="8" y="57"/>
                    <a:pt x="8" y="50"/>
                    <a:pt x="7" y="46"/>
                  </a:cubicBezTo>
                  <a:cubicBezTo>
                    <a:pt x="7" y="45"/>
                    <a:pt x="5" y="45"/>
                    <a:pt x="5" y="44"/>
                  </a:cubicBezTo>
                  <a:cubicBezTo>
                    <a:pt x="6" y="43"/>
                    <a:pt x="7" y="43"/>
                    <a:pt x="8" y="42"/>
                  </a:cubicBezTo>
                  <a:cubicBezTo>
                    <a:pt x="8" y="36"/>
                    <a:pt x="8" y="29"/>
                    <a:pt x="8" y="23"/>
                  </a:cubicBezTo>
                  <a:cubicBezTo>
                    <a:pt x="7" y="22"/>
                    <a:pt x="5" y="22"/>
                    <a:pt x="5" y="21"/>
                  </a:cubicBezTo>
                  <a:cubicBezTo>
                    <a:pt x="5" y="20"/>
                    <a:pt x="6" y="20"/>
                    <a:pt x="8" y="20"/>
                  </a:cubicBezTo>
                  <a:cubicBezTo>
                    <a:pt x="8" y="15"/>
                    <a:pt x="7" y="10"/>
                    <a:pt x="7" y="5"/>
                  </a:cubicBezTo>
                  <a:cubicBezTo>
                    <a:pt x="3" y="6"/>
                    <a:pt x="4" y="13"/>
                    <a:pt x="0" y="14"/>
                  </a:cubicBezTo>
                  <a:cubicBezTo>
                    <a:pt x="2" y="9"/>
                    <a:pt x="5" y="4"/>
                    <a:pt x="8" y="0"/>
                  </a:cubicBezTo>
                  <a:cubicBezTo>
                    <a:pt x="8" y="0"/>
                    <a:pt x="8" y="0"/>
                    <a:pt x="9" y="0"/>
                  </a:cubicBezTo>
                  <a:cubicBezTo>
                    <a:pt x="10" y="1"/>
                    <a:pt x="11" y="3"/>
                    <a:pt x="13" y="5"/>
                  </a:cubicBezTo>
                  <a:cubicBezTo>
                    <a:pt x="14" y="7"/>
                    <a:pt x="17" y="8"/>
                    <a:pt x="16" y="10"/>
                  </a:cubicBezTo>
                  <a:close/>
                  <a:moveTo>
                    <a:pt x="9" y="20"/>
                  </a:moveTo>
                  <a:cubicBezTo>
                    <a:pt x="9" y="17"/>
                    <a:pt x="10" y="11"/>
                    <a:pt x="9" y="8"/>
                  </a:cubicBezTo>
                  <a:cubicBezTo>
                    <a:pt x="8" y="12"/>
                    <a:pt x="8" y="17"/>
                    <a:pt x="9" y="20"/>
                  </a:cubicBezTo>
                  <a:close/>
                  <a:moveTo>
                    <a:pt x="9" y="23"/>
                  </a:moveTo>
                  <a:cubicBezTo>
                    <a:pt x="9" y="29"/>
                    <a:pt x="8" y="34"/>
                    <a:pt x="9" y="36"/>
                  </a:cubicBezTo>
                  <a:cubicBezTo>
                    <a:pt x="8" y="34"/>
                    <a:pt x="10" y="26"/>
                    <a:pt x="9" y="23"/>
                  </a:cubicBezTo>
                  <a:cubicBezTo>
                    <a:pt x="9" y="23"/>
                    <a:pt x="9" y="22"/>
                    <a:pt x="9" y="23"/>
                  </a:cubicBezTo>
                  <a:cubicBezTo>
                    <a:pt x="9" y="23"/>
                    <a:pt x="9" y="23"/>
                    <a:pt x="9" y="23"/>
                  </a:cubicBezTo>
                  <a:close/>
                  <a:moveTo>
                    <a:pt x="8" y="39"/>
                  </a:moveTo>
                  <a:cubicBezTo>
                    <a:pt x="9" y="41"/>
                    <a:pt x="9" y="38"/>
                    <a:pt x="8"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39" name="Freeform 6"/>
            <p:cNvSpPr>
              <a:spLocks/>
            </p:cNvSpPr>
            <p:nvPr/>
          </p:nvSpPr>
          <p:spPr bwMode="auto">
            <a:xfrm>
              <a:off x="1835150" y="2408238"/>
              <a:ext cx="387350" cy="293688"/>
            </a:xfrm>
            <a:custGeom>
              <a:avLst/>
              <a:gdLst>
                <a:gd name="T0" fmla="*/ 65 w 66"/>
                <a:gd name="T1" fmla="*/ 1 h 50"/>
                <a:gd name="T2" fmla="*/ 60 w 66"/>
                <a:gd name="T3" fmla="*/ 5 h 50"/>
                <a:gd name="T4" fmla="*/ 49 w 66"/>
                <a:gd name="T5" fmla="*/ 14 h 50"/>
                <a:gd name="T6" fmla="*/ 38 w 66"/>
                <a:gd name="T7" fmla="*/ 27 h 50"/>
                <a:gd name="T8" fmla="*/ 25 w 66"/>
                <a:gd name="T9" fmla="*/ 20 h 50"/>
                <a:gd name="T10" fmla="*/ 19 w 66"/>
                <a:gd name="T11" fmla="*/ 26 h 50"/>
                <a:gd name="T12" fmla="*/ 1 w 66"/>
                <a:gd name="T13" fmla="*/ 50 h 50"/>
                <a:gd name="T14" fmla="*/ 2 w 66"/>
                <a:gd name="T15" fmla="*/ 45 h 50"/>
                <a:gd name="T16" fmla="*/ 18 w 66"/>
                <a:gd name="T17" fmla="*/ 25 h 50"/>
                <a:gd name="T18" fmla="*/ 25 w 66"/>
                <a:gd name="T19" fmla="*/ 18 h 50"/>
                <a:gd name="T20" fmla="*/ 33 w 66"/>
                <a:gd name="T21" fmla="*/ 22 h 50"/>
                <a:gd name="T22" fmla="*/ 37 w 66"/>
                <a:gd name="T23" fmla="*/ 24 h 50"/>
                <a:gd name="T24" fmla="*/ 44 w 66"/>
                <a:gd name="T25" fmla="*/ 18 h 50"/>
                <a:gd name="T26" fmla="*/ 50 w 66"/>
                <a:gd name="T27" fmla="*/ 12 h 50"/>
                <a:gd name="T28" fmla="*/ 54 w 66"/>
                <a:gd name="T29" fmla="*/ 10 h 50"/>
                <a:gd name="T30" fmla="*/ 56 w 66"/>
                <a:gd name="T31" fmla="*/ 7 h 50"/>
                <a:gd name="T32" fmla="*/ 64 w 66"/>
                <a:gd name="T33" fmla="*/ 0 h 50"/>
                <a:gd name="T34" fmla="*/ 65 w 66"/>
                <a:gd name="T35"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50">
                  <a:moveTo>
                    <a:pt x="65" y="1"/>
                  </a:moveTo>
                  <a:cubicBezTo>
                    <a:pt x="66" y="3"/>
                    <a:pt x="62" y="4"/>
                    <a:pt x="60" y="5"/>
                  </a:cubicBezTo>
                  <a:cubicBezTo>
                    <a:pt x="56" y="8"/>
                    <a:pt x="52" y="12"/>
                    <a:pt x="49" y="14"/>
                  </a:cubicBezTo>
                  <a:cubicBezTo>
                    <a:pt x="46" y="19"/>
                    <a:pt x="40" y="22"/>
                    <a:pt x="38" y="27"/>
                  </a:cubicBezTo>
                  <a:cubicBezTo>
                    <a:pt x="33" y="25"/>
                    <a:pt x="30" y="20"/>
                    <a:pt x="25" y="20"/>
                  </a:cubicBezTo>
                  <a:cubicBezTo>
                    <a:pt x="23" y="21"/>
                    <a:pt x="20" y="24"/>
                    <a:pt x="19" y="26"/>
                  </a:cubicBezTo>
                  <a:cubicBezTo>
                    <a:pt x="12" y="33"/>
                    <a:pt x="5" y="41"/>
                    <a:pt x="1" y="50"/>
                  </a:cubicBezTo>
                  <a:cubicBezTo>
                    <a:pt x="0" y="48"/>
                    <a:pt x="2" y="46"/>
                    <a:pt x="2" y="45"/>
                  </a:cubicBezTo>
                  <a:cubicBezTo>
                    <a:pt x="6" y="38"/>
                    <a:pt x="12" y="32"/>
                    <a:pt x="18" y="25"/>
                  </a:cubicBezTo>
                  <a:cubicBezTo>
                    <a:pt x="20" y="23"/>
                    <a:pt x="23" y="19"/>
                    <a:pt x="25" y="18"/>
                  </a:cubicBezTo>
                  <a:cubicBezTo>
                    <a:pt x="27" y="18"/>
                    <a:pt x="31" y="21"/>
                    <a:pt x="33" y="22"/>
                  </a:cubicBezTo>
                  <a:cubicBezTo>
                    <a:pt x="35" y="23"/>
                    <a:pt x="35" y="24"/>
                    <a:pt x="37" y="24"/>
                  </a:cubicBezTo>
                  <a:cubicBezTo>
                    <a:pt x="39" y="24"/>
                    <a:pt x="42" y="20"/>
                    <a:pt x="44" y="18"/>
                  </a:cubicBezTo>
                  <a:cubicBezTo>
                    <a:pt x="46" y="16"/>
                    <a:pt x="48" y="13"/>
                    <a:pt x="50" y="12"/>
                  </a:cubicBezTo>
                  <a:cubicBezTo>
                    <a:pt x="51" y="11"/>
                    <a:pt x="53" y="11"/>
                    <a:pt x="54" y="10"/>
                  </a:cubicBezTo>
                  <a:cubicBezTo>
                    <a:pt x="55" y="9"/>
                    <a:pt x="55" y="8"/>
                    <a:pt x="56" y="7"/>
                  </a:cubicBezTo>
                  <a:cubicBezTo>
                    <a:pt x="59" y="4"/>
                    <a:pt x="62" y="3"/>
                    <a:pt x="64" y="0"/>
                  </a:cubicBezTo>
                  <a:cubicBezTo>
                    <a:pt x="65" y="0"/>
                    <a:pt x="65" y="0"/>
                    <a:pt x="6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0" name="Freeform 7"/>
            <p:cNvSpPr>
              <a:spLocks/>
            </p:cNvSpPr>
            <p:nvPr/>
          </p:nvSpPr>
          <p:spPr bwMode="auto">
            <a:xfrm>
              <a:off x="2152650" y="2473325"/>
              <a:ext cx="11113" cy="28575"/>
            </a:xfrm>
            <a:custGeom>
              <a:avLst/>
              <a:gdLst>
                <a:gd name="T0" fmla="*/ 1 w 2"/>
                <a:gd name="T1" fmla="*/ 1 h 5"/>
                <a:gd name="T2" fmla="*/ 2 w 2"/>
                <a:gd name="T3" fmla="*/ 1 h 5"/>
                <a:gd name="T4" fmla="*/ 1 w 2"/>
                <a:gd name="T5" fmla="*/ 5 h 5"/>
                <a:gd name="T6" fmla="*/ 1 w 2"/>
                <a:gd name="T7" fmla="*/ 1 h 5"/>
              </a:gdLst>
              <a:ahLst/>
              <a:cxnLst>
                <a:cxn ang="0">
                  <a:pos x="T0" y="T1"/>
                </a:cxn>
                <a:cxn ang="0">
                  <a:pos x="T2" y="T3"/>
                </a:cxn>
                <a:cxn ang="0">
                  <a:pos x="T4" y="T5"/>
                </a:cxn>
                <a:cxn ang="0">
                  <a:pos x="T6" y="T7"/>
                </a:cxn>
              </a:cxnLst>
              <a:rect l="0" t="0" r="r" b="b"/>
              <a:pathLst>
                <a:path w="2" h="5">
                  <a:moveTo>
                    <a:pt x="1" y="1"/>
                  </a:moveTo>
                  <a:cubicBezTo>
                    <a:pt x="2" y="0"/>
                    <a:pt x="2" y="1"/>
                    <a:pt x="2" y="1"/>
                  </a:cubicBezTo>
                  <a:cubicBezTo>
                    <a:pt x="2" y="2"/>
                    <a:pt x="2" y="4"/>
                    <a:pt x="1" y="5"/>
                  </a:cubicBezTo>
                  <a:cubicBezTo>
                    <a:pt x="0" y="5"/>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1" name="Freeform 8"/>
            <p:cNvSpPr>
              <a:spLocks/>
            </p:cNvSpPr>
            <p:nvPr/>
          </p:nvSpPr>
          <p:spPr bwMode="auto">
            <a:xfrm>
              <a:off x="2152650" y="2525713"/>
              <a:ext cx="11113" cy="17463"/>
            </a:xfrm>
            <a:custGeom>
              <a:avLst/>
              <a:gdLst>
                <a:gd name="T0" fmla="*/ 0 w 2"/>
                <a:gd name="T1" fmla="*/ 0 h 3"/>
                <a:gd name="T2" fmla="*/ 1 w 2"/>
                <a:gd name="T3" fmla="*/ 0 h 3"/>
                <a:gd name="T4" fmla="*/ 1 w 2"/>
                <a:gd name="T5" fmla="*/ 3 h 3"/>
                <a:gd name="T6" fmla="*/ 0 w 2"/>
                <a:gd name="T7" fmla="*/ 0 h 3"/>
              </a:gdLst>
              <a:ahLst/>
              <a:cxnLst>
                <a:cxn ang="0">
                  <a:pos x="T0" y="T1"/>
                </a:cxn>
                <a:cxn ang="0">
                  <a:pos x="T2" y="T3"/>
                </a:cxn>
                <a:cxn ang="0">
                  <a:pos x="T4" y="T5"/>
                </a:cxn>
                <a:cxn ang="0">
                  <a:pos x="T6" y="T7"/>
                </a:cxn>
              </a:cxnLst>
              <a:rect l="0" t="0" r="r" b="b"/>
              <a:pathLst>
                <a:path w="2" h="3">
                  <a:moveTo>
                    <a:pt x="0" y="0"/>
                  </a:moveTo>
                  <a:cubicBezTo>
                    <a:pt x="1" y="0"/>
                    <a:pt x="1" y="0"/>
                    <a:pt x="1" y="0"/>
                  </a:cubicBezTo>
                  <a:cubicBezTo>
                    <a:pt x="2" y="1"/>
                    <a:pt x="2" y="3"/>
                    <a:pt x="1" y="3"/>
                  </a:cubicBezTo>
                  <a:cubicBezTo>
                    <a:pt x="0" y="3"/>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2" name="Freeform 9"/>
            <p:cNvSpPr>
              <a:spLocks/>
            </p:cNvSpPr>
            <p:nvPr/>
          </p:nvSpPr>
          <p:spPr bwMode="auto">
            <a:xfrm>
              <a:off x="1976438" y="2532063"/>
              <a:ext cx="11113" cy="23813"/>
            </a:xfrm>
            <a:custGeom>
              <a:avLst/>
              <a:gdLst>
                <a:gd name="T0" fmla="*/ 1 w 2"/>
                <a:gd name="T1" fmla="*/ 0 h 4"/>
                <a:gd name="T2" fmla="*/ 2 w 2"/>
                <a:gd name="T3" fmla="*/ 1 h 4"/>
                <a:gd name="T4" fmla="*/ 2 w 2"/>
                <a:gd name="T5" fmla="*/ 4 h 4"/>
                <a:gd name="T6" fmla="*/ 1 w 2"/>
                <a:gd name="T7" fmla="*/ 0 h 4"/>
              </a:gdLst>
              <a:ahLst/>
              <a:cxnLst>
                <a:cxn ang="0">
                  <a:pos x="T0" y="T1"/>
                </a:cxn>
                <a:cxn ang="0">
                  <a:pos x="T2" y="T3"/>
                </a:cxn>
                <a:cxn ang="0">
                  <a:pos x="T4" y="T5"/>
                </a:cxn>
                <a:cxn ang="0">
                  <a:pos x="T6" y="T7"/>
                </a:cxn>
              </a:cxnLst>
              <a:rect l="0" t="0" r="r" b="b"/>
              <a:pathLst>
                <a:path w="2" h="4">
                  <a:moveTo>
                    <a:pt x="1" y="0"/>
                  </a:moveTo>
                  <a:cubicBezTo>
                    <a:pt x="1" y="0"/>
                    <a:pt x="1" y="1"/>
                    <a:pt x="2" y="1"/>
                  </a:cubicBezTo>
                  <a:cubicBezTo>
                    <a:pt x="2" y="2"/>
                    <a:pt x="2" y="3"/>
                    <a:pt x="2" y="4"/>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3" name="Freeform 10"/>
            <p:cNvSpPr>
              <a:spLocks/>
            </p:cNvSpPr>
            <p:nvPr/>
          </p:nvSpPr>
          <p:spPr bwMode="auto">
            <a:xfrm>
              <a:off x="2152650" y="2566988"/>
              <a:ext cx="11113" cy="12700"/>
            </a:xfrm>
            <a:custGeom>
              <a:avLst/>
              <a:gdLst>
                <a:gd name="T0" fmla="*/ 1 w 2"/>
                <a:gd name="T1" fmla="*/ 0 h 2"/>
                <a:gd name="T2" fmla="*/ 2 w 2"/>
                <a:gd name="T3" fmla="*/ 0 h 2"/>
                <a:gd name="T4" fmla="*/ 1 w 2"/>
                <a:gd name="T5" fmla="*/ 2 h 2"/>
                <a:gd name="T6" fmla="*/ 1 w 2"/>
                <a:gd name="T7" fmla="*/ 0 h 2"/>
              </a:gdLst>
              <a:ahLst/>
              <a:cxnLst>
                <a:cxn ang="0">
                  <a:pos x="T0" y="T1"/>
                </a:cxn>
                <a:cxn ang="0">
                  <a:pos x="T2" y="T3"/>
                </a:cxn>
                <a:cxn ang="0">
                  <a:pos x="T4" y="T5"/>
                </a:cxn>
                <a:cxn ang="0">
                  <a:pos x="T6" y="T7"/>
                </a:cxn>
              </a:cxnLst>
              <a:rect l="0" t="0" r="r" b="b"/>
              <a:pathLst>
                <a:path w="2" h="2">
                  <a:moveTo>
                    <a:pt x="1" y="0"/>
                  </a:moveTo>
                  <a:cubicBezTo>
                    <a:pt x="1" y="0"/>
                    <a:pt x="1" y="0"/>
                    <a:pt x="2" y="0"/>
                  </a:cubicBezTo>
                  <a:cubicBezTo>
                    <a:pt x="2" y="1"/>
                    <a:pt x="2" y="2"/>
                    <a:pt x="1" y="2"/>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4" name="Freeform 11"/>
            <p:cNvSpPr>
              <a:spLocks/>
            </p:cNvSpPr>
            <p:nvPr/>
          </p:nvSpPr>
          <p:spPr bwMode="auto">
            <a:xfrm>
              <a:off x="2046288" y="2573338"/>
              <a:ext cx="11113" cy="17463"/>
            </a:xfrm>
            <a:custGeom>
              <a:avLst/>
              <a:gdLst>
                <a:gd name="T0" fmla="*/ 1 w 2"/>
                <a:gd name="T1" fmla="*/ 0 h 3"/>
                <a:gd name="T2" fmla="*/ 2 w 2"/>
                <a:gd name="T3" fmla="*/ 1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1" y="1"/>
                    <a:pt x="1" y="1"/>
                    <a:pt x="2" y="1"/>
                  </a:cubicBezTo>
                  <a:cubicBezTo>
                    <a:pt x="2" y="2"/>
                    <a:pt x="2"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5" name="Freeform 12"/>
            <p:cNvSpPr>
              <a:spLocks/>
            </p:cNvSpPr>
            <p:nvPr/>
          </p:nvSpPr>
          <p:spPr bwMode="auto">
            <a:xfrm>
              <a:off x="1976438" y="2584450"/>
              <a:ext cx="11113" cy="23813"/>
            </a:xfrm>
            <a:custGeom>
              <a:avLst/>
              <a:gdLst>
                <a:gd name="T0" fmla="*/ 0 w 2"/>
                <a:gd name="T1" fmla="*/ 0 h 4"/>
                <a:gd name="T2" fmla="*/ 2 w 2"/>
                <a:gd name="T3" fmla="*/ 0 h 4"/>
                <a:gd name="T4" fmla="*/ 1 w 2"/>
                <a:gd name="T5" fmla="*/ 4 h 4"/>
                <a:gd name="T6" fmla="*/ 0 w 2"/>
                <a:gd name="T7" fmla="*/ 0 h 4"/>
              </a:gdLst>
              <a:ahLst/>
              <a:cxnLst>
                <a:cxn ang="0">
                  <a:pos x="T0" y="T1"/>
                </a:cxn>
                <a:cxn ang="0">
                  <a:pos x="T2" y="T3"/>
                </a:cxn>
                <a:cxn ang="0">
                  <a:pos x="T4" y="T5"/>
                </a:cxn>
                <a:cxn ang="0">
                  <a:pos x="T6" y="T7"/>
                </a:cxn>
              </a:cxnLst>
              <a:rect l="0" t="0" r="r" b="b"/>
              <a:pathLst>
                <a:path w="2" h="4">
                  <a:moveTo>
                    <a:pt x="0" y="0"/>
                  </a:moveTo>
                  <a:cubicBezTo>
                    <a:pt x="1" y="0"/>
                    <a:pt x="1" y="0"/>
                    <a:pt x="2" y="0"/>
                  </a:cubicBezTo>
                  <a:cubicBezTo>
                    <a:pt x="2" y="2"/>
                    <a:pt x="2" y="3"/>
                    <a:pt x="1" y="4"/>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6" name="Freeform 13"/>
            <p:cNvSpPr>
              <a:spLocks/>
            </p:cNvSpPr>
            <p:nvPr/>
          </p:nvSpPr>
          <p:spPr bwMode="auto">
            <a:xfrm>
              <a:off x="2152650" y="2590800"/>
              <a:ext cx="11113" cy="17463"/>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1" y="3"/>
                  </a:cubicBezTo>
                  <a:cubicBezTo>
                    <a:pt x="0" y="3"/>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7" name="Freeform 14"/>
            <p:cNvSpPr>
              <a:spLocks/>
            </p:cNvSpPr>
            <p:nvPr/>
          </p:nvSpPr>
          <p:spPr bwMode="auto">
            <a:xfrm>
              <a:off x="2046288" y="2614613"/>
              <a:ext cx="11113" cy="17463"/>
            </a:xfrm>
            <a:custGeom>
              <a:avLst/>
              <a:gdLst>
                <a:gd name="T0" fmla="*/ 1 w 2"/>
                <a:gd name="T1" fmla="*/ 0 h 3"/>
                <a:gd name="T2" fmla="*/ 2 w 2"/>
                <a:gd name="T3" fmla="*/ 3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2" y="0"/>
                    <a:pt x="2" y="2"/>
                    <a:pt x="2" y="3"/>
                  </a:cubicBezTo>
                  <a:cubicBezTo>
                    <a:pt x="1" y="3"/>
                    <a:pt x="1"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8" name="Freeform 15"/>
            <p:cNvSpPr>
              <a:spLocks/>
            </p:cNvSpPr>
            <p:nvPr/>
          </p:nvSpPr>
          <p:spPr bwMode="auto">
            <a:xfrm>
              <a:off x="2152650" y="2632075"/>
              <a:ext cx="11113" cy="23813"/>
            </a:xfrm>
            <a:custGeom>
              <a:avLst/>
              <a:gdLst>
                <a:gd name="T0" fmla="*/ 1 w 2"/>
                <a:gd name="T1" fmla="*/ 0 h 4"/>
                <a:gd name="T2" fmla="*/ 2 w 2"/>
                <a:gd name="T3" fmla="*/ 3 h 4"/>
                <a:gd name="T4" fmla="*/ 1 w 2"/>
                <a:gd name="T5" fmla="*/ 0 h 4"/>
              </a:gdLst>
              <a:ahLst/>
              <a:cxnLst>
                <a:cxn ang="0">
                  <a:pos x="T0" y="T1"/>
                </a:cxn>
                <a:cxn ang="0">
                  <a:pos x="T2" y="T3"/>
                </a:cxn>
                <a:cxn ang="0">
                  <a:pos x="T4" y="T5"/>
                </a:cxn>
              </a:cxnLst>
              <a:rect l="0" t="0" r="r" b="b"/>
              <a:pathLst>
                <a:path w="2" h="4">
                  <a:moveTo>
                    <a:pt x="1" y="0"/>
                  </a:moveTo>
                  <a:cubicBezTo>
                    <a:pt x="2" y="0"/>
                    <a:pt x="1" y="2"/>
                    <a:pt x="2" y="3"/>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9" name="Freeform 16"/>
            <p:cNvSpPr>
              <a:spLocks/>
            </p:cNvSpPr>
            <p:nvPr/>
          </p:nvSpPr>
          <p:spPr bwMode="auto">
            <a:xfrm>
              <a:off x="1976438" y="2632075"/>
              <a:ext cx="11113" cy="23813"/>
            </a:xfrm>
            <a:custGeom>
              <a:avLst/>
              <a:gdLst>
                <a:gd name="T0" fmla="*/ 1 w 2"/>
                <a:gd name="T1" fmla="*/ 1 h 4"/>
                <a:gd name="T2" fmla="*/ 0 w 2"/>
                <a:gd name="T3" fmla="*/ 3 h 4"/>
                <a:gd name="T4" fmla="*/ 1 w 2"/>
                <a:gd name="T5" fmla="*/ 1 h 4"/>
              </a:gdLst>
              <a:ahLst/>
              <a:cxnLst>
                <a:cxn ang="0">
                  <a:pos x="T0" y="T1"/>
                </a:cxn>
                <a:cxn ang="0">
                  <a:pos x="T2" y="T3"/>
                </a:cxn>
                <a:cxn ang="0">
                  <a:pos x="T4" y="T5"/>
                </a:cxn>
              </a:cxnLst>
              <a:rect l="0" t="0" r="r" b="b"/>
              <a:pathLst>
                <a:path w="2" h="4">
                  <a:moveTo>
                    <a:pt x="1" y="1"/>
                  </a:moveTo>
                  <a:cubicBezTo>
                    <a:pt x="2" y="0"/>
                    <a:pt x="2" y="4"/>
                    <a:pt x="0" y="3"/>
                  </a:cubicBezTo>
                  <a:cubicBezTo>
                    <a:pt x="0" y="2"/>
                    <a:pt x="0"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0" name="Freeform 17"/>
            <p:cNvSpPr>
              <a:spLocks/>
            </p:cNvSpPr>
            <p:nvPr/>
          </p:nvSpPr>
          <p:spPr bwMode="auto">
            <a:xfrm>
              <a:off x="2039938" y="2655888"/>
              <a:ext cx="17463" cy="17463"/>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3" y="0"/>
                    <a:pt x="3" y="3"/>
                    <a:pt x="2" y="3"/>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1" name="Freeform 18"/>
            <p:cNvSpPr>
              <a:spLocks/>
            </p:cNvSpPr>
            <p:nvPr/>
          </p:nvSpPr>
          <p:spPr bwMode="auto">
            <a:xfrm>
              <a:off x="2157413" y="2667000"/>
              <a:ext cx="12700" cy="11113"/>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2" y="0"/>
                    <a:pt x="1" y="2"/>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2" name="Freeform 19"/>
            <p:cNvSpPr>
              <a:spLocks/>
            </p:cNvSpPr>
            <p:nvPr/>
          </p:nvSpPr>
          <p:spPr bwMode="auto">
            <a:xfrm>
              <a:off x="1976438" y="2684463"/>
              <a:ext cx="11113" cy="12700"/>
            </a:xfrm>
            <a:custGeom>
              <a:avLst/>
              <a:gdLst>
                <a:gd name="T0" fmla="*/ 1 w 2"/>
                <a:gd name="T1" fmla="*/ 0 h 2"/>
                <a:gd name="T2" fmla="*/ 2 w 2"/>
                <a:gd name="T3" fmla="*/ 2 h 2"/>
                <a:gd name="T4" fmla="*/ 1 w 2"/>
                <a:gd name="T5" fmla="*/ 0 h 2"/>
              </a:gdLst>
              <a:ahLst/>
              <a:cxnLst>
                <a:cxn ang="0">
                  <a:pos x="T0" y="T1"/>
                </a:cxn>
                <a:cxn ang="0">
                  <a:pos x="T2" y="T3"/>
                </a:cxn>
                <a:cxn ang="0">
                  <a:pos x="T4" y="T5"/>
                </a:cxn>
              </a:cxnLst>
              <a:rect l="0" t="0" r="r" b="b"/>
              <a:pathLst>
                <a:path w="2" h="2">
                  <a:moveTo>
                    <a:pt x="1" y="0"/>
                  </a:moveTo>
                  <a:cubicBezTo>
                    <a:pt x="2" y="0"/>
                    <a:pt x="2" y="2"/>
                    <a:pt x="2" y="2"/>
                  </a:cubicBezTo>
                  <a:cubicBezTo>
                    <a:pt x="1"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3" name="Freeform 20"/>
            <p:cNvSpPr>
              <a:spLocks/>
            </p:cNvSpPr>
            <p:nvPr/>
          </p:nvSpPr>
          <p:spPr bwMode="auto">
            <a:xfrm>
              <a:off x="2157413" y="2690813"/>
              <a:ext cx="6350" cy="23813"/>
            </a:xfrm>
            <a:custGeom>
              <a:avLst/>
              <a:gdLst>
                <a:gd name="T0" fmla="*/ 0 w 1"/>
                <a:gd name="T1" fmla="*/ 0 h 4"/>
                <a:gd name="T2" fmla="*/ 0 w 1"/>
                <a:gd name="T3" fmla="*/ 3 h 4"/>
                <a:gd name="T4" fmla="*/ 0 w 1"/>
                <a:gd name="T5" fmla="*/ 0 h 4"/>
              </a:gdLst>
              <a:ahLst/>
              <a:cxnLst>
                <a:cxn ang="0">
                  <a:pos x="T0" y="T1"/>
                </a:cxn>
                <a:cxn ang="0">
                  <a:pos x="T2" y="T3"/>
                </a:cxn>
                <a:cxn ang="0">
                  <a:pos x="T4" y="T5"/>
                </a:cxn>
              </a:cxnLst>
              <a:rect l="0" t="0" r="r" b="b"/>
              <a:pathLst>
                <a:path w="1" h="4">
                  <a:moveTo>
                    <a:pt x="0" y="0"/>
                  </a:moveTo>
                  <a:cubicBezTo>
                    <a:pt x="1" y="0"/>
                    <a:pt x="1" y="4"/>
                    <a:pt x="0" y="3"/>
                  </a:cubicBezTo>
                  <a:cubicBezTo>
                    <a:pt x="0" y="2"/>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4" name="Freeform 21"/>
            <p:cNvSpPr>
              <a:spLocks/>
            </p:cNvSpPr>
            <p:nvPr/>
          </p:nvSpPr>
          <p:spPr bwMode="auto">
            <a:xfrm>
              <a:off x="2046288" y="2701925"/>
              <a:ext cx="11113" cy="12700"/>
            </a:xfrm>
            <a:custGeom>
              <a:avLst/>
              <a:gdLst>
                <a:gd name="T0" fmla="*/ 0 w 2"/>
                <a:gd name="T1" fmla="*/ 0 h 2"/>
                <a:gd name="T2" fmla="*/ 1 w 2"/>
                <a:gd name="T3" fmla="*/ 0 h 2"/>
                <a:gd name="T4" fmla="*/ 1 w 2"/>
                <a:gd name="T5" fmla="*/ 2 h 2"/>
                <a:gd name="T6" fmla="*/ 0 w 2"/>
                <a:gd name="T7" fmla="*/ 0 h 2"/>
              </a:gdLst>
              <a:ahLst/>
              <a:cxnLst>
                <a:cxn ang="0">
                  <a:pos x="T0" y="T1"/>
                </a:cxn>
                <a:cxn ang="0">
                  <a:pos x="T2" y="T3"/>
                </a:cxn>
                <a:cxn ang="0">
                  <a:pos x="T4" y="T5"/>
                </a:cxn>
                <a:cxn ang="0">
                  <a:pos x="T6" y="T7"/>
                </a:cxn>
              </a:cxnLst>
              <a:rect l="0" t="0" r="r" b="b"/>
              <a:pathLst>
                <a:path w="2" h="2">
                  <a:moveTo>
                    <a:pt x="0" y="0"/>
                  </a:moveTo>
                  <a:cubicBezTo>
                    <a:pt x="1" y="0"/>
                    <a:pt x="1" y="0"/>
                    <a:pt x="1" y="0"/>
                  </a:cubicBezTo>
                  <a:cubicBezTo>
                    <a:pt x="2" y="1"/>
                    <a:pt x="1" y="1"/>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5" name="Freeform 22"/>
            <p:cNvSpPr>
              <a:spLocks/>
            </p:cNvSpPr>
            <p:nvPr/>
          </p:nvSpPr>
          <p:spPr bwMode="auto">
            <a:xfrm>
              <a:off x="1839913" y="2719388"/>
              <a:ext cx="0" cy="6350"/>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0"/>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6" name="Freeform 23"/>
            <p:cNvSpPr>
              <a:spLocks/>
            </p:cNvSpPr>
            <p:nvPr/>
          </p:nvSpPr>
          <p:spPr bwMode="auto">
            <a:xfrm>
              <a:off x="1976438" y="2719388"/>
              <a:ext cx="11113" cy="19050"/>
            </a:xfrm>
            <a:custGeom>
              <a:avLst/>
              <a:gdLst>
                <a:gd name="T0" fmla="*/ 1 w 2"/>
                <a:gd name="T1" fmla="*/ 0 h 3"/>
                <a:gd name="T2" fmla="*/ 2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2"/>
                    <a:pt x="2" y="3"/>
                  </a:cubicBezTo>
                  <a:cubicBezTo>
                    <a:pt x="0" y="3"/>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7" name="Freeform 24"/>
            <p:cNvSpPr>
              <a:spLocks/>
            </p:cNvSpPr>
            <p:nvPr/>
          </p:nvSpPr>
          <p:spPr bwMode="auto">
            <a:xfrm>
              <a:off x="2046288" y="2732088"/>
              <a:ext cx="11113" cy="17463"/>
            </a:xfrm>
            <a:custGeom>
              <a:avLst/>
              <a:gdLst>
                <a:gd name="T0" fmla="*/ 1 w 2"/>
                <a:gd name="T1" fmla="*/ 0 h 3"/>
                <a:gd name="T2" fmla="*/ 0 w 2"/>
                <a:gd name="T3" fmla="*/ 2 h 3"/>
                <a:gd name="T4" fmla="*/ 1 w 2"/>
                <a:gd name="T5" fmla="*/ 0 h 3"/>
              </a:gdLst>
              <a:ahLst/>
              <a:cxnLst>
                <a:cxn ang="0">
                  <a:pos x="T0" y="T1"/>
                </a:cxn>
                <a:cxn ang="0">
                  <a:pos x="T2" y="T3"/>
                </a:cxn>
                <a:cxn ang="0">
                  <a:pos x="T4" y="T5"/>
                </a:cxn>
              </a:cxnLst>
              <a:rect l="0" t="0" r="r" b="b"/>
              <a:pathLst>
                <a:path w="2" h="3">
                  <a:moveTo>
                    <a:pt x="1" y="0"/>
                  </a:moveTo>
                  <a:cubicBezTo>
                    <a:pt x="2" y="0"/>
                    <a:pt x="2" y="3"/>
                    <a:pt x="0" y="2"/>
                  </a:cubicBezTo>
                  <a:cubicBezTo>
                    <a:pt x="0" y="1"/>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8" name="Freeform 25"/>
            <p:cNvSpPr>
              <a:spLocks/>
            </p:cNvSpPr>
            <p:nvPr/>
          </p:nvSpPr>
          <p:spPr bwMode="auto">
            <a:xfrm>
              <a:off x="1835150" y="2738438"/>
              <a:ext cx="11113" cy="17463"/>
            </a:xfrm>
            <a:custGeom>
              <a:avLst/>
              <a:gdLst>
                <a:gd name="T0" fmla="*/ 1 w 2"/>
                <a:gd name="T1" fmla="*/ 0 h 3"/>
                <a:gd name="T2" fmla="*/ 0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59" name="Group 158"/>
          <p:cNvGrpSpPr/>
          <p:nvPr/>
        </p:nvGrpSpPr>
        <p:grpSpPr>
          <a:xfrm>
            <a:off x="2119105" y="2192396"/>
            <a:ext cx="382588" cy="632694"/>
            <a:chOff x="1915338" y="1340959"/>
            <a:chExt cx="382588" cy="609600"/>
          </a:xfrm>
          <a:solidFill>
            <a:srgbClr val="86BC25">
              <a:lumMod val="75000"/>
            </a:srgbClr>
          </a:solidFill>
        </p:grpSpPr>
        <p:sp>
          <p:nvSpPr>
            <p:cNvPr id="160" name="Freeform 148"/>
            <p:cNvSpPr>
              <a:spLocks/>
            </p:cNvSpPr>
            <p:nvPr/>
          </p:nvSpPr>
          <p:spPr bwMode="auto">
            <a:xfrm>
              <a:off x="1915338" y="1340959"/>
              <a:ext cx="382588" cy="609600"/>
            </a:xfrm>
            <a:custGeom>
              <a:avLst/>
              <a:gdLst>
                <a:gd name="T0" fmla="*/ 31 w 54"/>
                <a:gd name="T1" fmla="*/ 86 h 86"/>
                <a:gd name="T2" fmla="*/ 29 w 54"/>
                <a:gd name="T3" fmla="*/ 69 h 86"/>
                <a:gd name="T4" fmla="*/ 28 w 54"/>
                <a:gd name="T5" fmla="*/ 56 h 86"/>
                <a:gd name="T6" fmla="*/ 25 w 54"/>
                <a:gd name="T7" fmla="*/ 50 h 86"/>
                <a:gd name="T8" fmla="*/ 23 w 54"/>
                <a:gd name="T9" fmla="*/ 57 h 86"/>
                <a:gd name="T10" fmla="*/ 20 w 54"/>
                <a:gd name="T11" fmla="*/ 80 h 86"/>
                <a:gd name="T12" fmla="*/ 16 w 54"/>
                <a:gd name="T13" fmla="*/ 85 h 86"/>
                <a:gd name="T14" fmla="*/ 17 w 54"/>
                <a:gd name="T15" fmla="*/ 70 h 86"/>
                <a:gd name="T16" fmla="*/ 17 w 54"/>
                <a:gd name="T17" fmla="*/ 36 h 86"/>
                <a:gd name="T18" fmla="*/ 17 w 54"/>
                <a:gd name="T19" fmla="*/ 29 h 86"/>
                <a:gd name="T20" fmla="*/ 12 w 54"/>
                <a:gd name="T21" fmla="*/ 22 h 86"/>
                <a:gd name="T22" fmla="*/ 6 w 54"/>
                <a:gd name="T23" fmla="*/ 15 h 86"/>
                <a:gd name="T24" fmla="*/ 2 w 54"/>
                <a:gd name="T25" fmla="*/ 7 h 86"/>
                <a:gd name="T26" fmla="*/ 1 w 54"/>
                <a:gd name="T27" fmla="*/ 2 h 86"/>
                <a:gd name="T28" fmla="*/ 6 w 54"/>
                <a:gd name="T29" fmla="*/ 5 h 86"/>
                <a:gd name="T30" fmla="*/ 10 w 54"/>
                <a:gd name="T31" fmla="*/ 10 h 86"/>
                <a:gd name="T32" fmla="*/ 20 w 54"/>
                <a:gd name="T33" fmla="*/ 20 h 86"/>
                <a:gd name="T34" fmla="*/ 33 w 54"/>
                <a:gd name="T35" fmla="*/ 21 h 86"/>
                <a:gd name="T36" fmla="*/ 40 w 54"/>
                <a:gd name="T37" fmla="*/ 15 h 86"/>
                <a:gd name="T38" fmla="*/ 44 w 54"/>
                <a:gd name="T39" fmla="*/ 7 h 86"/>
                <a:gd name="T40" fmla="*/ 50 w 54"/>
                <a:gd name="T41" fmla="*/ 0 h 86"/>
                <a:gd name="T42" fmla="*/ 53 w 54"/>
                <a:gd name="T43" fmla="*/ 7 h 86"/>
                <a:gd name="T44" fmla="*/ 45 w 54"/>
                <a:gd name="T45" fmla="*/ 20 h 86"/>
                <a:gd name="T46" fmla="*/ 35 w 54"/>
                <a:gd name="T47" fmla="*/ 45 h 86"/>
                <a:gd name="T48" fmla="*/ 36 w 54"/>
                <a:gd name="T49" fmla="*/ 70 h 86"/>
                <a:gd name="T50" fmla="*/ 31 w 54"/>
                <a:gd name="T5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86">
                  <a:moveTo>
                    <a:pt x="31" y="86"/>
                  </a:moveTo>
                  <a:cubicBezTo>
                    <a:pt x="29" y="81"/>
                    <a:pt x="29" y="75"/>
                    <a:pt x="29" y="69"/>
                  </a:cubicBezTo>
                  <a:cubicBezTo>
                    <a:pt x="28" y="63"/>
                    <a:pt x="28" y="61"/>
                    <a:pt x="28" y="56"/>
                  </a:cubicBezTo>
                  <a:cubicBezTo>
                    <a:pt x="27" y="54"/>
                    <a:pt x="27" y="51"/>
                    <a:pt x="25" y="50"/>
                  </a:cubicBezTo>
                  <a:cubicBezTo>
                    <a:pt x="23" y="52"/>
                    <a:pt x="23" y="55"/>
                    <a:pt x="23" y="57"/>
                  </a:cubicBezTo>
                  <a:cubicBezTo>
                    <a:pt x="22" y="66"/>
                    <a:pt x="22" y="71"/>
                    <a:pt x="20" y="80"/>
                  </a:cubicBezTo>
                  <a:cubicBezTo>
                    <a:pt x="20" y="82"/>
                    <a:pt x="19" y="86"/>
                    <a:pt x="16" y="85"/>
                  </a:cubicBezTo>
                  <a:cubicBezTo>
                    <a:pt x="16" y="80"/>
                    <a:pt x="17" y="75"/>
                    <a:pt x="17" y="70"/>
                  </a:cubicBezTo>
                  <a:cubicBezTo>
                    <a:pt x="17" y="59"/>
                    <a:pt x="17" y="47"/>
                    <a:pt x="17" y="36"/>
                  </a:cubicBezTo>
                  <a:cubicBezTo>
                    <a:pt x="17" y="34"/>
                    <a:pt x="17" y="31"/>
                    <a:pt x="17" y="29"/>
                  </a:cubicBezTo>
                  <a:cubicBezTo>
                    <a:pt x="16" y="27"/>
                    <a:pt x="14" y="24"/>
                    <a:pt x="12" y="22"/>
                  </a:cubicBezTo>
                  <a:cubicBezTo>
                    <a:pt x="10" y="19"/>
                    <a:pt x="8" y="17"/>
                    <a:pt x="6" y="15"/>
                  </a:cubicBezTo>
                  <a:cubicBezTo>
                    <a:pt x="5" y="13"/>
                    <a:pt x="6" y="15"/>
                    <a:pt x="2" y="7"/>
                  </a:cubicBezTo>
                  <a:cubicBezTo>
                    <a:pt x="1" y="6"/>
                    <a:pt x="0" y="3"/>
                    <a:pt x="1" y="2"/>
                  </a:cubicBezTo>
                  <a:cubicBezTo>
                    <a:pt x="4" y="1"/>
                    <a:pt x="5" y="4"/>
                    <a:pt x="6" y="5"/>
                  </a:cubicBezTo>
                  <a:cubicBezTo>
                    <a:pt x="7" y="7"/>
                    <a:pt x="9" y="8"/>
                    <a:pt x="10" y="10"/>
                  </a:cubicBezTo>
                  <a:cubicBezTo>
                    <a:pt x="13" y="13"/>
                    <a:pt x="16" y="19"/>
                    <a:pt x="20" y="20"/>
                  </a:cubicBezTo>
                  <a:cubicBezTo>
                    <a:pt x="22" y="22"/>
                    <a:pt x="30" y="23"/>
                    <a:pt x="33" y="21"/>
                  </a:cubicBezTo>
                  <a:cubicBezTo>
                    <a:pt x="35" y="21"/>
                    <a:pt x="38" y="17"/>
                    <a:pt x="40" y="15"/>
                  </a:cubicBezTo>
                  <a:cubicBezTo>
                    <a:pt x="41" y="13"/>
                    <a:pt x="43" y="10"/>
                    <a:pt x="44" y="7"/>
                  </a:cubicBezTo>
                  <a:cubicBezTo>
                    <a:pt x="46" y="5"/>
                    <a:pt x="48" y="1"/>
                    <a:pt x="50" y="0"/>
                  </a:cubicBezTo>
                  <a:cubicBezTo>
                    <a:pt x="53" y="0"/>
                    <a:pt x="54" y="4"/>
                    <a:pt x="53" y="7"/>
                  </a:cubicBezTo>
                  <a:cubicBezTo>
                    <a:pt x="51" y="11"/>
                    <a:pt x="47" y="16"/>
                    <a:pt x="45" y="20"/>
                  </a:cubicBezTo>
                  <a:cubicBezTo>
                    <a:pt x="37" y="33"/>
                    <a:pt x="35" y="30"/>
                    <a:pt x="35" y="45"/>
                  </a:cubicBezTo>
                  <a:cubicBezTo>
                    <a:pt x="35" y="53"/>
                    <a:pt x="36" y="61"/>
                    <a:pt x="36" y="70"/>
                  </a:cubicBezTo>
                  <a:cubicBezTo>
                    <a:pt x="36" y="77"/>
                    <a:pt x="36" y="84"/>
                    <a:pt x="31" y="86"/>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1" name="Freeform 149"/>
            <p:cNvSpPr>
              <a:spLocks/>
            </p:cNvSpPr>
            <p:nvPr/>
          </p:nvSpPr>
          <p:spPr bwMode="auto">
            <a:xfrm>
              <a:off x="2042339" y="1361597"/>
              <a:ext cx="112713" cy="106363"/>
            </a:xfrm>
            <a:custGeom>
              <a:avLst/>
              <a:gdLst>
                <a:gd name="T0" fmla="*/ 13 w 16"/>
                <a:gd name="T1" fmla="*/ 13 h 15"/>
                <a:gd name="T2" fmla="*/ 8 w 16"/>
                <a:gd name="T3" fmla="*/ 15 h 15"/>
                <a:gd name="T4" fmla="*/ 9 w 16"/>
                <a:gd name="T5" fmla="*/ 1 h 15"/>
                <a:gd name="T6" fmla="*/ 13 w 16"/>
                <a:gd name="T7" fmla="*/ 13 h 15"/>
              </a:gdLst>
              <a:ahLst/>
              <a:cxnLst>
                <a:cxn ang="0">
                  <a:pos x="T0" y="T1"/>
                </a:cxn>
                <a:cxn ang="0">
                  <a:pos x="T2" y="T3"/>
                </a:cxn>
                <a:cxn ang="0">
                  <a:pos x="T4" y="T5"/>
                </a:cxn>
                <a:cxn ang="0">
                  <a:pos x="T6" y="T7"/>
                </a:cxn>
              </a:cxnLst>
              <a:rect l="0" t="0" r="r" b="b"/>
              <a:pathLst>
                <a:path w="16" h="15">
                  <a:moveTo>
                    <a:pt x="13" y="13"/>
                  </a:moveTo>
                  <a:cubicBezTo>
                    <a:pt x="11" y="14"/>
                    <a:pt x="9" y="14"/>
                    <a:pt x="8" y="15"/>
                  </a:cubicBezTo>
                  <a:cubicBezTo>
                    <a:pt x="0" y="14"/>
                    <a:pt x="0" y="0"/>
                    <a:pt x="9" y="1"/>
                  </a:cubicBezTo>
                  <a:cubicBezTo>
                    <a:pt x="14" y="1"/>
                    <a:pt x="16" y="8"/>
                    <a:pt x="13" y="13"/>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62" name="Group 161"/>
          <p:cNvGrpSpPr/>
          <p:nvPr/>
        </p:nvGrpSpPr>
        <p:grpSpPr>
          <a:xfrm>
            <a:off x="9568961" y="2181025"/>
            <a:ext cx="604127" cy="533486"/>
            <a:chOff x="8350250" y="885825"/>
            <a:chExt cx="762000" cy="769938"/>
          </a:xfrm>
          <a:solidFill>
            <a:srgbClr val="43B02A">
              <a:lumMod val="75000"/>
            </a:srgbClr>
          </a:solidFill>
        </p:grpSpPr>
        <p:sp>
          <p:nvSpPr>
            <p:cNvPr id="163" name="Freeform 7"/>
            <p:cNvSpPr>
              <a:spLocks noEditPoints="1"/>
            </p:cNvSpPr>
            <p:nvPr/>
          </p:nvSpPr>
          <p:spPr bwMode="auto">
            <a:xfrm>
              <a:off x="8350250" y="885825"/>
              <a:ext cx="762000" cy="769938"/>
            </a:xfrm>
            <a:custGeom>
              <a:avLst/>
              <a:gdLst>
                <a:gd name="T0" fmla="*/ 102 w 108"/>
                <a:gd name="T1" fmla="*/ 19 h 109"/>
                <a:gd name="T2" fmla="*/ 98 w 108"/>
                <a:gd name="T3" fmla="*/ 36 h 109"/>
                <a:gd name="T4" fmla="*/ 106 w 108"/>
                <a:gd name="T5" fmla="*/ 37 h 109"/>
                <a:gd name="T6" fmla="*/ 104 w 108"/>
                <a:gd name="T7" fmla="*/ 69 h 109"/>
                <a:gd name="T8" fmla="*/ 99 w 108"/>
                <a:gd name="T9" fmla="*/ 99 h 109"/>
                <a:gd name="T10" fmla="*/ 29 w 108"/>
                <a:gd name="T11" fmla="*/ 106 h 109"/>
                <a:gd name="T12" fmla="*/ 8 w 108"/>
                <a:gd name="T13" fmla="*/ 107 h 109"/>
                <a:gd name="T14" fmla="*/ 3 w 108"/>
                <a:gd name="T15" fmla="*/ 73 h 109"/>
                <a:gd name="T16" fmla="*/ 3 w 108"/>
                <a:gd name="T17" fmla="*/ 39 h 109"/>
                <a:gd name="T18" fmla="*/ 30 w 108"/>
                <a:gd name="T19" fmla="*/ 35 h 109"/>
                <a:gd name="T20" fmla="*/ 35 w 108"/>
                <a:gd name="T21" fmla="*/ 18 h 109"/>
                <a:gd name="T22" fmla="*/ 38 w 108"/>
                <a:gd name="T23" fmla="*/ 2 h 109"/>
                <a:gd name="T24" fmla="*/ 47 w 108"/>
                <a:gd name="T25" fmla="*/ 4 h 109"/>
                <a:gd name="T26" fmla="*/ 51 w 108"/>
                <a:gd name="T27" fmla="*/ 1 h 109"/>
                <a:gd name="T28" fmla="*/ 102 w 108"/>
                <a:gd name="T29" fmla="*/ 19 h 109"/>
                <a:gd name="T30" fmla="*/ 51 w 108"/>
                <a:gd name="T31" fmla="*/ 5 h 109"/>
                <a:gd name="T32" fmla="*/ 38 w 108"/>
                <a:gd name="T33" fmla="*/ 49 h 109"/>
                <a:gd name="T34" fmla="*/ 51 w 108"/>
                <a:gd name="T35" fmla="*/ 48 h 109"/>
                <a:gd name="T36" fmla="*/ 57 w 108"/>
                <a:gd name="T37" fmla="*/ 41 h 109"/>
                <a:gd name="T38" fmla="*/ 94 w 108"/>
                <a:gd name="T39" fmla="*/ 37 h 109"/>
                <a:gd name="T40" fmla="*/ 98 w 108"/>
                <a:gd name="T41" fmla="*/ 21 h 109"/>
                <a:gd name="T42" fmla="*/ 51 w 108"/>
                <a:gd name="T43" fmla="*/ 5 h 109"/>
                <a:gd name="T44" fmla="*/ 41 w 108"/>
                <a:gd name="T45" fmla="*/ 7 h 109"/>
                <a:gd name="T46" fmla="*/ 32 w 108"/>
                <a:gd name="T47" fmla="*/ 49 h 109"/>
                <a:gd name="T48" fmla="*/ 36 w 108"/>
                <a:gd name="T49" fmla="*/ 40 h 109"/>
                <a:gd name="T50" fmla="*/ 46 w 108"/>
                <a:gd name="T51" fmla="*/ 8 h 109"/>
                <a:gd name="T52" fmla="*/ 41 w 108"/>
                <a:gd name="T53" fmla="*/ 7 h 109"/>
                <a:gd name="T54" fmla="*/ 16 w 108"/>
                <a:gd name="T55" fmla="*/ 40 h 109"/>
                <a:gd name="T56" fmla="*/ 14 w 108"/>
                <a:gd name="T57" fmla="*/ 40 h 109"/>
                <a:gd name="T58" fmla="*/ 12 w 108"/>
                <a:gd name="T59" fmla="*/ 40 h 109"/>
                <a:gd name="T60" fmla="*/ 13 w 108"/>
                <a:gd name="T61" fmla="*/ 64 h 109"/>
                <a:gd name="T62" fmla="*/ 16 w 108"/>
                <a:gd name="T63" fmla="*/ 40 h 109"/>
                <a:gd name="T64" fmla="*/ 20 w 108"/>
                <a:gd name="T65" fmla="*/ 51 h 109"/>
                <a:gd name="T66" fmla="*/ 22 w 108"/>
                <a:gd name="T67" fmla="*/ 40 h 109"/>
                <a:gd name="T68" fmla="*/ 19 w 108"/>
                <a:gd name="T69" fmla="*/ 40 h 109"/>
                <a:gd name="T70" fmla="*/ 20 w 108"/>
                <a:gd name="T71" fmla="*/ 51 h 109"/>
                <a:gd name="T72" fmla="*/ 27 w 108"/>
                <a:gd name="T73" fmla="*/ 50 h 109"/>
                <a:gd name="T74" fmla="*/ 30 w 108"/>
                <a:gd name="T75" fmla="*/ 40 h 109"/>
                <a:gd name="T76" fmla="*/ 26 w 108"/>
                <a:gd name="T77" fmla="*/ 40 h 109"/>
                <a:gd name="T78" fmla="*/ 27 w 108"/>
                <a:gd name="T79" fmla="*/ 50 h 109"/>
                <a:gd name="T80" fmla="*/ 103 w 108"/>
                <a:gd name="T81" fmla="*/ 42 h 109"/>
                <a:gd name="T82" fmla="*/ 102 w 108"/>
                <a:gd name="T83" fmla="*/ 41 h 109"/>
                <a:gd name="T84" fmla="*/ 59 w 108"/>
                <a:gd name="T85" fmla="*/ 46 h 109"/>
                <a:gd name="T86" fmla="*/ 38 w 108"/>
                <a:gd name="T87" fmla="*/ 54 h 109"/>
                <a:gd name="T88" fmla="*/ 20 w 108"/>
                <a:gd name="T89" fmla="*/ 55 h 109"/>
                <a:gd name="T90" fmla="*/ 12 w 108"/>
                <a:gd name="T91" fmla="*/ 104 h 109"/>
                <a:gd name="T92" fmla="*/ 97 w 108"/>
                <a:gd name="T93" fmla="*/ 97 h 109"/>
                <a:gd name="T94" fmla="*/ 103 w 108"/>
                <a:gd name="T95" fmla="*/ 42 h 109"/>
                <a:gd name="T96" fmla="*/ 7 w 108"/>
                <a:gd name="T97" fmla="*/ 43 h 109"/>
                <a:gd name="T98" fmla="*/ 9 w 108"/>
                <a:gd name="T99" fmla="*/ 89 h 109"/>
                <a:gd name="T100" fmla="*/ 8 w 108"/>
                <a:gd name="T101" fmla="*/ 41 h 109"/>
                <a:gd name="T102" fmla="*/ 7 w 108"/>
                <a:gd name="T103" fmla="*/ 4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8" h="109">
                  <a:moveTo>
                    <a:pt x="102" y="19"/>
                  </a:moveTo>
                  <a:cubicBezTo>
                    <a:pt x="102" y="26"/>
                    <a:pt x="98" y="29"/>
                    <a:pt x="98" y="36"/>
                  </a:cubicBezTo>
                  <a:cubicBezTo>
                    <a:pt x="99" y="37"/>
                    <a:pt x="104" y="35"/>
                    <a:pt x="106" y="37"/>
                  </a:cubicBezTo>
                  <a:cubicBezTo>
                    <a:pt x="108" y="47"/>
                    <a:pt x="105" y="58"/>
                    <a:pt x="104" y="69"/>
                  </a:cubicBezTo>
                  <a:cubicBezTo>
                    <a:pt x="103" y="80"/>
                    <a:pt x="103" y="91"/>
                    <a:pt x="99" y="99"/>
                  </a:cubicBezTo>
                  <a:cubicBezTo>
                    <a:pt x="78" y="103"/>
                    <a:pt x="52" y="103"/>
                    <a:pt x="29" y="106"/>
                  </a:cubicBezTo>
                  <a:cubicBezTo>
                    <a:pt x="22" y="107"/>
                    <a:pt x="15" y="109"/>
                    <a:pt x="8" y="107"/>
                  </a:cubicBezTo>
                  <a:cubicBezTo>
                    <a:pt x="4" y="98"/>
                    <a:pt x="4" y="86"/>
                    <a:pt x="3" y="73"/>
                  </a:cubicBezTo>
                  <a:cubicBezTo>
                    <a:pt x="3" y="61"/>
                    <a:pt x="0" y="49"/>
                    <a:pt x="3" y="39"/>
                  </a:cubicBezTo>
                  <a:cubicBezTo>
                    <a:pt x="9" y="34"/>
                    <a:pt x="20" y="35"/>
                    <a:pt x="30" y="35"/>
                  </a:cubicBezTo>
                  <a:cubicBezTo>
                    <a:pt x="33" y="30"/>
                    <a:pt x="34" y="24"/>
                    <a:pt x="35" y="18"/>
                  </a:cubicBezTo>
                  <a:cubicBezTo>
                    <a:pt x="36" y="12"/>
                    <a:pt x="38" y="7"/>
                    <a:pt x="38" y="2"/>
                  </a:cubicBezTo>
                  <a:cubicBezTo>
                    <a:pt x="41" y="1"/>
                    <a:pt x="44" y="3"/>
                    <a:pt x="47" y="4"/>
                  </a:cubicBezTo>
                  <a:cubicBezTo>
                    <a:pt x="48" y="3"/>
                    <a:pt x="50" y="0"/>
                    <a:pt x="51" y="1"/>
                  </a:cubicBezTo>
                  <a:cubicBezTo>
                    <a:pt x="68" y="8"/>
                    <a:pt x="86" y="12"/>
                    <a:pt x="102" y="19"/>
                  </a:cubicBezTo>
                  <a:close/>
                  <a:moveTo>
                    <a:pt x="51" y="5"/>
                  </a:moveTo>
                  <a:cubicBezTo>
                    <a:pt x="47" y="20"/>
                    <a:pt x="41" y="33"/>
                    <a:pt x="38" y="49"/>
                  </a:cubicBezTo>
                  <a:cubicBezTo>
                    <a:pt x="42" y="49"/>
                    <a:pt x="46" y="48"/>
                    <a:pt x="51" y="48"/>
                  </a:cubicBezTo>
                  <a:cubicBezTo>
                    <a:pt x="54" y="47"/>
                    <a:pt x="54" y="43"/>
                    <a:pt x="57" y="41"/>
                  </a:cubicBezTo>
                  <a:cubicBezTo>
                    <a:pt x="69" y="39"/>
                    <a:pt x="81" y="38"/>
                    <a:pt x="94" y="37"/>
                  </a:cubicBezTo>
                  <a:cubicBezTo>
                    <a:pt x="95" y="31"/>
                    <a:pt x="96" y="26"/>
                    <a:pt x="98" y="21"/>
                  </a:cubicBezTo>
                  <a:cubicBezTo>
                    <a:pt x="83" y="15"/>
                    <a:pt x="66" y="11"/>
                    <a:pt x="51" y="5"/>
                  </a:cubicBezTo>
                  <a:close/>
                  <a:moveTo>
                    <a:pt x="41" y="7"/>
                  </a:moveTo>
                  <a:cubicBezTo>
                    <a:pt x="38" y="21"/>
                    <a:pt x="33" y="33"/>
                    <a:pt x="32" y="49"/>
                  </a:cubicBezTo>
                  <a:cubicBezTo>
                    <a:pt x="35" y="47"/>
                    <a:pt x="35" y="43"/>
                    <a:pt x="36" y="40"/>
                  </a:cubicBezTo>
                  <a:cubicBezTo>
                    <a:pt x="39" y="29"/>
                    <a:pt x="43" y="19"/>
                    <a:pt x="46" y="8"/>
                  </a:cubicBezTo>
                  <a:cubicBezTo>
                    <a:pt x="44" y="8"/>
                    <a:pt x="43" y="7"/>
                    <a:pt x="41" y="7"/>
                  </a:cubicBezTo>
                  <a:close/>
                  <a:moveTo>
                    <a:pt x="16" y="40"/>
                  </a:moveTo>
                  <a:cubicBezTo>
                    <a:pt x="16" y="40"/>
                    <a:pt x="15" y="40"/>
                    <a:pt x="14" y="40"/>
                  </a:cubicBezTo>
                  <a:cubicBezTo>
                    <a:pt x="14" y="41"/>
                    <a:pt x="13" y="40"/>
                    <a:pt x="12" y="40"/>
                  </a:cubicBezTo>
                  <a:cubicBezTo>
                    <a:pt x="13" y="48"/>
                    <a:pt x="10" y="59"/>
                    <a:pt x="13" y="64"/>
                  </a:cubicBezTo>
                  <a:cubicBezTo>
                    <a:pt x="15" y="56"/>
                    <a:pt x="15" y="50"/>
                    <a:pt x="16" y="40"/>
                  </a:cubicBezTo>
                  <a:close/>
                  <a:moveTo>
                    <a:pt x="20" y="51"/>
                  </a:moveTo>
                  <a:cubicBezTo>
                    <a:pt x="24" y="51"/>
                    <a:pt x="21" y="43"/>
                    <a:pt x="22" y="40"/>
                  </a:cubicBezTo>
                  <a:cubicBezTo>
                    <a:pt x="21" y="40"/>
                    <a:pt x="20" y="40"/>
                    <a:pt x="19" y="40"/>
                  </a:cubicBezTo>
                  <a:cubicBezTo>
                    <a:pt x="20" y="43"/>
                    <a:pt x="17" y="50"/>
                    <a:pt x="20" y="51"/>
                  </a:cubicBezTo>
                  <a:close/>
                  <a:moveTo>
                    <a:pt x="27" y="50"/>
                  </a:moveTo>
                  <a:cubicBezTo>
                    <a:pt x="30" y="49"/>
                    <a:pt x="29" y="44"/>
                    <a:pt x="30" y="40"/>
                  </a:cubicBezTo>
                  <a:cubicBezTo>
                    <a:pt x="28" y="40"/>
                    <a:pt x="27" y="40"/>
                    <a:pt x="26" y="40"/>
                  </a:cubicBezTo>
                  <a:cubicBezTo>
                    <a:pt x="27" y="43"/>
                    <a:pt x="24" y="49"/>
                    <a:pt x="27" y="50"/>
                  </a:cubicBezTo>
                  <a:close/>
                  <a:moveTo>
                    <a:pt x="103" y="42"/>
                  </a:moveTo>
                  <a:cubicBezTo>
                    <a:pt x="103" y="41"/>
                    <a:pt x="103" y="41"/>
                    <a:pt x="102" y="41"/>
                  </a:cubicBezTo>
                  <a:cubicBezTo>
                    <a:pt x="89" y="41"/>
                    <a:pt x="73" y="44"/>
                    <a:pt x="59" y="46"/>
                  </a:cubicBezTo>
                  <a:cubicBezTo>
                    <a:pt x="58" y="54"/>
                    <a:pt x="48" y="53"/>
                    <a:pt x="38" y="54"/>
                  </a:cubicBezTo>
                  <a:cubicBezTo>
                    <a:pt x="32" y="54"/>
                    <a:pt x="25" y="55"/>
                    <a:pt x="20" y="55"/>
                  </a:cubicBezTo>
                  <a:cubicBezTo>
                    <a:pt x="15" y="69"/>
                    <a:pt x="14" y="87"/>
                    <a:pt x="12" y="104"/>
                  </a:cubicBezTo>
                  <a:cubicBezTo>
                    <a:pt x="39" y="100"/>
                    <a:pt x="68" y="98"/>
                    <a:pt x="97" y="97"/>
                  </a:cubicBezTo>
                  <a:cubicBezTo>
                    <a:pt x="100" y="79"/>
                    <a:pt x="101" y="58"/>
                    <a:pt x="103" y="42"/>
                  </a:cubicBezTo>
                  <a:close/>
                  <a:moveTo>
                    <a:pt x="7" y="43"/>
                  </a:moveTo>
                  <a:cubicBezTo>
                    <a:pt x="7" y="59"/>
                    <a:pt x="6" y="76"/>
                    <a:pt x="9" y="89"/>
                  </a:cubicBezTo>
                  <a:cubicBezTo>
                    <a:pt x="11" y="74"/>
                    <a:pt x="8" y="58"/>
                    <a:pt x="8" y="41"/>
                  </a:cubicBezTo>
                  <a:cubicBezTo>
                    <a:pt x="8" y="42"/>
                    <a:pt x="6" y="42"/>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4" name="Freeform 12"/>
            <p:cNvSpPr>
              <a:spLocks/>
            </p:cNvSpPr>
            <p:nvPr/>
          </p:nvSpPr>
          <p:spPr bwMode="auto">
            <a:xfrm>
              <a:off x="8716963" y="957263"/>
              <a:ext cx="282575" cy="119063"/>
            </a:xfrm>
            <a:custGeom>
              <a:avLst/>
              <a:gdLst>
                <a:gd name="T0" fmla="*/ 40 w 40"/>
                <a:gd name="T1" fmla="*/ 17 h 17"/>
                <a:gd name="T2" fmla="*/ 20 w 40"/>
                <a:gd name="T3" fmla="*/ 11 h 17"/>
                <a:gd name="T4" fmla="*/ 0 w 40"/>
                <a:gd name="T5" fmla="*/ 3 h 17"/>
                <a:gd name="T6" fmla="*/ 1 w 40"/>
                <a:gd name="T7" fmla="*/ 1 h 17"/>
                <a:gd name="T8" fmla="*/ 31 w 40"/>
                <a:gd name="T9" fmla="*/ 13 h 17"/>
                <a:gd name="T10" fmla="*/ 40 w 40"/>
                <a:gd name="T11" fmla="*/ 17 h 17"/>
              </a:gdLst>
              <a:ahLst/>
              <a:cxnLst>
                <a:cxn ang="0">
                  <a:pos x="T0" y="T1"/>
                </a:cxn>
                <a:cxn ang="0">
                  <a:pos x="T2" y="T3"/>
                </a:cxn>
                <a:cxn ang="0">
                  <a:pos x="T4" y="T5"/>
                </a:cxn>
                <a:cxn ang="0">
                  <a:pos x="T6" y="T7"/>
                </a:cxn>
                <a:cxn ang="0">
                  <a:pos x="T8" y="T9"/>
                </a:cxn>
                <a:cxn ang="0">
                  <a:pos x="T10" y="T11"/>
                </a:cxn>
              </a:cxnLst>
              <a:rect l="0" t="0" r="r" b="b"/>
              <a:pathLst>
                <a:path w="40" h="17">
                  <a:moveTo>
                    <a:pt x="40" y="17"/>
                  </a:moveTo>
                  <a:cubicBezTo>
                    <a:pt x="33" y="17"/>
                    <a:pt x="26" y="13"/>
                    <a:pt x="20" y="11"/>
                  </a:cubicBezTo>
                  <a:cubicBezTo>
                    <a:pt x="14" y="8"/>
                    <a:pt x="6" y="6"/>
                    <a:pt x="0" y="3"/>
                  </a:cubicBezTo>
                  <a:cubicBezTo>
                    <a:pt x="0" y="2"/>
                    <a:pt x="1" y="2"/>
                    <a:pt x="1" y="1"/>
                  </a:cubicBezTo>
                  <a:cubicBezTo>
                    <a:pt x="11" y="0"/>
                    <a:pt x="22" y="9"/>
                    <a:pt x="31" y="13"/>
                  </a:cubicBezTo>
                  <a:cubicBezTo>
                    <a:pt x="34" y="13"/>
                    <a:pt x="39" y="13"/>
                    <a:pt x="4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5" name="Freeform 13"/>
            <p:cNvSpPr>
              <a:spLocks/>
            </p:cNvSpPr>
            <p:nvPr/>
          </p:nvSpPr>
          <p:spPr bwMode="auto">
            <a:xfrm>
              <a:off x="8716963" y="1006475"/>
              <a:ext cx="254000" cy="112713"/>
            </a:xfrm>
            <a:custGeom>
              <a:avLst/>
              <a:gdLst>
                <a:gd name="T0" fmla="*/ 36 w 36"/>
                <a:gd name="T1" fmla="*/ 14 h 16"/>
                <a:gd name="T2" fmla="*/ 27 w 36"/>
                <a:gd name="T3" fmla="*/ 13 h 16"/>
                <a:gd name="T4" fmla="*/ 0 w 36"/>
                <a:gd name="T5" fmla="*/ 2 h 16"/>
                <a:gd name="T6" fmla="*/ 0 w 36"/>
                <a:gd name="T7" fmla="*/ 0 h 16"/>
                <a:gd name="T8" fmla="*/ 1 w 36"/>
                <a:gd name="T9" fmla="*/ 0 h 16"/>
                <a:gd name="T10" fmla="*/ 19 w 36"/>
                <a:gd name="T11" fmla="*/ 6 h 16"/>
                <a:gd name="T12" fmla="*/ 36 w 36"/>
                <a:gd name="T13" fmla="*/ 14 h 16"/>
              </a:gdLst>
              <a:ahLst/>
              <a:cxnLst>
                <a:cxn ang="0">
                  <a:pos x="T0" y="T1"/>
                </a:cxn>
                <a:cxn ang="0">
                  <a:pos x="T2" y="T3"/>
                </a:cxn>
                <a:cxn ang="0">
                  <a:pos x="T4" y="T5"/>
                </a:cxn>
                <a:cxn ang="0">
                  <a:pos x="T6" y="T7"/>
                </a:cxn>
                <a:cxn ang="0">
                  <a:pos x="T8" y="T9"/>
                </a:cxn>
                <a:cxn ang="0">
                  <a:pos x="T10" y="T11"/>
                </a:cxn>
                <a:cxn ang="0">
                  <a:pos x="T12" y="T13"/>
                </a:cxn>
              </a:cxnLst>
              <a:rect l="0" t="0" r="r" b="b"/>
              <a:pathLst>
                <a:path w="36" h="16">
                  <a:moveTo>
                    <a:pt x="36" y="14"/>
                  </a:moveTo>
                  <a:cubicBezTo>
                    <a:pt x="34" y="16"/>
                    <a:pt x="29" y="13"/>
                    <a:pt x="27" y="13"/>
                  </a:cubicBezTo>
                  <a:cubicBezTo>
                    <a:pt x="19" y="9"/>
                    <a:pt x="9" y="5"/>
                    <a:pt x="0" y="2"/>
                  </a:cubicBezTo>
                  <a:cubicBezTo>
                    <a:pt x="0" y="2"/>
                    <a:pt x="0" y="1"/>
                    <a:pt x="0" y="0"/>
                  </a:cubicBezTo>
                  <a:cubicBezTo>
                    <a:pt x="1" y="0"/>
                    <a:pt x="1" y="0"/>
                    <a:pt x="1" y="0"/>
                  </a:cubicBezTo>
                  <a:cubicBezTo>
                    <a:pt x="8" y="1"/>
                    <a:pt x="14" y="4"/>
                    <a:pt x="19" y="6"/>
                  </a:cubicBezTo>
                  <a:cubicBezTo>
                    <a:pt x="25" y="8"/>
                    <a:pt x="32" y="10"/>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6" name="Freeform 16"/>
            <p:cNvSpPr>
              <a:spLocks/>
            </p:cNvSpPr>
            <p:nvPr/>
          </p:nvSpPr>
          <p:spPr bwMode="auto">
            <a:xfrm>
              <a:off x="8710613" y="1055688"/>
              <a:ext cx="196850" cy="77788"/>
            </a:xfrm>
            <a:custGeom>
              <a:avLst/>
              <a:gdLst>
                <a:gd name="T0" fmla="*/ 28 w 28"/>
                <a:gd name="T1" fmla="*/ 11 h 11"/>
                <a:gd name="T2" fmla="*/ 13 w 28"/>
                <a:gd name="T3" fmla="*/ 7 h 11"/>
                <a:gd name="T4" fmla="*/ 0 w 28"/>
                <a:gd name="T5" fmla="*/ 2 h 11"/>
                <a:gd name="T6" fmla="*/ 0 w 28"/>
                <a:gd name="T7" fmla="*/ 0 h 11"/>
                <a:gd name="T8" fmla="*/ 28 w 28"/>
                <a:gd name="T9" fmla="*/ 11 h 11"/>
              </a:gdLst>
              <a:ahLst/>
              <a:cxnLst>
                <a:cxn ang="0">
                  <a:pos x="T0" y="T1"/>
                </a:cxn>
                <a:cxn ang="0">
                  <a:pos x="T2" y="T3"/>
                </a:cxn>
                <a:cxn ang="0">
                  <a:pos x="T4" y="T5"/>
                </a:cxn>
                <a:cxn ang="0">
                  <a:pos x="T6" y="T7"/>
                </a:cxn>
                <a:cxn ang="0">
                  <a:pos x="T8" y="T9"/>
                </a:cxn>
              </a:cxnLst>
              <a:rect l="0" t="0" r="r" b="b"/>
              <a:pathLst>
                <a:path w="28" h="11">
                  <a:moveTo>
                    <a:pt x="28" y="11"/>
                  </a:moveTo>
                  <a:cubicBezTo>
                    <a:pt x="23" y="11"/>
                    <a:pt x="18" y="9"/>
                    <a:pt x="13" y="7"/>
                  </a:cubicBezTo>
                  <a:cubicBezTo>
                    <a:pt x="9" y="6"/>
                    <a:pt x="4" y="4"/>
                    <a:pt x="0" y="2"/>
                  </a:cubicBezTo>
                  <a:cubicBezTo>
                    <a:pt x="0" y="2"/>
                    <a:pt x="0" y="1"/>
                    <a:pt x="0" y="0"/>
                  </a:cubicBezTo>
                  <a:cubicBezTo>
                    <a:pt x="10" y="1"/>
                    <a:pt x="19" y="7"/>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7" name="Freeform 17"/>
            <p:cNvSpPr>
              <a:spLocks/>
            </p:cNvSpPr>
            <p:nvPr/>
          </p:nvSpPr>
          <p:spPr bwMode="auto">
            <a:xfrm>
              <a:off x="8702675" y="1098550"/>
              <a:ext cx="120650" cy="63500"/>
            </a:xfrm>
            <a:custGeom>
              <a:avLst/>
              <a:gdLst>
                <a:gd name="T0" fmla="*/ 17 w 17"/>
                <a:gd name="T1" fmla="*/ 9 h 9"/>
                <a:gd name="T2" fmla="*/ 0 w 17"/>
                <a:gd name="T3" fmla="*/ 1 h 9"/>
                <a:gd name="T4" fmla="*/ 1 w 17"/>
                <a:gd name="T5" fmla="*/ 0 h 9"/>
                <a:gd name="T6" fmla="*/ 17 w 17"/>
                <a:gd name="T7" fmla="*/ 9 h 9"/>
              </a:gdLst>
              <a:ahLst/>
              <a:cxnLst>
                <a:cxn ang="0">
                  <a:pos x="T0" y="T1"/>
                </a:cxn>
                <a:cxn ang="0">
                  <a:pos x="T2" y="T3"/>
                </a:cxn>
                <a:cxn ang="0">
                  <a:pos x="T4" y="T5"/>
                </a:cxn>
                <a:cxn ang="0">
                  <a:pos x="T6" y="T7"/>
                </a:cxn>
              </a:cxnLst>
              <a:rect l="0" t="0" r="r" b="b"/>
              <a:pathLst>
                <a:path w="17" h="9">
                  <a:moveTo>
                    <a:pt x="17" y="9"/>
                  </a:moveTo>
                  <a:cubicBezTo>
                    <a:pt x="12" y="8"/>
                    <a:pt x="3" y="6"/>
                    <a:pt x="0" y="1"/>
                  </a:cubicBezTo>
                  <a:cubicBezTo>
                    <a:pt x="0" y="0"/>
                    <a:pt x="1" y="0"/>
                    <a:pt x="1" y="0"/>
                  </a:cubicBezTo>
                  <a:cubicBezTo>
                    <a:pt x="6" y="3"/>
                    <a:pt x="17" y="4"/>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8" name="Freeform 19"/>
            <p:cNvSpPr>
              <a:spLocks/>
            </p:cNvSpPr>
            <p:nvPr/>
          </p:nvSpPr>
          <p:spPr bwMode="auto">
            <a:xfrm>
              <a:off x="8675688" y="1127125"/>
              <a:ext cx="63500" cy="49213"/>
            </a:xfrm>
            <a:custGeom>
              <a:avLst/>
              <a:gdLst>
                <a:gd name="T0" fmla="*/ 9 w 9"/>
                <a:gd name="T1" fmla="*/ 7 h 7"/>
                <a:gd name="T2" fmla="*/ 0 w 9"/>
                <a:gd name="T3" fmla="*/ 4 h 7"/>
                <a:gd name="T4" fmla="*/ 9 w 9"/>
                <a:gd name="T5" fmla="*/ 7 h 7"/>
              </a:gdLst>
              <a:ahLst/>
              <a:cxnLst>
                <a:cxn ang="0">
                  <a:pos x="T0" y="T1"/>
                </a:cxn>
                <a:cxn ang="0">
                  <a:pos x="T2" y="T3"/>
                </a:cxn>
                <a:cxn ang="0">
                  <a:pos x="T4" y="T5"/>
                </a:cxn>
              </a:cxnLst>
              <a:rect l="0" t="0" r="r" b="b"/>
              <a:pathLst>
                <a:path w="9" h="7">
                  <a:moveTo>
                    <a:pt x="9" y="7"/>
                  </a:moveTo>
                  <a:cubicBezTo>
                    <a:pt x="5" y="7"/>
                    <a:pt x="2" y="6"/>
                    <a:pt x="0" y="4"/>
                  </a:cubicBezTo>
                  <a:cubicBezTo>
                    <a:pt x="1" y="0"/>
                    <a:pt x="9"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9" name="Freeform 22"/>
            <p:cNvSpPr>
              <a:spLocks/>
            </p:cNvSpPr>
            <p:nvPr/>
          </p:nvSpPr>
          <p:spPr bwMode="auto">
            <a:xfrm>
              <a:off x="8661400" y="1190625"/>
              <a:ext cx="41275" cy="20638"/>
            </a:xfrm>
            <a:custGeom>
              <a:avLst/>
              <a:gdLst>
                <a:gd name="T0" fmla="*/ 0 w 6"/>
                <a:gd name="T1" fmla="*/ 0 h 3"/>
                <a:gd name="T2" fmla="*/ 6 w 6"/>
                <a:gd name="T3" fmla="*/ 3 h 3"/>
                <a:gd name="T4" fmla="*/ 0 w 6"/>
                <a:gd name="T5" fmla="*/ 0 h 3"/>
              </a:gdLst>
              <a:ahLst/>
              <a:cxnLst>
                <a:cxn ang="0">
                  <a:pos x="T0" y="T1"/>
                </a:cxn>
                <a:cxn ang="0">
                  <a:pos x="T2" y="T3"/>
                </a:cxn>
                <a:cxn ang="0">
                  <a:pos x="T4" y="T5"/>
                </a:cxn>
              </a:cxnLst>
              <a:rect l="0" t="0" r="r" b="b"/>
              <a:pathLst>
                <a:path w="6" h="3">
                  <a:moveTo>
                    <a:pt x="0" y="0"/>
                  </a:moveTo>
                  <a:cubicBezTo>
                    <a:pt x="3" y="0"/>
                    <a:pt x="6" y="0"/>
                    <a:pt x="6" y="3"/>
                  </a:cubicBezTo>
                  <a:cubicBezTo>
                    <a:pt x="4" y="3"/>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sp>
        <p:nvSpPr>
          <p:cNvPr id="75" name="Arrow: Right 74">
            <a:hlinkClick r:id="rId2" action="ppaction://hlinksldjump"/>
            <a:extLst>
              <a:ext uri="{FF2B5EF4-FFF2-40B4-BE49-F238E27FC236}">
                <a16:creationId xmlns:a16="http://schemas.microsoft.com/office/drawing/2014/main" id="{37C0B0E8-6AF0-49E0-830E-1DD7F905EDC5}"/>
              </a:ext>
            </a:extLst>
          </p:cNvPr>
          <p:cNvSpPr/>
          <p:nvPr/>
        </p:nvSpPr>
        <p:spPr bwMode="gray">
          <a:xfrm flipH="1">
            <a:off x="7560546" y="6030683"/>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409606749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Annexure 9: Illustrative computation of Landed Solar Tariff for Chhattisgarh (SECL) and Maharashtra (WCL)</a:t>
            </a:r>
            <a:endParaRPr lang="en-US" sz="2400" dirty="0">
              <a:effectLst/>
              <a:latin typeface="Calibri" panose="020F0502020204030204" pitchFamily="34" charset="0"/>
              <a:ea typeface="Calibri" panose="020F0502020204030204" pitchFamily="34" charset="0"/>
            </a:endParaRPr>
          </a:p>
        </p:txBody>
      </p:sp>
      <p:graphicFrame>
        <p:nvGraphicFramePr>
          <p:cNvPr id="3" name="Table 2">
            <a:extLst>
              <a:ext uri="{FF2B5EF4-FFF2-40B4-BE49-F238E27FC236}">
                <a16:creationId xmlns:a16="http://schemas.microsoft.com/office/drawing/2014/main" id="{516206DC-D121-4ABC-96A8-1CCF526B51E2}"/>
              </a:ext>
            </a:extLst>
          </p:cNvPr>
          <p:cNvGraphicFramePr>
            <a:graphicFrameLocks noGrp="1"/>
          </p:cNvGraphicFramePr>
          <p:nvPr>
            <p:extLst>
              <p:ext uri="{D42A27DB-BD31-4B8C-83A1-F6EECF244321}">
                <p14:modId xmlns:p14="http://schemas.microsoft.com/office/powerpoint/2010/main" val="2418358720"/>
              </p:ext>
            </p:extLst>
          </p:nvPr>
        </p:nvGraphicFramePr>
        <p:xfrm>
          <a:off x="501650" y="1396999"/>
          <a:ext cx="10928350" cy="4677230"/>
        </p:xfrm>
        <a:graphic>
          <a:graphicData uri="http://schemas.openxmlformats.org/drawingml/2006/table">
            <a:tbl>
              <a:tblPr firstRow="1" firstCol="1" bandRow="1"/>
              <a:tblGrid>
                <a:gridCol w="4494893">
                  <a:extLst>
                    <a:ext uri="{9D8B030D-6E8A-4147-A177-3AD203B41FA5}">
                      <a16:colId xmlns:a16="http://schemas.microsoft.com/office/drawing/2014/main" val="1570772744"/>
                    </a:ext>
                  </a:extLst>
                </a:gridCol>
                <a:gridCol w="3004457">
                  <a:extLst>
                    <a:ext uri="{9D8B030D-6E8A-4147-A177-3AD203B41FA5}">
                      <a16:colId xmlns:a16="http://schemas.microsoft.com/office/drawing/2014/main" val="122385174"/>
                    </a:ext>
                  </a:extLst>
                </a:gridCol>
                <a:gridCol w="3429000">
                  <a:extLst>
                    <a:ext uri="{9D8B030D-6E8A-4147-A177-3AD203B41FA5}">
                      <a16:colId xmlns:a16="http://schemas.microsoft.com/office/drawing/2014/main" val="1998012010"/>
                    </a:ext>
                  </a:extLst>
                </a:gridCol>
              </a:tblGrid>
              <a:tr h="438490">
                <a:tc>
                  <a:txBody>
                    <a:bodyPr/>
                    <a:lstStyle/>
                    <a:p>
                      <a:pPr marL="0" marR="0">
                        <a:spcBef>
                          <a:spcPts val="0"/>
                        </a:spcBef>
                        <a:spcAft>
                          <a:spcPts val="0"/>
                        </a:spcAft>
                      </a:pPr>
                      <a:r>
                        <a:rPr lang="en-US" sz="1800" b="1" dirty="0">
                          <a:solidFill>
                            <a:schemeClr val="bg1"/>
                          </a:solidFill>
                          <a:effectLst/>
                          <a:latin typeface="Calibri" panose="020F0502020204030204" pitchFamily="34" charset="0"/>
                          <a:ea typeface="Calibri" panose="020F0502020204030204" pitchFamily="34" charset="0"/>
                        </a:rPr>
                        <a:t> Particulars</a:t>
                      </a:r>
                      <a:endParaRPr lang="en-US" sz="1800" dirty="0">
                        <a:solidFill>
                          <a:schemeClr val="bg1"/>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marL="0" marR="0" algn="ctr">
                        <a:spcBef>
                          <a:spcPts val="0"/>
                        </a:spcBef>
                        <a:spcAft>
                          <a:spcPts val="0"/>
                        </a:spcAft>
                      </a:pPr>
                      <a:r>
                        <a:rPr lang="en-US" sz="1800" b="1" dirty="0">
                          <a:solidFill>
                            <a:schemeClr val="bg1"/>
                          </a:solidFill>
                          <a:effectLst/>
                          <a:latin typeface="Calibri" panose="020F0502020204030204" pitchFamily="34" charset="0"/>
                          <a:ea typeface="Calibri" panose="020F0502020204030204" pitchFamily="34" charset="0"/>
                        </a:rPr>
                        <a:t>Chhattisgarh (Rs/kWh)</a:t>
                      </a:r>
                      <a:endParaRPr lang="en-US" sz="1800" dirty="0">
                        <a:solidFill>
                          <a:schemeClr val="bg1"/>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marL="0" marR="0" algn="ctr">
                        <a:spcBef>
                          <a:spcPts val="0"/>
                        </a:spcBef>
                        <a:spcAft>
                          <a:spcPts val="0"/>
                        </a:spcAft>
                      </a:pPr>
                      <a:r>
                        <a:rPr lang="en-US" sz="1800" b="1" dirty="0">
                          <a:solidFill>
                            <a:schemeClr val="bg1"/>
                          </a:solidFill>
                          <a:effectLst/>
                          <a:latin typeface="Calibri" panose="020F0502020204030204" pitchFamily="34" charset="0"/>
                          <a:ea typeface="Calibri" panose="020F0502020204030204" pitchFamily="34" charset="0"/>
                        </a:rPr>
                        <a:t>Maharashtra (Rs/kWh)</a:t>
                      </a:r>
                      <a:endParaRPr lang="en-US" sz="1800" dirty="0">
                        <a:solidFill>
                          <a:schemeClr val="bg1"/>
                        </a:solidFill>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584144348"/>
                  </a:ext>
                </a:extLst>
              </a:tr>
              <a:tr h="423874">
                <a:tc>
                  <a:txBody>
                    <a:bodyPr/>
                    <a:lstStyle/>
                    <a:p>
                      <a:pPr marL="0" marR="0">
                        <a:spcBef>
                          <a:spcPts val="0"/>
                        </a:spcBef>
                        <a:spcAft>
                          <a:spcPts val="0"/>
                        </a:spcAft>
                      </a:pPr>
                      <a:r>
                        <a:rPr lang="en-US" sz="1800" dirty="0">
                          <a:solidFill>
                            <a:srgbClr val="000000"/>
                          </a:solidFill>
                          <a:effectLst/>
                          <a:latin typeface="Calibri" panose="020F0502020204030204" pitchFamily="34" charset="0"/>
                          <a:ea typeface="Calibri" panose="020F0502020204030204" pitchFamily="34" charset="0"/>
                        </a:rPr>
                        <a:t>Solar Generation Tariff in Rajasthan</a:t>
                      </a:r>
                      <a:endParaRPr lang="en-US" sz="1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3.70</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3.70</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1001689"/>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ISTS Loss</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0.14</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0.14</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9415052"/>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RLDC Operating Charges</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0.002</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0.01</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2386520"/>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SLDC Charge</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0.00</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0.01</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4264813"/>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STU Charge</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0.33</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1.29</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4952705"/>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STU Loss</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0.13</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0.17</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8962102"/>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Wheeling Charge</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0.20</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0.59</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7935079"/>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Wheeling Loss</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0.29</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0.48</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0382723"/>
                  </a:ext>
                </a:extLst>
              </a:tr>
              <a:tr h="423874">
                <a:tc>
                  <a:txBody>
                    <a:bodyPr/>
                    <a:lstStyle/>
                    <a:p>
                      <a:pPr marL="0" marR="0">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Reactive Energy Charges</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0.09</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libri" panose="020F0502020204030204" pitchFamily="34" charset="0"/>
                          <a:ea typeface="Calibri" panose="020F0502020204030204" pitchFamily="34" charset="0"/>
                        </a:rPr>
                        <a:t>0.00</a:t>
                      </a:r>
                      <a:endParaRPr lang="en-US" sz="18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385861"/>
                  </a:ext>
                </a:extLst>
              </a:tr>
              <a:tr h="423874">
                <a:tc>
                  <a:txBody>
                    <a:bodyPr/>
                    <a:lstStyle/>
                    <a:p>
                      <a:pPr marL="0" marR="0">
                        <a:spcBef>
                          <a:spcPts val="0"/>
                        </a:spcBef>
                        <a:spcAft>
                          <a:spcPts val="0"/>
                        </a:spcAft>
                      </a:pPr>
                      <a:r>
                        <a:rPr lang="en-US" sz="1800" b="1" dirty="0">
                          <a:solidFill>
                            <a:srgbClr val="000000"/>
                          </a:solidFill>
                          <a:effectLst/>
                          <a:latin typeface="Calibri" panose="020F0502020204030204" pitchFamily="34" charset="0"/>
                          <a:ea typeface="Calibri" panose="020F0502020204030204" pitchFamily="34" charset="0"/>
                        </a:rPr>
                        <a:t>Landed Solar Tariff</a:t>
                      </a:r>
                      <a:endParaRPr lang="en-US" sz="1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1800" b="1" dirty="0">
                          <a:solidFill>
                            <a:srgbClr val="000000"/>
                          </a:solidFill>
                          <a:effectLst/>
                          <a:latin typeface="Calibri" panose="020F0502020204030204" pitchFamily="34" charset="0"/>
                          <a:ea typeface="Calibri" panose="020F0502020204030204" pitchFamily="34" charset="0"/>
                        </a:rPr>
                        <a:t>4.88</a:t>
                      </a:r>
                      <a:endParaRPr lang="en-US" sz="1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1800" b="1" dirty="0">
                          <a:solidFill>
                            <a:srgbClr val="000000"/>
                          </a:solidFill>
                          <a:effectLst/>
                          <a:latin typeface="Calibri" panose="020F0502020204030204" pitchFamily="34" charset="0"/>
                          <a:ea typeface="Calibri" panose="020F0502020204030204" pitchFamily="34" charset="0"/>
                        </a:rPr>
                        <a:t>6.38</a:t>
                      </a:r>
                      <a:endParaRPr lang="en-US" sz="18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22961090"/>
                  </a:ext>
                </a:extLst>
              </a:tr>
            </a:tbl>
          </a:graphicData>
        </a:graphic>
      </p:graphicFrame>
      <p:sp>
        <p:nvSpPr>
          <p:cNvPr id="9" name="Arrow: Right 8">
            <a:hlinkClick r:id="rId2" action="ppaction://hlinksldjump"/>
            <a:extLst>
              <a:ext uri="{FF2B5EF4-FFF2-40B4-BE49-F238E27FC236}">
                <a16:creationId xmlns:a16="http://schemas.microsoft.com/office/drawing/2014/main" id="{89D08105-5816-4097-971D-DD80B77A55DC}"/>
              </a:ext>
            </a:extLst>
          </p:cNvPr>
          <p:cNvSpPr/>
          <p:nvPr/>
        </p:nvSpPr>
        <p:spPr bwMode="gray">
          <a:xfrm flipH="1">
            <a:off x="7695293" y="6052456"/>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
        <p:nvSpPr>
          <p:cNvPr id="2" name="Rectangle 1">
            <a:extLst>
              <a:ext uri="{FF2B5EF4-FFF2-40B4-BE49-F238E27FC236}">
                <a16:creationId xmlns:a16="http://schemas.microsoft.com/office/drawing/2014/main" id="{43D67527-069C-4CC4-85C9-5B15BD93FFF8}"/>
              </a:ext>
            </a:extLst>
          </p:cNvPr>
          <p:cNvSpPr/>
          <p:nvPr/>
        </p:nvSpPr>
        <p:spPr bwMode="gray">
          <a:xfrm>
            <a:off x="653143" y="6259286"/>
            <a:ext cx="6259286" cy="239485"/>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dirty="0">
                <a:solidFill>
                  <a:srgbClr val="00B0F0"/>
                </a:solidFill>
              </a:rPr>
              <a:t>Above computation has been carried out based on state specific charges for FY22</a:t>
            </a:r>
            <a:endParaRPr lang="en-US" sz="1600" b="1" i="1" dirty="0">
              <a:solidFill>
                <a:srgbClr val="00B0F0"/>
              </a:solidFill>
            </a:endParaRPr>
          </a:p>
        </p:txBody>
      </p:sp>
    </p:spTree>
    <p:extLst>
      <p:ext uri="{BB962C8B-B14F-4D97-AF65-F5344CB8AC3E}">
        <p14:creationId xmlns:p14="http://schemas.microsoft.com/office/powerpoint/2010/main" val="3286718369"/>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Annexure 10: Estimated trend of tariff from captive solar power plant assuming 12% ROE</a:t>
            </a:r>
            <a:endParaRPr lang="en-US" sz="2400" dirty="0">
              <a:effectLst/>
              <a:latin typeface="Calibri" panose="020F0502020204030204" pitchFamily="34" charset="0"/>
              <a:ea typeface="Calibri" panose="020F0502020204030204" pitchFamily="34" charset="0"/>
            </a:endParaRPr>
          </a:p>
        </p:txBody>
      </p:sp>
      <p:graphicFrame>
        <p:nvGraphicFramePr>
          <p:cNvPr id="10" name="Chart 9">
            <a:extLst>
              <a:ext uri="{FF2B5EF4-FFF2-40B4-BE49-F238E27FC236}">
                <a16:creationId xmlns:a16="http://schemas.microsoft.com/office/drawing/2014/main" id="{56579F38-ECE2-488D-A5AC-92761D92E1D9}"/>
              </a:ext>
            </a:extLst>
          </p:cNvPr>
          <p:cNvGraphicFramePr/>
          <p:nvPr>
            <p:extLst>
              <p:ext uri="{D42A27DB-BD31-4B8C-83A1-F6EECF244321}">
                <p14:modId xmlns:p14="http://schemas.microsoft.com/office/powerpoint/2010/main" val="1936735664"/>
              </p:ext>
            </p:extLst>
          </p:nvPr>
        </p:nvGraphicFramePr>
        <p:xfrm>
          <a:off x="187960" y="1585687"/>
          <a:ext cx="11816080" cy="3160484"/>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427325EC-9F6B-4BBE-AC6D-EAE3E3C3DA37}"/>
              </a:ext>
            </a:extLst>
          </p:cNvPr>
          <p:cNvSpPr txBox="1"/>
          <p:nvPr/>
        </p:nvSpPr>
        <p:spPr>
          <a:xfrm>
            <a:off x="501650" y="5238263"/>
            <a:ext cx="11188700" cy="492443"/>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Note: </a:t>
            </a:r>
            <a:r>
              <a:rPr lang="en-US" sz="1600" dirty="0">
                <a:solidFill>
                  <a:srgbClr val="313131"/>
                </a:solidFill>
              </a:rPr>
              <a:t>The above computations are based on ballpark estimates. Detailed computation is necessary to assess viability of captive solar plant.</a:t>
            </a:r>
          </a:p>
        </p:txBody>
      </p:sp>
      <p:sp>
        <p:nvSpPr>
          <p:cNvPr id="7" name="TextBox 6">
            <a:extLst>
              <a:ext uri="{FF2B5EF4-FFF2-40B4-BE49-F238E27FC236}">
                <a16:creationId xmlns:a16="http://schemas.microsoft.com/office/drawing/2014/main" id="{98A66EB2-5DB6-47AF-A74A-5B133A916EE7}"/>
              </a:ext>
            </a:extLst>
          </p:cNvPr>
          <p:cNvSpPr txBox="1"/>
          <p:nvPr/>
        </p:nvSpPr>
        <p:spPr>
          <a:xfrm>
            <a:off x="9433931" y="878151"/>
            <a:ext cx="2094040"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All figures are in Rs/kWh</a:t>
            </a:r>
          </a:p>
        </p:txBody>
      </p:sp>
      <p:sp>
        <p:nvSpPr>
          <p:cNvPr id="8" name="Arrow: Right 7">
            <a:hlinkClick r:id="rId3" action="ppaction://hlinksldjump"/>
            <a:extLst>
              <a:ext uri="{FF2B5EF4-FFF2-40B4-BE49-F238E27FC236}">
                <a16:creationId xmlns:a16="http://schemas.microsoft.com/office/drawing/2014/main" id="{CD3348C1-6A1B-44AD-8968-7F09BC591ED0}"/>
              </a:ext>
            </a:extLst>
          </p:cNvPr>
          <p:cNvSpPr/>
          <p:nvPr/>
        </p:nvSpPr>
        <p:spPr bwMode="gray">
          <a:xfrm flipH="1">
            <a:off x="7695293" y="6052456"/>
            <a:ext cx="3995057" cy="783772"/>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2386389255"/>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11: Location of RVUNL Solar Park</a:t>
            </a:r>
            <a:endParaRPr lang="en-GB" sz="2400" b="1" dirty="0">
              <a:latin typeface="Calibri" panose="020F0502020204030204" pitchFamily="34" charset="0"/>
            </a:endParaRPr>
          </a:p>
        </p:txBody>
      </p:sp>
      <p:pic>
        <p:nvPicPr>
          <p:cNvPr id="16" name="Picture 15">
            <a:extLst>
              <a:ext uri="{FF2B5EF4-FFF2-40B4-BE49-F238E27FC236}">
                <a16:creationId xmlns:a16="http://schemas.microsoft.com/office/drawing/2014/main" id="{08B63865-F22C-4089-BC11-38ABE4E09C1A}"/>
              </a:ext>
            </a:extLst>
          </p:cNvPr>
          <p:cNvPicPr>
            <a:picLocks noChangeAspect="1"/>
          </p:cNvPicPr>
          <p:nvPr/>
        </p:nvPicPr>
        <p:blipFill>
          <a:blip r:embed="rId2"/>
          <a:stretch>
            <a:fillRect/>
          </a:stretch>
        </p:blipFill>
        <p:spPr>
          <a:xfrm>
            <a:off x="3251883" y="763929"/>
            <a:ext cx="7364103" cy="5775767"/>
          </a:xfrm>
          <a:prstGeom prst="rect">
            <a:avLst/>
          </a:prstGeom>
        </p:spPr>
      </p:pic>
      <p:sp>
        <p:nvSpPr>
          <p:cNvPr id="17" name="TextBox 16">
            <a:extLst>
              <a:ext uri="{FF2B5EF4-FFF2-40B4-BE49-F238E27FC236}">
                <a16:creationId xmlns:a16="http://schemas.microsoft.com/office/drawing/2014/main" id="{4F8A9FE0-CB13-465F-AB0A-EB15EC009A7F}"/>
              </a:ext>
            </a:extLst>
          </p:cNvPr>
          <p:cNvSpPr txBox="1"/>
          <p:nvPr/>
        </p:nvSpPr>
        <p:spPr>
          <a:xfrm>
            <a:off x="6271035" y="1728199"/>
            <a:ext cx="687794" cy="184666"/>
          </a:xfrm>
          <a:prstGeom prst="rect">
            <a:avLst/>
          </a:prstGeom>
          <a:noFill/>
        </p:spPr>
        <p:txBody>
          <a:bodyPr wrap="square" lIns="0" tIns="0" rIns="0" bIns="0" rtlCol="0">
            <a:spAutoFit/>
          </a:bodyPr>
          <a:lstStyle/>
          <a:p>
            <a:pPr algn="ctr">
              <a:spcBef>
                <a:spcPts val="600"/>
              </a:spcBef>
              <a:buSzPct val="100000"/>
            </a:pPr>
            <a:r>
              <a:rPr lang="en-US" sz="1200" b="1" dirty="0" err="1">
                <a:solidFill>
                  <a:srgbClr val="313131"/>
                </a:solidFill>
                <a:latin typeface="Arial" panose="020B0604020202020204" pitchFamily="34" charset="0"/>
                <a:cs typeface="Arial" panose="020B0604020202020204" pitchFamily="34" charset="0"/>
              </a:rPr>
              <a:t>Barala</a:t>
            </a:r>
            <a:endParaRPr lang="en-US" sz="1200" b="1" dirty="0">
              <a:solidFill>
                <a:srgbClr val="313131"/>
              </a:solidFill>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B37286F3-9082-41A4-A0B3-0AFA6864C280}"/>
              </a:ext>
            </a:extLst>
          </p:cNvPr>
          <p:cNvSpPr txBox="1"/>
          <p:nvPr/>
        </p:nvSpPr>
        <p:spPr>
          <a:xfrm>
            <a:off x="4789796" y="2536785"/>
            <a:ext cx="1107698" cy="184666"/>
          </a:xfrm>
          <a:prstGeom prst="rect">
            <a:avLst/>
          </a:prstGeom>
          <a:noFill/>
        </p:spPr>
        <p:txBody>
          <a:bodyPr wrap="square" lIns="0" tIns="0" rIns="0" bIns="0" rtlCol="0">
            <a:spAutoFit/>
          </a:bodyPr>
          <a:lstStyle/>
          <a:p>
            <a:pPr algn="ctr">
              <a:spcBef>
                <a:spcPts val="600"/>
              </a:spcBef>
              <a:buSzPct val="100000"/>
            </a:pPr>
            <a:r>
              <a:rPr lang="en-US" sz="1200" b="1" dirty="0" err="1">
                <a:solidFill>
                  <a:srgbClr val="313131"/>
                </a:solidFill>
                <a:latin typeface="Arial" panose="020B0604020202020204" pitchFamily="34" charset="0"/>
                <a:cs typeface="Arial" panose="020B0604020202020204" pitchFamily="34" charset="0"/>
              </a:rPr>
              <a:t>Bandrewala</a:t>
            </a:r>
            <a:endParaRPr lang="en-US" sz="1200" b="1" dirty="0">
              <a:solidFill>
                <a:srgbClr val="313131"/>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74AC991C-7B31-426F-A244-9C9708B85366}"/>
              </a:ext>
            </a:extLst>
          </p:cNvPr>
          <p:cNvSpPr txBox="1"/>
          <p:nvPr/>
        </p:nvSpPr>
        <p:spPr>
          <a:xfrm>
            <a:off x="3482228" y="1982019"/>
            <a:ext cx="687794" cy="369332"/>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latin typeface="Arial" panose="020B0604020202020204" pitchFamily="34" charset="0"/>
                <a:cs typeface="Arial" panose="020B0604020202020204" pitchFamily="34" charset="0"/>
              </a:rPr>
              <a:t>Ramsar </a:t>
            </a:r>
            <a:r>
              <a:rPr lang="en-US" sz="1200" b="1" dirty="0" err="1">
                <a:solidFill>
                  <a:srgbClr val="313131"/>
                </a:solidFill>
                <a:latin typeface="Arial" panose="020B0604020202020204" pitchFamily="34" charset="0"/>
                <a:cs typeface="Arial" panose="020B0604020202020204" pitchFamily="34" charset="0"/>
              </a:rPr>
              <a:t>Chhota</a:t>
            </a:r>
            <a:endParaRPr lang="en-US" sz="1200" b="1" dirty="0">
              <a:solidFill>
                <a:srgbClr val="313131"/>
              </a:solidFill>
              <a:latin typeface="Arial" panose="020B0604020202020204" pitchFamily="34" charset="0"/>
              <a:cs typeface="Arial" panose="020B0604020202020204" pitchFamily="34" charset="0"/>
            </a:endParaRPr>
          </a:p>
        </p:txBody>
      </p:sp>
      <p:sp>
        <p:nvSpPr>
          <p:cNvPr id="48" name="Arc 47">
            <a:extLst>
              <a:ext uri="{FF2B5EF4-FFF2-40B4-BE49-F238E27FC236}">
                <a16:creationId xmlns:a16="http://schemas.microsoft.com/office/drawing/2014/main" id="{C781A146-35FE-4173-9C75-86555D080F0F}"/>
              </a:ext>
            </a:extLst>
          </p:cNvPr>
          <p:cNvSpPr/>
          <p:nvPr/>
        </p:nvSpPr>
        <p:spPr>
          <a:xfrm rot="7729591">
            <a:off x="3517513" y="-462260"/>
            <a:ext cx="3123766" cy="3277391"/>
          </a:xfrm>
          <a:prstGeom prst="arc">
            <a:avLst>
              <a:gd name="adj1" fmla="val 15516732"/>
              <a:gd name="adj2" fmla="val 0"/>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C44E4034-0AA5-4937-91D9-4F1BB4CB76F0}"/>
              </a:ext>
            </a:extLst>
          </p:cNvPr>
          <p:cNvSpPr/>
          <p:nvPr/>
        </p:nvSpPr>
        <p:spPr>
          <a:xfrm rot="7204195">
            <a:off x="3631406" y="-641738"/>
            <a:ext cx="2671944" cy="3021615"/>
          </a:xfrm>
          <a:prstGeom prst="arc">
            <a:avLst>
              <a:gd name="adj1" fmla="val 16364363"/>
              <a:gd name="adj2" fmla="val 0"/>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7" name="Connector: Curved 56">
            <a:extLst>
              <a:ext uri="{FF2B5EF4-FFF2-40B4-BE49-F238E27FC236}">
                <a16:creationId xmlns:a16="http://schemas.microsoft.com/office/drawing/2014/main" id="{A9BCDCE6-D0B6-45DE-931A-4EC56AE1D43B}"/>
              </a:ext>
            </a:extLst>
          </p:cNvPr>
          <p:cNvCxnSpPr>
            <a:cxnSpLocks/>
            <a:stCxn id="50" idx="0"/>
          </p:cNvCxnSpPr>
          <p:nvPr/>
        </p:nvCxnSpPr>
        <p:spPr>
          <a:xfrm rot="16200000" flipH="1">
            <a:off x="6264006" y="1660201"/>
            <a:ext cx="244738" cy="299200"/>
          </a:xfrm>
          <a:prstGeom prst="curvedConnector4">
            <a:avLst>
              <a:gd name="adj1" fmla="val -10560"/>
              <a:gd name="adj2" fmla="val 98330"/>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73" name="Connector: Curved 72">
            <a:extLst>
              <a:ext uri="{FF2B5EF4-FFF2-40B4-BE49-F238E27FC236}">
                <a16:creationId xmlns:a16="http://schemas.microsoft.com/office/drawing/2014/main" id="{5288BD42-31E8-4FD2-BA4F-BD7015CBF43B}"/>
              </a:ext>
            </a:extLst>
          </p:cNvPr>
          <p:cNvCxnSpPr>
            <a:stCxn id="50" idx="2"/>
            <a:endCxn id="48" idx="2"/>
          </p:cNvCxnSpPr>
          <p:nvPr/>
        </p:nvCxnSpPr>
        <p:spPr>
          <a:xfrm rot="10800000" flipV="1">
            <a:off x="4088998" y="2025238"/>
            <a:ext cx="208983" cy="356177"/>
          </a:xfrm>
          <a:prstGeom prst="curvedConnector4">
            <a:avLst>
              <a:gd name="adj1" fmla="val 105582"/>
              <a:gd name="adj2" fmla="val 99784"/>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75A07EC-C707-4C56-BB30-F6DF27693548}"/>
              </a:ext>
            </a:extLst>
          </p:cNvPr>
          <p:cNvCxnSpPr>
            <a:cxnSpLocks/>
          </p:cNvCxnSpPr>
          <p:nvPr/>
        </p:nvCxnSpPr>
        <p:spPr>
          <a:xfrm>
            <a:off x="6386375" y="2025238"/>
            <a:ext cx="1542283" cy="2708808"/>
          </a:xfrm>
          <a:prstGeom prst="straightConnector1">
            <a:avLst/>
          </a:prstGeom>
          <a:ln>
            <a:solidFill>
              <a:schemeClr val="tx2"/>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4D984C2D-6FB1-4672-93D3-2CF69BD3A04E}"/>
              </a:ext>
            </a:extLst>
          </p:cNvPr>
          <p:cNvSpPr txBox="1"/>
          <p:nvPr/>
        </p:nvSpPr>
        <p:spPr>
          <a:xfrm>
            <a:off x="7229289" y="3420289"/>
            <a:ext cx="687794"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latin typeface="Arial" panose="020B0604020202020204" pitchFamily="34" charset="0"/>
                <a:cs typeface="Arial" panose="020B0604020202020204" pitchFamily="34" charset="0"/>
                <a:sym typeface="Symbol" panose="05050102010706020507" pitchFamily="18" charset="2"/>
              </a:rPr>
              <a:t> 40 km</a:t>
            </a:r>
            <a:endParaRPr lang="en-US" sz="1200" b="1" dirty="0">
              <a:solidFill>
                <a:srgbClr val="313131"/>
              </a:solidFill>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90E32957-C9E2-480E-A25F-253D2FEC0B27}"/>
              </a:ext>
            </a:extLst>
          </p:cNvPr>
          <p:cNvSpPr txBox="1"/>
          <p:nvPr/>
        </p:nvSpPr>
        <p:spPr>
          <a:xfrm>
            <a:off x="7410495" y="6568756"/>
            <a:ext cx="3476435" cy="184666"/>
          </a:xfrm>
          <a:prstGeom prst="rect">
            <a:avLst/>
          </a:prstGeom>
          <a:noFill/>
        </p:spPr>
        <p:txBody>
          <a:bodyPr wrap="square" lIns="0" tIns="0" rIns="0" bIns="0" rtlCol="0">
            <a:spAutoFit/>
          </a:bodyPr>
          <a:lstStyle/>
          <a:p>
            <a:pPr algn="ctr">
              <a:spcBef>
                <a:spcPts val="600"/>
              </a:spcBef>
              <a:buSzPct val="100000"/>
            </a:pPr>
            <a:r>
              <a:rPr lang="en-US" sz="1200" i="1" dirty="0">
                <a:solidFill>
                  <a:srgbClr val="313131"/>
                </a:solidFill>
                <a:latin typeface="Arial" panose="020B0604020202020204" pitchFamily="34" charset="0"/>
                <a:cs typeface="Arial" panose="020B0604020202020204" pitchFamily="34" charset="0"/>
                <a:sym typeface="Symbol" panose="05050102010706020507" pitchFamily="18" charset="2"/>
              </a:rPr>
              <a:t>Borders shown in the picture are indicative</a:t>
            </a:r>
            <a:endParaRPr lang="en-US" sz="1200" i="1" dirty="0">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123553"/>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Annexure 12: RVUNL Solar Park – pictures from site visit</a:t>
            </a:r>
            <a:endParaRPr lang="en-GB" sz="2400" b="1" dirty="0">
              <a:latin typeface="Calibri" panose="020F0502020204030204" pitchFamily="34" charset="0"/>
            </a:endParaRPr>
          </a:p>
        </p:txBody>
      </p:sp>
      <p:pic>
        <p:nvPicPr>
          <p:cNvPr id="3" name="Picture 2">
            <a:extLst>
              <a:ext uri="{FF2B5EF4-FFF2-40B4-BE49-F238E27FC236}">
                <a16:creationId xmlns:a16="http://schemas.microsoft.com/office/drawing/2014/main" id="{ECF6041F-A6CD-41F0-9A4F-1A1F0E6EF7AE}"/>
              </a:ext>
            </a:extLst>
          </p:cNvPr>
          <p:cNvPicPr>
            <a:picLocks noChangeAspect="1"/>
          </p:cNvPicPr>
          <p:nvPr/>
        </p:nvPicPr>
        <p:blipFill>
          <a:blip r:embed="rId2"/>
          <a:stretch>
            <a:fillRect/>
          </a:stretch>
        </p:blipFill>
        <p:spPr>
          <a:xfrm>
            <a:off x="501650" y="778491"/>
            <a:ext cx="4892266" cy="2740213"/>
          </a:xfrm>
          <a:prstGeom prst="rect">
            <a:avLst/>
          </a:prstGeom>
        </p:spPr>
      </p:pic>
      <p:pic>
        <p:nvPicPr>
          <p:cNvPr id="5" name="Picture 4">
            <a:extLst>
              <a:ext uri="{FF2B5EF4-FFF2-40B4-BE49-F238E27FC236}">
                <a16:creationId xmlns:a16="http://schemas.microsoft.com/office/drawing/2014/main" id="{3A670AED-31D6-48E0-991F-FD980F9D2DE8}"/>
              </a:ext>
            </a:extLst>
          </p:cNvPr>
          <p:cNvPicPr>
            <a:picLocks noChangeAspect="1"/>
          </p:cNvPicPr>
          <p:nvPr/>
        </p:nvPicPr>
        <p:blipFill>
          <a:blip r:embed="rId3"/>
          <a:stretch>
            <a:fillRect/>
          </a:stretch>
        </p:blipFill>
        <p:spPr>
          <a:xfrm>
            <a:off x="5536476" y="778491"/>
            <a:ext cx="4892266" cy="2748604"/>
          </a:xfrm>
          <a:prstGeom prst="rect">
            <a:avLst/>
          </a:prstGeom>
        </p:spPr>
      </p:pic>
      <p:pic>
        <p:nvPicPr>
          <p:cNvPr id="8" name="Picture 7">
            <a:extLst>
              <a:ext uri="{FF2B5EF4-FFF2-40B4-BE49-F238E27FC236}">
                <a16:creationId xmlns:a16="http://schemas.microsoft.com/office/drawing/2014/main" id="{C43745B7-A1E0-4BB4-8503-DB3B88D8FC4C}"/>
              </a:ext>
            </a:extLst>
          </p:cNvPr>
          <p:cNvPicPr>
            <a:picLocks noChangeAspect="1"/>
          </p:cNvPicPr>
          <p:nvPr/>
        </p:nvPicPr>
        <p:blipFill>
          <a:blip r:embed="rId4"/>
          <a:stretch>
            <a:fillRect/>
          </a:stretch>
        </p:blipFill>
        <p:spPr>
          <a:xfrm>
            <a:off x="501649" y="3635294"/>
            <a:ext cx="4893505" cy="2740213"/>
          </a:xfrm>
          <a:prstGeom prst="rect">
            <a:avLst/>
          </a:prstGeom>
        </p:spPr>
      </p:pic>
      <p:pic>
        <p:nvPicPr>
          <p:cNvPr id="10" name="Picture 9">
            <a:extLst>
              <a:ext uri="{FF2B5EF4-FFF2-40B4-BE49-F238E27FC236}">
                <a16:creationId xmlns:a16="http://schemas.microsoft.com/office/drawing/2014/main" id="{68AD2F6E-E37E-45F3-90C9-B33248B94167}"/>
              </a:ext>
            </a:extLst>
          </p:cNvPr>
          <p:cNvPicPr>
            <a:picLocks noChangeAspect="1"/>
          </p:cNvPicPr>
          <p:nvPr/>
        </p:nvPicPr>
        <p:blipFill rotWithShape="1">
          <a:blip r:embed="rId5"/>
          <a:srcRect r="12168"/>
          <a:stretch/>
        </p:blipFill>
        <p:spPr>
          <a:xfrm>
            <a:off x="5536476" y="3600060"/>
            <a:ext cx="4892266" cy="2775447"/>
          </a:xfrm>
          <a:prstGeom prst="rect">
            <a:avLst/>
          </a:prstGeom>
        </p:spPr>
      </p:pic>
      <p:sp>
        <p:nvSpPr>
          <p:cNvPr id="11" name="TextBox 10">
            <a:extLst>
              <a:ext uri="{FF2B5EF4-FFF2-40B4-BE49-F238E27FC236}">
                <a16:creationId xmlns:a16="http://schemas.microsoft.com/office/drawing/2014/main" id="{43BC52E0-0FB7-4139-A75A-BA36A6FC1EC5}"/>
              </a:ext>
            </a:extLst>
          </p:cNvPr>
          <p:cNvSpPr txBox="1"/>
          <p:nvPr/>
        </p:nvSpPr>
        <p:spPr>
          <a:xfrm>
            <a:off x="3848652" y="826723"/>
            <a:ext cx="1574018"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BARALA SITE</a:t>
            </a:r>
          </a:p>
        </p:txBody>
      </p:sp>
      <p:sp>
        <p:nvSpPr>
          <p:cNvPr id="23" name="TextBox 22">
            <a:extLst>
              <a:ext uri="{FF2B5EF4-FFF2-40B4-BE49-F238E27FC236}">
                <a16:creationId xmlns:a16="http://schemas.microsoft.com/office/drawing/2014/main" id="{FBB254BA-DA8B-4033-9D22-875AD01089AA}"/>
              </a:ext>
            </a:extLst>
          </p:cNvPr>
          <p:cNvSpPr txBox="1"/>
          <p:nvPr/>
        </p:nvSpPr>
        <p:spPr>
          <a:xfrm>
            <a:off x="8918313" y="826722"/>
            <a:ext cx="1574018"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BARALA SITE</a:t>
            </a:r>
          </a:p>
        </p:txBody>
      </p:sp>
      <p:sp>
        <p:nvSpPr>
          <p:cNvPr id="24" name="TextBox 23">
            <a:extLst>
              <a:ext uri="{FF2B5EF4-FFF2-40B4-BE49-F238E27FC236}">
                <a16:creationId xmlns:a16="http://schemas.microsoft.com/office/drawing/2014/main" id="{442D17EA-628A-45A5-88DC-243A766E9D1C}"/>
              </a:ext>
            </a:extLst>
          </p:cNvPr>
          <p:cNvSpPr txBox="1"/>
          <p:nvPr/>
        </p:nvSpPr>
        <p:spPr>
          <a:xfrm>
            <a:off x="6415932" y="3612144"/>
            <a:ext cx="4082598"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MAIN ROAD CONNECTING TO BIKANER</a:t>
            </a:r>
          </a:p>
        </p:txBody>
      </p:sp>
      <p:cxnSp>
        <p:nvCxnSpPr>
          <p:cNvPr id="13" name="Straight Arrow Connector 12">
            <a:extLst>
              <a:ext uri="{FF2B5EF4-FFF2-40B4-BE49-F238E27FC236}">
                <a16:creationId xmlns:a16="http://schemas.microsoft.com/office/drawing/2014/main" id="{5F9B40DE-5473-42A7-BD03-6E7CF21E4EF3}"/>
              </a:ext>
            </a:extLst>
          </p:cNvPr>
          <p:cNvCxnSpPr>
            <a:cxnSpLocks/>
          </p:cNvCxnSpPr>
          <p:nvPr/>
        </p:nvCxnSpPr>
        <p:spPr>
          <a:xfrm flipH="1">
            <a:off x="6354501" y="3889143"/>
            <a:ext cx="914401" cy="1098640"/>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69ABAC5-639E-44FE-9B84-446C2362ACEF}"/>
              </a:ext>
            </a:extLst>
          </p:cNvPr>
          <p:cNvSpPr txBox="1"/>
          <p:nvPr/>
        </p:nvSpPr>
        <p:spPr>
          <a:xfrm>
            <a:off x="2274634" y="3750643"/>
            <a:ext cx="1574018"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BARALA SITE</a:t>
            </a:r>
          </a:p>
        </p:txBody>
      </p:sp>
      <p:cxnSp>
        <p:nvCxnSpPr>
          <p:cNvPr id="29" name="Straight Arrow Connector 28">
            <a:extLst>
              <a:ext uri="{FF2B5EF4-FFF2-40B4-BE49-F238E27FC236}">
                <a16:creationId xmlns:a16="http://schemas.microsoft.com/office/drawing/2014/main" id="{5FAAC5CA-B3A8-41FA-8141-FCB5087BC28D}"/>
              </a:ext>
            </a:extLst>
          </p:cNvPr>
          <p:cNvCxnSpPr>
            <a:cxnSpLocks/>
          </p:cNvCxnSpPr>
          <p:nvPr/>
        </p:nvCxnSpPr>
        <p:spPr>
          <a:xfrm flipH="1">
            <a:off x="1782501" y="3989115"/>
            <a:ext cx="661689" cy="966857"/>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C511FCD-4444-4432-8B9D-0D218FEE5BFC}"/>
              </a:ext>
            </a:extLst>
          </p:cNvPr>
          <p:cNvCxnSpPr>
            <a:cxnSpLocks/>
          </p:cNvCxnSpPr>
          <p:nvPr/>
        </p:nvCxnSpPr>
        <p:spPr>
          <a:xfrm>
            <a:off x="3679097" y="3989115"/>
            <a:ext cx="661688" cy="1016285"/>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D83CD01-7667-4FB1-9220-61A085CE3363}"/>
              </a:ext>
            </a:extLst>
          </p:cNvPr>
          <p:cNvSpPr txBox="1"/>
          <p:nvPr/>
        </p:nvSpPr>
        <p:spPr>
          <a:xfrm>
            <a:off x="585220" y="5464910"/>
            <a:ext cx="1904562" cy="830997"/>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ROAD CONNECTING THE SITE TO MAIN ROAD</a:t>
            </a:r>
          </a:p>
        </p:txBody>
      </p:sp>
      <p:cxnSp>
        <p:nvCxnSpPr>
          <p:cNvPr id="33" name="Straight Arrow Connector 32">
            <a:extLst>
              <a:ext uri="{FF2B5EF4-FFF2-40B4-BE49-F238E27FC236}">
                <a16:creationId xmlns:a16="http://schemas.microsoft.com/office/drawing/2014/main" id="{DD739EEF-BD83-4B77-B2C8-DB9D5FB26D22}"/>
              </a:ext>
            </a:extLst>
          </p:cNvPr>
          <p:cNvCxnSpPr>
            <a:cxnSpLocks/>
          </p:cNvCxnSpPr>
          <p:nvPr/>
        </p:nvCxnSpPr>
        <p:spPr>
          <a:xfrm>
            <a:off x="2444189" y="5880408"/>
            <a:ext cx="654755" cy="0"/>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B6092DE-89DE-4C41-9FBE-745B9A56DCF5}"/>
              </a:ext>
            </a:extLst>
          </p:cNvPr>
          <p:cNvSpPr txBox="1"/>
          <p:nvPr/>
        </p:nvSpPr>
        <p:spPr>
          <a:xfrm>
            <a:off x="10590755" y="1529894"/>
            <a:ext cx="1099595" cy="1231106"/>
          </a:xfrm>
          <a:prstGeom prst="rect">
            <a:avLst/>
          </a:prstGeom>
          <a:noFill/>
        </p:spPr>
        <p:txBody>
          <a:bodyPr wrap="square" lIns="0" tIns="0" rIns="0" bIns="0" rtlCol="0">
            <a:spAutoFit/>
          </a:bodyPr>
          <a:lstStyle/>
          <a:p>
            <a:pPr>
              <a:spcBef>
                <a:spcPts val="600"/>
              </a:spcBef>
              <a:buSzPct val="100000"/>
            </a:pPr>
            <a:r>
              <a:rPr lang="en-US" sz="1600" i="1" dirty="0">
                <a:solidFill>
                  <a:srgbClr val="313131"/>
                </a:solidFill>
              </a:rPr>
              <a:t>Land at the solar park is sandy with presence of sand dunes</a:t>
            </a:r>
          </a:p>
        </p:txBody>
      </p:sp>
      <p:sp>
        <p:nvSpPr>
          <p:cNvPr id="17" name="TextBox 16">
            <a:extLst>
              <a:ext uri="{FF2B5EF4-FFF2-40B4-BE49-F238E27FC236}">
                <a16:creationId xmlns:a16="http://schemas.microsoft.com/office/drawing/2014/main" id="{8085AB42-D754-4F05-B4A4-00A7DF2C5478}"/>
              </a:ext>
            </a:extLst>
          </p:cNvPr>
          <p:cNvSpPr txBox="1"/>
          <p:nvPr/>
        </p:nvSpPr>
        <p:spPr>
          <a:xfrm>
            <a:off x="2044815" y="906647"/>
            <a:ext cx="1904562"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SAND DUNES</a:t>
            </a:r>
          </a:p>
        </p:txBody>
      </p:sp>
      <p:cxnSp>
        <p:nvCxnSpPr>
          <p:cNvPr id="18" name="Straight Arrow Connector 17">
            <a:extLst>
              <a:ext uri="{FF2B5EF4-FFF2-40B4-BE49-F238E27FC236}">
                <a16:creationId xmlns:a16="http://schemas.microsoft.com/office/drawing/2014/main" id="{8FC3D0AA-50C9-4D04-9A2F-7D831B31CA54}"/>
              </a:ext>
            </a:extLst>
          </p:cNvPr>
          <p:cNvCxnSpPr>
            <a:cxnSpLocks/>
          </p:cNvCxnSpPr>
          <p:nvPr/>
        </p:nvCxnSpPr>
        <p:spPr>
          <a:xfrm>
            <a:off x="3194505" y="1183646"/>
            <a:ext cx="77547" cy="329344"/>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7AD2AC7-CB2C-4483-9FAB-EAF21592F73B}"/>
              </a:ext>
            </a:extLst>
          </p:cNvPr>
          <p:cNvCxnSpPr>
            <a:cxnSpLocks/>
          </p:cNvCxnSpPr>
          <p:nvPr/>
        </p:nvCxnSpPr>
        <p:spPr>
          <a:xfrm flipH="1">
            <a:off x="2489782" y="1183646"/>
            <a:ext cx="281784" cy="273897"/>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177BCC8-C83E-4629-8610-4F9BA28D392D}"/>
              </a:ext>
            </a:extLst>
          </p:cNvPr>
          <p:cNvSpPr txBox="1"/>
          <p:nvPr/>
        </p:nvSpPr>
        <p:spPr>
          <a:xfrm>
            <a:off x="6617378" y="1071363"/>
            <a:ext cx="1904562"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SAND DUNES</a:t>
            </a:r>
          </a:p>
        </p:txBody>
      </p:sp>
      <p:cxnSp>
        <p:nvCxnSpPr>
          <p:cNvPr id="26" name="Straight Arrow Connector 25">
            <a:extLst>
              <a:ext uri="{FF2B5EF4-FFF2-40B4-BE49-F238E27FC236}">
                <a16:creationId xmlns:a16="http://schemas.microsoft.com/office/drawing/2014/main" id="{20E08725-6970-435F-9785-7AE18729A85C}"/>
              </a:ext>
            </a:extLst>
          </p:cNvPr>
          <p:cNvCxnSpPr>
            <a:cxnSpLocks/>
          </p:cNvCxnSpPr>
          <p:nvPr/>
        </p:nvCxnSpPr>
        <p:spPr>
          <a:xfrm flipH="1">
            <a:off x="6811702" y="1348362"/>
            <a:ext cx="348659" cy="379920"/>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E05AE56-A1F3-4769-ABA4-105C690B30B8}"/>
              </a:ext>
            </a:extLst>
          </p:cNvPr>
          <p:cNvCxnSpPr>
            <a:cxnSpLocks/>
          </p:cNvCxnSpPr>
          <p:nvPr/>
        </p:nvCxnSpPr>
        <p:spPr>
          <a:xfrm>
            <a:off x="8164318" y="1290082"/>
            <a:ext cx="1158435" cy="247805"/>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56328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Annexure-13:  CPSU Ph-II Scheme</a:t>
            </a:r>
            <a:endParaRPr lang="en-GB" sz="2400" b="1" dirty="0"/>
          </a:p>
        </p:txBody>
      </p:sp>
      <p:sp>
        <p:nvSpPr>
          <p:cNvPr id="10" name="Rectangle 9">
            <a:extLst>
              <a:ext uri="{FF2B5EF4-FFF2-40B4-BE49-F238E27FC236}">
                <a16:creationId xmlns:a16="http://schemas.microsoft.com/office/drawing/2014/main" id="{14C3D7BD-977E-471C-9C26-6EA751909BFD}"/>
              </a:ext>
            </a:extLst>
          </p:cNvPr>
          <p:cNvSpPr/>
          <p:nvPr/>
        </p:nvSpPr>
        <p:spPr>
          <a:xfrm>
            <a:off x="401820" y="649832"/>
            <a:ext cx="11288530" cy="107721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Government of India, through Ministry of New &amp; Renewable Energy (MNRE) has approved the implementation of CPSU Scheme Phase-II for setting up 12,000 MW grid-connected Solar Photovoltaic (PV) Power Projects by CPSUs/ State PSUs/ Government Organizations, with Viability Gap Funding (VGF) support, for self-use or use by Government/ Government entities, either directly or through Distribution Companies (DISCOMS).</a:t>
            </a:r>
            <a:endParaRPr kumimoji="0" lang="en-IN" sz="16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F7EB8989-00D8-4271-9F44-AC2D5AC2F2B4}"/>
              </a:ext>
            </a:extLst>
          </p:cNvPr>
          <p:cNvGrpSpPr/>
          <p:nvPr/>
        </p:nvGrpSpPr>
        <p:grpSpPr>
          <a:xfrm>
            <a:off x="501650" y="1733995"/>
            <a:ext cx="11188700" cy="3893919"/>
            <a:chOff x="501650" y="1885239"/>
            <a:chExt cx="11188695" cy="4242429"/>
          </a:xfrm>
        </p:grpSpPr>
        <p:grpSp>
          <p:nvGrpSpPr>
            <p:cNvPr id="16" name="Group 15">
              <a:extLst>
                <a:ext uri="{FF2B5EF4-FFF2-40B4-BE49-F238E27FC236}">
                  <a16:creationId xmlns:a16="http://schemas.microsoft.com/office/drawing/2014/main" id="{B5C380B4-FD08-4C13-B773-B1F4970BB9E4}"/>
                </a:ext>
              </a:extLst>
            </p:cNvPr>
            <p:cNvGrpSpPr/>
            <p:nvPr/>
          </p:nvGrpSpPr>
          <p:grpSpPr>
            <a:xfrm>
              <a:off x="501650" y="1889994"/>
              <a:ext cx="2372179" cy="4237674"/>
              <a:chOff x="1009996" y="765175"/>
              <a:chExt cx="2857801" cy="4693878"/>
            </a:xfrm>
          </p:grpSpPr>
          <p:sp>
            <p:nvSpPr>
              <p:cNvPr id="17" name="Rounded Rectangle 19">
                <a:extLst>
                  <a:ext uri="{FF2B5EF4-FFF2-40B4-BE49-F238E27FC236}">
                    <a16:creationId xmlns:a16="http://schemas.microsoft.com/office/drawing/2014/main" id="{C1EA315B-6783-467E-8469-9174C06BDDEF}"/>
                  </a:ext>
                </a:extLst>
              </p:cNvPr>
              <p:cNvSpPr/>
              <p:nvPr/>
            </p:nvSpPr>
            <p:spPr bwMode="gray">
              <a:xfrm>
                <a:off x="1214847" y="878314"/>
                <a:ext cx="2440155" cy="4004814"/>
              </a:xfrm>
              <a:prstGeom prst="roundRect">
                <a:avLst>
                  <a:gd name="adj" fmla="val 4667"/>
                </a:avLst>
              </a:prstGeom>
              <a:solidFill>
                <a:schemeClr val="accent5"/>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 name="Group 17">
                <a:extLst>
                  <a:ext uri="{FF2B5EF4-FFF2-40B4-BE49-F238E27FC236}">
                    <a16:creationId xmlns:a16="http://schemas.microsoft.com/office/drawing/2014/main" id="{FB0826E0-DAF4-4171-AB75-1AF66809EBCF}"/>
                  </a:ext>
                </a:extLst>
              </p:cNvPr>
              <p:cNvGrpSpPr/>
              <p:nvPr/>
            </p:nvGrpSpPr>
            <p:grpSpPr>
              <a:xfrm>
                <a:off x="1009996" y="765175"/>
                <a:ext cx="2857801" cy="4693878"/>
                <a:chOff x="1009996" y="765175"/>
                <a:chExt cx="2857801" cy="4693878"/>
              </a:xfrm>
            </p:grpSpPr>
            <p:sp>
              <p:nvSpPr>
                <p:cNvPr id="19" name="Rounded Rectangle 4">
                  <a:extLst>
                    <a:ext uri="{FF2B5EF4-FFF2-40B4-BE49-F238E27FC236}">
                      <a16:creationId xmlns:a16="http://schemas.microsoft.com/office/drawing/2014/main" id="{68EF60D6-FB2F-4212-9335-295E2924D54F}"/>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E2986849-9FB7-4E9A-AAAE-319B90D2365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59371BE7-9C53-4D90-81C4-65674E3B8058}"/>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CA874C24-1F47-4D45-B56D-6073F1B55842}"/>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64B068D3-9CFC-486E-81BE-05740B94E6C5}"/>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24" name="TextBox 23">
              <a:extLst>
                <a:ext uri="{FF2B5EF4-FFF2-40B4-BE49-F238E27FC236}">
                  <a16:creationId xmlns:a16="http://schemas.microsoft.com/office/drawing/2014/main" id="{DA672C81-C57B-4380-BC40-CA585F134B44}"/>
                </a:ext>
              </a:extLst>
            </p:cNvPr>
            <p:cNvSpPr txBox="1"/>
            <p:nvPr/>
          </p:nvSpPr>
          <p:spPr>
            <a:xfrm>
              <a:off x="774274" y="2065243"/>
              <a:ext cx="1856139" cy="84910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a:ea typeface="+mn-ea"/>
                  <a:cs typeface="+mn-cs"/>
                </a:rPr>
                <a:t>12000 MW Grid Connected Solar PV</a:t>
              </a:r>
              <a:endParaRPr kumimoji="0" lang="en-GB" sz="16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08A41E5-037A-4C4F-8E62-8FA2068DC243}"/>
                </a:ext>
              </a:extLst>
            </p:cNvPr>
            <p:cNvGrpSpPr/>
            <p:nvPr/>
          </p:nvGrpSpPr>
          <p:grpSpPr>
            <a:xfrm>
              <a:off x="1215515" y="2993481"/>
              <a:ext cx="1011237" cy="1011237"/>
              <a:chOff x="5009507" y="3352896"/>
              <a:chExt cx="1194615" cy="1194615"/>
            </a:xfrm>
            <a:solidFill>
              <a:schemeClr val="bg1"/>
            </a:solidFill>
          </p:grpSpPr>
          <p:sp>
            <p:nvSpPr>
              <p:cNvPr id="26" name="Freeform 22">
                <a:extLst>
                  <a:ext uri="{FF2B5EF4-FFF2-40B4-BE49-F238E27FC236}">
                    <a16:creationId xmlns:a16="http://schemas.microsoft.com/office/drawing/2014/main" id="{449F6155-76C2-4EF3-90FF-13F72B524114}"/>
                  </a:ext>
                </a:extLst>
              </p:cNvPr>
              <p:cNvSpPr>
                <a:spLocks noEditPoints="1"/>
              </p:cNvSpPr>
              <p:nvPr/>
            </p:nvSpPr>
            <p:spPr bwMode="auto">
              <a:xfrm>
                <a:off x="5246176" y="3589565"/>
                <a:ext cx="721277" cy="721277"/>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Freeform 23">
                <a:extLst>
                  <a:ext uri="{FF2B5EF4-FFF2-40B4-BE49-F238E27FC236}">
                    <a16:creationId xmlns:a16="http://schemas.microsoft.com/office/drawing/2014/main" id="{CAB16CF5-FAAD-4676-86F4-95CB54348F6F}"/>
                  </a:ext>
                </a:extLst>
              </p:cNvPr>
              <p:cNvSpPr>
                <a:spLocks/>
              </p:cNvSpPr>
              <p:nvPr/>
            </p:nvSpPr>
            <p:spPr bwMode="auto">
              <a:xfrm>
                <a:off x="6046343" y="3910759"/>
                <a:ext cx="157779" cy="78890"/>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Freeform 24">
                <a:extLst>
                  <a:ext uri="{FF2B5EF4-FFF2-40B4-BE49-F238E27FC236}">
                    <a16:creationId xmlns:a16="http://schemas.microsoft.com/office/drawing/2014/main" id="{E21C426E-A4B3-47B9-A8F6-7DB8EB69454E}"/>
                  </a:ext>
                </a:extLst>
              </p:cNvPr>
              <p:cNvSpPr>
                <a:spLocks/>
              </p:cNvSpPr>
              <p:nvPr/>
            </p:nvSpPr>
            <p:spPr bwMode="auto">
              <a:xfrm>
                <a:off x="5009507" y="3910759"/>
                <a:ext cx="157779" cy="78890"/>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Freeform 25">
                <a:extLst>
                  <a:ext uri="{FF2B5EF4-FFF2-40B4-BE49-F238E27FC236}">
                    <a16:creationId xmlns:a16="http://schemas.microsoft.com/office/drawing/2014/main" id="{1F99DBA0-8281-46A1-B8A0-7D4B7772B8A2}"/>
                  </a:ext>
                </a:extLst>
              </p:cNvPr>
              <p:cNvSpPr>
                <a:spLocks/>
              </p:cNvSpPr>
              <p:nvPr/>
            </p:nvSpPr>
            <p:spPr bwMode="auto">
              <a:xfrm>
                <a:off x="5567370" y="3352896"/>
                <a:ext cx="78890" cy="157779"/>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Freeform 26">
                <a:extLst>
                  <a:ext uri="{FF2B5EF4-FFF2-40B4-BE49-F238E27FC236}">
                    <a16:creationId xmlns:a16="http://schemas.microsoft.com/office/drawing/2014/main" id="{ECA6691D-C9D7-4A38-A75C-94BBBEAF776A}"/>
                  </a:ext>
                </a:extLst>
              </p:cNvPr>
              <p:cNvSpPr>
                <a:spLocks/>
              </p:cNvSpPr>
              <p:nvPr/>
            </p:nvSpPr>
            <p:spPr bwMode="auto">
              <a:xfrm>
                <a:off x="5567370" y="4389732"/>
                <a:ext cx="78890" cy="157779"/>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Freeform 27">
                <a:extLst>
                  <a:ext uri="{FF2B5EF4-FFF2-40B4-BE49-F238E27FC236}">
                    <a16:creationId xmlns:a16="http://schemas.microsoft.com/office/drawing/2014/main" id="{A1B3BDAF-AB1C-4079-AEE7-EB40532FCB46}"/>
                  </a:ext>
                </a:extLst>
              </p:cNvPr>
              <p:cNvSpPr>
                <a:spLocks/>
              </p:cNvSpPr>
              <p:nvPr/>
            </p:nvSpPr>
            <p:spPr bwMode="auto">
              <a:xfrm>
                <a:off x="5899833" y="3510675"/>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Freeform 28">
                <a:extLst>
                  <a:ext uri="{FF2B5EF4-FFF2-40B4-BE49-F238E27FC236}">
                    <a16:creationId xmlns:a16="http://schemas.microsoft.com/office/drawing/2014/main" id="{546712F9-0DAB-43B7-88B6-9C4D82C28759}"/>
                  </a:ext>
                </a:extLst>
              </p:cNvPr>
              <p:cNvSpPr>
                <a:spLocks/>
              </p:cNvSpPr>
              <p:nvPr/>
            </p:nvSpPr>
            <p:spPr bwMode="auto">
              <a:xfrm>
                <a:off x="5167286" y="4243222"/>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Freeform 29">
                <a:extLst>
                  <a:ext uri="{FF2B5EF4-FFF2-40B4-BE49-F238E27FC236}">
                    <a16:creationId xmlns:a16="http://schemas.microsoft.com/office/drawing/2014/main" id="{E3213AF7-018D-4866-A406-F90E9F5EFB40}"/>
                  </a:ext>
                </a:extLst>
              </p:cNvPr>
              <p:cNvSpPr>
                <a:spLocks/>
              </p:cNvSpPr>
              <p:nvPr/>
            </p:nvSpPr>
            <p:spPr bwMode="auto">
              <a:xfrm>
                <a:off x="5167286" y="3510675"/>
                <a:ext cx="146509" cy="140874"/>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Freeform 30">
                <a:extLst>
                  <a:ext uri="{FF2B5EF4-FFF2-40B4-BE49-F238E27FC236}">
                    <a16:creationId xmlns:a16="http://schemas.microsoft.com/office/drawing/2014/main" id="{6042B854-3277-4EFB-AEED-35A704C8106A}"/>
                  </a:ext>
                </a:extLst>
              </p:cNvPr>
              <p:cNvSpPr>
                <a:spLocks/>
              </p:cNvSpPr>
              <p:nvPr/>
            </p:nvSpPr>
            <p:spPr bwMode="auto">
              <a:xfrm>
                <a:off x="5899833" y="4243222"/>
                <a:ext cx="146509" cy="140874"/>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 name="TextBox 34">
              <a:extLst>
                <a:ext uri="{FF2B5EF4-FFF2-40B4-BE49-F238E27FC236}">
                  <a16:creationId xmlns:a16="http://schemas.microsoft.com/office/drawing/2014/main" id="{9A844BF2-BF42-428E-991C-E04F112359E9}"/>
                </a:ext>
              </a:extLst>
            </p:cNvPr>
            <p:cNvSpPr txBox="1"/>
            <p:nvPr/>
          </p:nvSpPr>
          <p:spPr>
            <a:xfrm>
              <a:off x="772883" y="4047717"/>
              <a:ext cx="1858919" cy="65146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prstClr val="white"/>
                  </a:solidFill>
                  <a:effectLst/>
                  <a:uLnTx/>
                  <a:uFillTx/>
                  <a:latin typeface="Calibri"/>
                  <a:ea typeface="+mn-ea"/>
                  <a:cs typeface="+mn-cs"/>
                </a:rPr>
                <a:t>“</a:t>
              </a:r>
              <a:r>
                <a:rPr kumimoji="0" lang="en-US" sz="1200" b="0" i="1" u="none" strike="noStrike" kern="1200" cap="none" spc="0" normalizeH="0" baseline="0" noProof="0" dirty="0">
                  <a:ln>
                    <a:noFill/>
                  </a:ln>
                  <a:solidFill>
                    <a:prstClr val="white"/>
                  </a:solidFill>
                  <a:effectLst/>
                  <a:uLnTx/>
                  <a:uFillTx/>
                  <a:latin typeface="Calibri"/>
                  <a:ea typeface="+mn-ea"/>
                  <a:cs typeface="+mn-cs"/>
                </a:rPr>
                <a:t>Indian Renewable Energy Development Agency Limited (IREDA) is the Implementation Agency which will allocate the VGF fund by bidding using bucket filling method”</a:t>
              </a:r>
              <a:endParaRPr kumimoji="0" lang="en-GB" sz="1200" b="0" i="1" u="none" strike="noStrike" kern="1200" cap="none" spc="0" normalizeH="0" baseline="0" noProof="0" dirty="0">
                <a:ln>
                  <a:noFill/>
                </a:ln>
                <a:solidFill>
                  <a:prstClr val="white"/>
                </a:solidFill>
                <a:effectLst/>
                <a:uLnTx/>
                <a:uFillTx/>
                <a:latin typeface="Calibri"/>
                <a:ea typeface="+mn-ea"/>
                <a:cs typeface="+mn-cs"/>
              </a:endParaRPr>
            </a:p>
          </p:txBody>
        </p:sp>
        <p:grpSp>
          <p:nvGrpSpPr>
            <p:cNvPr id="42" name="Group 41">
              <a:extLst>
                <a:ext uri="{FF2B5EF4-FFF2-40B4-BE49-F238E27FC236}">
                  <a16:creationId xmlns:a16="http://schemas.microsoft.com/office/drawing/2014/main" id="{69ECECDA-6381-479F-B965-9924B5DB6459}"/>
                </a:ext>
              </a:extLst>
            </p:cNvPr>
            <p:cNvGrpSpPr/>
            <p:nvPr/>
          </p:nvGrpSpPr>
          <p:grpSpPr>
            <a:xfrm>
              <a:off x="3440489" y="1885239"/>
              <a:ext cx="2372179" cy="4237674"/>
              <a:chOff x="1009996" y="765175"/>
              <a:chExt cx="2857801" cy="4693878"/>
            </a:xfrm>
          </p:grpSpPr>
          <p:sp>
            <p:nvSpPr>
              <p:cNvPr id="43" name="Rounded Rectangle 19">
                <a:extLst>
                  <a:ext uri="{FF2B5EF4-FFF2-40B4-BE49-F238E27FC236}">
                    <a16:creationId xmlns:a16="http://schemas.microsoft.com/office/drawing/2014/main" id="{AB23CDC6-8DA1-48B6-86D9-9D23ED4CA6F7}"/>
                  </a:ext>
                </a:extLst>
              </p:cNvPr>
              <p:cNvSpPr/>
              <p:nvPr/>
            </p:nvSpPr>
            <p:spPr bwMode="gray">
              <a:xfrm>
                <a:off x="1214847" y="878314"/>
                <a:ext cx="2440155" cy="4004814"/>
              </a:xfrm>
              <a:prstGeom prst="roundRect">
                <a:avLst>
                  <a:gd name="adj" fmla="val 4667"/>
                </a:avLst>
              </a:prstGeom>
              <a:solidFill>
                <a:srgbClr val="CFE4A8"/>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4" name="Group 43">
                <a:extLst>
                  <a:ext uri="{FF2B5EF4-FFF2-40B4-BE49-F238E27FC236}">
                    <a16:creationId xmlns:a16="http://schemas.microsoft.com/office/drawing/2014/main" id="{CE37F10F-C66C-4663-8DCD-934AD7E07C20}"/>
                  </a:ext>
                </a:extLst>
              </p:cNvPr>
              <p:cNvGrpSpPr/>
              <p:nvPr/>
            </p:nvGrpSpPr>
            <p:grpSpPr>
              <a:xfrm>
                <a:off x="1009996" y="765175"/>
                <a:ext cx="2857801" cy="4693878"/>
                <a:chOff x="1009996" y="765175"/>
                <a:chExt cx="2857801" cy="4693878"/>
              </a:xfrm>
            </p:grpSpPr>
            <p:sp>
              <p:nvSpPr>
                <p:cNvPr id="45" name="Rounded Rectangle 4">
                  <a:extLst>
                    <a:ext uri="{FF2B5EF4-FFF2-40B4-BE49-F238E27FC236}">
                      <a16:creationId xmlns:a16="http://schemas.microsoft.com/office/drawing/2014/main" id="{FEDA860C-D9DF-4176-B503-50E66FD2C8F9}"/>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Oval 45">
                  <a:extLst>
                    <a:ext uri="{FF2B5EF4-FFF2-40B4-BE49-F238E27FC236}">
                      <a16:creationId xmlns:a16="http://schemas.microsoft.com/office/drawing/2014/main" id="{0FC2A86A-92F3-4041-8054-6F0DB0FCD0D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AE27F3B9-F5A9-4566-8A45-5FC749B343F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B5467CA9-AC60-42B8-8792-E482B81DB137}"/>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Rectangle 48">
                  <a:extLst>
                    <a:ext uri="{FF2B5EF4-FFF2-40B4-BE49-F238E27FC236}">
                      <a16:creationId xmlns:a16="http://schemas.microsoft.com/office/drawing/2014/main" id="{4EF100C6-07D2-41C8-B67B-FA842CEE6826}"/>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0" name="Group 49">
              <a:extLst>
                <a:ext uri="{FF2B5EF4-FFF2-40B4-BE49-F238E27FC236}">
                  <a16:creationId xmlns:a16="http://schemas.microsoft.com/office/drawing/2014/main" id="{37474B0A-CD8E-408E-8840-F6FD5CDC15C6}"/>
                </a:ext>
              </a:extLst>
            </p:cNvPr>
            <p:cNvGrpSpPr/>
            <p:nvPr/>
          </p:nvGrpSpPr>
          <p:grpSpPr>
            <a:xfrm>
              <a:off x="6379328" y="1885239"/>
              <a:ext cx="2372179" cy="4237674"/>
              <a:chOff x="1009996" y="765175"/>
              <a:chExt cx="2857801" cy="4693878"/>
            </a:xfrm>
          </p:grpSpPr>
          <p:sp>
            <p:nvSpPr>
              <p:cNvPr id="51" name="Rounded Rectangle 19">
                <a:extLst>
                  <a:ext uri="{FF2B5EF4-FFF2-40B4-BE49-F238E27FC236}">
                    <a16:creationId xmlns:a16="http://schemas.microsoft.com/office/drawing/2014/main" id="{A9A6871D-49AF-4EB8-8456-A626AC613A0A}"/>
                  </a:ext>
                </a:extLst>
              </p:cNvPr>
              <p:cNvSpPr/>
              <p:nvPr/>
            </p:nvSpPr>
            <p:spPr bwMode="gray">
              <a:xfrm>
                <a:off x="1214847" y="878314"/>
                <a:ext cx="2440155" cy="4004814"/>
              </a:xfrm>
              <a:prstGeom prst="roundRect">
                <a:avLst>
                  <a:gd name="adj" fmla="val 4667"/>
                </a:avLst>
              </a:prstGeom>
              <a:solidFill>
                <a:schemeClr val="accent4">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2" name="Group 51">
                <a:extLst>
                  <a:ext uri="{FF2B5EF4-FFF2-40B4-BE49-F238E27FC236}">
                    <a16:creationId xmlns:a16="http://schemas.microsoft.com/office/drawing/2014/main" id="{347D58D1-3F60-4C4C-B9CA-04AC28B593D8}"/>
                  </a:ext>
                </a:extLst>
              </p:cNvPr>
              <p:cNvGrpSpPr/>
              <p:nvPr/>
            </p:nvGrpSpPr>
            <p:grpSpPr>
              <a:xfrm>
                <a:off x="1009996" y="765175"/>
                <a:ext cx="2857801" cy="4693878"/>
                <a:chOff x="1009996" y="765175"/>
                <a:chExt cx="2857801" cy="4693878"/>
              </a:xfrm>
            </p:grpSpPr>
            <p:sp>
              <p:nvSpPr>
                <p:cNvPr id="53" name="Rounded Rectangle 4">
                  <a:extLst>
                    <a:ext uri="{FF2B5EF4-FFF2-40B4-BE49-F238E27FC236}">
                      <a16:creationId xmlns:a16="http://schemas.microsoft.com/office/drawing/2014/main" id="{33CD81F0-F569-4A6D-B720-7B014742C284}"/>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Oval 53">
                  <a:extLst>
                    <a:ext uri="{FF2B5EF4-FFF2-40B4-BE49-F238E27FC236}">
                      <a16:creationId xmlns:a16="http://schemas.microsoft.com/office/drawing/2014/main" id="{0CBD66D4-E4A1-4D07-B0CC-0FCBA18456E7}"/>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0A0482B9-9148-49F2-86F0-795CC734809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D4BC7245-504A-4A9C-941E-0C51BBC1E2EC}"/>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Rectangle 56">
                  <a:extLst>
                    <a:ext uri="{FF2B5EF4-FFF2-40B4-BE49-F238E27FC236}">
                      <a16:creationId xmlns:a16="http://schemas.microsoft.com/office/drawing/2014/main" id="{E733A69B-892A-4C9F-9617-B869F6DF137A}"/>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8" name="Group 57">
              <a:extLst>
                <a:ext uri="{FF2B5EF4-FFF2-40B4-BE49-F238E27FC236}">
                  <a16:creationId xmlns:a16="http://schemas.microsoft.com/office/drawing/2014/main" id="{CFC9377C-89A8-47E5-8D6F-BF24CB5EB8D2}"/>
                </a:ext>
              </a:extLst>
            </p:cNvPr>
            <p:cNvGrpSpPr/>
            <p:nvPr/>
          </p:nvGrpSpPr>
          <p:grpSpPr>
            <a:xfrm>
              <a:off x="9318166" y="1885881"/>
              <a:ext cx="2372179" cy="4237674"/>
              <a:chOff x="1009996" y="765175"/>
              <a:chExt cx="2857801" cy="4693878"/>
            </a:xfrm>
          </p:grpSpPr>
          <p:sp>
            <p:nvSpPr>
              <p:cNvPr id="59" name="Rounded Rectangle 19">
                <a:extLst>
                  <a:ext uri="{FF2B5EF4-FFF2-40B4-BE49-F238E27FC236}">
                    <a16:creationId xmlns:a16="http://schemas.microsoft.com/office/drawing/2014/main" id="{CEBD3396-9886-41CC-A419-A374D1C063E8}"/>
                  </a:ext>
                </a:extLst>
              </p:cNvPr>
              <p:cNvSpPr/>
              <p:nvPr/>
            </p:nvSpPr>
            <p:spPr bwMode="gray">
              <a:xfrm>
                <a:off x="1214847" y="878314"/>
                <a:ext cx="2440155" cy="4004814"/>
              </a:xfrm>
              <a:prstGeom prst="roundRect">
                <a:avLst>
                  <a:gd name="adj" fmla="val 4667"/>
                </a:avLst>
              </a:prstGeom>
              <a:solidFill>
                <a:schemeClr val="accent6">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0" name="Group 59">
                <a:extLst>
                  <a:ext uri="{FF2B5EF4-FFF2-40B4-BE49-F238E27FC236}">
                    <a16:creationId xmlns:a16="http://schemas.microsoft.com/office/drawing/2014/main" id="{4D890308-08E9-4553-9567-4402153C0D93}"/>
                  </a:ext>
                </a:extLst>
              </p:cNvPr>
              <p:cNvGrpSpPr/>
              <p:nvPr/>
            </p:nvGrpSpPr>
            <p:grpSpPr>
              <a:xfrm>
                <a:off x="1009996" y="765175"/>
                <a:ext cx="2857801" cy="4693878"/>
                <a:chOff x="1009996" y="765175"/>
                <a:chExt cx="2857801" cy="4693878"/>
              </a:xfrm>
            </p:grpSpPr>
            <p:sp>
              <p:nvSpPr>
                <p:cNvPr id="61" name="Rounded Rectangle 4">
                  <a:extLst>
                    <a:ext uri="{FF2B5EF4-FFF2-40B4-BE49-F238E27FC236}">
                      <a16:creationId xmlns:a16="http://schemas.microsoft.com/office/drawing/2014/main" id="{B7AC9B30-206C-4D86-B08F-04C724055C22}"/>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2" name="Oval 61">
                  <a:extLst>
                    <a:ext uri="{FF2B5EF4-FFF2-40B4-BE49-F238E27FC236}">
                      <a16:creationId xmlns:a16="http://schemas.microsoft.com/office/drawing/2014/main" id="{85E96A40-C16D-4CE8-9ED3-B17816FFE1F4}"/>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701544C9-DEA1-4020-B31F-09F142903A3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DC62C532-FD36-4756-A978-FBA002A3CEEF}"/>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64">
                  <a:extLst>
                    <a:ext uri="{FF2B5EF4-FFF2-40B4-BE49-F238E27FC236}">
                      <a16:creationId xmlns:a16="http://schemas.microsoft.com/office/drawing/2014/main" id="{28D1745D-E0C9-45E7-8139-F6C83ADAFD12}"/>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66" name="TextBox 65">
              <a:extLst>
                <a:ext uri="{FF2B5EF4-FFF2-40B4-BE49-F238E27FC236}">
                  <a16:creationId xmlns:a16="http://schemas.microsoft.com/office/drawing/2014/main" id="{F1F8F937-DD51-4C89-A78D-77B8A48928C9}"/>
                </a:ext>
              </a:extLst>
            </p:cNvPr>
            <p:cNvSpPr txBox="1"/>
            <p:nvPr/>
          </p:nvSpPr>
          <p:spPr>
            <a:xfrm>
              <a:off x="3675958" y="206524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solidFill>
                  <a:effectLst/>
                  <a:uLnTx/>
                  <a:uFillTx/>
                  <a:latin typeface="Calibri"/>
                  <a:ea typeface="+mn-ea"/>
                  <a:cs typeface="+mn-cs"/>
                </a:rPr>
                <a:t>Only for Government Producers</a:t>
              </a:r>
              <a:endParaRPr kumimoji="0" lang="en-GB" sz="1600" b="0" i="0" u="none" strike="noStrike" kern="1200" cap="none" spc="0" normalizeH="0" baseline="0" noProof="0" dirty="0">
                <a:ln>
                  <a:noFill/>
                </a:ln>
                <a:solidFill>
                  <a:srgbClr val="26890D"/>
                </a:solidFill>
                <a:effectLst/>
                <a:uLnTx/>
                <a:uFillTx/>
                <a:latin typeface="Calibri"/>
                <a:ea typeface="+mn-ea"/>
                <a:cs typeface="+mn-cs"/>
              </a:endParaRPr>
            </a:p>
          </p:txBody>
        </p:sp>
        <p:sp>
          <p:nvSpPr>
            <p:cNvPr id="67" name="Freeform 81">
              <a:extLst>
                <a:ext uri="{FF2B5EF4-FFF2-40B4-BE49-F238E27FC236}">
                  <a16:creationId xmlns:a16="http://schemas.microsoft.com/office/drawing/2014/main" id="{2856DE4C-399D-427A-BD5E-D0DC85CE128F}"/>
                </a:ext>
              </a:extLst>
            </p:cNvPr>
            <p:cNvSpPr>
              <a:spLocks noEditPoints="1"/>
            </p:cNvSpPr>
            <p:nvPr/>
          </p:nvSpPr>
          <p:spPr bwMode="auto">
            <a:xfrm>
              <a:off x="4098484" y="2840062"/>
              <a:ext cx="1012900" cy="933743"/>
            </a:xfrm>
            <a:custGeom>
              <a:avLst/>
              <a:gdLst>
                <a:gd name="T0" fmla="*/ 297 w 320"/>
                <a:gd name="T1" fmla="*/ 181 h 277"/>
                <a:gd name="T2" fmla="*/ 192 w 320"/>
                <a:gd name="T3" fmla="*/ 32 h 277"/>
                <a:gd name="T4" fmla="*/ 170 w 320"/>
                <a:gd name="T5" fmla="*/ 21 h 277"/>
                <a:gd name="T6" fmla="*/ 160 w 320"/>
                <a:gd name="T7" fmla="*/ 0 h 277"/>
                <a:gd name="T8" fmla="*/ 149 w 320"/>
                <a:gd name="T9" fmla="*/ 21 h 277"/>
                <a:gd name="T10" fmla="*/ 128 w 320"/>
                <a:gd name="T11" fmla="*/ 32 h 277"/>
                <a:gd name="T12" fmla="*/ 23 w 320"/>
                <a:gd name="T13" fmla="*/ 181 h 277"/>
                <a:gd name="T14" fmla="*/ 0 w 320"/>
                <a:gd name="T15" fmla="*/ 192 h 277"/>
                <a:gd name="T16" fmla="*/ 10 w 320"/>
                <a:gd name="T17" fmla="*/ 277 h 277"/>
                <a:gd name="T18" fmla="*/ 21 w 320"/>
                <a:gd name="T19" fmla="*/ 202 h 277"/>
                <a:gd name="T20" fmla="*/ 298 w 320"/>
                <a:gd name="T21" fmla="*/ 266 h 277"/>
                <a:gd name="T22" fmla="*/ 320 w 320"/>
                <a:gd name="T23" fmla="*/ 266 h 277"/>
                <a:gd name="T24" fmla="*/ 309 w 320"/>
                <a:gd name="T25" fmla="*/ 181 h 277"/>
                <a:gd name="T26" fmla="*/ 170 w 320"/>
                <a:gd name="T27" fmla="*/ 42 h 277"/>
                <a:gd name="T28" fmla="*/ 160 w 320"/>
                <a:gd name="T29" fmla="*/ 64 h 277"/>
                <a:gd name="T30" fmla="*/ 149 w 320"/>
                <a:gd name="T31" fmla="*/ 42 h 277"/>
                <a:gd name="T32" fmla="*/ 140 w 320"/>
                <a:gd name="T33" fmla="*/ 87 h 277"/>
                <a:gd name="T34" fmla="*/ 160 w 320"/>
                <a:gd name="T35" fmla="*/ 85 h 277"/>
                <a:gd name="T36" fmla="*/ 179 w 320"/>
                <a:gd name="T37" fmla="*/ 87 h 277"/>
                <a:gd name="T38" fmla="*/ 44 w 320"/>
                <a:gd name="T39" fmla="*/ 181 h 277"/>
                <a:gd name="T40" fmla="*/ 106 w 320"/>
                <a:gd name="T41" fmla="*/ 266 h 277"/>
                <a:gd name="T42" fmla="*/ 85 w 320"/>
                <a:gd name="T43" fmla="*/ 266 h 277"/>
                <a:gd name="T44" fmla="*/ 96 w 320"/>
                <a:gd name="T45" fmla="*/ 224 h 277"/>
                <a:gd name="T46" fmla="*/ 64 w 320"/>
                <a:gd name="T47" fmla="*/ 234 h 277"/>
                <a:gd name="T48" fmla="*/ 53 w 320"/>
                <a:gd name="T49" fmla="*/ 277 h 277"/>
                <a:gd name="T50" fmla="*/ 42 w 320"/>
                <a:gd name="T51" fmla="*/ 234 h 277"/>
                <a:gd name="T52" fmla="*/ 64 w 320"/>
                <a:gd name="T53" fmla="*/ 234 h 277"/>
                <a:gd name="T54" fmla="*/ 192 w 320"/>
                <a:gd name="T55" fmla="*/ 266 h 277"/>
                <a:gd name="T56" fmla="*/ 170 w 320"/>
                <a:gd name="T57" fmla="*/ 266 h 277"/>
                <a:gd name="T58" fmla="*/ 181 w 320"/>
                <a:gd name="T59" fmla="*/ 224 h 277"/>
                <a:gd name="T60" fmla="*/ 149 w 320"/>
                <a:gd name="T61" fmla="*/ 234 h 277"/>
                <a:gd name="T62" fmla="*/ 138 w 320"/>
                <a:gd name="T63" fmla="*/ 277 h 277"/>
                <a:gd name="T64" fmla="*/ 128 w 320"/>
                <a:gd name="T65" fmla="*/ 234 h 277"/>
                <a:gd name="T66" fmla="*/ 149 w 320"/>
                <a:gd name="T67" fmla="*/ 234 h 277"/>
                <a:gd name="T68" fmla="*/ 277 w 320"/>
                <a:gd name="T69" fmla="*/ 266 h 277"/>
                <a:gd name="T70" fmla="*/ 256 w 320"/>
                <a:gd name="T71" fmla="*/ 266 h 277"/>
                <a:gd name="T72" fmla="*/ 266 w 320"/>
                <a:gd name="T73" fmla="*/ 224 h 277"/>
                <a:gd name="T74" fmla="*/ 234 w 320"/>
                <a:gd name="T75" fmla="*/ 234 h 277"/>
                <a:gd name="T76" fmla="*/ 224 w 320"/>
                <a:gd name="T77" fmla="*/ 277 h 277"/>
                <a:gd name="T78" fmla="*/ 213 w 320"/>
                <a:gd name="T79" fmla="*/ 234 h 277"/>
                <a:gd name="T80" fmla="*/ 234 w 320"/>
                <a:gd name="T81" fmla="*/ 23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77">
                  <a:moveTo>
                    <a:pt x="309" y="181"/>
                  </a:moveTo>
                  <a:cubicBezTo>
                    <a:pt x="297" y="181"/>
                    <a:pt x="297" y="181"/>
                    <a:pt x="297" y="181"/>
                  </a:cubicBezTo>
                  <a:cubicBezTo>
                    <a:pt x="288" y="125"/>
                    <a:pt x="246" y="81"/>
                    <a:pt x="192" y="68"/>
                  </a:cubicBezTo>
                  <a:cubicBezTo>
                    <a:pt x="192" y="32"/>
                    <a:pt x="192" y="32"/>
                    <a:pt x="192" y="32"/>
                  </a:cubicBezTo>
                  <a:cubicBezTo>
                    <a:pt x="192" y="26"/>
                    <a:pt x="187" y="21"/>
                    <a:pt x="181" y="21"/>
                  </a:cubicBezTo>
                  <a:cubicBezTo>
                    <a:pt x="170" y="21"/>
                    <a:pt x="170" y="21"/>
                    <a:pt x="170" y="21"/>
                  </a:cubicBezTo>
                  <a:cubicBezTo>
                    <a:pt x="170" y="10"/>
                    <a:pt x="170" y="10"/>
                    <a:pt x="170" y="10"/>
                  </a:cubicBezTo>
                  <a:cubicBezTo>
                    <a:pt x="170" y="4"/>
                    <a:pt x="166" y="0"/>
                    <a:pt x="160" y="0"/>
                  </a:cubicBezTo>
                  <a:cubicBezTo>
                    <a:pt x="154" y="0"/>
                    <a:pt x="149" y="4"/>
                    <a:pt x="149" y="10"/>
                  </a:cubicBezTo>
                  <a:cubicBezTo>
                    <a:pt x="149" y="21"/>
                    <a:pt x="149" y="21"/>
                    <a:pt x="149" y="21"/>
                  </a:cubicBezTo>
                  <a:cubicBezTo>
                    <a:pt x="138" y="21"/>
                    <a:pt x="138" y="21"/>
                    <a:pt x="138" y="21"/>
                  </a:cubicBezTo>
                  <a:cubicBezTo>
                    <a:pt x="132" y="21"/>
                    <a:pt x="128" y="26"/>
                    <a:pt x="128" y="32"/>
                  </a:cubicBezTo>
                  <a:cubicBezTo>
                    <a:pt x="128" y="68"/>
                    <a:pt x="128" y="68"/>
                    <a:pt x="128" y="68"/>
                  </a:cubicBezTo>
                  <a:cubicBezTo>
                    <a:pt x="73" y="81"/>
                    <a:pt x="31" y="125"/>
                    <a:pt x="23" y="181"/>
                  </a:cubicBezTo>
                  <a:cubicBezTo>
                    <a:pt x="10" y="181"/>
                    <a:pt x="10" y="181"/>
                    <a:pt x="10" y="181"/>
                  </a:cubicBezTo>
                  <a:cubicBezTo>
                    <a:pt x="4" y="181"/>
                    <a:pt x="0" y="186"/>
                    <a:pt x="0" y="192"/>
                  </a:cubicBezTo>
                  <a:cubicBezTo>
                    <a:pt x="0" y="266"/>
                    <a:pt x="0" y="266"/>
                    <a:pt x="0" y="266"/>
                  </a:cubicBezTo>
                  <a:cubicBezTo>
                    <a:pt x="0" y="272"/>
                    <a:pt x="4" y="277"/>
                    <a:pt x="10" y="277"/>
                  </a:cubicBezTo>
                  <a:cubicBezTo>
                    <a:pt x="16" y="277"/>
                    <a:pt x="21" y="272"/>
                    <a:pt x="21" y="266"/>
                  </a:cubicBezTo>
                  <a:cubicBezTo>
                    <a:pt x="21" y="202"/>
                    <a:pt x="21" y="202"/>
                    <a:pt x="21" y="202"/>
                  </a:cubicBezTo>
                  <a:cubicBezTo>
                    <a:pt x="298" y="202"/>
                    <a:pt x="298" y="202"/>
                    <a:pt x="298" y="202"/>
                  </a:cubicBezTo>
                  <a:cubicBezTo>
                    <a:pt x="298" y="266"/>
                    <a:pt x="298" y="266"/>
                    <a:pt x="298" y="266"/>
                  </a:cubicBezTo>
                  <a:cubicBezTo>
                    <a:pt x="298" y="272"/>
                    <a:pt x="303" y="277"/>
                    <a:pt x="309" y="277"/>
                  </a:cubicBezTo>
                  <a:cubicBezTo>
                    <a:pt x="315" y="277"/>
                    <a:pt x="320" y="272"/>
                    <a:pt x="320" y="266"/>
                  </a:cubicBezTo>
                  <a:cubicBezTo>
                    <a:pt x="320" y="192"/>
                    <a:pt x="320" y="192"/>
                    <a:pt x="320" y="192"/>
                  </a:cubicBezTo>
                  <a:cubicBezTo>
                    <a:pt x="320" y="186"/>
                    <a:pt x="315" y="181"/>
                    <a:pt x="309" y="181"/>
                  </a:cubicBezTo>
                  <a:close/>
                  <a:moveTo>
                    <a:pt x="149" y="42"/>
                  </a:moveTo>
                  <a:cubicBezTo>
                    <a:pt x="170" y="42"/>
                    <a:pt x="170" y="42"/>
                    <a:pt x="170" y="42"/>
                  </a:cubicBezTo>
                  <a:cubicBezTo>
                    <a:pt x="170" y="64"/>
                    <a:pt x="170" y="64"/>
                    <a:pt x="170" y="64"/>
                  </a:cubicBezTo>
                  <a:cubicBezTo>
                    <a:pt x="170" y="64"/>
                    <a:pt x="164" y="64"/>
                    <a:pt x="160" y="64"/>
                  </a:cubicBezTo>
                  <a:cubicBezTo>
                    <a:pt x="155" y="64"/>
                    <a:pt x="149" y="64"/>
                    <a:pt x="149" y="64"/>
                  </a:cubicBezTo>
                  <a:lnTo>
                    <a:pt x="149" y="42"/>
                  </a:lnTo>
                  <a:close/>
                  <a:moveTo>
                    <a:pt x="44" y="181"/>
                  </a:moveTo>
                  <a:cubicBezTo>
                    <a:pt x="53" y="133"/>
                    <a:pt x="91" y="95"/>
                    <a:pt x="140" y="87"/>
                  </a:cubicBezTo>
                  <a:cubicBezTo>
                    <a:pt x="147" y="86"/>
                    <a:pt x="147" y="86"/>
                    <a:pt x="147" y="86"/>
                  </a:cubicBezTo>
                  <a:cubicBezTo>
                    <a:pt x="152" y="85"/>
                    <a:pt x="155" y="85"/>
                    <a:pt x="160" y="85"/>
                  </a:cubicBezTo>
                  <a:cubicBezTo>
                    <a:pt x="164" y="85"/>
                    <a:pt x="167" y="85"/>
                    <a:pt x="172" y="86"/>
                  </a:cubicBezTo>
                  <a:cubicBezTo>
                    <a:pt x="179" y="87"/>
                    <a:pt x="179" y="87"/>
                    <a:pt x="179" y="87"/>
                  </a:cubicBezTo>
                  <a:cubicBezTo>
                    <a:pt x="228" y="95"/>
                    <a:pt x="266" y="133"/>
                    <a:pt x="275" y="181"/>
                  </a:cubicBezTo>
                  <a:lnTo>
                    <a:pt x="44" y="181"/>
                  </a:lnTo>
                  <a:close/>
                  <a:moveTo>
                    <a:pt x="106" y="234"/>
                  </a:moveTo>
                  <a:cubicBezTo>
                    <a:pt x="106" y="266"/>
                    <a:pt x="106" y="266"/>
                    <a:pt x="106" y="266"/>
                  </a:cubicBezTo>
                  <a:cubicBezTo>
                    <a:pt x="106" y="272"/>
                    <a:pt x="102" y="277"/>
                    <a:pt x="96" y="277"/>
                  </a:cubicBezTo>
                  <a:cubicBezTo>
                    <a:pt x="90" y="277"/>
                    <a:pt x="85" y="272"/>
                    <a:pt x="85" y="266"/>
                  </a:cubicBezTo>
                  <a:cubicBezTo>
                    <a:pt x="85" y="234"/>
                    <a:pt x="85" y="234"/>
                    <a:pt x="85" y="234"/>
                  </a:cubicBezTo>
                  <a:cubicBezTo>
                    <a:pt x="85" y="228"/>
                    <a:pt x="90" y="224"/>
                    <a:pt x="96" y="224"/>
                  </a:cubicBezTo>
                  <a:cubicBezTo>
                    <a:pt x="102" y="224"/>
                    <a:pt x="106" y="228"/>
                    <a:pt x="106" y="234"/>
                  </a:cubicBezTo>
                  <a:close/>
                  <a:moveTo>
                    <a:pt x="64" y="234"/>
                  </a:moveTo>
                  <a:cubicBezTo>
                    <a:pt x="64" y="266"/>
                    <a:pt x="64" y="266"/>
                    <a:pt x="64" y="266"/>
                  </a:cubicBezTo>
                  <a:cubicBezTo>
                    <a:pt x="64" y="272"/>
                    <a:pt x="59" y="277"/>
                    <a:pt x="53" y="277"/>
                  </a:cubicBezTo>
                  <a:cubicBezTo>
                    <a:pt x="47" y="277"/>
                    <a:pt x="42" y="272"/>
                    <a:pt x="42" y="266"/>
                  </a:cubicBezTo>
                  <a:cubicBezTo>
                    <a:pt x="42" y="234"/>
                    <a:pt x="42" y="234"/>
                    <a:pt x="42" y="234"/>
                  </a:cubicBezTo>
                  <a:cubicBezTo>
                    <a:pt x="42" y="228"/>
                    <a:pt x="47" y="224"/>
                    <a:pt x="53" y="224"/>
                  </a:cubicBezTo>
                  <a:cubicBezTo>
                    <a:pt x="59" y="224"/>
                    <a:pt x="64" y="228"/>
                    <a:pt x="64" y="234"/>
                  </a:cubicBezTo>
                  <a:close/>
                  <a:moveTo>
                    <a:pt x="192" y="234"/>
                  </a:moveTo>
                  <a:cubicBezTo>
                    <a:pt x="192" y="266"/>
                    <a:pt x="192" y="266"/>
                    <a:pt x="192" y="266"/>
                  </a:cubicBezTo>
                  <a:cubicBezTo>
                    <a:pt x="192" y="272"/>
                    <a:pt x="187" y="277"/>
                    <a:pt x="181" y="277"/>
                  </a:cubicBezTo>
                  <a:cubicBezTo>
                    <a:pt x="175" y="277"/>
                    <a:pt x="170" y="272"/>
                    <a:pt x="170" y="266"/>
                  </a:cubicBezTo>
                  <a:cubicBezTo>
                    <a:pt x="170" y="234"/>
                    <a:pt x="170" y="234"/>
                    <a:pt x="170" y="234"/>
                  </a:cubicBezTo>
                  <a:cubicBezTo>
                    <a:pt x="170" y="228"/>
                    <a:pt x="175" y="224"/>
                    <a:pt x="181" y="224"/>
                  </a:cubicBezTo>
                  <a:cubicBezTo>
                    <a:pt x="187" y="224"/>
                    <a:pt x="192" y="228"/>
                    <a:pt x="192" y="234"/>
                  </a:cubicBezTo>
                  <a:close/>
                  <a:moveTo>
                    <a:pt x="149" y="234"/>
                  </a:moveTo>
                  <a:cubicBezTo>
                    <a:pt x="149" y="266"/>
                    <a:pt x="149" y="266"/>
                    <a:pt x="149" y="266"/>
                  </a:cubicBezTo>
                  <a:cubicBezTo>
                    <a:pt x="149" y="272"/>
                    <a:pt x="144" y="277"/>
                    <a:pt x="138" y="277"/>
                  </a:cubicBezTo>
                  <a:cubicBezTo>
                    <a:pt x="132" y="277"/>
                    <a:pt x="128" y="272"/>
                    <a:pt x="128" y="266"/>
                  </a:cubicBezTo>
                  <a:cubicBezTo>
                    <a:pt x="128" y="234"/>
                    <a:pt x="128" y="234"/>
                    <a:pt x="128" y="234"/>
                  </a:cubicBezTo>
                  <a:cubicBezTo>
                    <a:pt x="128" y="228"/>
                    <a:pt x="132" y="224"/>
                    <a:pt x="138" y="224"/>
                  </a:cubicBezTo>
                  <a:cubicBezTo>
                    <a:pt x="144" y="224"/>
                    <a:pt x="149" y="228"/>
                    <a:pt x="149" y="234"/>
                  </a:cubicBezTo>
                  <a:close/>
                  <a:moveTo>
                    <a:pt x="277" y="234"/>
                  </a:moveTo>
                  <a:cubicBezTo>
                    <a:pt x="277" y="266"/>
                    <a:pt x="277" y="266"/>
                    <a:pt x="277" y="266"/>
                  </a:cubicBezTo>
                  <a:cubicBezTo>
                    <a:pt x="277" y="272"/>
                    <a:pt x="272" y="277"/>
                    <a:pt x="266" y="277"/>
                  </a:cubicBezTo>
                  <a:cubicBezTo>
                    <a:pt x="260" y="277"/>
                    <a:pt x="256" y="272"/>
                    <a:pt x="256" y="266"/>
                  </a:cubicBezTo>
                  <a:cubicBezTo>
                    <a:pt x="256" y="234"/>
                    <a:pt x="256" y="234"/>
                    <a:pt x="256" y="234"/>
                  </a:cubicBezTo>
                  <a:cubicBezTo>
                    <a:pt x="256" y="228"/>
                    <a:pt x="260" y="224"/>
                    <a:pt x="266" y="224"/>
                  </a:cubicBezTo>
                  <a:cubicBezTo>
                    <a:pt x="272" y="224"/>
                    <a:pt x="277" y="228"/>
                    <a:pt x="277" y="234"/>
                  </a:cubicBezTo>
                  <a:close/>
                  <a:moveTo>
                    <a:pt x="234" y="234"/>
                  </a:moveTo>
                  <a:cubicBezTo>
                    <a:pt x="234" y="266"/>
                    <a:pt x="234" y="266"/>
                    <a:pt x="234" y="266"/>
                  </a:cubicBezTo>
                  <a:cubicBezTo>
                    <a:pt x="234" y="272"/>
                    <a:pt x="230" y="277"/>
                    <a:pt x="224" y="277"/>
                  </a:cubicBezTo>
                  <a:cubicBezTo>
                    <a:pt x="218" y="277"/>
                    <a:pt x="213" y="272"/>
                    <a:pt x="213" y="266"/>
                  </a:cubicBezTo>
                  <a:cubicBezTo>
                    <a:pt x="213" y="234"/>
                    <a:pt x="213" y="234"/>
                    <a:pt x="213" y="234"/>
                  </a:cubicBezTo>
                  <a:cubicBezTo>
                    <a:pt x="213" y="228"/>
                    <a:pt x="218" y="224"/>
                    <a:pt x="224" y="224"/>
                  </a:cubicBezTo>
                  <a:cubicBezTo>
                    <a:pt x="230" y="224"/>
                    <a:pt x="234" y="228"/>
                    <a:pt x="234" y="234"/>
                  </a:cubicBez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8" name="TextBox 67">
              <a:extLst>
                <a:ext uri="{FF2B5EF4-FFF2-40B4-BE49-F238E27FC236}">
                  <a16:creationId xmlns:a16="http://schemas.microsoft.com/office/drawing/2014/main" id="{2CCFB7EB-58A2-42F2-8B96-53EA8F3E2033}"/>
                </a:ext>
              </a:extLst>
            </p:cNvPr>
            <p:cNvSpPr txBox="1"/>
            <p:nvPr/>
          </p:nvSpPr>
          <p:spPr>
            <a:xfrm>
              <a:off x="3700956" y="3858832"/>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397DBC2-DBA1-49BC-912A-01A050B2156C}"/>
                </a:ext>
              </a:extLst>
            </p:cNvPr>
            <p:cNvSpPr txBox="1"/>
            <p:nvPr/>
          </p:nvSpPr>
          <p:spPr>
            <a:xfrm>
              <a:off x="6645984" y="2102386"/>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lumMod val="75000"/>
                    </a:srgbClr>
                  </a:solidFill>
                  <a:effectLst/>
                  <a:uLnTx/>
                  <a:uFillTx/>
                  <a:latin typeface="Calibri"/>
                  <a:ea typeface="+mn-ea"/>
                  <a:cs typeface="+mn-cs"/>
                </a:rPr>
                <a:t>For Self/ Govt. Entities’ Consumption</a:t>
              </a:r>
              <a:endParaRPr kumimoji="0" lang="en-GB" sz="1600" b="0" i="0" u="none" strike="noStrike" kern="1200" cap="none" spc="0" normalizeH="0" baseline="0" noProof="0" dirty="0">
                <a:ln>
                  <a:noFill/>
                </a:ln>
                <a:solidFill>
                  <a:srgbClr val="26890D">
                    <a:lumMod val="75000"/>
                  </a:srgbClr>
                </a:solidFill>
                <a:effectLst/>
                <a:uLnTx/>
                <a:uFillTx/>
                <a:latin typeface="Calibri"/>
                <a:ea typeface="+mn-ea"/>
                <a:cs typeface="+mn-cs"/>
              </a:endParaRPr>
            </a:p>
          </p:txBody>
        </p:sp>
        <p:sp>
          <p:nvSpPr>
            <p:cNvPr id="70" name="Freeform 209">
              <a:extLst>
                <a:ext uri="{FF2B5EF4-FFF2-40B4-BE49-F238E27FC236}">
                  <a16:creationId xmlns:a16="http://schemas.microsoft.com/office/drawing/2014/main" id="{86298271-20C7-42F4-8D85-AAE6B8831A3E}"/>
                </a:ext>
              </a:extLst>
            </p:cNvPr>
            <p:cNvSpPr>
              <a:spLocks/>
            </p:cNvSpPr>
            <p:nvPr/>
          </p:nvSpPr>
          <p:spPr bwMode="auto">
            <a:xfrm>
              <a:off x="7143215" y="2840062"/>
              <a:ext cx="843109" cy="1018769"/>
            </a:xfrm>
            <a:custGeom>
              <a:avLst/>
              <a:gdLst>
                <a:gd name="T0" fmla="*/ 254 w 258"/>
                <a:gd name="T1" fmla="*/ 62 h 321"/>
                <a:gd name="T2" fmla="*/ 246 w 258"/>
                <a:gd name="T3" fmla="*/ 65 h 321"/>
                <a:gd name="T4" fmla="*/ 238 w 258"/>
                <a:gd name="T5" fmla="*/ 62 h 321"/>
                <a:gd name="T6" fmla="*/ 214 w 258"/>
                <a:gd name="T7" fmla="*/ 37 h 321"/>
                <a:gd name="T8" fmla="*/ 214 w 258"/>
                <a:gd name="T9" fmla="*/ 107 h 321"/>
                <a:gd name="T10" fmla="*/ 153 w 258"/>
                <a:gd name="T11" fmla="*/ 207 h 321"/>
                <a:gd name="T12" fmla="*/ 148 w 258"/>
                <a:gd name="T13" fmla="*/ 211 h 321"/>
                <a:gd name="T14" fmla="*/ 139 w 258"/>
                <a:gd name="T15" fmla="*/ 225 h 321"/>
                <a:gd name="T16" fmla="*/ 139 w 258"/>
                <a:gd name="T17" fmla="*/ 225 h 321"/>
                <a:gd name="T18" fmla="*/ 139 w 258"/>
                <a:gd name="T19" fmla="*/ 310 h 321"/>
                <a:gd name="T20" fmla="*/ 129 w 258"/>
                <a:gd name="T21" fmla="*/ 321 h 321"/>
                <a:gd name="T22" fmla="*/ 118 w 258"/>
                <a:gd name="T23" fmla="*/ 310 h 321"/>
                <a:gd name="T24" fmla="*/ 118 w 258"/>
                <a:gd name="T25" fmla="*/ 225 h 321"/>
                <a:gd name="T26" fmla="*/ 118 w 258"/>
                <a:gd name="T27" fmla="*/ 224 h 321"/>
                <a:gd name="T28" fmla="*/ 109 w 258"/>
                <a:gd name="T29" fmla="*/ 211 h 321"/>
                <a:gd name="T30" fmla="*/ 104 w 258"/>
                <a:gd name="T31" fmla="*/ 207 h 321"/>
                <a:gd name="T32" fmla="*/ 43 w 258"/>
                <a:gd name="T33" fmla="*/ 107 h 321"/>
                <a:gd name="T34" fmla="*/ 43 w 258"/>
                <a:gd name="T35" fmla="*/ 37 h 321"/>
                <a:gd name="T36" fmla="*/ 19 w 258"/>
                <a:gd name="T37" fmla="*/ 62 h 321"/>
                <a:gd name="T38" fmla="*/ 11 w 258"/>
                <a:gd name="T39" fmla="*/ 65 h 321"/>
                <a:gd name="T40" fmla="*/ 4 w 258"/>
                <a:gd name="T41" fmla="*/ 62 h 321"/>
                <a:gd name="T42" fmla="*/ 4 w 258"/>
                <a:gd name="T43" fmla="*/ 46 h 321"/>
                <a:gd name="T44" fmla="*/ 46 w 258"/>
                <a:gd name="T45" fmla="*/ 4 h 321"/>
                <a:gd name="T46" fmla="*/ 50 w 258"/>
                <a:gd name="T47" fmla="*/ 1 h 321"/>
                <a:gd name="T48" fmla="*/ 58 w 258"/>
                <a:gd name="T49" fmla="*/ 1 h 321"/>
                <a:gd name="T50" fmla="*/ 62 w 258"/>
                <a:gd name="T51" fmla="*/ 4 h 321"/>
                <a:gd name="T52" fmla="*/ 104 w 258"/>
                <a:gd name="T53" fmla="*/ 46 h 321"/>
                <a:gd name="T54" fmla="*/ 104 w 258"/>
                <a:gd name="T55" fmla="*/ 62 h 321"/>
                <a:gd name="T56" fmla="*/ 97 w 258"/>
                <a:gd name="T57" fmla="*/ 65 h 321"/>
                <a:gd name="T58" fmla="*/ 89 w 258"/>
                <a:gd name="T59" fmla="*/ 62 h 321"/>
                <a:gd name="T60" fmla="*/ 65 w 258"/>
                <a:gd name="T61" fmla="*/ 37 h 321"/>
                <a:gd name="T62" fmla="*/ 65 w 258"/>
                <a:gd name="T63" fmla="*/ 107 h 321"/>
                <a:gd name="T64" fmla="*/ 118 w 258"/>
                <a:gd name="T65" fmla="*/ 191 h 321"/>
                <a:gd name="T66" fmla="*/ 124 w 258"/>
                <a:gd name="T67" fmla="*/ 195 h 321"/>
                <a:gd name="T68" fmla="*/ 129 w 258"/>
                <a:gd name="T69" fmla="*/ 200 h 321"/>
                <a:gd name="T70" fmla="*/ 134 w 258"/>
                <a:gd name="T71" fmla="*/ 195 h 321"/>
                <a:gd name="T72" fmla="*/ 139 w 258"/>
                <a:gd name="T73" fmla="*/ 191 h 321"/>
                <a:gd name="T74" fmla="*/ 193 w 258"/>
                <a:gd name="T75" fmla="*/ 107 h 321"/>
                <a:gd name="T76" fmla="*/ 193 w 258"/>
                <a:gd name="T77" fmla="*/ 37 h 321"/>
                <a:gd name="T78" fmla="*/ 168 w 258"/>
                <a:gd name="T79" fmla="*/ 62 h 321"/>
                <a:gd name="T80" fmla="*/ 161 w 258"/>
                <a:gd name="T81" fmla="*/ 65 h 321"/>
                <a:gd name="T82" fmla="*/ 153 w 258"/>
                <a:gd name="T83" fmla="*/ 62 h 321"/>
                <a:gd name="T84" fmla="*/ 153 w 258"/>
                <a:gd name="T85" fmla="*/ 46 h 321"/>
                <a:gd name="T86" fmla="*/ 196 w 258"/>
                <a:gd name="T87" fmla="*/ 4 h 321"/>
                <a:gd name="T88" fmla="*/ 199 w 258"/>
                <a:gd name="T89" fmla="*/ 1 h 321"/>
                <a:gd name="T90" fmla="*/ 207 w 258"/>
                <a:gd name="T91" fmla="*/ 1 h 321"/>
                <a:gd name="T92" fmla="*/ 211 w 258"/>
                <a:gd name="T93" fmla="*/ 4 h 321"/>
                <a:gd name="T94" fmla="*/ 254 w 258"/>
                <a:gd name="T95" fmla="*/ 46 h 321"/>
                <a:gd name="T96" fmla="*/ 254 w 258"/>
                <a:gd name="T97" fmla="*/ 62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 h="321">
                  <a:moveTo>
                    <a:pt x="254" y="62"/>
                  </a:moveTo>
                  <a:cubicBezTo>
                    <a:pt x="251" y="64"/>
                    <a:pt x="249" y="65"/>
                    <a:pt x="246" y="65"/>
                  </a:cubicBezTo>
                  <a:cubicBezTo>
                    <a:pt x="243" y="65"/>
                    <a:pt x="241" y="64"/>
                    <a:pt x="238" y="62"/>
                  </a:cubicBezTo>
                  <a:cubicBezTo>
                    <a:pt x="214" y="37"/>
                    <a:pt x="214" y="37"/>
                    <a:pt x="214" y="37"/>
                  </a:cubicBezTo>
                  <a:cubicBezTo>
                    <a:pt x="214" y="107"/>
                    <a:pt x="214" y="107"/>
                    <a:pt x="214" y="107"/>
                  </a:cubicBezTo>
                  <a:cubicBezTo>
                    <a:pt x="214" y="153"/>
                    <a:pt x="176" y="187"/>
                    <a:pt x="153" y="207"/>
                  </a:cubicBezTo>
                  <a:cubicBezTo>
                    <a:pt x="148" y="211"/>
                    <a:pt x="148" y="211"/>
                    <a:pt x="148" y="211"/>
                  </a:cubicBezTo>
                  <a:cubicBezTo>
                    <a:pt x="139" y="219"/>
                    <a:pt x="139" y="223"/>
                    <a:pt x="139" y="225"/>
                  </a:cubicBezTo>
                  <a:cubicBezTo>
                    <a:pt x="139" y="225"/>
                    <a:pt x="139" y="225"/>
                    <a:pt x="139" y="225"/>
                  </a:cubicBezTo>
                  <a:cubicBezTo>
                    <a:pt x="139" y="310"/>
                    <a:pt x="139" y="310"/>
                    <a:pt x="139" y="310"/>
                  </a:cubicBezTo>
                  <a:cubicBezTo>
                    <a:pt x="139" y="316"/>
                    <a:pt x="135" y="321"/>
                    <a:pt x="129" y="321"/>
                  </a:cubicBezTo>
                  <a:cubicBezTo>
                    <a:pt x="123" y="321"/>
                    <a:pt x="118" y="316"/>
                    <a:pt x="118" y="310"/>
                  </a:cubicBezTo>
                  <a:cubicBezTo>
                    <a:pt x="118" y="225"/>
                    <a:pt x="118" y="225"/>
                    <a:pt x="118" y="225"/>
                  </a:cubicBezTo>
                  <a:cubicBezTo>
                    <a:pt x="118" y="224"/>
                    <a:pt x="118" y="224"/>
                    <a:pt x="118" y="224"/>
                  </a:cubicBezTo>
                  <a:cubicBezTo>
                    <a:pt x="118" y="223"/>
                    <a:pt x="118" y="219"/>
                    <a:pt x="109" y="211"/>
                  </a:cubicBezTo>
                  <a:cubicBezTo>
                    <a:pt x="104" y="207"/>
                    <a:pt x="104" y="207"/>
                    <a:pt x="104" y="207"/>
                  </a:cubicBezTo>
                  <a:cubicBezTo>
                    <a:pt x="81" y="187"/>
                    <a:pt x="43" y="153"/>
                    <a:pt x="43" y="107"/>
                  </a:cubicBezTo>
                  <a:cubicBezTo>
                    <a:pt x="43" y="37"/>
                    <a:pt x="43" y="37"/>
                    <a:pt x="43" y="37"/>
                  </a:cubicBezTo>
                  <a:cubicBezTo>
                    <a:pt x="19" y="62"/>
                    <a:pt x="19" y="62"/>
                    <a:pt x="19" y="62"/>
                  </a:cubicBezTo>
                  <a:cubicBezTo>
                    <a:pt x="17" y="64"/>
                    <a:pt x="14" y="65"/>
                    <a:pt x="11" y="65"/>
                  </a:cubicBezTo>
                  <a:cubicBezTo>
                    <a:pt x="9" y="65"/>
                    <a:pt x="6" y="64"/>
                    <a:pt x="4" y="62"/>
                  </a:cubicBezTo>
                  <a:cubicBezTo>
                    <a:pt x="0" y="57"/>
                    <a:pt x="0" y="51"/>
                    <a:pt x="4" y="46"/>
                  </a:cubicBezTo>
                  <a:cubicBezTo>
                    <a:pt x="46" y="4"/>
                    <a:pt x="46" y="4"/>
                    <a:pt x="46" y="4"/>
                  </a:cubicBezTo>
                  <a:cubicBezTo>
                    <a:pt x="47" y="3"/>
                    <a:pt x="49" y="2"/>
                    <a:pt x="50" y="1"/>
                  </a:cubicBezTo>
                  <a:cubicBezTo>
                    <a:pt x="53" y="0"/>
                    <a:pt x="55" y="0"/>
                    <a:pt x="58" y="1"/>
                  </a:cubicBezTo>
                  <a:cubicBezTo>
                    <a:pt x="59" y="2"/>
                    <a:pt x="61" y="3"/>
                    <a:pt x="62" y="4"/>
                  </a:cubicBezTo>
                  <a:cubicBezTo>
                    <a:pt x="104" y="46"/>
                    <a:pt x="104" y="46"/>
                    <a:pt x="104" y="46"/>
                  </a:cubicBezTo>
                  <a:cubicBezTo>
                    <a:pt x="108" y="51"/>
                    <a:pt x="108" y="57"/>
                    <a:pt x="104" y="62"/>
                  </a:cubicBezTo>
                  <a:cubicBezTo>
                    <a:pt x="102" y="64"/>
                    <a:pt x="99" y="65"/>
                    <a:pt x="97" y="65"/>
                  </a:cubicBezTo>
                  <a:cubicBezTo>
                    <a:pt x="94" y="65"/>
                    <a:pt x="91" y="64"/>
                    <a:pt x="89" y="62"/>
                  </a:cubicBezTo>
                  <a:cubicBezTo>
                    <a:pt x="65" y="37"/>
                    <a:pt x="65" y="37"/>
                    <a:pt x="65" y="37"/>
                  </a:cubicBezTo>
                  <a:cubicBezTo>
                    <a:pt x="65" y="107"/>
                    <a:pt x="65" y="107"/>
                    <a:pt x="65" y="107"/>
                  </a:cubicBezTo>
                  <a:cubicBezTo>
                    <a:pt x="65" y="143"/>
                    <a:pt x="97" y="172"/>
                    <a:pt x="118" y="191"/>
                  </a:cubicBezTo>
                  <a:cubicBezTo>
                    <a:pt x="124" y="195"/>
                    <a:pt x="124" y="195"/>
                    <a:pt x="124" y="195"/>
                  </a:cubicBezTo>
                  <a:cubicBezTo>
                    <a:pt x="125" y="197"/>
                    <a:pt x="127" y="199"/>
                    <a:pt x="129" y="200"/>
                  </a:cubicBezTo>
                  <a:cubicBezTo>
                    <a:pt x="130" y="199"/>
                    <a:pt x="132" y="197"/>
                    <a:pt x="134" y="195"/>
                  </a:cubicBezTo>
                  <a:cubicBezTo>
                    <a:pt x="139" y="191"/>
                    <a:pt x="139" y="191"/>
                    <a:pt x="139" y="191"/>
                  </a:cubicBezTo>
                  <a:cubicBezTo>
                    <a:pt x="160" y="172"/>
                    <a:pt x="193" y="143"/>
                    <a:pt x="193" y="107"/>
                  </a:cubicBezTo>
                  <a:cubicBezTo>
                    <a:pt x="193" y="37"/>
                    <a:pt x="193" y="37"/>
                    <a:pt x="193" y="37"/>
                  </a:cubicBezTo>
                  <a:cubicBezTo>
                    <a:pt x="168" y="62"/>
                    <a:pt x="168" y="62"/>
                    <a:pt x="168" y="62"/>
                  </a:cubicBezTo>
                  <a:cubicBezTo>
                    <a:pt x="166" y="64"/>
                    <a:pt x="163" y="65"/>
                    <a:pt x="161" y="65"/>
                  </a:cubicBezTo>
                  <a:cubicBezTo>
                    <a:pt x="158" y="65"/>
                    <a:pt x="155" y="64"/>
                    <a:pt x="153" y="62"/>
                  </a:cubicBezTo>
                  <a:cubicBezTo>
                    <a:pt x="149" y="57"/>
                    <a:pt x="149" y="51"/>
                    <a:pt x="153" y="46"/>
                  </a:cubicBezTo>
                  <a:cubicBezTo>
                    <a:pt x="196" y="4"/>
                    <a:pt x="196" y="4"/>
                    <a:pt x="196" y="4"/>
                  </a:cubicBezTo>
                  <a:cubicBezTo>
                    <a:pt x="197" y="3"/>
                    <a:pt x="198" y="2"/>
                    <a:pt x="199" y="1"/>
                  </a:cubicBezTo>
                  <a:cubicBezTo>
                    <a:pt x="202" y="0"/>
                    <a:pt x="205" y="0"/>
                    <a:pt x="207" y="1"/>
                  </a:cubicBezTo>
                  <a:cubicBezTo>
                    <a:pt x="209" y="2"/>
                    <a:pt x="210" y="3"/>
                    <a:pt x="211" y="4"/>
                  </a:cubicBezTo>
                  <a:cubicBezTo>
                    <a:pt x="254" y="46"/>
                    <a:pt x="254" y="46"/>
                    <a:pt x="254" y="46"/>
                  </a:cubicBezTo>
                  <a:cubicBezTo>
                    <a:pt x="258" y="51"/>
                    <a:pt x="258" y="57"/>
                    <a:pt x="254" y="62"/>
                  </a:cubicBezTo>
                  <a:close/>
                </a:path>
              </a:pathLst>
            </a:custGeom>
            <a:solidFill>
              <a:schemeClr val="accent3">
                <a:lumMod val="7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0">
              <a:extLst>
                <a:ext uri="{FF2B5EF4-FFF2-40B4-BE49-F238E27FC236}">
                  <a16:creationId xmlns:a16="http://schemas.microsoft.com/office/drawing/2014/main" id="{B8F1FD54-A6D3-4162-8DFD-E137082C6325}"/>
                </a:ext>
              </a:extLst>
            </p:cNvPr>
            <p:cNvSpPr txBox="1"/>
            <p:nvPr/>
          </p:nvSpPr>
          <p:spPr>
            <a:xfrm>
              <a:off x="6629674" y="3866388"/>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2" name="TextBox 71">
              <a:extLst>
                <a:ext uri="{FF2B5EF4-FFF2-40B4-BE49-F238E27FC236}">
                  <a16:creationId xmlns:a16="http://schemas.microsoft.com/office/drawing/2014/main" id="{9E1B8A6B-5929-4822-839B-83E21199AFD2}"/>
                </a:ext>
              </a:extLst>
            </p:cNvPr>
            <p:cNvSpPr txBox="1"/>
            <p:nvPr/>
          </p:nvSpPr>
          <p:spPr>
            <a:xfrm>
              <a:off x="9588626" y="210529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7CB0"/>
                  </a:solidFill>
                  <a:effectLst/>
                  <a:uLnTx/>
                  <a:uFillTx/>
                  <a:latin typeface="Calibri"/>
                  <a:ea typeface="+mn-ea"/>
                  <a:cs typeface="+mn-cs"/>
                </a:rPr>
                <a:t>Bidding by IREDA based on Viability Gap Funding (VGF)</a:t>
              </a:r>
              <a:endParaRPr kumimoji="0" lang="en-GB" sz="1600" b="0" i="0" u="none" strike="noStrike" kern="1200" cap="none" spc="0" normalizeH="0" baseline="0" noProof="0" dirty="0">
                <a:ln>
                  <a:noFill/>
                </a:ln>
                <a:solidFill>
                  <a:srgbClr val="007CB0"/>
                </a:solidFill>
                <a:effectLst/>
                <a:uLnTx/>
                <a:uFillTx/>
                <a:latin typeface="Calibri"/>
                <a:ea typeface="+mn-ea"/>
                <a:cs typeface="+mn-cs"/>
              </a:endParaRPr>
            </a:p>
          </p:txBody>
        </p:sp>
        <p:sp>
          <p:nvSpPr>
            <p:cNvPr id="73" name="TextBox 72">
              <a:extLst>
                <a:ext uri="{FF2B5EF4-FFF2-40B4-BE49-F238E27FC236}">
                  <a16:creationId xmlns:a16="http://schemas.microsoft.com/office/drawing/2014/main" id="{1D1D5D80-B1ED-47F1-91D7-389FE280B728}"/>
                </a:ext>
              </a:extLst>
            </p:cNvPr>
            <p:cNvSpPr txBox="1"/>
            <p:nvPr/>
          </p:nvSpPr>
          <p:spPr>
            <a:xfrm>
              <a:off x="9533217" y="3822861"/>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007CB0"/>
                  </a:solidFill>
                  <a:effectLst/>
                  <a:uLnTx/>
                  <a:uFillTx/>
                  <a:latin typeface="Calibri"/>
                  <a:ea typeface="+mn-ea"/>
                  <a:cs typeface="+mn-cs"/>
                </a:rPr>
                <a:t>“</a:t>
              </a:r>
              <a:r>
                <a:rPr kumimoji="0" lang="en-US" sz="1200" b="1" i="1" u="none" strike="noStrike" kern="1200" cap="none" spc="0" normalizeH="0" baseline="0" noProof="0" dirty="0">
                  <a:ln>
                    <a:noFill/>
                  </a:ln>
                  <a:solidFill>
                    <a:srgbClr val="007CB0"/>
                  </a:solidFill>
                  <a:effectLst/>
                  <a:uLnTx/>
                  <a:uFillTx/>
                  <a:latin typeface="Calibri"/>
                  <a:ea typeface="+mn-ea"/>
                  <a:cs typeface="+mn-cs"/>
                </a:rPr>
                <a:t>a) </a:t>
              </a:r>
              <a:r>
                <a:rPr kumimoji="0" lang="en-US" sz="1200" b="0" i="1" u="none" strike="noStrike" kern="1200" cap="none" spc="0" normalizeH="0" baseline="0" noProof="0" dirty="0">
                  <a:ln>
                    <a:noFill/>
                  </a:ln>
                  <a:solidFill>
                    <a:srgbClr val="007CB0"/>
                  </a:solidFill>
                  <a:effectLst/>
                  <a:uLnTx/>
                  <a:uFillTx/>
                  <a:latin typeface="Calibri"/>
                  <a:ea typeface="+mn-ea"/>
                  <a:cs typeface="+mn-cs"/>
                </a:rPr>
                <a:t>Maximum Rs. 0.55 Cr /MW, to be decided through bidding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CB0"/>
                  </a:solidFill>
                  <a:effectLst/>
                  <a:uLnTx/>
                  <a:uFillTx/>
                  <a:latin typeface="Calibri"/>
                  <a:ea typeface="+mn-ea"/>
                  <a:cs typeface="+mn-cs"/>
                </a:rPr>
                <a:t>b) </a:t>
              </a:r>
              <a:r>
                <a:rPr kumimoji="0" lang="en-US" sz="1200" b="0" i="1" u="none" strike="noStrike" kern="1200" cap="none" spc="0" normalizeH="0" baseline="0" noProof="0" dirty="0">
                  <a:ln>
                    <a:noFill/>
                  </a:ln>
                  <a:solidFill>
                    <a:srgbClr val="007CB0"/>
                  </a:solidFill>
                  <a:effectLst/>
                  <a:uLnTx/>
                  <a:uFillTx/>
                  <a:latin typeface="Calibri"/>
                  <a:ea typeface="+mn-ea"/>
                  <a:cs typeface="+mn-cs"/>
                </a:rPr>
                <a:t>VGF will be released in two tranches as follows: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i.50% on Award of contract to the EPC contractor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ii. Balance 50% on successful commissioning of the full capacity of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4" name="Freeform 915">
              <a:extLst>
                <a:ext uri="{FF2B5EF4-FFF2-40B4-BE49-F238E27FC236}">
                  <a16:creationId xmlns:a16="http://schemas.microsoft.com/office/drawing/2014/main" id="{C671E175-1C29-4936-898E-8D69516AB236}"/>
                </a:ext>
              </a:extLst>
            </p:cNvPr>
            <p:cNvSpPr>
              <a:spLocks noEditPoints="1"/>
            </p:cNvSpPr>
            <p:nvPr/>
          </p:nvSpPr>
          <p:spPr bwMode="auto">
            <a:xfrm>
              <a:off x="10154319" y="2980223"/>
              <a:ext cx="822166" cy="766915"/>
            </a:xfrm>
            <a:custGeom>
              <a:avLst/>
              <a:gdLst>
                <a:gd name="T0" fmla="*/ 224 w 256"/>
                <a:gd name="T1" fmla="*/ 240 h 312"/>
                <a:gd name="T2" fmla="*/ 199 w 256"/>
                <a:gd name="T3" fmla="*/ 32 h 312"/>
                <a:gd name="T4" fmla="*/ 188 w 256"/>
                <a:gd name="T5" fmla="*/ 6 h 312"/>
                <a:gd name="T6" fmla="*/ 67 w 256"/>
                <a:gd name="T7" fmla="*/ 6 h 312"/>
                <a:gd name="T8" fmla="*/ 56 w 256"/>
                <a:gd name="T9" fmla="*/ 32 h 312"/>
                <a:gd name="T10" fmla="*/ 32 w 256"/>
                <a:gd name="T11" fmla="*/ 240 h 312"/>
                <a:gd name="T12" fmla="*/ 12 w 256"/>
                <a:gd name="T13" fmla="*/ 307 h 312"/>
                <a:gd name="T14" fmla="*/ 234 w 256"/>
                <a:gd name="T15" fmla="*/ 312 h 312"/>
                <a:gd name="T16" fmla="*/ 244 w 256"/>
                <a:gd name="T17" fmla="*/ 297 h 312"/>
                <a:gd name="T18" fmla="*/ 132 w 256"/>
                <a:gd name="T19" fmla="*/ 34 h 312"/>
                <a:gd name="T20" fmla="*/ 177 w 256"/>
                <a:gd name="T21" fmla="*/ 24 h 312"/>
                <a:gd name="T22" fmla="*/ 109 w 256"/>
                <a:gd name="T23" fmla="*/ 56 h 312"/>
                <a:gd name="T24" fmla="*/ 123 w 256"/>
                <a:gd name="T25" fmla="*/ 34 h 312"/>
                <a:gd name="T26" fmla="*/ 53 w 256"/>
                <a:gd name="T27" fmla="*/ 238 h 312"/>
                <a:gd name="T28" fmla="*/ 108 w 256"/>
                <a:gd name="T29" fmla="*/ 78 h 312"/>
                <a:gd name="T30" fmla="*/ 203 w 256"/>
                <a:gd name="T31" fmla="*/ 233 h 312"/>
                <a:gd name="T32" fmla="*/ 218 w 256"/>
                <a:gd name="T33" fmla="*/ 291 h 312"/>
                <a:gd name="T34" fmla="*/ 163 w 256"/>
                <a:gd name="T35" fmla="*/ 203 h 312"/>
                <a:gd name="T36" fmla="*/ 157 w 256"/>
                <a:gd name="T37" fmla="*/ 234 h 312"/>
                <a:gd name="T38" fmla="*/ 133 w 256"/>
                <a:gd name="T39" fmla="*/ 259 h 312"/>
                <a:gd name="T40" fmla="*/ 122 w 256"/>
                <a:gd name="T41" fmla="*/ 244 h 312"/>
                <a:gd name="T42" fmla="*/ 89 w 256"/>
                <a:gd name="T43" fmla="*/ 217 h 312"/>
                <a:gd name="T44" fmla="*/ 122 w 256"/>
                <a:gd name="T45" fmla="*/ 226 h 312"/>
                <a:gd name="T46" fmla="*/ 133 w 256"/>
                <a:gd name="T47" fmla="*/ 225 h 312"/>
                <a:gd name="T48" fmla="*/ 140 w 256"/>
                <a:gd name="T49" fmla="*/ 211 h 312"/>
                <a:gd name="T50" fmla="*/ 122 w 256"/>
                <a:gd name="T51" fmla="*/ 202 h 312"/>
                <a:gd name="T52" fmla="*/ 95 w 256"/>
                <a:gd name="T53" fmla="*/ 187 h 312"/>
                <a:gd name="T54" fmla="*/ 98 w 256"/>
                <a:gd name="T55" fmla="*/ 151 h 312"/>
                <a:gd name="T56" fmla="*/ 122 w 256"/>
                <a:gd name="T57" fmla="*/ 131 h 312"/>
                <a:gd name="T58" fmla="*/ 133 w 256"/>
                <a:gd name="T59" fmla="*/ 142 h 312"/>
                <a:gd name="T60" fmla="*/ 157 w 256"/>
                <a:gd name="T61" fmla="*/ 167 h 312"/>
                <a:gd name="T62" fmla="*/ 128 w 256"/>
                <a:gd name="T63" fmla="*/ 161 h 312"/>
                <a:gd name="T64" fmla="*/ 112 w 256"/>
                <a:gd name="T65" fmla="*/ 170 h 312"/>
                <a:gd name="T66" fmla="*/ 122 w 256"/>
                <a:gd name="T67" fmla="*/ 180 h 312"/>
                <a:gd name="T68" fmla="*/ 154 w 256"/>
                <a:gd name="T69" fmla="*/ 19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2">
                  <a:moveTo>
                    <a:pt x="244" y="297"/>
                  </a:moveTo>
                  <a:cubicBezTo>
                    <a:pt x="237" y="281"/>
                    <a:pt x="225" y="253"/>
                    <a:pt x="224" y="240"/>
                  </a:cubicBezTo>
                  <a:cubicBezTo>
                    <a:pt x="230" y="224"/>
                    <a:pt x="256" y="145"/>
                    <a:pt x="167" y="66"/>
                  </a:cubicBezTo>
                  <a:cubicBezTo>
                    <a:pt x="199" y="32"/>
                    <a:pt x="199" y="32"/>
                    <a:pt x="199" y="32"/>
                  </a:cubicBezTo>
                  <a:cubicBezTo>
                    <a:pt x="202" y="29"/>
                    <a:pt x="203" y="25"/>
                    <a:pt x="202" y="22"/>
                  </a:cubicBezTo>
                  <a:cubicBezTo>
                    <a:pt x="202" y="20"/>
                    <a:pt x="199" y="11"/>
                    <a:pt x="188" y="6"/>
                  </a:cubicBezTo>
                  <a:cubicBezTo>
                    <a:pt x="174" y="0"/>
                    <a:pt x="154" y="2"/>
                    <a:pt x="128" y="13"/>
                  </a:cubicBezTo>
                  <a:cubicBezTo>
                    <a:pt x="101" y="2"/>
                    <a:pt x="81" y="0"/>
                    <a:pt x="67" y="6"/>
                  </a:cubicBezTo>
                  <a:cubicBezTo>
                    <a:pt x="57" y="11"/>
                    <a:pt x="54" y="20"/>
                    <a:pt x="53" y="22"/>
                  </a:cubicBezTo>
                  <a:cubicBezTo>
                    <a:pt x="52" y="25"/>
                    <a:pt x="53" y="29"/>
                    <a:pt x="56" y="32"/>
                  </a:cubicBezTo>
                  <a:cubicBezTo>
                    <a:pt x="89" y="66"/>
                    <a:pt x="89" y="66"/>
                    <a:pt x="89" y="66"/>
                  </a:cubicBezTo>
                  <a:cubicBezTo>
                    <a:pt x="0" y="145"/>
                    <a:pt x="25" y="224"/>
                    <a:pt x="32" y="240"/>
                  </a:cubicBezTo>
                  <a:cubicBezTo>
                    <a:pt x="30" y="253"/>
                    <a:pt x="19" y="281"/>
                    <a:pt x="11" y="297"/>
                  </a:cubicBezTo>
                  <a:cubicBezTo>
                    <a:pt x="10" y="300"/>
                    <a:pt x="10" y="304"/>
                    <a:pt x="12" y="307"/>
                  </a:cubicBezTo>
                  <a:cubicBezTo>
                    <a:pt x="14" y="310"/>
                    <a:pt x="17" y="312"/>
                    <a:pt x="21" y="312"/>
                  </a:cubicBezTo>
                  <a:cubicBezTo>
                    <a:pt x="234" y="312"/>
                    <a:pt x="234" y="312"/>
                    <a:pt x="234" y="312"/>
                  </a:cubicBezTo>
                  <a:cubicBezTo>
                    <a:pt x="238" y="312"/>
                    <a:pt x="241" y="310"/>
                    <a:pt x="243" y="307"/>
                  </a:cubicBezTo>
                  <a:cubicBezTo>
                    <a:pt x="245" y="304"/>
                    <a:pt x="246" y="300"/>
                    <a:pt x="244" y="297"/>
                  </a:cubicBezTo>
                  <a:close/>
                  <a:moveTo>
                    <a:pt x="123" y="34"/>
                  </a:moveTo>
                  <a:cubicBezTo>
                    <a:pt x="126" y="35"/>
                    <a:pt x="129" y="35"/>
                    <a:pt x="132" y="34"/>
                  </a:cubicBezTo>
                  <a:cubicBezTo>
                    <a:pt x="132" y="34"/>
                    <a:pt x="132" y="34"/>
                    <a:pt x="132" y="34"/>
                  </a:cubicBezTo>
                  <a:cubicBezTo>
                    <a:pt x="157" y="23"/>
                    <a:pt x="171" y="23"/>
                    <a:pt x="177" y="24"/>
                  </a:cubicBezTo>
                  <a:cubicBezTo>
                    <a:pt x="147" y="56"/>
                    <a:pt x="147" y="56"/>
                    <a:pt x="147" y="56"/>
                  </a:cubicBezTo>
                  <a:cubicBezTo>
                    <a:pt x="109" y="56"/>
                    <a:pt x="109" y="56"/>
                    <a:pt x="109" y="56"/>
                  </a:cubicBezTo>
                  <a:cubicBezTo>
                    <a:pt x="79" y="25"/>
                    <a:pt x="79" y="25"/>
                    <a:pt x="79" y="25"/>
                  </a:cubicBezTo>
                  <a:cubicBezTo>
                    <a:pt x="84" y="23"/>
                    <a:pt x="97" y="22"/>
                    <a:pt x="123" y="34"/>
                  </a:cubicBezTo>
                  <a:close/>
                  <a:moveTo>
                    <a:pt x="37" y="291"/>
                  </a:moveTo>
                  <a:cubicBezTo>
                    <a:pt x="44" y="275"/>
                    <a:pt x="53" y="252"/>
                    <a:pt x="53" y="238"/>
                  </a:cubicBezTo>
                  <a:cubicBezTo>
                    <a:pt x="53" y="236"/>
                    <a:pt x="53" y="234"/>
                    <a:pt x="52" y="233"/>
                  </a:cubicBezTo>
                  <a:cubicBezTo>
                    <a:pt x="50" y="230"/>
                    <a:pt x="15" y="155"/>
                    <a:pt x="108" y="78"/>
                  </a:cubicBezTo>
                  <a:cubicBezTo>
                    <a:pt x="147" y="78"/>
                    <a:pt x="147" y="78"/>
                    <a:pt x="147" y="78"/>
                  </a:cubicBezTo>
                  <a:cubicBezTo>
                    <a:pt x="240" y="155"/>
                    <a:pt x="205" y="230"/>
                    <a:pt x="203" y="233"/>
                  </a:cubicBezTo>
                  <a:cubicBezTo>
                    <a:pt x="203" y="234"/>
                    <a:pt x="202" y="236"/>
                    <a:pt x="202" y="238"/>
                  </a:cubicBezTo>
                  <a:cubicBezTo>
                    <a:pt x="202" y="252"/>
                    <a:pt x="211" y="275"/>
                    <a:pt x="218" y="291"/>
                  </a:cubicBezTo>
                  <a:lnTo>
                    <a:pt x="37" y="291"/>
                  </a:lnTo>
                  <a:close/>
                  <a:moveTo>
                    <a:pt x="163" y="203"/>
                  </a:moveTo>
                  <a:cubicBezTo>
                    <a:pt x="165" y="207"/>
                    <a:pt x="166" y="210"/>
                    <a:pt x="166" y="215"/>
                  </a:cubicBezTo>
                  <a:cubicBezTo>
                    <a:pt x="166" y="223"/>
                    <a:pt x="163" y="230"/>
                    <a:pt x="157" y="234"/>
                  </a:cubicBezTo>
                  <a:cubicBezTo>
                    <a:pt x="151" y="239"/>
                    <a:pt x="143" y="242"/>
                    <a:pt x="133" y="243"/>
                  </a:cubicBezTo>
                  <a:cubicBezTo>
                    <a:pt x="133" y="259"/>
                    <a:pt x="133" y="259"/>
                    <a:pt x="133" y="259"/>
                  </a:cubicBezTo>
                  <a:cubicBezTo>
                    <a:pt x="122" y="259"/>
                    <a:pt x="122" y="259"/>
                    <a:pt x="122" y="259"/>
                  </a:cubicBezTo>
                  <a:cubicBezTo>
                    <a:pt x="122" y="244"/>
                    <a:pt x="122" y="244"/>
                    <a:pt x="122" y="244"/>
                  </a:cubicBezTo>
                  <a:cubicBezTo>
                    <a:pt x="110" y="243"/>
                    <a:pt x="99" y="241"/>
                    <a:pt x="89" y="237"/>
                  </a:cubicBezTo>
                  <a:cubicBezTo>
                    <a:pt x="89" y="217"/>
                    <a:pt x="89" y="217"/>
                    <a:pt x="89" y="217"/>
                  </a:cubicBezTo>
                  <a:cubicBezTo>
                    <a:pt x="94" y="219"/>
                    <a:pt x="99" y="221"/>
                    <a:pt x="105" y="223"/>
                  </a:cubicBezTo>
                  <a:cubicBezTo>
                    <a:pt x="112" y="224"/>
                    <a:pt x="117" y="225"/>
                    <a:pt x="122" y="226"/>
                  </a:cubicBezTo>
                  <a:cubicBezTo>
                    <a:pt x="122" y="226"/>
                    <a:pt x="125" y="226"/>
                    <a:pt x="128" y="226"/>
                  </a:cubicBezTo>
                  <a:cubicBezTo>
                    <a:pt x="130" y="226"/>
                    <a:pt x="133" y="225"/>
                    <a:pt x="133" y="225"/>
                  </a:cubicBezTo>
                  <a:cubicBezTo>
                    <a:pt x="140" y="224"/>
                    <a:pt x="143" y="221"/>
                    <a:pt x="143" y="216"/>
                  </a:cubicBezTo>
                  <a:cubicBezTo>
                    <a:pt x="143" y="214"/>
                    <a:pt x="142" y="212"/>
                    <a:pt x="140" y="211"/>
                  </a:cubicBezTo>
                  <a:cubicBezTo>
                    <a:pt x="139" y="209"/>
                    <a:pt x="136" y="208"/>
                    <a:pt x="133" y="206"/>
                  </a:cubicBezTo>
                  <a:cubicBezTo>
                    <a:pt x="122" y="202"/>
                    <a:pt x="122" y="202"/>
                    <a:pt x="122" y="202"/>
                  </a:cubicBezTo>
                  <a:cubicBezTo>
                    <a:pt x="117" y="200"/>
                    <a:pt x="117" y="200"/>
                    <a:pt x="117" y="200"/>
                  </a:cubicBezTo>
                  <a:cubicBezTo>
                    <a:pt x="107" y="196"/>
                    <a:pt x="100" y="192"/>
                    <a:pt x="95" y="187"/>
                  </a:cubicBezTo>
                  <a:cubicBezTo>
                    <a:pt x="91" y="182"/>
                    <a:pt x="89" y="177"/>
                    <a:pt x="89" y="170"/>
                  </a:cubicBezTo>
                  <a:cubicBezTo>
                    <a:pt x="89" y="162"/>
                    <a:pt x="92" y="156"/>
                    <a:pt x="98" y="151"/>
                  </a:cubicBezTo>
                  <a:cubicBezTo>
                    <a:pt x="104" y="147"/>
                    <a:pt x="112" y="144"/>
                    <a:pt x="122" y="143"/>
                  </a:cubicBezTo>
                  <a:cubicBezTo>
                    <a:pt x="122" y="131"/>
                    <a:pt x="122" y="131"/>
                    <a:pt x="122" y="131"/>
                  </a:cubicBezTo>
                  <a:cubicBezTo>
                    <a:pt x="133" y="131"/>
                    <a:pt x="133" y="131"/>
                    <a:pt x="133" y="131"/>
                  </a:cubicBezTo>
                  <a:cubicBezTo>
                    <a:pt x="133" y="142"/>
                    <a:pt x="133" y="142"/>
                    <a:pt x="133" y="142"/>
                  </a:cubicBezTo>
                  <a:cubicBezTo>
                    <a:pt x="144" y="143"/>
                    <a:pt x="155" y="145"/>
                    <a:pt x="164" y="149"/>
                  </a:cubicBezTo>
                  <a:cubicBezTo>
                    <a:pt x="157" y="167"/>
                    <a:pt x="157" y="167"/>
                    <a:pt x="157" y="167"/>
                  </a:cubicBezTo>
                  <a:cubicBezTo>
                    <a:pt x="149" y="164"/>
                    <a:pt x="141" y="162"/>
                    <a:pt x="133" y="161"/>
                  </a:cubicBezTo>
                  <a:cubicBezTo>
                    <a:pt x="133" y="161"/>
                    <a:pt x="131" y="161"/>
                    <a:pt x="128" y="161"/>
                  </a:cubicBezTo>
                  <a:cubicBezTo>
                    <a:pt x="125" y="161"/>
                    <a:pt x="122" y="162"/>
                    <a:pt x="122" y="162"/>
                  </a:cubicBezTo>
                  <a:cubicBezTo>
                    <a:pt x="116" y="163"/>
                    <a:pt x="112" y="165"/>
                    <a:pt x="112" y="170"/>
                  </a:cubicBezTo>
                  <a:cubicBezTo>
                    <a:pt x="112" y="172"/>
                    <a:pt x="113" y="174"/>
                    <a:pt x="115" y="175"/>
                  </a:cubicBezTo>
                  <a:cubicBezTo>
                    <a:pt x="116" y="177"/>
                    <a:pt x="119" y="178"/>
                    <a:pt x="122" y="180"/>
                  </a:cubicBezTo>
                  <a:cubicBezTo>
                    <a:pt x="133" y="184"/>
                    <a:pt x="133" y="184"/>
                    <a:pt x="133" y="184"/>
                  </a:cubicBezTo>
                  <a:cubicBezTo>
                    <a:pt x="143" y="188"/>
                    <a:pt x="150" y="191"/>
                    <a:pt x="154" y="194"/>
                  </a:cubicBezTo>
                  <a:cubicBezTo>
                    <a:pt x="158" y="197"/>
                    <a:pt x="161" y="200"/>
                    <a:pt x="163" y="203"/>
                  </a:cubicBezTo>
                  <a:close/>
                </a:path>
              </a:pathLst>
            </a:custGeom>
            <a:solidFill>
              <a:schemeClr val="accent4"/>
            </a:solidFill>
            <a:ln>
              <a:solidFill>
                <a:schemeClr val="accent6"/>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75" name="Rectangle: Rounded Corners 74">
            <a:extLst>
              <a:ext uri="{FF2B5EF4-FFF2-40B4-BE49-F238E27FC236}">
                <a16:creationId xmlns:a16="http://schemas.microsoft.com/office/drawing/2014/main" id="{9A1AB317-ED66-45AC-92F9-3D2E590D9570}"/>
              </a:ext>
            </a:extLst>
          </p:cNvPr>
          <p:cNvSpPr/>
          <p:nvPr/>
        </p:nvSpPr>
        <p:spPr>
          <a:xfrm>
            <a:off x="568700" y="5732405"/>
            <a:ext cx="5398891" cy="518395"/>
          </a:xfrm>
          <a:prstGeom prst="roundRect">
            <a:avLst/>
          </a:prstGeom>
          <a:solidFill>
            <a:schemeClr val="accent3">
              <a:lumMod val="20000"/>
              <a:lumOff val="80000"/>
            </a:schemeClr>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Rs. 2.45/kWh</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Capping for Tariff</a:t>
            </a:r>
          </a:p>
        </p:txBody>
      </p:sp>
      <p:sp>
        <p:nvSpPr>
          <p:cNvPr id="76" name="Rectangle: Rounded Corners 75">
            <a:extLst>
              <a:ext uri="{FF2B5EF4-FFF2-40B4-BE49-F238E27FC236}">
                <a16:creationId xmlns:a16="http://schemas.microsoft.com/office/drawing/2014/main" id="{A8C180F8-3951-4E73-85FC-B83E3F447FA4}"/>
              </a:ext>
            </a:extLst>
          </p:cNvPr>
          <p:cNvSpPr/>
          <p:nvPr/>
        </p:nvSpPr>
        <p:spPr>
          <a:xfrm>
            <a:off x="6300612" y="5729835"/>
            <a:ext cx="5398891" cy="518395"/>
          </a:xfrm>
          <a:prstGeom prst="roundRect">
            <a:avLst/>
          </a:prstGeom>
          <a:solidFill>
            <a:srgbClr val="DDEFE8"/>
          </a:solidFill>
          <a:ln w="76200">
            <a:solidFill>
              <a:srgbClr val="6FC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30 months</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Commissioning Timeline</a:t>
            </a:r>
          </a:p>
        </p:txBody>
      </p:sp>
      <p:sp>
        <p:nvSpPr>
          <p:cNvPr id="77" name="Arrow: Right 76">
            <a:hlinkClick r:id="rId2" action="ppaction://hlinksldjump"/>
            <a:extLst>
              <a:ext uri="{FF2B5EF4-FFF2-40B4-BE49-F238E27FC236}">
                <a16:creationId xmlns:a16="http://schemas.microsoft.com/office/drawing/2014/main" id="{5E8004DA-ED14-4609-B07D-0F3B39E59230}"/>
              </a:ext>
            </a:extLst>
          </p:cNvPr>
          <p:cNvSpPr/>
          <p:nvPr/>
        </p:nvSpPr>
        <p:spPr bwMode="gray">
          <a:xfrm flipH="1">
            <a:off x="7986328" y="6315213"/>
            <a:ext cx="3482375" cy="644928"/>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2" action="ppaction://hlinksldjump"/>
              </a:rPr>
              <a:t>BACK TO MAIN SLIDE</a:t>
            </a:r>
            <a:endParaRPr lang="en-US" sz="1600" b="1" dirty="0">
              <a:solidFill>
                <a:schemeClr val="bg1"/>
              </a:solidFill>
            </a:endParaRPr>
          </a:p>
        </p:txBody>
      </p:sp>
    </p:spTree>
    <p:extLst>
      <p:ext uri="{BB962C8B-B14F-4D97-AF65-F5344CB8AC3E}">
        <p14:creationId xmlns:p14="http://schemas.microsoft.com/office/powerpoint/2010/main" val="34576294"/>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Annexure-14:  Capital Cost Estimations (1/3)</a:t>
            </a:r>
            <a:endParaRPr lang="en-GB" sz="2400" b="1" dirty="0"/>
          </a:p>
        </p:txBody>
      </p:sp>
      <p:sp>
        <p:nvSpPr>
          <p:cNvPr id="77" name="Arrow: Right 76">
            <a:hlinkClick r:id="rId2" action="ppaction://hlinksldjump"/>
            <a:extLst>
              <a:ext uri="{FF2B5EF4-FFF2-40B4-BE49-F238E27FC236}">
                <a16:creationId xmlns:a16="http://schemas.microsoft.com/office/drawing/2014/main" id="{5E8004DA-ED14-4609-B07D-0F3B39E59230}"/>
              </a:ext>
            </a:extLst>
          </p:cNvPr>
          <p:cNvSpPr/>
          <p:nvPr/>
        </p:nvSpPr>
        <p:spPr bwMode="gray">
          <a:xfrm flipH="1">
            <a:off x="7986329" y="6219226"/>
            <a:ext cx="3482375" cy="644928"/>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3" name="Rectangle 2">
            <a:extLst>
              <a:ext uri="{FF2B5EF4-FFF2-40B4-BE49-F238E27FC236}">
                <a16:creationId xmlns:a16="http://schemas.microsoft.com/office/drawing/2014/main" id="{71E7F426-A57B-4BB1-B1F1-872E0708C566}"/>
              </a:ext>
            </a:extLst>
          </p:cNvPr>
          <p:cNvSpPr/>
          <p:nvPr/>
        </p:nvSpPr>
        <p:spPr bwMode="gray">
          <a:xfrm>
            <a:off x="501650" y="1012371"/>
            <a:ext cx="5562600" cy="3340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Input Assumptions</a:t>
            </a:r>
          </a:p>
        </p:txBody>
      </p:sp>
      <p:graphicFrame>
        <p:nvGraphicFramePr>
          <p:cNvPr id="5" name="Table 4">
            <a:extLst>
              <a:ext uri="{FF2B5EF4-FFF2-40B4-BE49-F238E27FC236}">
                <a16:creationId xmlns:a16="http://schemas.microsoft.com/office/drawing/2014/main" id="{BFE0EE01-4281-4CFC-92D0-2091D9CDFBCA}"/>
              </a:ext>
            </a:extLst>
          </p:cNvPr>
          <p:cNvGraphicFramePr>
            <a:graphicFrameLocks noGrp="1"/>
          </p:cNvGraphicFramePr>
          <p:nvPr>
            <p:extLst>
              <p:ext uri="{D42A27DB-BD31-4B8C-83A1-F6EECF244321}">
                <p14:modId xmlns:p14="http://schemas.microsoft.com/office/powerpoint/2010/main" val="784571525"/>
              </p:ext>
            </p:extLst>
          </p:nvPr>
        </p:nvGraphicFramePr>
        <p:xfrm>
          <a:off x="501650" y="1536132"/>
          <a:ext cx="10967054" cy="4667602"/>
        </p:xfrm>
        <a:graphic>
          <a:graphicData uri="http://schemas.openxmlformats.org/drawingml/2006/table">
            <a:tbl>
              <a:tblPr/>
              <a:tblGrid>
                <a:gridCol w="5246007">
                  <a:extLst>
                    <a:ext uri="{9D8B030D-6E8A-4147-A177-3AD203B41FA5}">
                      <a16:colId xmlns:a16="http://schemas.microsoft.com/office/drawing/2014/main" val="2382813557"/>
                    </a:ext>
                  </a:extLst>
                </a:gridCol>
                <a:gridCol w="1295400">
                  <a:extLst>
                    <a:ext uri="{9D8B030D-6E8A-4147-A177-3AD203B41FA5}">
                      <a16:colId xmlns:a16="http://schemas.microsoft.com/office/drawing/2014/main" val="696606154"/>
                    </a:ext>
                  </a:extLst>
                </a:gridCol>
                <a:gridCol w="1719943">
                  <a:extLst>
                    <a:ext uri="{9D8B030D-6E8A-4147-A177-3AD203B41FA5}">
                      <a16:colId xmlns:a16="http://schemas.microsoft.com/office/drawing/2014/main" val="695783049"/>
                    </a:ext>
                  </a:extLst>
                </a:gridCol>
                <a:gridCol w="2705704">
                  <a:extLst>
                    <a:ext uri="{9D8B030D-6E8A-4147-A177-3AD203B41FA5}">
                      <a16:colId xmlns:a16="http://schemas.microsoft.com/office/drawing/2014/main" val="3859640466"/>
                    </a:ext>
                  </a:extLst>
                </a:gridCol>
              </a:tblGrid>
              <a:tr h="188965">
                <a:tc>
                  <a:txBody>
                    <a:bodyPr/>
                    <a:lstStyle/>
                    <a:p>
                      <a:pPr algn="l" fontAlgn="ctr"/>
                      <a:r>
                        <a:rPr lang="en-US" sz="1500" b="1" i="0" u="none" strike="noStrike" dirty="0">
                          <a:solidFill>
                            <a:schemeClr val="bg1"/>
                          </a:solidFill>
                          <a:effectLst/>
                          <a:latin typeface="+mj-lt"/>
                        </a:rPr>
                        <a:t>Particulars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Unit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Assumption taken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Remarks, if any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835581270"/>
                  </a:ext>
                </a:extLst>
              </a:tr>
              <a:tr h="188965">
                <a:tc>
                  <a:txBody>
                    <a:bodyPr/>
                    <a:lstStyle/>
                    <a:p>
                      <a:pPr algn="l" fontAlgn="ctr"/>
                      <a:r>
                        <a:rPr lang="en-US" sz="1500" b="0" i="0" u="none" strike="noStrike" dirty="0">
                          <a:solidFill>
                            <a:schemeClr val="tx1"/>
                          </a:solidFill>
                          <a:effectLst/>
                          <a:latin typeface="+mj-lt"/>
                        </a:rPr>
                        <a:t>Project Size - AC Capacity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kern="1200" dirty="0">
                          <a:solidFill>
                            <a:srgbClr val="C00000"/>
                          </a:solidFill>
                          <a:effectLst/>
                          <a:latin typeface="+mj-lt"/>
                          <a:ea typeface="+mn-ea"/>
                          <a:cs typeface="+mn-cs"/>
                        </a:rPr>
                        <a:t>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690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4999172"/>
                  </a:ext>
                </a:extLst>
              </a:tr>
              <a:tr h="188965">
                <a:tc>
                  <a:txBody>
                    <a:bodyPr/>
                    <a:lstStyle/>
                    <a:p>
                      <a:pPr algn="l" fontAlgn="ctr"/>
                      <a:r>
                        <a:rPr lang="en-US" sz="1500" b="0" i="0" u="none" strike="noStrike">
                          <a:solidFill>
                            <a:schemeClr val="tx1"/>
                          </a:solidFill>
                          <a:effectLst/>
                          <a:latin typeface="+mj-lt"/>
                        </a:rPr>
                        <a:t>Project Size - DC Capacity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algn="ctr" defTabSz="914400" rtl="0" eaLnBrk="1" fontAlgn="ctr" latinLnBrk="0" hangingPunct="1"/>
                      <a:r>
                        <a:rPr lang="en-US" sz="1500" b="0" i="0" u="none" strike="noStrike" kern="1200">
                          <a:solidFill>
                            <a:srgbClr val="C00000"/>
                          </a:solidFill>
                          <a:effectLst/>
                          <a:latin typeface="+mj-lt"/>
                          <a:ea typeface="+mn-ea"/>
                          <a:cs typeface="+mn-cs"/>
                        </a:rPr>
                        <a:t>MW</a:t>
                      </a:r>
                      <a:endParaRPr lang="en-US" sz="1500" b="0" i="0" u="none" strike="noStrike" kern="1200" dirty="0">
                        <a:solidFill>
                          <a:srgbClr val="C00000"/>
                        </a:solidFill>
                        <a:effectLst/>
                        <a:latin typeface="+mj-lt"/>
                        <a:ea typeface="+mn-ea"/>
                        <a:cs typeface="+mn-cs"/>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966</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59184611"/>
                  </a:ext>
                </a:extLst>
              </a:tr>
              <a:tr h="188965">
                <a:tc>
                  <a:txBody>
                    <a:bodyPr/>
                    <a:lstStyle/>
                    <a:p>
                      <a:pPr algn="l" fontAlgn="ctr"/>
                      <a:r>
                        <a:rPr lang="en-US" sz="1500" b="0" i="0" u="none" strike="noStrike" dirty="0">
                          <a:solidFill>
                            <a:schemeClr val="tx1"/>
                          </a:solidFill>
                          <a:effectLst/>
                          <a:latin typeface="+mj-lt"/>
                        </a:rPr>
                        <a:t>Overloading Factor</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chemeClr val="tx1"/>
                          </a:solidFill>
                          <a:effectLst/>
                          <a:latin typeface="+mj-lt"/>
                        </a:rPr>
                        <a:t> </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40%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6188670"/>
                  </a:ext>
                </a:extLst>
              </a:tr>
              <a:tr h="188965">
                <a:tc>
                  <a:txBody>
                    <a:bodyPr/>
                    <a:lstStyle/>
                    <a:p>
                      <a:pPr algn="l" fontAlgn="ctr"/>
                      <a:r>
                        <a:rPr lang="en-US" sz="1500" b="0" i="0" u="none" strike="noStrike" dirty="0">
                          <a:solidFill>
                            <a:srgbClr val="000000"/>
                          </a:solidFill>
                          <a:effectLst/>
                          <a:latin typeface="+mj-lt"/>
                        </a:rPr>
                        <a:t>CUF - first year (at delivery point - based on AC capacity)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28.0%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5286544"/>
                  </a:ext>
                </a:extLst>
              </a:tr>
              <a:tr h="188965">
                <a:tc>
                  <a:txBody>
                    <a:bodyPr/>
                    <a:lstStyle/>
                    <a:p>
                      <a:pPr algn="l" fontAlgn="ctr"/>
                      <a:r>
                        <a:rPr lang="en-US" sz="1500" b="0" i="0" u="none" strike="noStrike" dirty="0">
                          <a:solidFill>
                            <a:srgbClr val="000000"/>
                          </a:solidFill>
                          <a:effectLst/>
                          <a:latin typeface="+mj-lt"/>
                        </a:rPr>
                        <a:t>Annual Degradation of Generation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0.7%</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62853202"/>
                  </a:ext>
                </a:extLst>
              </a:tr>
              <a:tr h="188965">
                <a:tc>
                  <a:txBody>
                    <a:bodyPr/>
                    <a:lstStyle/>
                    <a:p>
                      <a:pPr algn="l" fontAlgn="ctr"/>
                      <a:r>
                        <a:rPr lang="en-US" sz="1500" b="0" i="0" u="none" strike="noStrike" dirty="0">
                          <a:solidFill>
                            <a:srgbClr val="000000"/>
                          </a:solidFill>
                          <a:effectLst/>
                          <a:latin typeface="+mj-lt"/>
                        </a:rPr>
                        <a:t>Construction Start Date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Date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1-Jul-23</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80642947"/>
                  </a:ext>
                </a:extLst>
              </a:tr>
              <a:tr h="188965">
                <a:tc>
                  <a:txBody>
                    <a:bodyPr/>
                    <a:lstStyle/>
                    <a:p>
                      <a:pPr algn="l" fontAlgn="ctr"/>
                      <a:r>
                        <a:rPr lang="en-US" sz="1500" b="0" i="0" u="none" strike="noStrike">
                          <a:solidFill>
                            <a:srgbClr val="000000"/>
                          </a:solidFill>
                          <a:effectLst/>
                          <a:latin typeface="+mj-lt"/>
                        </a:rPr>
                        <a:t>Construction period</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Years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1.5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49576063"/>
                  </a:ext>
                </a:extLst>
              </a:tr>
              <a:tr h="188965">
                <a:tc>
                  <a:txBody>
                    <a:bodyPr/>
                    <a:lstStyle/>
                    <a:p>
                      <a:pPr algn="l" fontAlgn="ctr"/>
                      <a:r>
                        <a:rPr lang="en-US" sz="1500" b="0" i="0" u="none" strike="noStrike" dirty="0">
                          <a:solidFill>
                            <a:srgbClr val="000000"/>
                          </a:solidFill>
                          <a:effectLst/>
                          <a:latin typeface="+mj-lt"/>
                        </a:rPr>
                        <a:t>Project COD</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Date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1-Jan-25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85286687"/>
                  </a:ext>
                </a:extLst>
              </a:tr>
              <a:tr h="188965">
                <a:tc>
                  <a:txBody>
                    <a:bodyPr/>
                    <a:lstStyle/>
                    <a:p>
                      <a:pPr algn="l" fontAlgn="ctr"/>
                      <a:r>
                        <a:rPr lang="en-US" sz="1500" b="0" i="0" u="none" strike="noStrike">
                          <a:solidFill>
                            <a:srgbClr val="000000"/>
                          </a:solidFill>
                          <a:effectLst/>
                          <a:latin typeface="+mj-lt"/>
                        </a:rPr>
                        <a:t>Project Life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Years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25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70812657"/>
                  </a:ext>
                </a:extLst>
              </a:tr>
              <a:tr h="188965">
                <a:tc>
                  <a:txBody>
                    <a:bodyPr/>
                    <a:lstStyle/>
                    <a:p>
                      <a:pPr algn="l" fontAlgn="ctr"/>
                      <a:r>
                        <a:rPr lang="en-US" sz="1500" b="0" i="0" u="none" strike="noStrike" dirty="0">
                          <a:solidFill>
                            <a:srgbClr val="000000"/>
                          </a:solidFill>
                          <a:effectLst/>
                          <a:latin typeface="+mj-lt"/>
                        </a:rPr>
                        <a:t>Cost of Solar Modules (excl. GST)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INR/Wp</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28.50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kern="1200" dirty="0">
                          <a:solidFill>
                            <a:schemeClr val="tx1"/>
                          </a:solidFill>
                          <a:effectLst/>
                          <a:latin typeface="+mn-lt"/>
                          <a:ea typeface="+mn-ea"/>
                          <a:cs typeface="+mn-cs"/>
                        </a:rPr>
                        <a:t>As per BAU scenario</a:t>
                      </a: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35915910"/>
                  </a:ext>
                </a:extLst>
              </a:tr>
              <a:tr h="188965">
                <a:tc>
                  <a:txBody>
                    <a:bodyPr/>
                    <a:lstStyle/>
                    <a:p>
                      <a:pPr algn="l" fontAlgn="ctr"/>
                      <a:r>
                        <a:rPr lang="en-US" sz="1500" b="0" i="0" u="none" strike="noStrike" dirty="0">
                          <a:solidFill>
                            <a:srgbClr val="000000"/>
                          </a:solidFill>
                          <a:effectLst/>
                          <a:latin typeface="+mj-lt"/>
                        </a:rPr>
                        <a:t>Cost of Solar Modules (incl. GST)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INR/Wp</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32.01</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kern="1200" dirty="0">
                          <a:solidFill>
                            <a:schemeClr val="tx1"/>
                          </a:solidFill>
                          <a:effectLst/>
                          <a:latin typeface="+mn-lt"/>
                          <a:ea typeface="+mn-ea"/>
                          <a:cs typeface="+mn-cs"/>
                        </a:rPr>
                        <a:t>As per BAU scenario</a:t>
                      </a: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16525837"/>
                  </a:ext>
                </a:extLst>
              </a:tr>
              <a:tr h="276401">
                <a:tc>
                  <a:txBody>
                    <a:bodyPr/>
                    <a:lstStyle/>
                    <a:p>
                      <a:pPr algn="l" fontAlgn="ctr"/>
                      <a:r>
                        <a:rPr lang="en-US" sz="1500" b="0" i="0" u="none" strike="noStrike" dirty="0">
                          <a:solidFill>
                            <a:srgbClr val="000000"/>
                          </a:solidFill>
                          <a:effectLst/>
                          <a:latin typeface="+mj-lt"/>
                        </a:rPr>
                        <a:t>Cost of Balance of System (excl. Land and Evacuation Infra)</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INR Cr/MWp</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1.30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2738572"/>
                  </a:ext>
                </a:extLst>
              </a:tr>
              <a:tr h="188965">
                <a:tc>
                  <a:txBody>
                    <a:bodyPr/>
                    <a:lstStyle/>
                    <a:p>
                      <a:pPr algn="l" fontAlgn="ctr"/>
                      <a:r>
                        <a:rPr lang="en-US" sz="1500" b="0" i="0" u="none" strike="noStrike" dirty="0">
                          <a:solidFill>
                            <a:srgbClr val="000000"/>
                          </a:solidFill>
                          <a:effectLst/>
                          <a:latin typeface="+mj-lt"/>
                        </a:rPr>
                        <a:t>Preliminary and Pre-operative Expenses - % of Capital Cost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1"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0.3%</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80866854"/>
                  </a:ext>
                </a:extLst>
              </a:tr>
              <a:tr h="188965">
                <a:tc>
                  <a:txBody>
                    <a:bodyPr/>
                    <a:lstStyle/>
                    <a:p>
                      <a:pPr algn="l" fontAlgn="ctr"/>
                      <a:r>
                        <a:rPr lang="en-US" sz="1500" b="0" i="0" u="none" strike="noStrike">
                          <a:solidFill>
                            <a:srgbClr val="000000"/>
                          </a:solidFill>
                          <a:effectLst/>
                          <a:latin typeface="+mj-lt"/>
                        </a:rPr>
                        <a:t>Contingency - % of Capital Cost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1"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1.5%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45417484"/>
                  </a:ext>
                </a:extLst>
              </a:tr>
              <a:tr h="276401">
                <a:tc>
                  <a:txBody>
                    <a:bodyPr/>
                    <a:lstStyle/>
                    <a:p>
                      <a:pPr algn="l" fontAlgn="ctr"/>
                      <a:r>
                        <a:rPr lang="en-US" sz="1500" b="0" i="0" u="none" strike="noStrike" dirty="0">
                          <a:solidFill>
                            <a:srgbClr val="000000"/>
                          </a:solidFill>
                          <a:effectLst/>
                          <a:latin typeface="+mj-lt"/>
                        </a:rPr>
                        <a:t>Upfront Land Allotment Fee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INR Lakh/MW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3.8</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79127477"/>
                  </a:ext>
                </a:extLst>
              </a:tr>
              <a:tr h="188965">
                <a:tc>
                  <a:txBody>
                    <a:bodyPr/>
                    <a:lstStyle/>
                    <a:p>
                      <a:pPr algn="l" fontAlgn="ctr"/>
                      <a:r>
                        <a:rPr lang="en-US" sz="1500" b="0" i="0" u="none" strike="noStrike" dirty="0">
                          <a:solidFill>
                            <a:srgbClr val="000000"/>
                          </a:solidFill>
                          <a:effectLst/>
                          <a:latin typeface="+mj-lt"/>
                        </a:rPr>
                        <a:t>Annual Land Lease Rental (% of upfront allotment fee)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5.5%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Calculated from DPR for 1310 MW (Pg 105-106)</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73628354"/>
                  </a:ext>
                </a:extLst>
              </a:tr>
              <a:tr h="188965">
                <a:tc>
                  <a:txBody>
                    <a:bodyPr/>
                    <a:lstStyle/>
                    <a:p>
                      <a:pPr algn="l" fontAlgn="ctr"/>
                      <a:r>
                        <a:rPr lang="en-US" sz="1500" b="0" i="0" u="none" strike="noStrike">
                          <a:solidFill>
                            <a:srgbClr val="000000"/>
                          </a:solidFill>
                          <a:effectLst/>
                          <a:latin typeface="+mj-lt"/>
                        </a:rPr>
                        <a:t>Annual Escalation of Land Lease Rental</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5.0%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Applicable second year onwards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99921582"/>
                  </a:ext>
                </a:extLst>
              </a:tr>
              <a:tr h="188965">
                <a:tc>
                  <a:txBody>
                    <a:bodyPr/>
                    <a:lstStyle/>
                    <a:p>
                      <a:pPr algn="l" fontAlgn="ctr"/>
                      <a:r>
                        <a:rPr lang="en-US" sz="1500" b="0" i="0" u="none" strike="noStrike">
                          <a:solidFill>
                            <a:srgbClr val="000000"/>
                          </a:solidFill>
                          <a:effectLst/>
                          <a:latin typeface="+mj-lt"/>
                        </a:rPr>
                        <a:t>Upfront Solar Park Development Charges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INR Lakh/MW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257FBF"/>
                          </a:solidFill>
                          <a:effectLst/>
                          <a:latin typeface="+mj-lt"/>
                        </a:rPr>
                        <a:t>47.730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Pg 105 of DPR for 1310 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08574973"/>
                  </a:ext>
                </a:extLst>
              </a:tr>
            </a:tbl>
          </a:graphicData>
        </a:graphic>
      </p:graphicFrame>
    </p:spTree>
    <p:extLst>
      <p:ext uri="{BB962C8B-B14F-4D97-AF65-F5344CB8AC3E}">
        <p14:creationId xmlns:p14="http://schemas.microsoft.com/office/powerpoint/2010/main" val="3769656634"/>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Annexure-14:  Capital Cost Estimations (2/3)</a:t>
            </a:r>
            <a:endParaRPr lang="en-GB" sz="2400" b="1" dirty="0"/>
          </a:p>
        </p:txBody>
      </p:sp>
      <p:sp>
        <p:nvSpPr>
          <p:cNvPr id="77" name="Arrow: Right 76">
            <a:hlinkClick r:id="rId2" action="ppaction://hlinksldjump"/>
            <a:extLst>
              <a:ext uri="{FF2B5EF4-FFF2-40B4-BE49-F238E27FC236}">
                <a16:creationId xmlns:a16="http://schemas.microsoft.com/office/drawing/2014/main" id="{5E8004DA-ED14-4609-B07D-0F3B39E59230}"/>
              </a:ext>
            </a:extLst>
          </p:cNvPr>
          <p:cNvSpPr/>
          <p:nvPr/>
        </p:nvSpPr>
        <p:spPr bwMode="gray">
          <a:xfrm flipH="1">
            <a:off x="8051641" y="6282559"/>
            <a:ext cx="3482375" cy="644928"/>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3" name="Rectangle 2">
            <a:extLst>
              <a:ext uri="{FF2B5EF4-FFF2-40B4-BE49-F238E27FC236}">
                <a16:creationId xmlns:a16="http://schemas.microsoft.com/office/drawing/2014/main" id="{71E7F426-A57B-4BB1-B1F1-872E0708C566}"/>
              </a:ext>
            </a:extLst>
          </p:cNvPr>
          <p:cNvSpPr/>
          <p:nvPr/>
        </p:nvSpPr>
        <p:spPr bwMode="gray">
          <a:xfrm>
            <a:off x="501650" y="1012371"/>
            <a:ext cx="5562600" cy="3340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Input Assumptions (</a:t>
            </a:r>
            <a:r>
              <a:rPr lang="en-US" sz="1600" b="1" dirty="0" err="1">
                <a:solidFill>
                  <a:schemeClr val="bg1"/>
                </a:solidFill>
              </a:rPr>
              <a:t>Contd</a:t>
            </a:r>
            <a:r>
              <a:rPr lang="en-US" sz="1600" b="1" dirty="0">
                <a:solidFill>
                  <a:schemeClr val="bg1"/>
                </a:solidFill>
              </a:rPr>
              <a:t>…)</a:t>
            </a:r>
          </a:p>
        </p:txBody>
      </p:sp>
      <p:graphicFrame>
        <p:nvGraphicFramePr>
          <p:cNvPr id="5" name="Table 4">
            <a:extLst>
              <a:ext uri="{FF2B5EF4-FFF2-40B4-BE49-F238E27FC236}">
                <a16:creationId xmlns:a16="http://schemas.microsoft.com/office/drawing/2014/main" id="{BFE0EE01-4281-4CFC-92D0-2091D9CDFBCA}"/>
              </a:ext>
            </a:extLst>
          </p:cNvPr>
          <p:cNvGraphicFramePr>
            <a:graphicFrameLocks noGrp="1"/>
          </p:cNvGraphicFramePr>
          <p:nvPr>
            <p:extLst>
              <p:ext uri="{D42A27DB-BD31-4B8C-83A1-F6EECF244321}">
                <p14:modId xmlns:p14="http://schemas.microsoft.com/office/powerpoint/2010/main" val="3540269071"/>
              </p:ext>
            </p:extLst>
          </p:nvPr>
        </p:nvGraphicFramePr>
        <p:xfrm>
          <a:off x="501650" y="1536132"/>
          <a:ext cx="10967054" cy="4572000"/>
        </p:xfrm>
        <a:graphic>
          <a:graphicData uri="http://schemas.openxmlformats.org/drawingml/2006/table">
            <a:tbl>
              <a:tblPr/>
              <a:tblGrid>
                <a:gridCol w="5126264">
                  <a:extLst>
                    <a:ext uri="{9D8B030D-6E8A-4147-A177-3AD203B41FA5}">
                      <a16:colId xmlns:a16="http://schemas.microsoft.com/office/drawing/2014/main" val="2382813557"/>
                    </a:ext>
                  </a:extLst>
                </a:gridCol>
                <a:gridCol w="1491343">
                  <a:extLst>
                    <a:ext uri="{9D8B030D-6E8A-4147-A177-3AD203B41FA5}">
                      <a16:colId xmlns:a16="http://schemas.microsoft.com/office/drawing/2014/main" val="696606154"/>
                    </a:ext>
                  </a:extLst>
                </a:gridCol>
                <a:gridCol w="1567543">
                  <a:extLst>
                    <a:ext uri="{9D8B030D-6E8A-4147-A177-3AD203B41FA5}">
                      <a16:colId xmlns:a16="http://schemas.microsoft.com/office/drawing/2014/main" val="695783049"/>
                    </a:ext>
                  </a:extLst>
                </a:gridCol>
                <a:gridCol w="2781904">
                  <a:extLst>
                    <a:ext uri="{9D8B030D-6E8A-4147-A177-3AD203B41FA5}">
                      <a16:colId xmlns:a16="http://schemas.microsoft.com/office/drawing/2014/main" val="3859640466"/>
                    </a:ext>
                  </a:extLst>
                </a:gridCol>
              </a:tblGrid>
              <a:tr h="143259">
                <a:tc>
                  <a:txBody>
                    <a:bodyPr/>
                    <a:lstStyle/>
                    <a:p>
                      <a:pPr algn="l" fontAlgn="ctr"/>
                      <a:r>
                        <a:rPr lang="en-US" sz="1500" b="1" i="0" u="none" strike="noStrike" dirty="0">
                          <a:solidFill>
                            <a:schemeClr val="bg1"/>
                          </a:solidFill>
                          <a:effectLst/>
                          <a:latin typeface="+mj-lt"/>
                        </a:rPr>
                        <a:t>Particulars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Unit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Assumption taken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Remarks, if any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835581270"/>
                  </a:ext>
                </a:extLst>
              </a:tr>
              <a:tr h="143259">
                <a:tc>
                  <a:txBody>
                    <a:bodyPr/>
                    <a:lstStyle/>
                    <a:p>
                      <a:pPr algn="l" fontAlgn="ctr"/>
                      <a:r>
                        <a:rPr lang="en-US" sz="1500" b="0" i="0" u="none" strike="noStrike" dirty="0">
                          <a:solidFill>
                            <a:srgbClr val="000000"/>
                          </a:solidFill>
                          <a:effectLst/>
                          <a:latin typeface="+mj-lt"/>
                        </a:rPr>
                        <a:t>Solar Park Annual Maintenance Charges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INR Lakh/MW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2.34</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kern="1200" dirty="0">
                          <a:solidFill>
                            <a:schemeClr val="tx1"/>
                          </a:solidFill>
                          <a:effectLst/>
                          <a:latin typeface="+mn-lt"/>
                          <a:ea typeface="+mn-ea"/>
                          <a:cs typeface="+mn-cs"/>
                        </a:rPr>
                        <a:t>Pg 106 of DPR for 1310 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4999172"/>
                  </a:ext>
                </a:extLst>
              </a:tr>
              <a:tr h="143259">
                <a:tc>
                  <a:txBody>
                    <a:bodyPr/>
                    <a:lstStyle/>
                    <a:p>
                      <a:pPr algn="l" fontAlgn="ctr"/>
                      <a:r>
                        <a:rPr lang="en-US" sz="1500" b="0" i="0" u="none" strike="noStrike">
                          <a:solidFill>
                            <a:srgbClr val="000000"/>
                          </a:solidFill>
                          <a:effectLst/>
                          <a:latin typeface="+mj-lt"/>
                        </a:rPr>
                        <a:t>Annual Escalation of Solar Park Maintenance Charges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5.85%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Input from RVUN/TUV</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59184611"/>
                  </a:ext>
                </a:extLst>
              </a:tr>
              <a:tr h="143259">
                <a:tc>
                  <a:txBody>
                    <a:bodyPr/>
                    <a:lstStyle/>
                    <a:p>
                      <a:pPr algn="l" fontAlgn="ctr"/>
                      <a:r>
                        <a:rPr lang="en-US" sz="1500" b="0" i="0" u="none" strike="noStrike" dirty="0">
                          <a:solidFill>
                            <a:srgbClr val="000000"/>
                          </a:solidFill>
                          <a:effectLst/>
                          <a:latin typeface="+mj-lt"/>
                        </a:rPr>
                        <a:t>Water and Miscellaneous Charges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INR Lakh/MW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0.125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Avg. of Rs. 10,000/MW and Rs. 15,000/MW (input from RVUN)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6188670"/>
                  </a:ext>
                </a:extLst>
              </a:tr>
              <a:tr h="143259">
                <a:tc>
                  <a:txBody>
                    <a:bodyPr/>
                    <a:lstStyle/>
                    <a:p>
                      <a:pPr algn="l" fontAlgn="ctr"/>
                      <a:r>
                        <a:rPr lang="en-US" sz="1500" b="0" i="0" u="none" strike="noStrike">
                          <a:solidFill>
                            <a:srgbClr val="000000"/>
                          </a:solidFill>
                          <a:effectLst/>
                          <a:latin typeface="+mj-lt"/>
                        </a:rPr>
                        <a:t>Annual Escalation of Water and Miscellaneous Charges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5.85%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Same as escalation rate for Solar park maintenance Charge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5286544"/>
                  </a:ext>
                </a:extLst>
              </a:tr>
              <a:tr h="143259">
                <a:tc>
                  <a:txBody>
                    <a:bodyPr/>
                    <a:lstStyle/>
                    <a:p>
                      <a:pPr algn="l" fontAlgn="ctr"/>
                      <a:r>
                        <a:rPr lang="en-US" sz="1500" b="0" i="0" u="none" strike="noStrike" dirty="0">
                          <a:solidFill>
                            <a:srgbClr val="000000"/>
                          </a:solidFill>
                          <a:effectLst/>
                          <a:latin typeface="+mj-lt"/>
                        </a:rPr>
                        <a:t>Debt to equity ratio</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rgbClr val="C00000"/>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80:20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62853202"/>
                  </a:ext>
                </a:extLst>
              </a:tr>
              <a:tr h="143259">
                <a:tc>
                  <a:txBody>
                    <a:bodyPr/>
                    <a:lstStyle/>
                    <a:p>
                      <a:pPr algn="l" fontAlgn="ctr"/>
                      <a:r>
                        <a:rPr lang="en-US" sz="1500" b="0" i="0" u="none" strike="noStrike" dirty="0">
                          <a:solidFill>
                            <a:srgbClr val="000000"/>
                          </a:solidFill>
                          <a:effectLst/>
                          <a:latin typeface="+mj-lt"/>
                        </a:rPr>
                        <a:t>Average Interest Rate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8%</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As per BAU scenario</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80642947"/>
                  </a:ext>
                </a:extLst>
              </a:tr>
              <a:tr h="143259">
                <a:tc>
                  <a:txBody>
                    <a:bodyPr/>
                    <a:lstStyle/>
                    <a:p>
                      <a:pPr algn="l" fontAlgn="ctr"/>
                      <a:r>
                        <a:rPr lang="en-US" sz="1500" b="0" i="0" u="none" strike="noStrike" dirty="0">
                          <a:solidFill>
                            <a:srgbClr val="000000"/>
                          </a:solidFill>
                          <a:effectLst/>
                          <a:latin typeface="+mj-lt"/>
                        </a:rPr>
                        <a:t>Loan tenor (door-to-door)</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1" u="none" strike="noStrike">
                          <a:solidFill>
                            <a:srgbClr val="C00000"/>
                          </a:solidFill>
                          <a:effectLst/>
                          <a:latin typeface="+mj-lt"/>
                        </a:rPr>
                        <a:t>years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20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49576063"/>
                  </a:ext>
                </a:extLst>
              </a:tr>
              <a:tr h="143259">
                <a:tc>
                  <a:txBody>
                    <a:bodyPr/>
                    <a:lstStyle/>
                    <a:p>
                      <a:pPr algn="l" fontAlgn="ctr"/>
                      <a:r>
                        <a:rPr lang="en-US" sz="1500" b="0" i="0" u="none" strike="noStrike">
                          <a:solidFill>
                            <a:srgbClr val="000000"/>
                          </a:solidFill>
                          <a:effectLst/>
                          <a:latin typeface="+mj-lt"/>
                        </a:rPr>
                        <a:t>Moratorium Period (from COD)</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1" u="none" strike="noStrike">
                          <a:solidFill>
                            <a:srgbClr val="C00000"/>
                          </a:solidFill>
                          <a:effectLst/>
                          <a:latin typeface="+mj-lt"/>
                        </a:rPr>
                        <a:t>years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1</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85286687"/>
                  </a:ext>
                </a:extLst>
              </a:tr>
              <a:tr h="143259">
                <a:tc>
                  <a:txBody>
                    <a:bodyPr/>
                    <a:lstStyle/>
                    <a:p>
                      <a:pPr algn="l" fontAlgn="ctr"/>
                      <a:r>
                        <a:rPr lang="en-US" sz="1500" b="0" i="0" u="none" strike="noStrike" dirty="0">
                          <a:solidFill>
                            <a:srgbClr val="000000"/>
                          </a:solidFill>
                          <a:effectLst/>
                          <a:latin typeface="+mj-lt"/>
                        </a:rPr>
                        <a:t>Site O&amp;M expenses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INR lakh/mw</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2.50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70812657"/>
                  </a:ext>
                </a:extLst>
              </a:tr>
              <a:tr h="143259">
                <a:tc>
                  <a:txBody>
                    <a:bodyPr/>
                    <a:lstStyle/>
                    <a:p>
                      <a:pPr algn="l" fontAlgn="ctr"/>
                      <a:r>
                        <a:rPr lang="pt-BR" sz="1500" b="0" i="0" u="none" strike="noStrike" dirty="0">
                          <a:solidFill>
                            <a:srgbClr val="000000"/>
                          </a:solidFill>
                          <a:effectLst/>
                          <a:latin typeface="+mj-lt"/>
                        </a:rPr>
                        <a:t>Site O&amp;M Expenses escalation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3.84%</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35915910"/>
                  </a:ext>
                </a:extLst>
              </a:tr>
              <a:tr h="143259">
                <a:tc>
                  <a:txBody>
                    <a:bodyPr/>
                    <a:lstStyle/>
                    <a:p>
                      <a:pPr algn="l" fontAlgn="ctr"/>
                      <a:r>
                        <a:rPr lang="en-US" sz="1500" b="0" i="0" u="none" strike="noStrike" dirty="0">
                          <a:solidFill>
                            <a:srgbClr val="000000"/>
                          </a:solidFill>
                          <a:effectLst/>
                          <a:latin typeface="+mj-lt"/>
                        </a:rPr>
                        <a:t>Insurance</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 of </a:t>
                      </a:r>
                      <a:r>
                        <a:rPr lang="en-US" sz="1500" b="0" i="0" u="none" strike="noStrike" dirty="0" err="1">
                          <a:solidFill>
                            <a:srgbClr val="C00000"/>
                          </a:solidFill>
                          <a:effectLst/>
                          <a:latin typeface="+mj-lt"/>
                        </a:rPr>
                        <a:t>proj</a:t>
                      </a:r>
                      <a:r>
                        <a:rPr lang="en-US" sz="1500" b="0" i="0" u="none" strike="noStrike" dirty="0">
                          <a:solidFill>
                            <a:srgbClr val="C00000"/>
                          </a:solidFill>
                          <a:effectLst/>
                          <a:latin typeface="+mj-lt"/>
                        </a:rPr>
                        <a:t> cost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0.10%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16525837"/>
                  </a:ext>
                </a:extLst>
              </a:tr>
              <a:tr h="143259">
                <a:tc>
                  <a:txBody>
                    <a:bodyPr/>
                    <a:lstStyle/>
                    <a:p>
                      <a:pPr algn="l" fontAlgn="ctr"/>
                      <a:r>
                        <a:rPr lang="en-US" sz="1500" b="0" i="0" u="none" strike="noStrike" dirty="0">
                          <a:solidFill>
                            <a:srgbClr val="000000"/>
                          </a:solidFill>
                          <a:effectLst/>
                          <a:latin typeface="+mj-lt"/>
                        </a:rPr>
                        <a:t>WC Requirement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 </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0000"/>
                          </a:solidFill>
                          <a:effectLst/>
                          <a:latin typeface="+mj-lt"/>
                        </a:rPr>
                        <a:t> </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2738572"/>
                  </a:ext>
                </a:extLst>
              </a:tr>
              <a:tr h="143259">
                <a:tc>
                  <a:txBody>
                    <a:bodyPr/>
                    <a:lstStyle/>
                    <a:p>
                      <a:pPr algn="l" fontAlgn="ctr"/>
                      <a:r>
                        <a:rPr lang="en-US" sz="1500" b="0" i="0" u="none" strike="noStrike" dirty="0">
                          <a:solidFill>
                            <a:srgbClr val="000000"/>
                          </a:solidFill>
                          <a:effectLst/>
                          <a:latin typeface="+mj-lt"/>
                        </a:rPr>
                        <a:t>Receivables – tariff</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Months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1.5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80866854"/>
                  </a:ext>
                </a:extLst>
              </a:tr>
              <a:tr h="143259">
                <a:tc>
                  <a:txBody>
                    <a:bodyPr/>
                    <a:lstStyle/>
                    <a:p>
                      <a:pPr algn="l" fontAlgn="ctr"/>
                      <a:r>
                        <a:rPr lang="en-US" sz="1500" b="0" i="0" u="none" strike="noStrike" dirty="0">
                          <a:solidFill>
                            <a:srgbClr val="000000"/>
                          </a:solidFill>
                          <a:effectLst/>
                          <a:latin typeface="+mj-lt"/>
                        </a:rPr>
                        <a:t>O&amp;M Expenses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Months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1</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45417484"/>
                  </a:ext>
                </a:extLst>
              </a:tr>
              <a:tr h="143259">
                <a:tc>
                  <a:txBody>
                    <a:bodyPr/>
                    <a:lstStyle/>
                    <a:p>
                      <a:pPr algn="l" fontAlgn="ctr"/>
                      <a:r>
                        <a:rPr lang="en-US" sz="1500" b="0" i="0" u="none" strike="noStrike" dirty="0">
                          <a:solidFill>
                            <a:srgbClr val="000000"/>
                          </a:solidFill>
                          <a:effectLst/>
                          <a:latin typeface="+mj-lt"/>
                        </a:rPr>
                        <a:t>Maintenance spares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of O &amp; M</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15%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79127477"/>
                  </a:ext>
                </a:extLst>
              </a:tr>
              <a:tr h="143259">
                <a:tc>
                  <a:txBody>
                    <a:bodyPr/>
                    <a:lstStyle/>
                    <a:p>
                      <a:pPr algn="l" fontAlgn="ctr"/>
                      <a:r>
                        <a:rPr lang="en-US" sz="1500" b="0" i="0" u="none" strike="noStrike" dirty="0">
                          <a:solidFill>
                            <a:srgbClr val="000000"/>
                          </a:solidFill>
                          <a:effectLst/>
                          <a:latin typeface="+mj-lt"/>
                        </a:rPr>
                        <a:t>WC Interest cost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1"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8.20%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chemeClr val="tx1"/>
                          </a:solidFill>
                          <a:effectLst/>
                          <a:latin typeface="+mj-lt"/>
                        </a:rPr>
                        <a:t>As per BAU scenario</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73628354"/>
                  </a:ext>
                </a:extLst>
              </a:tr>
              <a:tr h="143259">
                <a:tc>
                  <a:txBody>
                    <a:bodyPr/>
                    <a:lstStyle/>
                    <a:p>
                      <a:pPr algn="l" fontAlgn="ctr"/>
                      <a:r>
                        <a:rPr lang="en-US" sz="1500" b="0" i="0" u="none" strike="noStrike" dirty="0">
                          <a:solidFill>
                            <a:srgbClr val="000000"/>
                          </a:solidFill>
                          <a:effectLst/>
                          <a:latin typeface="+mj-lt"/>
                        </a:rPr>
                        <a:t>Income tax rate - New Regime / Concessional</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25.17%</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99921582"/>
                  </a:ext>
                </a:extLst>
              </a:tr>
            </a:tbl>
          </a:graphicData>
        </a:graphic>
      </p:graphicFrame>
    </p:spTree>
    <p:extLst>
      <p:ext uri="{BB962C8B-B14F-4D97-AF65-F5344CB8AC3E}">
        <p14:creationId xmlns:p14="http://schemas.microsoft.com/office/powerpoint/2010/main" val="2902159363"/>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Annexure-14:  Capital Cost Estimations (3/3)</a:t>
            </a:r>
            <a:endParaRPr lang="en-GB" sz="2400" b="1" dirty="0"/>
          </a:p>
        </p:txBody>
      </p:sp>
      <p:sp>
        <p:nvSpPr>
          <p:cNvPr id="77" name="Arrow: Right 76">
            <a:hlinkClick r:id="rId2" action="ppaction://hlinksldjump"/>
            <a:extLst>
              <a:ext uri="{FF2B5EF4-FFF2-40B4-BE49-F238E27FC236}">
                <a16:creationId xmlns:a16="http://schemas.microsoft.com/office/drawing/2014/main" id="{5E8004DA-ED14-4609-B07D-0F3B39E59230}"/>
              </a:ext>
            </a:extLst>
          </p:cNvPr>
          <p:cNvSpPr/>
          <p:nvPr/>
        </p:nvSpPr>
        <p:spPr bwMode="gray">
          <a:xfrm flipH="1">
            <a:off x="7986329" y="6130156"/>
            <a:ext cx="3482375" cy="644928"/>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hlinkClick r:id="rId3" action="ppaction://hlinksldjump"/>
              </a:rPr>
              <a:t>BACK TO MAIN SLIDE</a:t>
            </a:r>
            <a:endParaRPr lang="en-US" sz="1600" b="1" dirty="0">
              <a:solidFill>
                <a:schemeClr val="bg1"/>
              </a:solidFill>
            </a:endParaRPr>
          </a:p>
        </p:txBody>
      </p:sp>
      <p:sp>
        <p:nvSpPr>
          <p:cNvPr id="3" name="Rectangle 2">
            <a:extLst>
              <a:ext uri="{FF2B5EF4-FFF2-40B4-BE49-F238E27FC236}">
                <a16:creationId xmlns:a16="http://schemas.microsoft.com/office/drawing/2014/main" id="{71E7F426-A57B-4BB1-B1F1-872E0708C566}"/>
              </a:ext>
            </a:extLst>
          </p:cNvPr>
          <p:cNvSpPr/>
          <p:nvPr/>
        </p:nvSpPr>
        <p:spPr bwMode="gray">
          <a:xfrm>
            <a:off x="501650" y="1012371"/>
            <a:ext cx="5562600" cy="3340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Input Assumptions (</a:t>
            </a:r>
            <a:r>
              <a:rPr lang="en-US" sz="1600" b="1" dirty="0" err="1">
                <a:solidFill>
                  <a:schemeClr val="bg1"/>
                </a:solidFill>
              </a:rPr>
              <a:t>Contd</a:t>
            </a:r>
            <a:r>
              <a:rPr lang="en-US" sz="1600" b="1" dirty="0">
                <a:solidFill>
                  <a:schemeClr val="bg1"/>
                </a:solidFill>
              </a:rPr>
              <a:t>…)</a:t>
            </a:r>
          </a:p>
        </p:txBody>
      </p:sp>
      <p:graphicFrame>
        <p:nvGraphicFramePr>
          <p:cNvPr id="5" name="Table 4">
            <a:extLst>
              <a:ext uri="{FF2B5EF4-FFF2-40B4-BE49-F238E27FC236}">
                <a16:creationId xmlns:a16="http://schemas.microsoft.com/office/drawing/2014/main" id="{BFE0EE01-4281-4CFC-92D0-2091D9CDFBCA}"/>
              </a:ext>
            </a:extLst>
          </p:cNvPr>
          <p:cNvGraphicFramePr>
            <a:graphicFrameLocks noGrp="1"/>
          </p:cNvGraphicFramePr>
          <p:nvPr>
            <p:extLst>
              <p:ext uri="{D42A27DB-BD31-4B8C-83A1-F6EECF244321}">
                <p14:modId xmlns:p14="http://schemas.microsoft.com/office/powerpoint/2010/main" val="3927354704"/>
              </p:ext>
            </p:extLst>
          </p:nvPr>
        </p:nvGraphicFramePr>
        <p:xfrm>
          <a:off x="501650" y="1536132"/>
          <a:ext cx="10967054" cy="1371600"/>
        </p:xfrm>
        <a:graphic>
          <a:graphicData uri="http://schemas.openxmlformats.org/drawingml/2006/table">
            <a:tbl>
              <a:tblPr/>
              <a:tblGrid>
                <a:gridCol w="5246007">
                  <a:extLst>
                    <a:ext uri="{9D8B030D-6E8A-4147-A177-3AD203B41FA5}">
                      <a16:colId xmlns:a16="http://schemas.microsoft.com/office/drawing/2014/main" val="2382813557"/>
                    </a:ext>
                  </a:extLst>
                </a:gridCol>
                <a:gridCol w="1132114">
                  <a:extLst>
                    <a:ext uri="{9D8B030D-6E8A-4147-A177-3AD203B41FA5}">
                      <a16:colId xmlns:a16="http://schemas.microsoft.com/office/drawing/2014/main" val="696606154"/>
                    </a:ext>
                  </a:extLst>
                </a:gridCol>
                <a:gridCol w="1752600">
                  <a:extLst>
                    <a:ext uri="{9D8B030D-6E8A-4147-A177-3AD203B41FA5}">
                      <a16:colId xmlns:a16="http://schemas.microsoft.com/office/drawing/2014/main" val="695783049"/>
                    </a:ext>
                  </a:extLst>
                </a:gridCol>
                <a:gridCol w="2836333">
                  <a:extLst>
                    <a:ext uri="{9D8B030D-6E8A-4147-A177-3AD203B41FA5}">
                      <a16:colId xmlns:a16="http://schemas.microsoft.com/office/drawing/2014/main" val="3859640466"/>
                    </a:ext>
                  </a:extLst>
                </a:gridCol>
              </a:tblGrid>
              <a:tr h="84184">
                <a:tc>
                  <a:txBody>
                    <a:bodyPr/>
                    <a:lstStyle/>
                    <a:p>
                      <a:pPr algn="l" fontAlgn="ctr"/>
                      <a:r>
                        <a:rPr lang="en-US" sz="1500" b="1" i="0" u="none" strike="noStrike" dirty="0">
                          <a:solidFill>
                            <a:schemeClr val="bg1"/>
                          </a:solidFill>
                          <a:effectLst/>
                          <a:latin typeface="+mj-lt"/>
                        </a:rPr>
                        <a:t>Particulars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Unit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Assumption taken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Remarks, if any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835581270"/>
                  </a:ext>
                </a:extLst>
              </a:tr>
              <a:tr h="84184">
                <a:tc>
                  <a:txBody>
                    <a:bodyPr/>
                    <a:lstStyle/>
                    <a:p>
                      <a:pPr algn="l" fontAlgn="ctr"/>
                      <a:r>
                        <a:rPr lang="en-US" sz="1500" b="0" i="0" u="none" strike="noStrike" dirty="0">
                          <a:solidFill>
                            <a:srgbClr val="000000"/>
                          </a:solidFill>
                          <a:effectLst/>
                          <a:latin typeface="+mj-lt"/>
                        </a:rPr>
                        <a:t>Max permissible depreciation</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95%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4999172"/>
                  </a:ext>
                </a:extLst>
              </a:tr>
              <a:tr h="84184">
                <a:tc>
                  <a:txBody>
                    <a:bodyPr/>
                    <a:lstStyle/>
                    <a:p>
                      <a:pPr algn="l" fontAlgn="ctr"/>
                      <a:r>
                        <a:rPr lang="en-US" sz="1500" b="0" i="0" u="none" strike="noStrike" dirty="0">
                          <a:solidFill>
                            <a:srgbClr val="000000"/>
                          </a:solidFill>
                          <a:effectLst/>
                          <a:latin typeface="+mj-lt"/>
                        </a:rPr>
                        <a:t>Book Depreciation Rate - SLM</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 </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0000"/>
                          </a:solidFill>
                          <a:effectLst/>
                          <a:latin typeface="+mj-lt"/>
                        </a:rPr>
                        <a:t> </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59184611"/>
                  </a:ext>
                </a:extLst>
              </a:tr>
              <a:tr h="84184">
                <a:tc>
                  <a:txBody>
                    <a:bodyPr/>
                    <a:lstStyle/>
                    <a:p>
                      <a:pPr algn="l" fontAlgn="ctr"/>
                      <a:r>
                        <a:rPr lang="en-US" sz="1500" b="0" i="0" u="none" strike="noStrike" dirty="0">
                          <a:solidFill>
                            <a:srgbClr val="000000"/>
                          </a:solidFill>
                          <a:effectLst/>
                          <a:latin typeface="+mj-lt"/>
                        </a:rPr>
                        <a:t>Plant &amp; Machinery</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6.33%</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6188670"/>
                  </a:ext>
                </a:extLst>
              </a:tr>
              <a:tr h="84184">
                <a:tc>
                  <a:txBody>
                    <a:bodyPr/>
                    <a:lstStyle/>
                    <a:p>
                      <a:pPr algn="l" fontAlgn="ctr"/>
                      <a:r>
                        <a:rPr lang="en-US" sz="1500" b="0" i="0" u="none" strike="noStrike" dirty="0">
                          <a:solidFill>
                            <a:srgbClr val="000000"/>
                          </a:solidFill>
                          <a:effectLst/>
                          <a:latin typeface="+mj-lt"/>
                        </a:rPr>
                        <a:t>Building</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3.17%</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5286544"/>
                  </a:ext>
                </a:extLst>
              </a:tr>
              <a:tr h="84184">
                <a:tc>
                  <a:txBody>
                    <a:bodyPr/>
                    <a:lstStyle/>
                    <a:p>
                      <a:pPr algn="l" fontAlgn="ctr"/>
                      <a:r>
                        <a:rPr lang="en-US" sz="1500" b="0" i="0" u="none" strike="noStrike" dirty="0">
                          <a:solidFill>
                            <a:srgbClr val="000000"/>
                          </a:solidFill>
                          <a:effectLst/>
                          <a:latin typeface="+mj-lt"/>
                        </a:rPr>
                        <a:t>Tax Depreciation Rate - WDV</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40.00%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endParaRPr lang="en-US" sz="1500" b="0" i="0" u="none" strike="noStrike" dirty="0">
                        <a:solidFill>
                          <a:schemeClr val="tx1"/>
                        </a:solidFill>
                        <a:effectLst/>
                        <a:latin typeface="+mj-lt"/>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62853202"/>
                  </a:ext>
                </a:extLst>
              </a:tr>
            </a:tbl>
          </a:graphicData>
        </a:graphic>
      </p:graphicFrame>
      <p:sp>
        <p:nvSpPr>
          <p:cNvPr id="7" name="Rectangle 6">
            <a:extLst>
              <a:ext uri="{FF2B5EF4-FFF2-40B4-BE49-F238E27FC236}">
                <a16:creationId xmlns:a16="http://schemas.microsoft.com/office/drawing/2014/main" id="{E124B594-7AD3-4962-8899-CBC5CE1864C6}"/>
              </a:ext>
            </a:extLst>
          </p:cNvPr>
          <p:cNvSpPr/>
          <p:nvPr/>
        </p:nvSpPr>
        <p:spPr bwMode="gray">
          <a:xfrm>
            <a:off x="501650" y="3508223"/>
            <a:ext cx="5562600" cy="3340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Solar Capital Cost Drawdown %</a:t>
            </a:r>
          </a:p>
        </p:txBody>
      </p:sp>
      <p:graphicFrame>
        <p:nvGraphicFramePr>
          <p:cNvPr id="2" name="Table 1">
            <a:extLst>
              <a:ext uri="{FF2B5EF4-FFF2-40B4-BE49-F238E27FC236}">
                <a16:creationId xmlns:a16="http://schemas.microsoft.com/office/drawing/2014/main" id="{26A947B1-ED12-47D6-90C4-59E236CC6E26}"/>
              </a:ext>
            </a:extLst>
          </p:cNvPr>
          <p:cNvGraphicFramePr>
            <a:graphicFrameLocks noGrp="1"/>
          </p:cNvGraphicFramePr>
          <p:nvPr>
            <p:extLst>
              <p:ext uri="{D42A27DB-BD31-4B8C-83A1-F6EECF244321}">
                <p14:modId xmlns:p14="http://schemas.microsoft.com/office/powerpoint/2010/main" val="1213074356"/>
              </p:ext>
            </p:extLst>
          </p:nvPr>
        </p:nvGraphicFramePr>
        <p:xfrm>
          <a:off x="501650" y="3925672"/>
          <a:ext cx="10967054" cy="1600200"/>
        </p:xfrm>
        <a:graphic>
          <a:graphicData uri="http://schemas.openxmlformats.org/drawingml/2006/table">
            <a:tbl>
              <a:tblPr/>
              <a:tblGrid>
                <a:gridCol w="5246007">
                  <a:extLst>
                    <a:ext uri="{9D8B030D-6E8A-4147-A177-3AD203B41FA5}">
                      <a16:colId xmlns:a16="http://schemas.microsoft.com/office/drawing/2014/main" val="3174195776"/>
                    </a:ext>
                  </a:extLst>
                </a:gridCol>
                <a:gridCol w="1132114">
                  <a:extLst>
                    <a:ext uri="{9D8B030D-6E8A-4147-A177-3AD203B41FA5}">
                      <a16:colId xmlns:a16="http://schemas.microsoft.com/office/drawing/2014/main" val="2302314057"/>
                    </a:ext>
                  </a:extLst>
                </a:gridCol>
                <a:gridCol w="1752600">
                  <a:extLst>
                    <a:ext uri="{9D8B030D-6E8A-4147-A177-3AD203B41FA5}">
                      <a16:colId xmlns:a16="http://schemas.microsoft.com/office/drawing/2014/main" val="1505803316"/>
                    </a:ext>
                  </a:extLst>
                </a:gridCol>
                <a:gridCol w="2836333">
                  <a:extLst>
                    <a:ext uri="{9D8B030D-6E8A-4147-A177-3AD203B41FA5}">
                      <a16:colId xmlns:a16="http://schemas.microsoft.com/office/drawing/2014/main" val="3367855776"/>
                    </a:ext>
                  </a:extLst>
                </a:gridCol>
              </a:tblGrid>
              <a:tr h="131690">
                <a:tc>
                  <a:txBody>
                    <a:bodyPr/>
                    <a:lstStyle/>
                    <a:p>
                      <a:pPr algn="l" fontAlgn="ctr"/>
                      <a:r>
                        <a:rPr lang="en-US" sz="1500" b="1" i="0" u="none" strike="noStrike" dirty="0">
                          <a:solidFill>
                            <a:schemeClr val="bg1"/>
                          </a:solidFill>
                          <a:effectLst/>
                          <a:latin typeface="+mj-lt"/>
                        </a:rPr>
                        <a:t>Particulars</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Unit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FY 2023-24</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tc>
                  <a:txBody>
                    <a:bodyPr/>
                    <a:lstStyle/>
                    <a:p>
                      <a:pPr algn="ctr" fontAlgn="ctr"/>
                      <a:r>
                        <a:rPr lang="en-US" sz="1500" b="1" i="0" u="none" strike="noStrike" dirty="0">
                          <a:solidFill>
                            <a:schemeClr val="bg1"/>
                          </a:solidFill>
                          <a:effectLst/>
                          <a:latin typeface="+mj-lt"/>
                        </a:rPr>
                        <a:t>FY 2024-25</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472204410"/>
                  </a:ext>
                </a:extLst>
              </a:tr>
              <a:tr h="131690">
                <a:tc>
                  <a:txBody>
                    <a:bodyPr/>
                    <a:lstStyle/>
                    <a:p>
                      <a:pPr algn="l" fontAlgn="b"/>
                      <a:r>
                        <a:rPr lang="en-US" sz="1500" b="0" i="0" u="none" strike="noStrike" dirty="0">
                          <a:solidFill>
                            <a:srgbClr val="000000"/>
                          </a:solidFill>
                          <a:effectLst/>
                          <a:latin typeface="+mj-lt"/>
                        </a:rPr>
                        <a:t>Plant &amp; Machinery</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C00000"/>
                          </a:solidFill>
                          <a:effectLst/>
                          <a:latin typeface="+mj-lt"/>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10%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90%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77905873"/>
                  </a:ext>
                </a:extLst>
              </a:tr>
              <a:tr h="131690">
                <a:tc>
                  <a:txBody>
                    <a:bodyPr/>
                    <a:lstStyle/>
                    <a:p>
                      <a:pPr algn="l" fontAlgn="b"/>
                      <a:r>
                        <a:rPr lang="en-US" sz="1500" b="0" i="0" u="none" strike="noStrike">
                          <a:solidFill>
                            <a:srgbClr val="000000"/>
                          </a:solidFill>
                          <a:effectLst/>
                          <a:latin typeface="+mj-lt"/>
                        </a:rPr>
                        <a:t>Building</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mj-lt"/>
                          <a:ea typeface="+mn-ea"/>
                          <a:cs typeface="+mn-cs"/>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40%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60%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73594162"/>
                  </a:ext>
                </a:extLst>
              </a:tr>
              <a:tr h="131690">
                <a:tc>
                  <a:txBody>
                    <a:bodyPr/>
                    <a:lstStyle/>
                    <a:p>
                      <a:pPr algn="l" fontAlgn="b"/>
                      <a:r>
                        <a:rPr lang="en-US" sz="1500" b="0" i="0" u="none" strike="noStrike">
                          <a:solidFill>
                            <a:srgbClr val="000000"/>
                          </a:solidFill>
                          <a:effectLst/>
                          <a:latin typeface="+mj-lt"/>
                        </a:rPr>
                        <a:t>Land Value</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C00000"/>
                          </a:solidFill>
                          <a:effectLst/>
                          <a:uLnTx/>
                          <a:uFillTx/>
                          <a:latin typeface="+mj-lt"/>
                          <a:ea typeface="+mn-ea"/>
                          <a:cs typeface="+mn-cs"/>
                        </a:rPr>
                        <a:t>%</a:t>
                      </a:r>
                      <a:endParaRPr kumimoji="0" lang="en-US" sz="1500" b="0" i="0" u="none" strike="noStrike" kern="1200" cap="none" spc="0" normalizeH="0" baseline="0" noProof="0" dirty="0">
                        <a:ln>
                          <a:noFill/>
                        </a:ln>
                        <a:solidFill>
                          <a:srgbClr val="C00000"/>
                        </a:solidFill>
                        <a:effectLst/>
                        <a:uLnTx/>
                        <a:uFillTx/>
                        <a:latin typeface="+mj-lt"/>
                        <a:ea typeface="+mn-ea"/>
                        <a:cs typeface="+mn-cs"/>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100%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05089910"/>
                  </a:ext>
                </a:extLst>
              </a:tr>
              <a:tr h="131690">
                <a:tc>
                  <a:txBody>
                    <a:bodyPr/>
                    <a:lstStyle/>
                    <a:p>
                      <a:pPr algn="l" fontAlgn="b"/>
                      <a:r>
                        <a:rPr lang="en-US" sz="1500" b="0" i="0" u="none" strike="noStrike">
                          <a:solidFill>
                            <a:srgbClr val="000000"/>
                          </a:solidFill>
                          <a:effectLst/>
                          <a:latin typeface="+mj-lt"/>
                        </a:rPr>
                        <a:t>Upfront Solar Park Development Charges</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C00000"/>
                          </a:solidFill>
                          <a:effectLst/>
                          <a:uLnTx/>
                          <a:uFillTx/>
                          <a:latin typeface="+mj-lt"/>
                          <a:ea typeface="+mn-ea"/>
                          <a:cs typeface="+mn-cs"/>
                        </a:rPr>
                        <a:t>%</a:t>
                      </a:r>
                      <a:endParaRPr kumimoji="0" lang="en-US" sz="1500" b="0" i="0" u="none" strike="noStrike" kern="1200" cap="none" spc="0" normalizeH="0" baseline="0" noProof="0" dirty="0">
                        <a:ln>
                          <a:noFill/>
                        </a:ln>
                        <a:solidFill>
                          <a:srgbClr val="C00000"/>
                        </a:solidFill>
                        <a:effectLst/>
                        <a:uLnTx/>
                        <a:uFillTx/>
                        <a:latin typeface="+mj-lt"/>
                        <a:ea typeface="+mn-ea"/>
                        <a:cs typeface="+mn-cs"/>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100%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93724902"/>
                  </a:ext>
                </a:extLst>
              </a:tr>
              <a:tr h="131690">
                <a:tc>
                  <a:txBody>
                    <a:bodyPr/>
                    <a:lstStyle/>
                    <a:p>
                      <a:pPr algn="l" fontAlgn="b"/>
                      <a:r>
                        <a:rPr lang="en-US" sz="1500" b="0" i="0" u="none" strike="noStrike">
                          <a:solidFill>
                            <a:srgbClr val="000000"/>
                          </a:solidFill>
                          <a:effectLst/>
                          <a:latin typeface="+mj-lt"/>
                        </a:rPr>
                        <a:t>Preliminary and Pre-operative Expenses</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C00000"/>
                          </a:solidFill>
                          <a:effectLst/>
                          <a:uLnTx/>
                          <a:uFillTx/>
                          <a:latin typeface="+mj-lt"/>
                          <a:ea typeface="+mn-ea"/>
                          <a:cs typeface="+mn-cs"/>
                        </a:rPr>
                        <a:t>%</a:t>
                      </a:r>
                      <a:endParaRPr kumimoji="0" lang="en-US" sz="1500" b="0" i="0" u="none" strike="noStrike" kern="1200" cap="none" spc="0" normalizeH="0" baseline="0" noProof="0" dirty="0">
                        <a:ln>
                          <a:noFill/>
                        </a:ln>
                        <a:solidFill>
                          <a:srgbClr val="C00000"/>
                        </a:solidFill>
                        <a:effectLst/>
                        <a:uLnTx/>
                        <a:uFillTx/>
                        <a:latin typeface="+mj-lt"/>
                        <a:ea typeface="+mn-ea"/>
                        <a:cs typeface="+mn-cs"/>
                      </a:endParaRP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100%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10013107"/>
                  </a:ext>
                </a:extLst>
              </a:tr>
              <a:tr h="131690">
                <a:tc>
                  <a:txBody>
                    <a:bodyPr/>
                    <a:lstStyle/>
                    <a:p>
                      <a:pPr algn="l" fontAlgn="b"/>
                      <a:r>
                        <a:rPr lang="en-US" sz="1500" b="0" i="0" u="none" strike="noStrike" dirty="0">
                          <a:solidFill>
                            <a:srgbClr val="000000"/>
                          </a:solidFill>
                          <a:effectLst/>
                          <a:latin typeface="+mj-lt"/>
                        </a:rPr>
                        <a:t>Contingency</a:t>
                      </a:r>
                    </a:p>
                  </a:txBody>
                  <a:tcPr marL="45720" marR="45720" marT="0" marB="0" anchor="b">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mj-lt"/>
                          <a:ea typeface="+mn-ea"/>
                          <a:cs typeface="+mn-cs"/>
                        </a:rPr>
                        <a:t>%</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a:solidFill>
                            <a:srgbClr val="0070C0"/>
                          </a:solidFill>
                          <a:effectLst/>
                          <a:latin typeface="+mj-lt"/>
                        </a:rPr>
                        <a:t>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r>
                        <a:rPr lang="en-US" sz="1500" b="0" i="0" u="none" strike="noStrike" dirty="0">
                          <a:solidFill>
                            <a:srgbClr val="0070C0"/>
                          </a:solidFill>
                          <a:effectLst/>
                          <a:latin typeface="+mj-lt"/>
                        </a:rPr>
                        <a:t>100%</a:t>
                      </a:r>
                    </a:p>
                  </a:txBody>
                  <a:tcPr marL="45720" marR="4572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41226020"/>
                  </a:ext>
                </a:extLst>
              </a:tr>
            </a:tbl>
          </a:graphicData>
        </a:graphic>
      </p:graphicFrame>
    </p:spTree>
    <p:extLst>
      <p:ext uri="{BB962C8B-B14F-4D97-AF65-F5344CB8AC3E}">
        <p14:creationId xmlns:p14="http://schemas.microsoft.com/office/powerpoint/2010/main" val="383458296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Annexure 15: Tentative Capex (Turnkey/BOS) inputs from EPC Vendors</a:t>
            </a:r>
            <a:endParaRPr lang="en-US" sz="2400" dirty="0">
              <a:effectLst/>
              <a:latin typeface="Calibri" panose="020F0502020204030204" pitchFamily="34" charset="0"/>
              <a:ea typeface="Calibri" panose="020F0502020204030204" pitchFamily="34" charset="0"/>
            </a:endParaRPr>
          </a:p>
        </p:txBody>
      </p:sp>
      <p:sp>
        <p:nvSpPr>
          <p:cNvPr id="6" name="Arrow: Right 5">
            <a:hlinkClick r:id="rId2" action="ppaction://hlinksldjump"/>
            <a:extLst>
              <a:ext uri="{FF2B5EF4-FFF2-40B4-BE49-F238E27FC236}">
                <a16:creationId xmlns:a16="http://schemas.microsoft.com/office/drawing/2014/main" id="{011D7F12-07F3-49B2-9F13-11699BDE0928}"/>
              </a:ext>
            </a:extLst>
          </p:cNvPr>
          <p:cNvSpPr/>
          <p:nvPr/>
        </p:nvSpPr>
        <p:spPr bwMode="gray">
          <a:xfrm flipH="1">
            <a:off x="8392728" y="6164513"/>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3" action="ppaction://hlinksldjump"/>
              </a:rPr>
              <a:t>BACK TO MAIN SLIDE</a:t>
            </a:r>
            <a:endParaRPr lang="en-US" sz="1200" b="1" dirty="0">
              <a:solidFill>
                <a:schemeClr val="bg1"/>
              </a:solidFill>
            </a:endParaRPr>
          </a:p>
        </p:txBody>
      </p:sp>
      <p:graphicFrame>
        <p:nvGraphicFramePr>
          <p:cNvPr id="3" name="Table 2">
            <a:extLst>
              <a:ext uri="{FF2B5EF4-FFF2-40B4-BE49-F238E27FC236}">
                <a16:creationId xmlns:a16="http://schemas.microsoft.com/office/drawing/2014/main" id="{D020AFA5-891A-42A9-8205-42F6C31932B1}"/>
              </a:ext>
            </a:extLst>
          </p:cNvPr>
          <p:cNvGraphicFramePr>
            <a:graphicFrameLocks noGrp="1"/>
          </p:cNvGraphicFramePr>
          <p:nvPr>
            <p:extLst>
              <p:ext uri="{D42A27DB-BD31-4B8C-83A1-F6EECF244321}">
                <p14:modId xmlns:p14="http://schemas.microsoft.com/office/powerpoint/2010/main" val="1738739496"/>
              </p:ext>
            </p:extLst>
          </p:nvPr>
        </p:nvGraphicFramePr>
        <p:xfrm>
          <a:off x="501650" y="732610"/>
          <a:ext cx="11080749" cy="5501640"/>
        </p:xfrm>
        <a:graphic>
          <a:graphicData uri="http://schemas.openxmlformats.org/drawingml/2006/table">
            <a:tbl>
              <a:tblPr/>
              <a:tblGrid>
                <a:gridCol w="2187121">
                  <a:extLst>
                    <a:ext uri="{9D8B030D-6E8A-4147-A177-3AD203B41FA5}">
                      <a16:colId xmlns:a16="http://schemas.microsoft.com/office/drawing/2014/main" val="659896808"/>
                    </a:ext>
                  </a:extLst>
                </a:gridCol>
                <a:gridCol w="756452">
                  <a:extLst>
                    <a:ext uri="{9D8B030D-6E8A-4147-A177-3AD203B41FA5}">
                      <a16:colId xmlns:a16="http://schemas.microsoft.com/office/drawing/2014/main" val="3812411327"/>
                    </a:ext>
                  </a:extLst>
                </a:gridCol>
                <a:gridCol w="1415845">
                  <a:extLst>
                    <a:ext uri="{9D8B030D-6E8A-4147-A177-3AD203B41FA5}">
                      <a16:colId xmlns:a16="http://schemas.microsoft.com/office/drawing/2014/main" val="125004031"/>
                    </a:ext>
                  </a:extLst>
                </a:gridCol>
                <a:gridCol w="1452646">
                  <a:extLst>
                    <a:ext uri="{9D8B030D-6E8A-4147-A177-3AD203B41FA5}">
                      <a16:colId xmlns:a16="http://schemas.microsoft.com/office/drawing/2014/main" val="1978330014"/>
                    </a:ext>
                  </a:extLst>
                </a:gridCol>
                <a:gridCol w="2264229">
                  <a:extLst>
                    <a:ext uri="{9D8B030D-6E8A-4147-A177-3AD203B41FA5}">
                      <a16:colId xmlns:a16="http://schemas.microsoft.com/office/drawing/2014/main" val="4014341772"/>
                    </a:ext>
                  </a:extLst>
                </a:gridCol>
                <a:gridCol w="1338943">
                  <a:extLst>
                    <a:ext uri="{9D8B030D-6E8A-4147-A177-3AD203B41FA5}">
                      <a16:colId xmlns:a16="http://schemas.microsoft.com/office/drawing/2014/main" val="1818409665"/>
                    </a:ext>
                  </a:extLst>
                </a:gridCol>
                <a:gridCol w="1665513">
                  <a:extLst>
                    <a:ext uri="{9D8B030D-6E8A-4147-A177-3AD203B41FA5}">
                      <a16:colId xmlns:a16="http://schemas.microsoft.com/office/drawing/2014/main" val="315165533"/>
                    </a:ext>
                  </a:extLst>
                </a:gridCol>
              </a:tblGrid>
              <a:tr h="95903">
                <a:tc>
                  <a:txBody>
                    <a:bodyPr/>
                    <a:lstStyle/>
                    <a:p>
                      <a:pPr algn="l" fontAlgn="b"/>
                      <a:r>
                        <a:rPr lang="en-US" sz="950" b="1"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1"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1" i="0" u="none" strike="noStrike" dirty="0" err="1">
                          <a:solidFill>
                            <a:srgbClr val="000000"/>
                          </a:solidFill>
                          <a:effectLst/>
                          <a:latin typeface="Calibri" panose="020F0502020204030204" pitchFamily="34" charset="0"/>
                        </a:rPr>
                        <a:t>Jakson</a:t>
                      </a:r>
                      <a:endParaRPr lang="en-US" sz="950" b="1" i="0" u="none" strike="noStrike" dirty="0">
                        <a:solidFill>
                          <a:srgbClr val="000000"/>
                        </a:solidFill>
                        <a:effectLst/>
                        <a:latin typeface="Calibri" panose="020F0502020204030204" pitchFamily="34" charset="0"/>
                      </a:endParaRP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1" i="0" u="none" strike="noStrike">
                          <a:solidFill>
                            <a:srgbClr val="000000"/>
                          </a:solidFill>
                          <a:effectLst/>
                          <a:latin typeface="Calibri" panose="020F0502020204030204" pitchFamily="34" charset="0"/>
                        </a:rPr>
                        <a:t>Vikram Solar</a:t>
                      </a:r>
                      <a:endParaRPr lang="en-US" sz="950" b="1" i="0" u="none" strike="noStrike" dirty="0">
                        <a:solidFill>
                          <a:srgbClr val="000000"/>
                        </a:solidFill>
                        <a:effectLst/>
                        <a:latin typeface="Calibri" panose="020F0502020204030204" pitchFamily="34" charset="0"/>
                      </a:endParaRP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1" i="0" u="none" strike="noStrike" dirty="0">
                          <a:solidFill>
                            <a:srgbClr val="000000"/>
                          </a:solidFill>
                          <a:effectLst/>
                          <a:latin typeface="Calibri" panose="020F0502020204030204" pitchFamily="34" charset="0"/>
                        </a:rPr>
                        <a:t>Tata Power Solar</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1" i="0" u="none" strike="noStrike">
                          <a:solidFill>
                            <a:srgbClr val="000000"/>
                          </a:solidFill>
                          <a:effectLst/>
                          <a:latin typeface="Calibri" panose="020F0502020204030204" pitchFamily="34" charset="0"/>
                        </a:rPr>
                        <a:t>L&amp;T</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1" i="0" u="none" strike="noStrike">
                          <a:solidFill>
                            <a:srgbClr val="000000"/>
                          </a:solidFill>
                          <a:effectLst/>
                          <a:latin typeface="Calibri" panose="020F0502020204030204" pitchFamily="34" charset="0"/>
                        </a:rPr>
                        <a:t>Rays Power Infra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6177128"/>
                  </a:ext>
                </a:extLst>
              </a:tr>
              <a:tr h="287710">
                <a:tc>
                  <a:txBody>
                    <a:bodyPr/>
                    <a:lstStyle/>
                    <a:p>
                      <a:pPr algn="l" fontAlgn="ctr"/>
                      <a:r>
                        <a:rPr lang="en-US" sz="950" b="0" i="0" u="none" strike="noStrike">
                          <a:solidFill>
                            <a:srgbClr val="000000"/>
                          </a:solidFill>
                          <a:effectLst/>
                          <a:latin typeface="Calibri" panose="020F0502020204030204" pitchFamily="34" charset="0"/>
                        </a:rPr>
                        <a:t>Capacity that can be catered by the player</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950" b="0" i="0" u="none" strike="noStrike">
                          <a:solidFill>
                            <a:srgbClr val="000000"/>
                          </a:solidFill>
                          <a:effectLst/>
                          <a:latin typeface="Calibri" panose="020F0502020204030204" pitchFamily="34" charset="0"/>
                        </a:rPr>
                        <a:t>MW</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50" b="0" i="0" u="none" strike="noStrike">
                          <a:solidFill>
                            <a:srgbClr val="000000"/>
                          </a:solidFill>
                          <a:effectLst/>
                          <a:latin typeface="Calibri" panose="020F0502020204030204" pitchFamily="34" charset="0"/>
                        </a:rPr>
                        <a:t>1000-1200</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50" b="0" i="0" u="none" strike="noStrike">
                          <a:solidFill>
                            <a:srgbClr val="000000"/>
                          </a:solidFill>
                          <a:effectLst/>
                          <a:latin typeface="Calibri" panose="020F0502020204030204" pitchFamily="34" charset="0"/>
                        </a:rPr>
                        <a:t>300-500 MW</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a:solidFill>
                            <a:srgbClr val="000000"/>
                          </a:solidFill>
                          <a:effectLst/>
                          <a:latin typeface="Calibri" panose="020F0502020204030204" pitchFamily="34" charset="0"/>
                        </a:rPr>
                        <a:t>Can do entire 1.2 GW but would prefer to work with part capacities</a:t>
                      </a:r>
                      <a:endParaRPr lang="en-US" sz="95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a:solidFill>
                            <a:srgbClr val="000000"/>
                          </a:solidFill>
                          <a:effectLst/>
                          <a:latin typeface="Calibri" panose="020F0502020204030204" pitchFamily="34" charset="0"/>
                        </a:rPr>
                        <a:t>Minimum 300 MW and max 600 MW</a:t>
                      </a:r>
                      <a:endParaRPr lang="en-US" sz="95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r>
                        <a:rPr lang="en-US" sz="950" b="0" i="0" u="none" strike="noStrike" dirty="0">
                          <a:solidFill>
                            <a:srgbClr val="000000"/>
                          </a:solidFill>
                          <a:effectLst/>
                          <a:latin typeface="Calibri" panose="020F0502020204030204" pitchFamily="34" charset="0"/>
                        </a:rPr>
                        <a:t>Can do entire 1.2 GW but would prefer to work with part capacities</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0587674"/>
                  </a:ext>
                </a:extLst>
              </a:tr>
              <a:tr h="383614">
                <a:tc>
                  <a:txBody>
                    <a:bodyPr/>
                    <a:lstStyle/>
                    <a:p>
                      <a:pPr algn="l" fontAlgn="ctr"/>
                      <a:r>
                        <a:rPr lang="en-US" sz="950" b="0" i="0" u="none" strike="noStrike" dirty="0">
                          <a:solidFill>
                            <a:srgbClr val="000000"/>
                          </a:solidFill>
                          <a:effectLst/>
                          <a:latin typeface="Calibri" panose="020F0502020204030204" pitchFamily="34" charset="0"/>
                        </a:rPr>
                        <a:t>Preferable Modality (supply excluding module or including?)</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dirty="0">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Preference is BOS. Would only participate in turnkey post Management approval</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Open to both, but would prefer Vikram Solar modules to be utilized</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Will only bid for total EPC Turnkey cotract</a:t>
                      </a:r>
                      <a:endParaRPr lang="en-US" sz="95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Open to both</a:t>
                      </a:r>
                      <a:endParaRPr lang="en-US" sz="95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Only BOS</a:t>
                      </a:r>
                      <a:endParaRPr lang="en-US" sz="95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553719"/>
                  </a:ext>
                </a:extLst>
              </a:tr>
              <a:tr h="95903">
                <a:tc>
                  <a:txBody>
                    <a:bodyPr/>
                    <a:lstStyle/>
                    <a:p>
                      <a:pPr algn="l" fontAlgn="ctr"/>
                      <a:r>
                        <a:rPr lang="en-US" sz="950" b="0" i="0" u="none" strike="noStrike">
                          <a:solidFill>
                            <a:srgbClr val="000000"/>
                          </a:solidFill>
                          <a:effectLst/>
                          <a:latin typeface="Calibri" panose="020F0502020204030204" pitchFamily="34" charset="0"/>
                        </a:rPr>
                        <a:t>CUF</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28%</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28%</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28%</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&lt;28%</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1">
                  <a:txBody>
                    <a:bodyPr/>
                    <a:lstStyle/>
                    <a:p>
                      <a:pPr algn="ctr"/>
                      <a:r>
                        <a:rPr lang="en-US" sz="950" b="0" i="0" u="none" strike="noStrike" dirty="0">
                          <a:solidFill>
                            <a:srgbClr val="000000"/>
                          </a:solidFill>
                          <a:effectLst/>
                          <a:latin typeface="Calibri" panose="020F0502020204030204" pitchFamily="34" charset="0"/>
                        </a:rPr>
                        <a:t>Will submit quotation numbers post study of </a:t>
                      </a:r>
                      <a:r>
                        <a:rPr lang="en-US" sz="950" b="0" i="0" u="none" strike="noStrike" dirty="0" err="1">
                          <a:solidFill>
                            <a:srgbClr val="000000"/>
                          </a:solidFill>
                          <a:effectLst/>
                          <a:latin typeface="Calibri" panose="020F0502020204030204" pitchFamily="34" charset="0"/>
                        </a:rPr>
                        <a:t>RfP</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4428411"/>
                  </a:ext>
                </a:extLst>
              </a:tr>
              <a:tr h="95903">
                <a:tc>
                  <a:txBody>
                    <a:bodyPr/>
                    <a:lstStyle/>
                    <a:p>
                      <a:pPr algn="l" fontAlgn="ctr"/>
                      <a:r>
                        <a:rPr lang="en-US" sz="950" b="0" i="0" u="none" strike="noStrike">
                          <a:solidFill>
                            <a:srgbClr val="000000"/>
                          </a:solidFill>
                          <a:effectLst/>
                          <a:latin typeface="Calibri" panose="020F0502020204030204" pitchFamily="34" charset="0"/>
                        </a:rPr>
                        <a:t>DC Overloading</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50%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40%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30-45%</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30-50%</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811456177"/>
                  </a:ext>
                </a:extLst>
              </a:tr>
              <a:tr h="95903">
                <a:tc>
                  <a:txBody>
                    <a:bodyPr/>
                    <a:lstStyle/>
                    <a:p>
                      <a:pPr algn="l" fontAlgn="ctr"/>
                      <a:r>
                        <a:rPr lang="en-US" sz="950" b="1" i="0" u="none" strike="noStrike" dirty="0">
                          <a:solidFill>
                            <a:srgbClr val="000000"/>
                          </a:solidFill>
                          <a:effectLst/>
                          <a:latin typeface="Calibri" panose="020F0502020204030204" pitchFamily="34" charset="0"/>
                        </a:rPr>
                        <a:t>Module and BOS Separate:</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181220570"/>
                  </a:ext>
                </a:extLst>
              </a:tr>
              <a:tr h="95903">
                <a:tc>
                  <a:txBody>
                    <a:bodyPr/>
                    <a:lstStyle/>
                    <a:p>
                      <a:pPr algn="l" fontAlgn="ctr"/>
                      <a:r>
                        <a:rPr lang="en-US" sz="950" b="0" i="0" u="none" strike="noStrike" dirty="0">
                          <a:solidFill>
                            <a:srgbClr val="000000"/>
                          </a:solidFill>
                          <a:effectLst/>
                          <a:latin typeface="Calibri" panose="020F0502020204030204" pitchFamily="34" charset="0"/>
                        </a:rPr>
                        <a:t>Landed Module Price  (incl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32</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31.5</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30</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30.71</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444309967"/>
                  </a:ext>
                </a:extLst>
              </a:tr>
              <a:tr h="287710">
                <a:tc>
                  <a:txBody>
                    <a:bodyPr/>
                    <a:lstStyle/>
                    <a:p>
                      <a:pPr algn="l" fontAlgn="ctr"/>
                      <a:r>
                        <a:rPr lang="en-US" sz="950" b="0" i="0" u="none" strike="noStrike">
                          <a:solidFill>
                            <a:srgbClr val="000000"/>
                          </a:solidFill>
                          <a:effectLst/>
                          <a:latin typeface="Calibri" panose="020F0502020204030204" pitchFamily="34" charset="0"/>
                        </a:rPr>
                        <a:t>Type of module</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Calibri" panose="020F0502020204030204" pitchFamily="34" charset="0"/>
                        </a:rPr>
                        <a:t>Fixed Tilt 540-550 Wp</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540 Wp as per ALMM</a:t>
                      </a:r>
                      <a:endParaRPr lang="en-US" sz="950" b="0" i="0" u="none" strike="noStrike" dirty="0">
                        <a:solidFill>
                          <a:srgbClr val="000000"/>
                        </a:solidFill>
                        <a:effectLst/>
                        <a:latin typeface="Calibri" panose="020F0502020204030204" pitchFamily="34" charset="0"/>
                      </a:endParaRP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dirty="0">
                          <a:solidFill>
                            <a:srgbClr val="000000"/>
                          </a:solidFill>
                          <a:effectLst/>
                          <a:latin typeface="Calibri" panose="020F0502020204030204" pitchFamily="34" charset="0"/>
                        </a:rPr>
                        <a:t>540 Wp </a:t>
                      </a:r>
                      <a:r>
                        <a:rPr lang="en-US" sz="950" b="0" i="0" u="none" strike="noStrike" dirty="0" err="1">
                          <a:solidFill>
                            <a:srgbClr val="000000"/>
                          </a:solidFill>
                          <a:effectLst/>
                          <a:latin typeface="Calibri" panose="020F0502020204030204" pitchFamily="34" charset="0"/>
                        </a:rPr>
                        <a:t>monoperc</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Min 540 Wp with fixed tilt or tracker, whichever would be suitable</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665478932"/>
                  </a:ext>
                </a:extLst>
              </a:tr>
              <a:tr h="95903">
                <a:tc>
                  <a:txBody>
                    <a:bodyPr/>
                    <a:lstStyle/>
                    <a:p>
                      <a:pPr algn="l" fontAlgn="ctr"/>
                      <a:r>
                        <a:rPr lang="en-US" sz="950" b="0" i="0" u="none" strike="noStrike">
                          <a:solidFill>
                            <a:srgbClr val="000000"/>
                          </a:solidFill>
                          <a:effectLst/>
                          <a:latin typeface="Calibri" panose="020F0502020204030204" pitchFamily="34" charset="0"/>
                        </a:rPr>
                        <a:t>Module Price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3.2</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3.15</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3.07</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138243142"/>
                  </a:ext>
                </a:extLst>
              </a:tr>
              <a:tr h="95903">
                <a:tc>
                  <a:txBody>
                    <a:bodyPr/>
                    <a:lstStyle/>
                    <a:p>
                      <a:pPr algn="l" fontAlgn="ctr"/>
                      <a:r>
                        <a:rPr lang="en-US" sz="950" b="0" i="0" u="none" strike="noStrike">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037574933"/>
                  </a:ext>
                </a:extLst>
              </a:tr>
              <a:tr h="95903">
                <a:tc>
                  <a:txBody>
                    <a:bodyPr/>
                    <a:lstStyle/>
                    <a:p>
                      <a:pPr algn="l" fontAlgn="ctr"/>
                      <a:r>
                        <a:rPr lang="en-US" sz="950" b="0" i="0" u="none" strike="noStrike">
                          <a:solidFill>
                            <a:srgbClr val="000000"/>
                          </a:solidFill>
                          <a:effectLst/>
                          <a:latin typeface="Calibri" panose="020F0502020204030204" pitchFamily="34" charset="0"/>
                        </a:rPr>
                        <a:t>BOS Cost (excl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1.3</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1.5</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N.A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1.8</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863682470"/>
                  </a:ext>
                </a:extLst>
              </a:tr>
              <a:tr h="95903">
                <a:tc>
                  <a:txBody>
                    <a:bodyPr/>
                    <a:lstStyle/>
                    <a:p>
                      <a:pPr algn="l" fontAlgn="ctr"/>
                      <a:r>
                        <a:rPr lang="en-US" sz="950" b="0" i="0" u="none" strike="noStrike">
                          <a:solidFill>
                            <a:srgbClr val="000000"/>
                          </a:solidFill>
                          <a:effectLst/>
                          <a:latin typeface="Calibri" panose="020F0502020204030204" pitchFamily="34" charset="0"/>
                        </a:rPr>
                        <a:t>GST on BOS</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13.80%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13.80%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N.A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13.80%</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785458250"/>
                  </a:ext>
                </a:extLst>
              </a:tr>
              <a:tr h="95903">
                <a:tc>
                  <a:txBody>
                    <a:bodyPr/>
                    <a:lstStyle/>
                    <a:p>
                      <a:pPr algn="l" fontAlgn="ctr"/>
                      <a:r>
                        <a:rPr lang="en-US" sz="950" b="0" i="0" u="none" strike="noStrike">
                          <a:solidFill>
                            <a:srgbClr val="000000"/>
                          </a:solidFill>
                          <a:effectLst/>
                          <a:latin typeface="Calibri" panose="020F0502020204030204" pitchFamily="34" charset="0"/>
                        </a:rPr>
                        <a:t>BOS Cost incl of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dirty="0">
                          <a:solidFill>
                            <a:srgbClr val="000000"/>
                          </a:solidFill>
                          <a:effectLst/>
                          <a:latin typeface="Calibri" panose="020F0502020204030204" pitchFamily="34" charset="0"/>
                        </a:rPr>
                        <a:t>1.48</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1.71</a:t>
                      </a:r>
                      <a:endParaRPr lang="en-US" sz="950" b="0" i="0" u="none" strike="noStrike" dirty="0">
                        <a:solidFill>
                          <a:srgbClr val="000000"/>
                        </a:solidFill>
                        <a:effectLst/>
                        <a:latin typeface="Calibri" panose="020F0502020204030204" pitchFamily="34" charset="0"/>
                      </a:endParaRP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N.A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1.99</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213861796"/>
                  </a:ext>
                </a:extLst>
              </a:tr>
              <a:tr h="95903">
                <a:tc>
                  <a:txBody>
                    <a:bodyPr/>
                    <a:lstStyle/>
                    <a:p>
                      <a:pPr algn="l" fontAlgn="ctr"/>
                      <a:r>
                        <a:rPr lang="en-US" sz="950" b="0" i="0" u="none" strike="noStrike">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047008924"/>
                  </a:ext>
                </a:extLst>
              </a:tr>
              <a:tr h="95903">
                <a:tc>
                  <a:txBody>
                    <a:bodyPr/>
                    <a:lstStyle/>
                    <a:p>
                      <a:pPr algn="l" fontAlgn="ctr"/>
                      <a:r>
                        <a:rPr lang="en-US" sz="950" b="0" i="0" u="none" strike="noStrike">
                          <a:solidFill>
                            <a:srgbClr val="000000"/>
                          </a:solidFill>
                          <a:effectLst/>
                          <a:latin typeface="Calibri" panose="020F0502020204030204" pitchFamily="34" charset="0"/>
                        </a:rPr>
                        <a:t>Total EPC Cost per MWp</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4.7</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4.9</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N.A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5.1</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238725281"/>
                  </a:ext>
                </a:extLst>
              </a:tr>
              <a:tr h="95903">
                <a:tc>
                  <a:txBody>
                    <a:bodyPr/>
                    <a:lstStyle/>
                    <a:p>
                      <a:pPr algn="l" fontAlgn="ctr"/>
                      <a:r>
                        <a:rPr lang="en-US" sz="950" b="0" i="0" u="none" strike="noStrike">
                          <a:solidFill>
                            <a:srgbClr val="000000"/>
                          </a:solidFill>
                          <a:effectLst/>
                          <a:latin typeface="Calibri" panose="020F0502020204030204" pitchFamily="34" charset="0"/>
                        </a:rPr>
                        <a:t>Total EPC Cost per MWAC</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Cr/MWAC</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7.0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6.8</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N.A</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7.1</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342251155"/>
                  </a:ext>
                </a:extLst>
              </a:tr>
              <a:tr h="95903">
                <a:tc>
                  <a:txBody>
                    <a:bodyPr/>
                    <a:lstStyle/>
                    <a:p>
                      <a:pPr algn="l" fontAlgn="ctr"/>
                      <a:r>
                        <a:rPr lang="en-US" sz="950" b="1" i="0" u="none" strike="noStrike" dirty="0">
                          <a:solidFill>
                            <a:srgbClr val="000000"/>
                          </a:solidFill>
                          <a:effectLst/>
                          <a:latin typeface="Calibri" panose="020F0502020204030204" pitchFamily="34" charset="0"/>
                        </a:rPr>
                        <a:t>Turnkey:</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dirty="0">
                          <a:solidFill>
                            <a:srgbClr val="000000"/>
                          </a:solidFill>
                          <a:effectLst/>
                          <a:latin typeface="Calibri" panose="020F0502020204030204" pitchFamily="34" charset="0"/>
                        </a:rPr>
                        <a:t> </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506078413"/>
                  </a:ext>
                </a:extLst>
              </a:tr>
              <a:tr h="95903">
                <a:tc>
                  <a:txBody>
                    <a:bodyPr/>
                    <a:lstStyle/>
                    <a:p>
                      <a:pPr algn="l" fontAlgn="ctr"/>
                      <a:r>
                        <a:rPr lang="en-US" sz="950" b="0" i="0" u="none" strike="noStrike">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25393504"/>
                  </a:ext>
                </a:extLst>
              </a:tr>
              <a:tr h="95903">
                <a:tc>
                  <a:txBody>
                    <a:bodyPr/>
                    <a:lstStyle/>
                    <a:p>
                      <a:pPr algn="l" fontAlgn="ctr"/>
                      <a:r>
                        <a:rPr lang="en-US" sz="950" b="0" i="0" u="none" strike="noStrike">
                          <a:solidFill>
                            <a:srgbClr val="000000"/>
                          </a:solidFill>
                          <a:effectLst/>
                          <a:latin typeface="Calibri" panose="020F0502020204030204" pitchFamily="34" charset="0"/>
                        </a:rPr>
                        <a:t>Total EPC Cost per MWp (excl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5.4</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4.3</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dirty="0">
                          <a:solidFill>
                            <a:srgbClr val="000000"/>
                          </a:solidFill>
                          <a:effectLst/>
                          <a:latin typeface="Calibri" panose="020F0502020204030204" pitchFamily="34" charset="0"/>
                        </a:rPr>
                        <a:t>3.8</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5.0</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36455175"/>
                  </a:ext>
                </a:extLst>
              </a:tr>
              <a:tr h="95903">
                <a:tc>
                  <a:txBody>
                    <a:bodyPr/>
                    <a:lstStyle/>
                    <a:p>
                      <a:pPr algn="l" fontAlgn="ctr"/>
                      <a:r>
                        <a:rPr lang="en-US" sz="950" b="0" i="0" u="none" strike="noStrike">
                          <a:solidFill>
                            <a:srgbClr val="000000"/>
                          </a:solidFill>
                          <a:effectLst/>
                          <a:latin typeface="Calibri" panose="020F0502020204030204" pitchFamily="34" charset="0"/>
                        </a:rPr>
                        <a:t>GST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13.80%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13.80%</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dirty="0">
                          <a:solidFill>
                            <a:srgbClr val="000000"/>
                          </a:solidFill>
                          <a:effectLst/>
                          <a:latin typeface="Calibri" panose="020F0502020204030204" pitchFamily="34" charset="0"/>
                        </a:rPr>
                        <a:t>13.80%</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13.80%</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54568288"/>
                  </a:ext>
                </a:extLst>
              </a:tr>
              <a:tr h="95903">
                <a:tc>
                  <a:txBody>
                    <a:bodyPr/>
                    <a:lstStyle/>
                    <a:p>
                      <a:pPr algn="l" fontAlgn="ctr"/>
                      <a:r>
                        <a:rPr lang="en-US" sz="950" b="0" i="0" u="none" strike="noStrike">
                          <a:solidFill>
                            <a:srgbClr val="000000"/>
                          </a:solidFill>
                          <a:effectLst/>
                          <a:latin typeface="Calibri" panose="020F0502020204030204" pitchFamily="34" charset="0"/>
                        </a:rPr>
                        <a:t>Total EPC Cost per MWp (incl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Cr/MWp</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6.1</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4.9</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dirty="0">
                          <a:solidFill>
                            <a:srgbClr val="000000"/>
                          </a:solidFill>
                          <a:effectLst/>
                          <a:latin typeface="Calibri" panose="020F0502020204030204" pitchFamily="34" charset="0"/>
                        </a:rPr>
                        <a:t>4.4</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50" b="0" i="0" u="none" strike="noStrike">
                          <a:solidFill>
                            <a:srgbClr val="000000"/>
                          </a:solidFill>
                          <a:effectLst/>
                          <a:latin typeface="Calibri" panose="020F0502020204030204" pitchFamily="34" charset="0"/>
                        </a:rPr>
                        <a:t>5.7</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273454307"/>
                  </a:ext>
                </a:extLst>
              </a:tr>
              <a:tr h="95903">
                <a:tc>
                  <a:txBody>
                    <a:bodyPr/>
                    <a:lstStyle/>
                    <a:p>
                      <a:pPr algn="l" fontAlgn="ctr"/>
                      <a:r>
                        <a:rPr lang="en-US" sz="950" b="0" i="0" u="none" strike="noStrike">
                          <a:solidFill>
                            <a:srgbClr val="000000"/>
                          </a:solidFill>
                          <a:effectLst/>
                          <a:latin typeface="Calibri" panose="020F0502020204030204" pitchFamily="34" charset="0"/>
                        </a:rPr>
                        <a:t>Total EPC Cost per MWAC (incl GST)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n-US" sz="950" b="0" i="0" u="none" strike="noStrike">
                          <a:solidFill>
                            <a:srgbClr val="000000"/>
                          </a:solidFill>
                          <a:effectLst/>
                          <a:latin typeface="Calibri" panose="020F0502020204030204" pitchFamily="34" charset="0"/>
                        </a:rPr>
                        <a:t>Rs Cr/MWAC</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1" i="0" u="none" strike="noStrike" dirty="0">
                          <a:solidFill>
                            <a:srgbClr val="000000"/>
                          </a:solidFill>
                          <a:effectLst/>
                          <a:latin typeface="Calibri" panose="020F0502020204030204" pitchFamily="34" charset="0"/>
                        </a:rPr>
                        <a:t>9.2</a:t>
                      </a:r>
                      <a:endParaRPr lang="en-US" sz="950" b="0" i="0" u="none" strike="noStrike" dirty="0">
                        <a:solidFill>
                          <a:srgbClr val="000000"/>
                        </a:solidFill>
                        <a:effectLst/>
                        <a:latin typeface="Calibri" panose="020F0502020204030204" pitchFamily="34" charset="0"/>
                      </a:endParaRP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48D"/>
                    </a:solidFill>
                  </a:tcPr>
                </a:tc>
                <a:tc>
                  <a:txBody>
                    <a:bodyPr/>
                    <a:lstStyle/>
                    <a:p>
                      <a:pPr algn="ctr" fontAlgn="b"/>
                      <a:r>
                        <a:rPr lang="en-US" sz="950" b="1" i="0" u="none" strike="noStrike" dirty="0">
                          <a:solidFill>
                            <a:srgbClr val="000000"/>
                          </a:solidFill>
                          <a:effectLst/>
                          <a:latin typeface="Calibri" panose="020F0502020204030204" pitchFamily="34" charset="0"/>
                        </a:rPr>
                        <a:t>6.8</a:t>
                      </a:r>
                      <a:endParaRPr lang="en-US" sz="950" b="0" i="0" u="none" strike="noStrike" dirty="0">
                        <a:solidFill>
                          <a:srgbClr val="000000"/>
                        </a:solidFill>
                        <a:effectLst/>
                        <a:latin typeface="Calibri" panose="020F0502020204030204" pitchFamily="34" charset="0"/>
                      </a:endParaRP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48D"/>
                    </a:solidFill>
                  </a:tcPr>
                </a:tc>
                <a:tc>
                  <a:txBody>
                    <a:bodyPr/>
                    <a:lstStyle/>
                    <a:p>
                      <a:pPr algn="ctr"/>
                      <a:r>
                        <a:rPr lang="en-US" sz="950" b="1" i="0" u="none" strike="noStrike" dirty="0">
                          <a:solidFill>
                            <a:srgbClr val="000000"/>
                          </a:solidFill>
                          <a:effectLst/>
                          <a:latin typeface="Calibri" panose="020F0502020204030204" pitchFamily="34" charset="0"/>
                        </a:rPr>
                        <a:t>6.0</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48D"/>
                    </a:solidFill>
                  </a:tcPr>
                </a:tc>
                <a:tc>
                  <a:txBody>
                    <a:bodyPr/>
                    <a:lstStyle/>
                    <a:p>
                      <a:pPr algn="ctr"/>
                      <a:r>
                        <a:rPr lang="en-US" sz="950" b="1" i="0" u="none" strike="noStrike" dirty="0">
                          <a:solidFill>
                            <a:srgbClr val="000000"/>
                          </a:solidFill>
                          <a:effectLst/>
                          <a:latin typeface="Calibri" panose="020F0502020204030204" pitchFamily="34" charset="0"/>
                        </a:rPr>
                        <a:t>8.0</a:t>
                      </a:r>
                      <a:endParaRPr lang="en-US" sz="950" dirty="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48D"/>
                    </a:solidFill>
                  </a:tcPr>
                </a:tc>
                <a:tc vMerge="1">
                  <a:txBody>
                    <a:bodyPr/>
                    <a:lstStyle/>
                    <a:p>
                      <a:endParaRPr lang="en-US"/>
                    </a:p>
                  </a:txBody>
                  <a:tcPr/>
                </a:tc>
                <a:extLst>
                  <a:ext uri="{0D108BD9-81ED-4DB2-BD59-A6C34878D82A}">
                    <a16:rowId xmlns:a16="http://schemas.microsoft.com/office/drawing/2014/main" val="1888957328"/>
                  </a:ext>
                </a:extLst>
              </a:tr>
              <a:tr h="95903">
                <a:tc>
                  <a:txBody>
                    <a:bodyPr/>
                    <a:lstStyle/>
                    <a:p>
                      <a:pPr algn="l" fontAlgn="ctr"/>
                      <a:r>
                        <a:rPr lang="en-US" sz="950" b="0" i="0" u="none" strike="noStrike">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a:solidFill>
                            <a:srgbClr val="000000"/>
                          </a:solidFill>
                          <a:effectLst/>
                          <a:latin typeface="Calibri" panose="020F0502020204030204" pitchFamily="34" charset="0"/>
                        </a:rPr>
                        <a:t> </a:t>
                      </a:r>
                      <a:endParaRPr lang="en-US" sz="950"/>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371682204"/>
                  </a:ext>
                </a:extLst>
              </a:tr>
              <a:tr h="287710">
                <a:tc>
                  <a:txBody>
                    <a:bodyPr/>
                    <a:lstStyle/>
                    <a:p>
                      <a:pPr algn="l" fontAlgn="ctr"/>
                      <a:r>
                        <a:rPr lang="en-US" sz="950" b="0" i="0" u="none" strike="noStrike">
                          <a:solidFill>
                            <a:srgbClr val="000000"/>
                          </a:solidFill>
                          <a:effectLst/>
                          <a:latin typeface="Calibri" panose="020F0502020204030204" pitchFamily="34" charset="0"/>
                        </a:rPr>
                        <a:t>Scope for price optimization</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950" b="0" i="0" u="none" strike="noStrike">
                          <a:solidFill>
                            <a:srgbClr val="000000"/>
                          </a:solidFill>
                          <a:effectLst/>
                          <a:latin typeface="Calibri" panose="020F0502020204030204" pitchFamily="34" charset="0"/>
                        </a:rPr>
                        <a: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50" b="0" i="0" u="none" strike="noStrike" dirty="0">
                          <a:solidFill>
                            <a:srgbClr val="000000"/>
                          </a:solidFill>
                          <a:effectLst/>
                          <a:latin typeface="Calibri" panose="020F0502020204030204" pitchFamily="34" charset="0"/>
                        </a:rPr>
                        <a:t>3% to 5%</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50" b="0" i="0" u="none" strike="noStrike" dirty="0">
                          <a:solidFill>
                            <a:srgbClr val="000000"/>
                          </a:solidFill>
                          <a:effectLst/>
                          <a:latin typeface="Calibri" panose="020F0502020204030204" pitchFamily="34" charset="0"/>
                        </a:rPr>
                        <a:t>Can be determined post site visit and </a:t>
                      </a:r>
                      <a:r>
                        <a:rPr lang="en-US" sz="950" b="0" i="0" u="none" strike="noStrike" dirty="0" err="1">
                          <a:solidFill>
                            <a:srgbClr val="000000"/>
                          </a:solidFill>
                          <a:effectLst/>
                          <a:latin typeface="Calibri" panose="020F0502020204030204" pitchFamily="34" charset="0"/>
                        </a:rPr>
                        <a:t>RfP</a:t>
                      </a:r>
                      <a:r>
                        <a:rPr lang="en-US" sz="950" b="0" i="0" u="none" strike="noStrike" dirty="0">
                          <a:solidFill>
                            <a:srgbClr val="000000"/>
                          </a:solidFill>
                          <a:effectLst/>
                          <a:latin typeface="Calibri" panose="020F0502020204030204" pitchFamily="34" charset="0"/>
                        </a:rPr>
                        <a:t> study</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dirty="0">
                          <a:solidFill>
                            <a:srgbClr val="000000"/>
                          </a:solidFill>
                          <a:effectLst/>
                          <a:latin typeface="Calibri" panose="020F0502020204030204" pitchFamily="34" charset="0"/>
                        </a:rPr>
                        <a:t>Can be determined post site visit and </a:t>
                      </a:r>
                      <a:r>
                        <a:rPr lang="en-US" sz="950" b="0" i="0" u="none" strike="noStrike" dirty="0" err="1">
                          <a:solidFill>
                            <a:srgbClr val="000000"/>
                          </a:solidFill>
                          <a:effectLst/>
                          <a:latin typeface="Calibri" panose="020F0502020204030204" pitchFamily="34" charset="0"/>
                        </a:rPr>
                        <a:t>RfP</a:t>
                      </a:r>
                      <a:r>
                        <a:rPr lang="en-US" sz="950" b="0" i="0" u="none" strike="noStrike" dirty="0">
                          <a:solidFill>
                            <a:srgbClr val="000000"/>
                          </a:solidFill>
                          <a:effectLst/>
                          <a:latin typeface="Calibri" panose="020F0502020204030204" pitchFamily="34" charset="0"/>
                        </a:rPr>
                        <a:t> study</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950" b="0" i="0" u="none" strike="noStrike" dirty="0">
                          <a:solidFill>
                            <a:srgbClr val="000000"/>
                          </a:solidFill>
                          <a:effectLst/>
                          <a:latin typeface="Calibri" panose="020F0502020204030204" pitchFamily="34" charset="0"/>
                        </a:rPr>
                        <a:t>Can be determined post site visit and </a:t>
                      </a:r>
                      <a:r>
                        <a:rPr lang="en-US" sz="950" b="0" i="0" u="none" strike="noStrike" dirty="0" err="1">
                          <a:solidFill>
                            <a:srgbClr val="000000"/>
                          </a:solidFill>
                          <a:effectLst/>
                          <a:latin typeface="Calibri" panose="020F0502020204030204" pitchFamily="34" charset="0"/>
                        </a:rPr>
                        <a:t>RfP</a:t>
                      </a:r>
                      <a:r>
                        <a:rPr lang="en-US" sz="950" b="0" i="0" u="none" strike="noStrike" dirty="0">
                          <a:solidFill>
                            <a:srgbClr val="000000"/>
                          </a:solidFill>
                          <a:effectLst/>
                          <a:latin typeface="Calibri" panose="020F0502020204030204" pitchFamily="34" charset="0"/>
                        </a:rPr>
                        <a:t> study</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30180195"/>
                  </a:ext>
                </a:extLst>
              </a:tr>
              <a:tr h="95903">
                <a:tc gridSpan="7">
                  <a:txBody>
                    <a:bodyPr/>
                    <a:lstStyle/>
                    <a:p>
                      <a:pPr algn="ctr" fontAlgn="b"/>
                      <a:r>
                        <a:rPr lang="en-US" sz="950" b="0" i="0" u="none" strike="noStrike">
                          <a:solidFill>
                            <a:srgbClr val="000000"/>
                          </a:solidFill>
                          <a:effectLst/>
                          <a:latin typeface="Calibri" panose="020F0502020204030204" pitchFamily="34" charset="0"/>
                        </a:rPr>
                        <a:t> </a:t>
                      </a:r>
                    </a:p>
                  </a:txBody>
                  <a:tcPr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279968473"/>
                  </a:ext>
                </a:extLst>
              </a:tr>
              <a:tr h="671324">
                <a:tc>
                  <a:txBody>
                    <a:bodyPr/>
                    <a:lstStyle/>
                    <a:p>
                      <a:pPr algn="l" fontAlgn="ctr"/>
                      <a:r>
                        <a:rPr lang="en-US" sz="950" b="0" i="0" u="none" strike="noStrike" dirty="0">
                          <a:solidFill>
                            <a:srgbClr val="000000"/>
                          </a:solidFill>
                          <a:effectLst/>
                          <a:latin typeface="Calibri" panose="020F0502020204030204" pitchFamily="34" charset="0"/>
                        </a:rPr>
                        <a:t>Addl. remarks if any</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gridSpan="2">
                  <a:txBody>
                    <a:bodyPr/>
                    <a:lstStyle/>
                    <a:p>
                      <a:r>
                        <a:rPr lang="en-US" sz="950" b="0" i="0" u="none" strike="noStrike" dirty="0">
                          <a:solidFill>
                            <a:srgbClr val="000000"/>
                          </a:solidFill>
                          <a:effectLst/>
                          <a:latin typeface="Calibri" panose="020F0502020204030204" pitchFamily="34" charset="0"/>
                        </a:rPr>
                        <a:t> </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ctr"/>
                      <a:endParaRPr lang="en-US" sz="900" b="0" i="0" u="none" strike="noStrike">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r>
                        <a:rPr lang="en-US" sz="950" b="0" i="0" u="none" strike="noStrike" dirty="0">
                          <a:solidFill>
                            <a:srgbClr val="000000"/>
                          </a:solidFill>
                          <a:effectLst/>
                          <a:latin typeface="Calibri" panose="020F0502020204030204" pitchFamily="34" charset="0"/>
                        </a:rPr>
                        <a:t>Last bid by Vikram Solar for 2.2 Cr/MWAC BOS (incl. GST) - @18% GST. For BOS, they apply 18% GST as per their legal team</a:t>
                      </a:r>
                      <a:endParaRPr lang="en-US" sz="950" dirty="0"/>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r>
                        <a:rPr lang="en-US" sz="950" b="0" i="0" u="none" strike="noStrike" dirty="0">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l" fontAlgn="ctr"/>
                      <a:r>
                        <a:rPr lang="en-US" sz="950" b="0" i="0" u="none" strike="noStrike" dirty="0">
                          <a:solidFill>
                            <a:srgbClr val="000000"/>
                          </a:solidFill>
                          <a:effectLst/>
                          <a:latin typeface="Calibri" panose="020F0502020204030204" pitchFamily="34" charset="0"/>
                        </a:rPr>
                        <a:t>Overloading of 20-30% for tracker and 50% for fixed tilt</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l" fontAlgn="ctr"/>
                      <a:r>
                        <a:rPr lang="en-US" sz="950" b="0" i="0" u="none" strike="noStrike" dirty="0">
                          <a:solidFill>
                            <a:srgbClr val="000000"/>
                          </a:solidFill>
                          <a:effectLst/>
                          <a:latin typeface="Calibri" panose="020F0502020204030204" pitchFamily="34" charset="0"/>
                        </a:rPr>
                        <a:t> </a:t>
                      </a:r>
                    </a:p>
                  </a:txBody>
                  <a:tcPr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8383795"/>
                  </a:ext>
                </a:extLst>
              </a:tr>
            </a:tbl>
          </a:graphicData>
        </a:graphic>
      </p:graphicFrame>
    </p:spTree>
    <p:extLst>
      <p:ext uri="{BB962C8B-B14F-4D97-AF65-F5344CB8AC3E}">
        <p14:creationId xmlns:p14="http://schemas.microsoft.com/office/powerpoint/2010/main" val="352624239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Annexure 16: Salient points of discussion with M/s Sova Solar on 06.12.2022 (1/2)</a:t>
            </a:r>
            <a:endParaRPr lang="en-US" sz="2400" dirty="0">
              <a:effectLst/>
              <a:latin typeface="Calibri" panose="020F0502020204030204" pitchFamily="34" charset="0"/>
              <a:ea typeface="Calibri" panose="020F0502020204030204" pitchFamily="34" charset="0"/>
            </a:endParaRPr>
          </a:p>
        </p:txBody>
      </p:sp>
      <p:graphicFrame>
        <p:nvGraphicFramePr>
          <p:cNvPr id="2" name="Table 2">
            <a:extLst>
              <a:ext uri="{FF2B5EF4-FFF2-40B4-BE49-F238E27FC236}">
                <a16:creationId xmlns:a16="http://schemas.microsoft.com/office/drawing/2014/main" id="{EE5ECCFD-2791-4C56-AC5B-1A9C18D9EC37}"/>
              </a:ext>
            </a:extLst>
          </p:cNvPr>
          <p:cNvGraphicFramePr>
            <a:graphicFrameLocks noGrp="1"/>
          </p:cNvGraphicFramePr>
          <p:nvPr>
            <p:extLst>
              <p:ext uri="{D42A27DB-BD31-4B8C-83A1-F6EECF244321}">
                <p14:modId xmlns:p14="http://schemas.microsoft.com/office/powerpoint/2010/main" val="460229079"/>
              </p:ext>
            </p:extLst>
          </p:nvPr>
        </p:nvGraphicFramePr>
        <p:xfrm>
          <a:off x="501649" y="772884"/>
          <a:ext cx="11188699" cy="5572887"/>
        </p:xfrm>
        <a:graphic>
          <a:graphicData uri="http://schemas.openxmlformats.org/drawingml/2006/table">
            <a:tbl>
              <a:tblPr bandRow="1">
                <a:tableStyleId>{5C22544A-7EE6-4342-B048-85BDC9FD1C3A}</a:tableStyleId>
              </a:tblPr>
              <a:tblGrid>
                <a:gridCol w="11188699">
                  <a:extLst>
                    <a:ext uri="{9D8B030D-6E8A-4147-A177-3AD203B41FA5}">
                      <a16:colId xmlns:a16="http://schemas.microsoft.com/office/drawing/2014/main" val="3413741132"/>
                    </a:ext>
                  </a:extLst>
                </a:gridCol>
              </a:tblGrid>
              <a:tr h="261659">
                <a:tc>
                  <a:txBody>
                    <a:bodyPr/>
                    <a:lstStyle/>
                    <a:p>
                      <a:pPr>
                        <a:lnSpc>
                          <a:spcPct val="114000"/>
                        </a:lnSpc>
                      </a:pPr>
                      <a:r>
                        <a:rPr lang="en-US" sz="1400" b="1" dirty="0"/>
                        <a:t>Current manufacturing facility:</a:t>
                      </a:r>
                    </a:p>
                  </a:txBody>
                  <a:tcPr/>
                </a:tc>
                <a:extLst>
                  <a:ext uri="{0D108BD9-81ED-4DB2-BD59-A6C34878D82A}">
                    <a16:rowId xmlns:a16="http://schemas.microsoft.com/office/drawing/2014/main" val="2277060169"/>
                  </a:ext>
                </a:extLst>
              </a:tr>
              <a:tr h="1451867">
                <a:tc>
                  <a:txBody>
                    <a:bodyPr/>
                    <a:lstStyle/>
                    <a:p>
                      <a:pPr marL="358775" indent="-358775">
                        <a:lnSpc>
                          <a:spcPct val="114000"/>
                        </a:lnSpc>
                        <a:buFont typeface="Arial" panose="020B0604020202020204" pitchFamily="34" charset="0"/>
                        <a:buChar char="•"/>
                      </a:pPr>
                      <a:r>
                        <a:rPr lang="en-US" sz="1400" b="1" dirty="0"/>
                        <a:t>Product:</a:t>
                      </a:r>
                      <a:r>
                        <a:rPr lang="en-US" sz="1400" b="0" dirty="0"/>
                        <a:t> Solar PV Modules</a:t>
                      </a:r>
                      <a:endParaRPr lang="en-US" sz="1400" b="1" dirty="0"/>
                    </a:p>
                    <a:p>
                      <a:pPr marL="358775" indent="-358775">
                        <a:lnSpc>
                          <a:spcPct val="114000"/>
                        </a:lnSpc>
                        <a:buFont typeface="Arial" panose="020B0604020202020204" pitchFamily="34" charset="0"/>
                        <a:buChar char="•"/>
                      </a:pPr>
                      <a:r>
                        <a:rPr lang="en-US" sz="1400" b="1" dirty="0"/>
                        <a:t>Location of manufacturing facility:</a:t>
                      </a:r>
                      <a:r>
                        <a:rPr lang="en-US" sz="1400" dirty="0"/>
                        <a:t> Durgapur, West Bengal</a:t>
                      </a:r>
                    </a:p>
                    <a:p>
                      <a:pPr marL="358775" indent="-358775">
                        <a:lnSpc>
                          <a:spcPct val="114000"/>
                        </a:lnSpc>
                        <a:buFont typeface="Arial" panose="020B0604020202020204" pitchFamily="34" charset="0"/>
                        <a:buChar char="•"/>
                      </a:pPr>
                      <a:r>
                        <a:rPr lang="en-US" sz="1400" b="1" dirty="0"/>
                        <a:t>Current manufacturing capacity:</a:t>
                      </a:r>
                      <a:r>
                        <a:rPr lang="en-US" sz="1400" b="0" dirty="0"/>
                        <a:t> Solar module manufacturing @950 MW/annum</a:t>
                      </a:r>
                    </a:p>
                    <a:p>
                      <a:pPr marL="358775" indent="-358775">
                        <a:lnSpc>
                          <a:spcPct val="114000"/>
                        </a:lnSpc>
                        <a:buFont typeface="Arial" panose="020B0604020202020204" pitchFamily="34" charset="0"/>
                        <a:buChar char="•"/>
                      </a:pPr>
                      <a:r>
                        <a:rPr lang="en-US" sz="1400" b="1" dirty="0"/>
                        <a:t>Technical particulars of Solar modules:</a:t>
                      </a:r>
                      <a:endParaRPr lang="en-US" sz="1400" b="0" dirty="0"/>
                    </a:p>
                    <a:p>
                      <a:pPr marL="742950" lvl="1" indent="-285750">
                        <a:lnSpc>
                          <a:spcPct val="114000"/>
                        </a:lnSpc>
                        <a:buFont typeface="Courier New" panose="02070309020205020404" pitchFamily="49" charset="0"/>
                        <a:buChar char="o"/>
                      </a:pPr>
                      <a:r>
                        <a:rPr lang="en-US" sz="1400" b="0" dirty="0"/>
                        <a:t>Mono PERC Half-cut (540-550 Wp) and Bifacial (650-660 Wp) modules; Cell size: 182mmx182mm; Module Size: 2.2mx1.1m</a:t>
                      </a:r>
                    </a:p>
                    <a:p>
                      <a:pPr marL="742950" lvl="1" indent="-285750">
                        <a:lnSpc>
                          <a:spcPct val="114000"/>
                        </a:lnSpc>
                        <a:buFont typeface="Courier New" panose="02070309020205020404" pitchFamily="49" charset="0"/>
                        <a:buChar char="o"/>
                      </a:pPr>
                      <a:r>
                        <a:rPr lang="en-US" sz="1400" b="0" dirty="0" err="1"/>
                        <a:t>TOPCon</a:t>
                      </a:r>
                      <a:r>
                        <a:rPr lang="en-US" sz="1400" b="0" dirty="0"/>
                        <a:t> and HJT modules are in R&amp;D stage</a:t>
                      </a:r>
                      <a:endParaRPr lang="en-US" sz="1400" b="1" kern="1200" dirty="0">
                        <a:solidFill>
                          <a:schemeClr val="dk1"/>
                        </a:solidFill>
                        <a:latin typeface="+mn-lt"/>
                        <a:ea typeface="+mn-ea"/>
                        <a:cs typeface="+mn-cs"/>
                      </a:endParaRPr>
                    </a:p>
                    <a:p>
                      <a:pPr marL="358775" lvl="1" indent="-358775">
                        <a:lnSpc>
                          <a:spcPct val="114000"/>
                        </a:lnSpc>
                        <a:buFont typeface="Arial" panose="020B0604020202020204" pitchFamily="34" charset="0"/>
                        <a:buChar char="•"/>
                      </a:pPr>
                      <a:r>
                        <a:rPr lang="en-US" sz="1400" b="1" kern="1200" dirty="0">
                          <a:solidFill>
                            <a:schemeClr val="dk1"/>
                          </a:solidFill>
                          <a:latin typeface="+mn-lt"/>
                          <a:ea typeface="+mn-ea"/>
                          <a:cs typeface="+mn-cs"/>
                        </a:rPr>
                        <a:t>Current throughput:</a:t>
                      </a:r>
                      <a:r>
                        <a:rPr lang="en-US" sz="1400" b="0" kern="1200" dirty="0">
                          <a:solidFill>
                            <a:schemeClr val="dk1"/>
                          </a:solidFill>
                          <a:latin typeface="+mn-lt"/>
                          <a:ea typeface="+mn-ea"/>
                          <a:cs typeface="+mn-cs"/>
                        </a:rPr>
                        <a:t> 6000 modules/day</a:t>
                      </a:r>
                      <a:endParaRPr lang="en-US" sz="1400" b="0" dirty="0"/>
                    </a:p>
                  </a:txBody>
                  <a:tcPr/>
                </a:tc>
                <a:extLst>
                  <a:ext uri="{0D108BD9-81ED-4DB2-BD59-A6C34878D82A}">
                    <a16:rowId xmlns:a16="http://schemas.microsoft.com/office/drawing/2014/main" val="90321524"/>
                  </a:ext>
                </a:extLst>
              </a:tr>
              <a:tr h="302472">
                <a:tc>
                  <a:txBody>
                    <a:bodyPr/>
                    <a:lstStyle/>
                    <a:p>
                      <a:pPr>
                        <a:lnSpc>
                          <a:spcPct val="114000"/>
                        </a:lnSpc>
                      </a:pPr>
                      <a:r>
                        <a:rPr lang="en-US" sz="1400" b="1" dirty="0"/>
                        <a:t>Planned expansion of manufacturing capacity:</a:t>
                      </a:r>
                    </a:p>
                  </a:txBody>
                  <a:tcPr/>
                </a:tc>
                <a:extLst>
                  <a:ext uri="{0D108BD9-81ED-4DB2-BD59-A6C34878D82A}">
                    <a16:rowId xmlns:a16="http://schemas.microsoft.com/office/drawing/2014/main" val="1906207422"/>
                  </a:ext>
                </a:extLst>
              </a:tr>
              <a:tr h="302472">
                <a:tc>
                  <a:txBody>
                    <a:bodyPr/>
                    <a:lstStyle/>
                    <a:p>
                      <a:pPr marL="358775" indent="-358775">
                        <a:lnSpc>
                          <a:spcPct val="114000"/>
                        </a:lnSpc>
                        <a:buFont typeface="Arial" panose="020B0604020202020204" pitchFamily="34" charset="0"/>
                        <a:buChar char="•"/>
                      </a:pPr>
                      <a:r>
                        <a:rPr lang="en-US" sz="1400" dirty="0"/>
                        <a:t>Plan to reach a capacity of 1.2 GW/annum by Mar 2023 and 2 GW/annum by Dec 2024</a:t>
                      </a:r>
                    </a:p>
                  </a:txBody>
                  <a:tcPr/>
                </a:tc>
                <a:extLst>
                  <a:ext uri="{0D108BD9-81ED-4DB2-BD59-A6C34878D82A}">
                    <a16:rowId xmlns:a16="http://schemas.microsoft.com/office/drawing/2014/main" val="532210696"/>
                  </a:ext>
                </a:extLst>
              </a:tr>
              <a:tr h="302472">
                <a:tc>
                  <a:txBody>
                    <a:bodyPr/>
                    <a:lstStyle/>
                    <a:p>
                      <a:pPr>
                        <a:lnSpc>
                          <a:spcPct val="114000"/>
                        </a:lnSpc>
                      </a:pPr>
                      <a:r>
                        <a:rPr lang="en-US" sz="1400" b="1" dirty="0"/>
                        <a:t>Options for procurement of solar modules:</a:t>
                      </a:r>
                    </a:p>
                  </a:txBody>
                  <a:tcPr/>
                </a:tc>
                <a:extLst>
                  <a:ext uri="{0D108BD9-81ED-4DB2-BD59-A6C34878D82A}">
                    <a16:rowId xmlns:a16="http://schemas.microsoft.com/office/drawing/2014/main" val="3519204981"/>
                  </a:ext>
                </a:extLst>
              </a:tr>
              <a:tr h="2046971">
                <a:tc>
                  <a:txBody>
                    <a:bodyPr/>
                    <a:lstStyle/>
                    <a:p>
                      <a:pPr marL="342900" indent="-342900">
                        <a:lnSpc>
                          <a:spcPct val="114000"/>
                        </a:lnSpc>
                        <a:buFont typeface="+mj-lt"/>
                        <a:buAutoNum type="alphaLcParenR"/>
                      </a:pPr>
                      <a:r>
                        <a:rPr lang="en-US" sz="1400" b="1" i="1" dirty="0"/>
                        <a:t>Module supply by Sova Solar under rate contract:</a:t>
                      </a:r>
                    </a:p>
                    <a:p>
                      <a:pPr marL="742950" lvl="1" indent="-285750">
                        <a:lnSpc>
                          <a:spcPct val="114000"/>
                        </a:lnSpc>
                        <a:buFont typeface="Courier New" panose="02070309020205020404" pitchFamily="49" charset="0"/>
                        <a:buChar char="o"/>
                      </a:pPr>
                      <a:r>
                        <a:rPr lang="en-US" sz="1400" dirty="0"/>
                        <a:t>Validity of rates of solar modules will be for maximum 3 months, since the module prices are volatile</a:t>
                      </a:r>
                    </a:p>
                    <a:p>
                      <a:pPr marL="742950" lvl="1" indent="-285750">
                        <a:lnSpc>
                          <a:spcPct val="114000"/>
                        </a:lnSpc>
                        <a:buFont typeface="Courier New" panose="02070309020205020404" pitchFamily="49" charset="0"/>
                        <a:buChar char="o"/>
                      </a:pPr>
                      <a:r>
                        <a:rPr lang="en-US" sz="1400" u="sng" dirty="0"/>
                        <a:t>Time</a:t>
                      </a:r>
                      <a:r>
                        <a:rPr lang="en-US" sz="1400" u="none" dirty="0"/>
                        <a:t>: </a:t>
                      </a:r>
                      <a:r>
                        <a:rPr lang="en-US" sz="1400" dirty="0"/>
                        <a:t>Lead time taken by Sova Solar would be around 2 months</a:t>
                      </a:r>
                    </a:p>
                    <a:p>
                      <a:pPr marL="742950" lvl="1" indent="-285750">
                        <a:lnSpc>
                          <a:spcPct val="114000"/>
                        </a:lnSpc>
                        <a:buFont typeface="Courier New" panose="02070309020205020404" pitchFamily="49" charset="0"/>
                        <a:buChar char="o"/>
                      </a:pPr>
                      <a:r>
                        <a:rPr lang="en-US" sz="1400" u="sng" dirty="0"/>
                        <a:t>Current market price of domestic Solar modules</a:t>
                      </a:r>
                      <a:r>
                        <a:rPr lang="en-US" sz="1400" dirty="0"/>
                        <a:t>: (prices of Mono-PERC Half-cut modules):</a:t>
                      </a:r>
                    </a:p>
                    <a:p>
                      <a:pPr marL="1200150" lvl="2" indent="-285750">
                        <a:lnSpc>
                          <a:spcPct val="114000"/>
                        </a:lnSpc>
                        <a:buFont typeface="Wingdings" panose="05000000000000000000" pitchFamily="2" charset="2"/>
                        <a:buChar char="§"/>
                      </a:pPr>
                      <a:r>
                        <a:rPr lang="en-US" sz="1400" dirty="0"/>
                        <a:t>Modules of Adani, Tata, Vikram: </a:t>
                      </a:r>
                      <a:r>
                        <a:rPr lang="en-US" sz="1400" dirty="0">
                          <a:sym typeface="Symbol" panose="05050102010706020507" pitchFamily="18" charset="2"/>
                        </a:rPr>
                        <a:t>Rs. 30/Wp</a:t>
                      </a:r>
                    </a:p>
                    <a:p>
                      <a:pPr marL="1200150" lvl="2" indent="-285750">
                        <a:lnSpc>
                          <a:spcPct val="114000"/>
                        </a:lnSpc>
                        <a:buFont typeface="Wingdings" panose="05000000000000000000" pitchFamily="2" charset="2"/>
                        <a:buChar char="§"/>
                      </a:pPr>
                      <a:r>
                        <a:rPr lang="en-US" sz="1400" dirty="0">
                          <a:sym typeface="Symbol" panose="05050102010706020507" pitchFamily="18" charset="2"/>
                        </a:rPr>
                        <a:t>Modules of Sova Solar: Rs. 29.25/Wp (for bifacial modules, price will be Rs. 30/Wp)</a:t>
                      </a:r>
                      <a:endParaRPr lang="en-US" sz="1400" dirty="0"/>
                    </a:p>
                    <a:p>
                      <a:pPr marL="742950" lvl="1" indent="-285750">
                        <a:lnSpc>
                          <a:spcPct val="114000"/>
                        </a:lnSpc>
                        <a:buFont typeface="Courier New" panose="02070309020205020404" pitchFamily="49" charset="0"/>
                        <a:buChar char="o"/>
                      </a:pPr>
                      <a:r>
                        <a:rPr lang="en-US" sz="1400" u="sng" dirty="0"/>
                        <a:t>Quantity of modules that can be supplied by Sova Solar</a:t>
                      </a:r>
                      <a:r>
                        <a:rPr lang="en-US" sz="1400" dirty="0"/>
                        <a:t>:</a:t>
                      </a:r>
                    </a:p>
                    <a:p>
                      <a:pPr marL="1200150" lvl="2" indent="-285750">
                        <a:lnSpc>
                          <a:spcPct val="114000"/>
                        </a:lnSpc>
                        <a:buFont typeface="Wingdings" panose="05000000000000000000" pitchFamily="2" charset="2"/>
                        <a:buChar char="§"/>
                      </a:pPr>
                      <a:r>
                        <a:rPr lang="en-US" sz="1400" dirty="0"/>
                        <a:t>Orders are booked till 15</a:t>
                      </a:r>
                      <a:r>
                        <a:rPr lang="en-US" sz="1400" baseline="30000" dirty="0"/>
                        <a:t>th</a:t>
                      </a:r>
                      <a:r>
                        <a:rPr lang="en-US" sz="1400" dirty="0"/>
                        <a:t> / 16</a:t>
                      </a:r>
                      <a:r>
                        <a:rPr lang="en-US" sz="1400" baseline="30000" dirty="0"/>
                        <a:t>th</a:t>
                      </a:r>
                      <a:r>
                        <a:rPr lang="en-US" sz="1400" dirty="0"/>
                        <a:t> Feb 2023</a:t>
                      </a:r>
                    </a:p>
                    <a:p>
                      <a:pPr marL="1200150" lvl="2" indent="-285750">
                        <a:lnSpc>
                          <a:spcPct val="114000"/>
                        </a:lnSpc>
                        <a:buFont typeface="Wingdings" panose="05000000000000000000" pitchFamily="2" charset="2"/>
                        <a:buChar char="§"/>
                      </a:pPr>
                      <a:r>
                        <a:rPr lang="en-US" sz="1400" dirty="0"/>
                        <a:t>Sova Solar can commit supply of 25-30 MW modules by March 2023</a:t>
                      </a:r>
                    </a:p>
                    <a:p>
                      <a:pPr marL="1200150" lvl="2" indent="-285750">
                        <a:lnSpc>
                          <a:spcPct val="114000"/>
                        </a:lnSpc>
                        <a:buFont typeface="Wingdings" panose="05000000000000000000" pitchFamily="2" charset="2"/>
                        <a:buChar char="§"/>
                      </a:pPr>
                      <a:r>
                        <a:rPr lang="en-US" sz="1400" dirty="0"/>
                        <a:t>After expansion of capacity to 1.2 GW, Sova Solar can supply 65-70 MW modules</a:t>
                      </a:r>
                    </a:p>
                  </a:txBody>
                  <a:tcPr/>
                </a:tc>
                <a:extLst>
                  <a:ext uri="{0D108BD9-81ED-4DB2-BD59-A6C34878D82A}">
                    <a16:rowId xmlns:a16="http://schemas.microsoft.com/office/drawing/2014/main" val="3418638287"/>
                  </a:ext>
                </a:extLst>
              </a:tr>
            </a:tbl>
          </a:graphicData>
        </a:graphic>
      </p:graphicFrame>
      <p:sp>
        <p:nvSpPr>
          <p:cNvPr id="5" name="Arrow: Right 4">
            <a:hlinkClick r:id="rId2" action="ppaction://hlinksldjump"/>
            <a:extLst>
              <a:ext uri="{FF2B5EF4-FFF2-40B4-BE49-F238E27FC236}">
                <a16:creationId xmlns:a16="http://schemas.microsoft.com/office/drawing/2014/main" id="{3881908E-514F-4C95-936A-BACA8D7B315A}"/>
              </a:ext>
            </a:extLst>
          </p:cNvPr>
          <p:cNvSpPr/>
          <p:nvPr/>
        </p:nvSpPr>
        <p:spPr bwMode="gray">
          <a:xfrm flipH="1">
            <a:off x="8392728" y="6316275"/>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3"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594208474"/>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Annexure 16: Salient points of discussion with M/s Sova Solar on 06.12.2022 (2/2)</a:t>
            </a:r>
            <a:endParaRPr lang="en-US" sz="2400" dirty="0">
              <a:effectLst/>
              <a:latin typeface="Calibri" panose="020F0502020204030204" pitchFamily="34" charset="0"/>
              <a:ea typeface="Calibri" panose="020F0502020204030204" pitchFamily="34" charset="0"/>
            </a:endParaRPr>
          </a:p>
        </p:txBody>
      </p:sp>
      <p:graphicFrame>
        <p:nvGraphicFramePr>
          <p:cNvPr id="2" name="Table 2">
            <a:extLst>
              <a:ext uri="{FF2B5EF4-FFF2-40B4-BE49-F238E27FC236}">
                <a16:creationId xmlns:a16="http://schemas.microsoft.com/office/drawing/2014/main" id="{EE5ECCFD-2791-4C56-AC5B-1A9C18D9EC37}"/>
              </a:ext>
            </a:extLst>
          </p:cNvPr>
          <p:cNvGraphicFramePr>
            <a:graphicFrameLocks noGrp="1"/>
          </p:cNvGraphicFramePr>
          <p:nvPr/>
        </p:nvGraphicFramePr>
        <p:xfrm>
          <a:off x="501649" y="772883"/>
          <a:ext cx="11188699" cy="4251706"/>
        </p:xfrm>
        <a:graphic>
          <a:graphicData uri="http://schemas.openxmlformats.org/drawingml/2006/table">
            <a:tbl>
              <a:tblPr bandRow="1">
                <a:tableStyleId>{5C22544A-7EE6-4342-B048-85BDC9FD1C3A}</a:tableStyleId>
              </a:tblPr>
              <a:tblGrid>
                <a:gridCol w="11188699">
                  <a:extLst>
                    <a:ext uri="{9D8B030D-6E8A-4147-A177-3AD203B41FA5}">
                      <a16:colId xmlns:a16="http://schemas.microsoft.com/office/drawing/2014/main" val="3413741132"/>
                    </a:ext>
                  </a:extLst>
                </a:gridCol>
              </a:tblGrid>
              <a:tr h="306734">
                <a:tc>
                  <a:txBody>
                    <a:bodyPr/>
                    <a:lstStyle/>
                    <a:p>
                      <a:pPr>
                        <a:lnSpc>
                          <a:spcPct val="114000"/>
                        </a:lnSpc>
                      </a:pPr>
                      <a:r>
                        <a:rPr lang="en-US" sz="1400" b="1" dirty="0"/>
                        <a:t>Options for procurement of solar modules: </a:t>
                      </a:r>
                      <a:r>
                        <a:rPr lang="en-US" sz="1400" b="1" i="1" dirty="0"/>
                        <a:t>(contd. From previous slide)</a:t>
                      </a:r>
                      <a:endParaRPr lang="en-US" sz="1400" b="1" dirty="0"/>
                    </a:p>
                  </a:txBody>
                  <a:tcPr/>
                </a:tc>
                <a:extLst>
                  <a:ext uri="{0D108BD9-81ED-4DB2-BD59-A6C34878D82A}">
                    <a16:rowId xmlns:a16="http://schemas.microsoft.com/office/drawing/2014/main" val="2277060169"/>
                  </a:ext>
                </a:extLst>
              </a:tr>
              <a:tr h="370840">
                <a:tc>
                  <a:txBody>
                    <a:bodyPr/>
                    <a:lstStyle/>
                    <a:p>
                      <a:pPr marL="342900" indent="-342900">
                        <a:lnSpc>
                          <a:spcPct val="114000"/>
                        </a:lnSpc>
                        <a:buFont typeface="+mj-lt"/>
                        <a:buAutoNum type="alphaLcParenR" startAt="2"/>
                      </a:pPr>
                      <a:r>
                        <a:rPr lang="en-US" sz="1400" b="1" i="1" dirty="0"/>
                        <a:t>Module supply by Sova Solar under Tolling arrangement:</a:t>
                      </a:r>
                    </a:p>
                    <a:p>
                      <a:pPr marL="742950" lvl="1" indent="-285750">
                        <a:lnSpc>
                          <a:spcPct val="114000"/>
                        </a:lnSpc>
                        <a:buFont typeface="Courier New" panose="02070309020205020404" pitchFamily="49" charset="0"/>
                        <a:buChar char="o"/>
                      </a:pPr>
                      <a:r>
                        <a:rPr lang="en-US" sz="1400" u="sng" dirty="0"/>
                        <a:t>Materials to be supplied by CIL</a:t>
                      </a:r>
                      <a:r>
                        <a:rPr lang="en-US" sz="1400" u="none" dirty="0"/>
                        <a:t>:</a:t>
                      </a:r>
                    </a:p>
                    <a:p>
                      <a:pPr marL="1200150" lvl="2" indent="-285750">
                        <a:lnSpc>
                          <a:spcPct val="114000"/>
                        </a:lnSpc>
                        <a:buFont typeface="Wingdings" panose="05000000000000000000" pitchFamily="2" charset="2"/>
                        <a:buChar char="§"/>
                      </a:pPr>
                      <a:r>
                        <a:rPr lang="en-US" sz="1400" u="none" dirty="0"/>
                        <a:t>Major items that are to be imported (e.g., Solar Cells, Solar Glass) are to be supplied by CIL.</a:t>
                      </a:r>
                    </a:p>
                    <a:p>
                      <a:pPr marL="1200150" lvl="2" indent="-285750">
                        <a:lnSpc>
                          <a:spcPct val="114000"/>
                        </a:lnSpc>
                        <a:buFont typeface="Wingdings" panose="05000000000000000000" pitchFamily="2" charset="2"/>
                        <a:buChar char="§"/>
                      </a:pPr>
                      <a:r>
                        <a:rPr lang="en-US" sz="1400" u="none" dirty="0"/>
                        <a:t>For Cell purchase, Sova Solar and CIL can jointly negotiate with the Cell suppliers.</a:t>
                      </a:r>
                    </a:p>
                    <a:p>
                      <a:pPr marL="1200150" lvl="2" indent="-285750">
                        <a:lnSpc>
                          <a:spcPct val="114000"/>
                        </a:lnSpc>
                        <a:buFont typeface="Wingdings" panose="05000000000000000000" pitchFamily="2" charset="2"/>
                        <a:buChar char="§"/>
                      </a:pPr>
                      <a:r>
                        <a:rPr lang="en-US" sz="1400" dirty="0">
                          <a:sym typeface="Symbol" panose="05050102010706020507" pitchFamily="18" charset="2"/>
                        </a:rPr>
                        <a:t></a:t>
                      </a:r>
                      <a:endParaRPr lang="en-US" sz="1400" u="none" dirty="0"/>
                    </a:p>
                    <a:p>
                      <a:pPr marL="1200150" lvl="2" indent="-285750">
                        <a:lnSpc>
                          <a:spcPct val="114000"/>
                        </a:lnSpc>
                        <a:buFont typeface="Wingdings" panose="05000000000000000000" pitchFamily="2" charset="2"/>
                        <a:buChar char="§"/>
                      </a:pPr>
                      <a:r>
                        <a:rPr lang="en-US" sz="1400" u="none" dirty="0"/>
                        <a:t>Validity</a:t>
                      </a:r>
                      <a:r>
                        <a:rPr lang="en-US" sz="1400" dirty="0"/>
                        <a:t> of rates of solar modules will be for maximum 3 months, since the module prices are volatile</a:t>
                      </a:r>
                    </a:p>
                    <a:p>
                      <a:pPr marL="742950" lvl="1" indent="-285750">
                        <a:lnSpc>
                          <a:spcPct val="114000"/>
                        </a:lnSpc>
                        <a:buFont typeface="Courier New" panose="02070309020205020404" pitchFamily="49" charset="0"/>
                        <a:buChar char="o"/>
                      </a:pPr>
                      <a:r>
                        <a:rPr lang="en-US" sz="1400" u="sng" dirty="0"/>
                        <a:t>Time</a:t>
                      </a:r>
                      <a:r>
                        <a:rPr lang="en-US" sz="1400" u="none" dirty="0"/>
                        <a:t>: Once CIL supplies the raw materials, Sova Solar will take 7 days to supply the modules considering 10 MW lot size</a:t>
                      </a:r>
                    </a:p>
                    <a:p>
                      <a:pPr marL="742950" lvl="1" indent="-285750">
                        <a:lnSpc>
                          <a:spcPct val="114000"/>
                        </a:lnSpc>
                        <a:buFont typeface="Courier New" panose="02070309020205020404" pitchFamily="49" charset="0"/>
                        <a:buChar char="o"/>
                      </a:pPr>
                      <a:r>
                        <a:rPr lang="en-US" sz="1400" u="sng" dirty="0"/>
                        <a:t>Opportunity for cost optimization</a:t>
                      </a:r>
                      <a:r>
                        <a:rPr lang="en-US" sz="1400" u="none" dirty="0"/>
                        <a:t>: </a:t>
                      </a:r>
                      <a:r>
                        <a:rPr lang="en-US" sz="1400" dirty="0">
                          <a:sym typeface="Symbol" panose="05050102010706020507" pitchFamily="18" charset="2"/>
                        </a:rPr>
                        <a:t>10-12% cost optimization is possible on Cell price</a:t>
                      </a:r>
                    </a:p>
                    <a:p>
                      <a:pPr marL="742950" lvl="1" indent="-285750">
                        <a:lnSpc>
                          <a:spcPct val="114000"/>
                        </a:lnSpc>
                        <a:buFont typeface="Courier New" panose="02070309020205020404" pitchFamily="49" charset="0"/>
                        <a:buChar char="o"/>
                      </a:pPr>
                      <a:r>
                        <a:rPr lang="en-US" sz="1400" u="none" dirty="0">
                          <a:sym typeface="Symbol" panose="05050102010706020507" pitchFamily="18" charset="2"/>
                        </a:rPr>
                        <a:t>NTPC is also planning for the tolling model – tie-up arrangement with 3 module suppliers (each for different regions, e.g., northern, eastern, southern region)</a:t>
                      </a:r>
                      <a:endParaRPr lang="en-US" sz="1400" u="none" dirty="0"/>
                    </a:p>
                  </a:txBody>
                  <a:tcPr/>
                </a:tc>
                <a:extLst>
                  <a:ext uri="{0D108BD9-81ED-4DB2-BD59-A6C34878D82A}">
                    <a16:rowId xmlns:a16="http://schemas.microsoft.com/office/drawing/2014/main" val="3418638287"/>
                  </a:ext>
                </a:extLst>
              </a:tr>
              <a:tr h="370840">
                <a:tc>
                  <a:txBody>
                    <a:bodyPr/>
                    <a:lstStyle/>
                    <a:p>
                      <a:pPr marL="0" lvl="1" indent="0">
                        <a:lnSpc>
                          <a:spcPct val="114000"/>
                        </a:lnSpc>
                        <a:buFont typeface="Courier New" panose="02070309020205020404" pitchFamily="49" charset="0"/>
                        <a:buNone/>
                      </a:pPr>
                      <a:r>
                        <a:rPr lang="en-US" sz="1400" b="1" u="none" dirty="0"/>
                        <a:t>Next Steps</a:t>
                      </a:r>
                    </a:p>
                  </a:txBody>
                  <a:tcPr/>
                </a:tc>
                <a:extLst>
                  <a:ext uri="{0D108BD9-81ED-4DB2-BD59-A6C34878D82A}">
                    <a16:rowId xmlns:a16="http://schemas.microsoft.com/office/drawing/2014/main" val="677328498"/>
                  </a:ext>
                </a:extLst>
              </a:tr>
              <a:tr h="370840">
                <a:tc>
                  <a:txBody>
                    <a:bodyPr/>
                    <a:lstStyle/>
                    <a:p>
                      <a:pPr marL="358775" lvl="1" indent="-358775">
                        <a:lnSpc>
                          <a:spcPct val="114000"/>
                        </a:lnSpc>
                        <a:buFont typeface="Arial" panose="020B0604020202020204" pitchFamily="34" charset="0"/>
                        <a:buChar char="•"/>
                      </a:pPr>
                      <a:r>
                        <a:rPr lang="en-US" sz="1400" u="none" dirty="0"/>
                        <a:t>Sova Solar will share the following:</a:t>
                      </a:r>
                    </a:p>
                    <a:p>
                      <a:pPr marL="815975" lvl="2" indent="-358775">
                        <a:lnSpc>
                          <a:spcPct val="114000"/>
                        </a:lnSpc>
                        <a:buFont typeface="Courier New" panose="02070309020205020404" pitchFamily="49" charset="0"/>
                        <a:buChar char="o"/>
                      </a:pPr>
                      <a:r>
                        <a:rPr lang="en-US" sz="1400" u="none" dirty="0"/>
                        <a:t>Its company profile and details of solar modules</a:t>
                      </a:r>
                    </a:p>
                    <a:p>
                      <a:pPr marL="815975" lvl="2" indent="-358775">
                        <a:lnSpc>
                          <a:spcPct val="114000"/>
                        </a:lnSpc>
                        <a:buFont typeface="Courier New" panose="02070309020205020404" pitchFamily="49" charset="0"/>
                        <a:buChar char="o"/>
                      </a:pPr>
                      <a:r>
                        <a:rPr lang="en-US" sz="1400" u="none" dirty="0"/>
                        <a:t>Broad-level numbers / competition for savings under the tolling model</a:t>
                      </a:r>
                    </a:p>
                    <a:p>
                      <a:pPr marL="358775" lvl="2" indent="-358775">
                        <a:lnSpc>
                          <a:spcPct val="114000"/>
                        </a:lnSpc>
                        <a:buFont typeface="Arial" panose="020B0604020202020204" pitchFamily="34" charset="0"/>
                        <a:buChar char="•"/>
                      </a:pPr>
                      <a:r>
                        <a:rPr lang="en-US" sz="1400" u="none" dirty="0"/>
                        <a:t>A visit to the manufacturing facility of Sova Solar will be planned for the first week of January</a:t>
                      </a:r>
                    </a:p>
                  </a:txBody>
                  <a:tcPr/>
                </a:tc>
                <a:extLst>
                  <a:ext uri="{0D108BD9-81ED-4DB2-BD59-A6C34878D82A}">
                    <a16:rowId xmlns:a16="http://schemas.microsoft.com/office/drawing/2014/main" val="1046061408"/>
                  </a:ext>
                </a:extLst>
              </a:tr>
            </a:tbl>
          </a:graphicData>
        </a:graphic>
      </p:graphicFrame>
      <p:sp>
        <p:nvSpPr>
          <p:cNvPr id="5" name="Arrow: Right 4">
            <a:hlinkClick r:id="rId2" action="ppaction://hlinksldjump"/>
            <a:extLst>
              <a:ext uri="{FF2B5EF4-FFF2-40B4-BE49-F238E27FC236}">
                <a16:creationId xmlns:a16="http://schemas.microsoft.com/office/drawing/2014/main" id="{C2EAB474-31ED-4293-BB19-3B03FB5D7AF2}"/>
              </a:ext>
            </a:extLst>
          </p:cNvPr>
          <p:cNvSpPr/>
          <p:nvPr/>
        </p:nvSpPr>
        <p:spPr bwMode="gray">
          <a:xfrm flipH="1">
            <a:off x="8392728" y="6164513"/>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3"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967102595"/>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spcAft>
                <a:spcPts val="600"/>
              </a:spcAft>
            </a:pPr>
            <a:r>
              <a:rPr lang="en-US" sz="1000"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00"/>
              </a:spcAft>
            </a:pPr>
            <a:r>
              <a:rPr lang="en-US" sz="1000" dirty="0"/>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00"/>
              </a:spcAft>
            </a:pPr>
            <a:r>
              <a:rPr lang="en-US" sz="1000" dirty="0"/>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00"/>
              </a:spcAft>
            </a:pPr>
            <a:r>
              <a:rPr lang="en-US" sz="1000" dirty="0"/>
              <a:t>©2022 Deloitte Touche Tohmatsu India LLP. Member of Deloitte Touche Tohmatsu Limited</a:t>
            </a:r>
          </a:p>
          <a:p>
            <a:pPr>
              <a:spcAft>
                <a:spcPts val="600"/>
              </a:spcAft>
            </a:pPr>
            <a:r>
              <a:rPr lang="en-US" sz="1000"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398245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EMPLAFYSLIDEID" val="637649844363927172"/>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3B7E9814-50FD-47B9-B351-09A5E7FDC66A}"/>
</file>

<file path=customXml/itemProps2.xml><?xml version="1.0" encoding="utf-8"?>
<ds:datastoreItem xmlns:ds="http://schemas.openxmlformats.org/officeDocument/2006/customXml" ds:itemID="{43CA2413-0689-4C3B-BFB5-F0024580A023}"/>
</file>

<file path=customXml/itemProps3.xml><?xml version="1.0" encoding="utf-8"?>
<ds:datastoreItem xmlns:ds="http://schemas.openxmlformats.org/officeDocument/2006/customXml" ds:itemID="{08431CDF-275C-48DC-B472-977A6854B701}"/>
</file>

<file path=docProps/app.xml><?xml version="1.0" encoding="utf-8"?>
<Properties xmlns="http://schemas.openxmlformats.org/officeDocument/2006/extended-properties" xmlns:vt="http://schemas.openxmlformats.org/officeDocument/2006/docPropsVTypes">
  <Template/>
  <TotalTime>12758</TotalTime>
  <Words>11267</Words>
  <Application>Microsoft Office PowerPoint</Application>
  <PresentationFormat>Widescreen</PresentationFormat>
  <Paragraphs>1659</Paragraphs>
  <Slides>80</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0" baseType="lpstr">
      <vt:lpstr>Arial</vt:lpstr>
      <vt:lpstr>Calibri</vt:lpstr>
      <vt:lpstr>Calibri Light</vt:lpstr>
      <vt:lpstr>Courier New</vt:lpstr>
      <vt:lpstr>Symbol</vt:lpstr>
      <vt:lpstr>Verdana</vt:lpstr>
      <vt:lpstr>Wingdings</vt:lpstr>
      <vt:lpstr>Wingdings 2</vt:lpstr>
      <vt:lpstr>Theme1</vt:lpstr>
      <vt:lpstr>think-cell Slide</vt:lpstr>
      <vt:lpstr>PowerPoint Presentation</vt:lpstr>
      <vt:lpstr>PowerPoint Presentation</vt:lpstr>
      <vt:lpstr>Background</vt:lpstr>
      <vt:lpstr>PowerPoint Presentation</vt:lpstr>
      <vt:lpstr>Power Sale Modalities</vt:lpstr>
      <vt:lpstr>Options for sale of Solar Power by CIL (1/4)</vt:lpstr>
      <vt:lpstr>1. Sale to RVUNL</vt:lpstr>
      <vt:lpstr>1.A. Sale to RVUNL under MoP’s bundling mechanism with the existing TPPs of RVUNL</vt:lpstr>
      <vt:lpstr>1.A1. Sale to RVUNL under MoP’s bundling mechanism with the upcoming TPPs of RVUNL</vt:lpstr>
      <vt:lpstr>1.B. Sale of Solar Power to meet Auxiliary Power requirement of RVUNL TPPs</vt:lpstr>
      <vt:lpstr>2. Sale to Rajasthan DISCOMs u/s 62</vt:lpstr>
      <vt:lpstr>2. Sale of Solar Power to Rajasthan DISCOMs under Section 62 of EA 2003</vt:lpstr>
      <vt:lpstr>3.A. Sale within Rajasthan u/s 63</vt:lpstr>
      <vt:lpstr>3.A. Sale within Rajasthan through TBCB route u/s 63 (1/3)</vt:lpstr>
      <vt:lpstr>3.A. Sale within Rajasthan through TBCB route u/s 63 (2/3)</vt:lpstr>
      <vt:lpstr>3.A. Sale within Rajasthan through TBCB route u/s 63 (3/3)</vt:lpstr>
      <vt:lpstr>3.B. Sale outside Rajasthan u/s 63</vt:lpstr>
      <vt:lpstr>3.B. Sale outside Rajasthan through TBCB route u/s 63 (1/4)</vt:lpstr>
      <vt:lpstr>3.B. Sale within Rajasthan through TBCB route u/s 63 (2/4)</vt:lpstr>
      <vt:lpstr>3.B. Sale within Rajasthan through TBCB route u/s 63 (3/4)</vt:lpstr>
      <vt:lpstr>3.B. Sale within Rajasthan through TBCB route u/s 63 (4/4)</vt:lpstr>
      <vt:lpstr>3.C. Sale of power under CPSU scheme</vt:lpstr>
      <vt:lpstr>3.C. Sale of power through participation in tenders under CPSU scheme (1/2)</vt:lpstr>
      <vt:lpstr>3.C. Sale of power through participation in tenders under CPSU scheme (2/2)</vt:lpstr>
      <vt:lpstr>4.A. Sale to Open Access Consumers (C&amp;I)</vt:lpstr>
      <vt:lpstr>4.A. Sale to Open Access Consumers (Commercial and Industrial)</vt:lpstr>
      <vt:lpstr>4.B. Energy Sale to Trading Licensees in India</vt:lpstr>
      <vt:lpstr>Concept of Power Trading</vt:lpstr>
      <vt:lpstr>4.B. Sale to Power Traders – Implications for CIL</vt:lpstr>
      <vt:lpstr>4.C. Sale through Energy exchange</vt:lpstr>
      <vt:lpstr>Energy Exchange</vt:lpstr>
      <vt:lpstr>IEX Market Structure: Green Term Ahead Market (G-TAM)</vt:lpstr>
      <vt:lpstr>IEX Market Structure: Green Day Ahead Market (G-DAM)</vt:lpstr>
      <vt:lpstr>PXIL Market Structure: Green Term Ahead Market (G-TAM)</vt:lpstr>
      <vt:lpstr>IEX Market Trends</vt:lpstr>
      <vt:lpstr>Sale through Power Exchanges– Implications for CIL</vt:lpstr>
      <vt:lpstr>B. Captive Consumption</vt:lpstr>
      <vt:lpstr>B. Captive Consumption by CIL’s subsidiaries from Rajasthan Solar Power Plant</vt:lpstr>
      <vt:lpstr>Key Requisites for Financial Viability of the Captive Power Plant</vt:lpstr>
      <vt:lpstr>Key Requisites to assess commercial Viability of the Captive Solar Power Plant</vt:lpstr>
      <vt:lpstr>Construction Modalities</vt:lpstr>
      <vt:lpstr>Modalities for Construction of project</vt:lpstr>
      <vt:lpstr>Assessment Matrix of Different Project Construction Modalities</vt:lpstr>
      <vt:lpstr>O&amp;M Modalities</vt:lpstr>
      <vt:lpstr>Options for Operations and Maintenance (O&amp;M) post COD</vt:lpstr>
      <vt:lpstr>Evaluation of JV Option</vt:lpstr>
      <vt:lpstr>Evaluation of Option w.r.t forming JV with RVUNL</vt:lpstr>
      <vt:lpstr>Merits and Demerits of forming JVC with RVUNL (1/2)</vt:lpstr>
      <vt:lpstr>Merits and Demerits of forming JVC with RVUNL (2/2)</vt:lpstr>
      <vt:lpstr>Financial Scenario Analysis</vt:lpstr>
      <vt:lpstr>Scenario Analysis w.r.t Equity IRR , Tariff and Major Cost Levers (1/2)</vt:lpstr>
      <vt:lpstr>Scenario Analysis w.r.t Equity IRR , Tariff and Major Cost Levers (2/2)</vt:lpstr>
      <vt:lpstr>Way forward for financial viability improvement and Equity IRR maximization</vt:lpstr>
      <vt:lpstr>Summary and Key Takeaways</vt:lpstr>
      <vt:lpstr>Summary and Key Takeaways (1/4)</vt:lpstr>
      <vt:lpstr>Summary and Key Takeaways (2/4)</vt:lpstr>
      <vt:lpstr>Summary and Key Takeaways (3/4)</vt:lpstr>
      <vt:lpstr>Summary and Key Takeaways (4/4)</vt:lpstr>
      <vt:lpstr>Annexures</vt:lpstr>
      <vt:lpstr>Annexure 1: Examples of BOO and BOOT</vt:lpstr>
      <vt:lpstr>Annexure 2: Location criteria under MoP’s RE Bundling Scheme</vt:lpstr>
      <vt:lpstr>Annexure 3: ECR and PLF of RVUNL Coal TPPs</vt:lpstr>
      <vt:lpstr>Annexure 3a: Installed Capacity, PLF and Age details of RVUNL Coal TPPs</vt:lpstr>
      <vt:lpstr>Annexure 4: Average Auxiliary Power consumption of RVUNL Coal TPPs based on last 3 years data</vt:lpstr>
      <vt:lpstr>Annexure 5: Clause on Project specific tariff from RERC (Terms and Conditions for Tariff determination from Renewable Energy Sources) Regulations, 2020 </vt:lpstr>
      <vt:lpstr>Annexure 6: Solar tariffs discovered recently concluded IPP tenders </vt:lpstr>
      <vt:lpstr>Annexure 7: RPO Fulfilment by RJ DISCOMs – Historical and Projected </vt:lpstr>
      <vt:lpstr>Annexure 8: Criteria for CPP as per the Electricity Rules 2005   Summary of the CPP criteria</vt:lpstr>
      <vt:lpstr>Annexure 9: Illustrative computation of Landed Solar Tariff for Chhattisgarh (SECL) and Maharashtra (WCL)</vt:lpstr>
      <vt:lpstr>Annexure 10: Estimated trend of tariff from captive solar power plant assuming 12% ROE</vt:lpstr>
      <vt:lpstr>Annexure 11: Location of RVUNL Solar Park</vt:lpstr>
      <vt:lpstr>Annexure 12: RVUNL Solar Park – pictures from site visit</vt:lpstr>
      <vt:lpstr>Annexure-13:  CPSU Ph-II Scheme</vt:lpstr>
      <vt:lpstr>Annexure-14:  Capital Cost Estimations (1/3)</vt:lpstr>
      <vt:lpstr>Annexure-14:  Capital Cost Estimations (2/3)</vt:lpstr>
      <vt:lpstr>Annexure-14:  Capital Cost Estimations (3/3)</vt:lpstr>
      <vt:lpstr>Annexure 15: Tentative Capex (Turnkey/BOS) inputs from EPC Vendors</vt:lpstr>
      <vt:lpstr>Annexure 16: Salient points of discussion with M/s Sova Solar on 06.12.2022 (1/2)</vt:lpstr>
      <vt:lpstr>Annexure 16: Salient points of discussion with M/s Sova Solar on 06.12.2022 (2/2)</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Kulkarni, Rajeev</dc:creator>
  <cp:lastModifiedBy>Banerjee, Rajeswar</cp:lastModifiedBy>
  <cp:revision>1177</cp:revision>
  <dcterms:created xsi:type="dcterms:W3CDTF">2020-08-21T09:31:26Z</dcterms:created>
  <dcterms:modified xsi:type="dcterms:W3CDTF">2022-12-24T10:30:33Z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2022-07-25T05:57:06Z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5f51cd9e-c0af-445e-b60f-aa0c78d958dc</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